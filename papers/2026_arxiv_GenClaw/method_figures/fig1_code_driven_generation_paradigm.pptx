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b75e15c9264d3a" /><Relationship Type="http://schemas.openxmlformats.org/officeDocument/2006/relationships/extended-properties" Target="/docProps/app.xml" Id="R9b0e64f97e484973" /><Relationship Type="http://schemas.openxmlformats.org/officeDocument/2006/relationships/officeDocument" Target="/ppt/presentation.xml" Id="R40e5e61d093547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d991a8f9f04ffe"/>
  </p:sldMasterIdLst>
  <p:notesMasterIdLst>
    <p:notesMasterId xmlns:r="http://schemas.openxmlformats.org/officeDocument/2006/relationships" r:id="Rdf23fbe6ef1d46e0"/>
  </p:notesMasterIdLst>
  <p:sldIdLst>
    <p:sldId xmlns:r="http://schemas.openxmlformats.org/officeDocument/2006/relationships" id="256" r:id="Re96f1712164d4c30"/>
  </p:sldIdLst>
  <p:sldSz cx="19507200" cy="9350342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464f8911c142c6" /><Relationship Type="http://schemas.openxmlformats.org/officeDocument/2006/relationships/slideMaster" Target="/ppt/slideMasters/slideMaster1.xml" Id="Raed991a8f9f04ffe" /><Relationship Type="http://schemas.openxmlformats.org/officeDocument/2006/relationships/notesMaster" Target="/ppt/notesMasters/notesMaster1.xml" Id="Rdf23fbe6ef1d46e0" /><Relationship Type="http://schemas.openxmlformats.org/officeDocument/2006/relationships/presProps" Target="/ppt/presProps.xml" Id="R6098694adada4ff8" /><Relationship Type="http://schemas.openxmlformats.org/officeDocument/2006/relationships/tableStyles" Target="/ppt/tableStyles.xml" Id="R1b224e8426b74d73" /><Relationship Type="http://schemas.openxmlformats.org/officeDocument/2006/relationships/slide" Target="/ppt/slides/slide1.xml" Id="Re96f1712164d4c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e07eb202284e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4b46fb83384957" /><Relationship Type="http://schemas.openxmlformats.org/officeDocument/2006/relationships/notesMaster" Target="/ppt/notesMasters/notesMaster1.xml" Id="Rbde19ca35a8f4e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reconstruction, not author-provided PowerPoint.</a:t>
            </a:r>
          </a:p>
          <a:p xmlns:a="http://schemas.openxmlformats.org/drawingml/2006/main">
            <a:r>
              <a:t>Code-driven agentic image-generation paradigm</a:t>
            </a:r>
          </a:p>
          <a:p xmlns:a="http://schemas.openxmlformats.org/drawingml/2006/main">
            <a:r>
              <a:t>Source: https://arxiv.org/abs/2605.30248v2</a:t>
            </a:r>
          </a:p>
          <a:p xmlns:a="http://schemas.openxmlformats.org/drawingml/2006/main">
            <a:r>
              <a:t>Approved PNG SHA-256: 6701c45ac3318618ab80e30395c7c3198d76d60197420e0b7e3df89893a114fd</a:t>
            </a:r>
          </a:p>
          <a:p xmlns:a="http://schemas.openxmlformats.org/drawingml/2006/main">
            <a:r>
              <a:t>Source figure is a single flattened illustration. All process labels, group containers, arrows and photo frames are native. Decorative brush-lettered headings are native contour outlines, not editable text. Original photographs/robot/artist illustrations and code-editor pixels are independent local raster objects. Faint decorative background texture, paper texture, tiny sticker shadows and font metrics are approximate. Arrow paths are not endpoint-bound connectors.</a:t>
            </a:r>
          </a:p>
          <a:p xmlns:a="http://schemas.openxmlformats.org/drawingml/2006/main">
            <a:r>
              <a:t>Local final-file renderer: Artifact Tool PPTX roundtrip. Microsoft PowerPoint application compatibility has not been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d407f9d7f347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345c28e964a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df89f1b7742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a5d71804448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03eacd5a24b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2de27b1daf41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198883-18B2-489F-8AC0-96A9E3EC89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50720" y="3532351"/>
            <a:ext cx="15605760" cy="1350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80B64F-F1FC-4432-9901-2916D6F1D8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26080" y="5142688"/>
            <a:ext cx="13655040" cy="1038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797E95-DB90-491F-8401-EC93EFF673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50720" y="3895976"/>
            <a:ext cx="15605760" cy="1558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7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210D62-8FF5-402D-97F9-34F830DF9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727249"/>
            <a:ext cx="17312640" cy="114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4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84BE77-E4E8-4E52-9630-1F81DF9027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2597317"/>
            <a:ext cx="17312640" cy="581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1678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1pPr>
            <a:lvl2pPr marL="727249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2pPr>
            <a:lvl3pPr marL="1142820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3pPr>
            <a:lvl4pPr marL="1558390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4pPr>
            <a:lvl5pPr marL="1973961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5pPr>
            <a:lvl6pPr marL="2389532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6pPr>
            <a:lvl7pPr marL="2805103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7pPr>
            <a:lvl8pPr marL="3220673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8pPr>
            <a:lvl9pPr marL="3636244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24C026-08C9-48AE-A694-C642A00007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727249"/>
            <a:ext cx="17312640" cy="114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4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99A201-CF69-44E5-A833-FC063333E5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2597317"/>
            <a:ext cx="8046720" cy="581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1678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1pPr>
            <a:lvl2pPr marL="727249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2pPr>
            <a:lvl3pPr marL="1142820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3pPr>
            <a:lvl4pPr marL="1558390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4pPr>
            <a:lvl5pPr marL="1973961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5pPr>
            <a:lvl6pPr marL="2389532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6pPr>
            <a:lvl7pPr marL="2805103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7pPr>
            <a:lvl8pPr marL="3220673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8pPr>
            <a:lvl9pPr marL="3636244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38841E-0CD7-4480-8E3A-E7BBCA62A1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363200" y="2597317"/>
            <a:ext cx="8046720" cy="581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1678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1pPr>
            <a:lvl2pPr marL="727249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2pPr>
            <a:lvl3pPr marL="1142820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3pPr>
            <a:lvl4pPr marL="1558390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4pPr>
            <a:lvl5pPr marL="1973961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5pPr>
            <a:lvl6pPr marL="2389532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6pPr>
            <a:lvl7pPr marL="2805103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7pPr>
            <a:lvl8pPr marL="3220673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8pPr>
            <a:lvl9pPr marL="3636244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CE022B-CD50-4F8F-AB75-313B2CC2C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727249"/>
            <a:ext cx="17312640" cy="114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4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C3A1C5-6159-4054-8367-D45E5D3E81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2597317"/>
            <a:ext cx="8046720" cy="581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1678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1pPr>
            <a:lvl2pPr marL="727249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2pPr>
            <a:lvl3pPr marL="1142820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3pPr>
            <a:lvl4pPr marL="1558390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4pPr>
            <a:lvl5pPr marL="1973961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5pPr>
            <a:lvl6pPr marL="2389532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6pPr>
            <a:lvl7pPr marL="2805103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7pPr>
            <a:lvl8pPr marL="3220673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8pPr>
            <a:lvl9pPr marL="3636244" indent="-311678">
              <a:lnSpc>
                <a:spcPct val="110000"/>
              </a:lnSpc>
              <a:spcBef>
                <a:spcPts val="0"/>
              </a:spcBef>
              <a:spcAft>
                <a:spcPts val="163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2bb1235d034290" /><Relationship Type="http://schemas.openxmlformats.org/officeDocument/2006/relationships/slideLayout" Target="/ppt/slideLayouts/slideLayout1.xml" Id="Rb355aaf88c6c4e97" /><Relationship Type="http://schemas.openxmlformats.org/officeDocument/2006/relationships/slideLayout" Target="/ppt/slideLayouts/slideLayout2.xml" Id="Rb63f9519ee93431e" /><Relationship Type="http://schemas.openxmlformats.org/officeDocument/2006/relationships/slideLayout" Target="/ppt/slideLayouts/slideLayout3.xml" Id="R7575f88d390f41f9" /><Relationship Type="http://schemas.openxmlformats.org/officeDocument/2006/relationships/slideLayout" Target="/ppt/slideLayouts/slideLayout4.xml" Id="Rbf69474178ab421d" /><Relationship Type="http://schemas.openxmlformats.org/officeDocument/2006/relationships/slideLayout" Target="/ppt/slideLayouts/slideLayout5.xml" Id="R41a112aefed84223" /><Relationship Type="http://schemas.openxmlformats.org/officeDocument/2006/relationships/slideLayout" Target="/ppt/slideLayouts/slideLayout6.xml" Id="Rf224eb5acdc24c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5aaf88c6c4e97"/>
    <p:sldLayoutId xmlns:r="http://schemas.openxmlformats.org/officeDocument/2006/relationships" id="2147483650" r:id="Rb63f9519ee93431e"/>
    <p:sldLayoutId xmlns:r="http://schemas.openxmlformats.org/officeDocument/2006/relationships" id="2147483651" r:id="R7575f88d390f41f9"/>
    <p:sldLayoutId xmlns:r="http://schemas.openxmlformats.org/officeDocument/2006/relationships" id="2147483652" r:id="Rbf69474178ab421d"/>
    <p:sldLayoutId xmlns:r="http://schemas.openxmlformats.org/officeDocument/2006/relationships" id="2147483653" r:id="R41a112aefed84223"/>
    <p:sldLayoutId xmlns:r="http://schemas.openxmlformats.org/officeDocument/2006/relationships" id="2147483654" r:id="Rf224eb5acdc24c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3a7c7e0a454a90" /><Relationship Type="http://schemas.openxmlformats.org/officeDocument/2006/relationships/image" Target="/ppt/media/image.png" Id="R1c4f36d8d58748ca" /><Relationship Type="http://schemas.openxmlformats.org/officeDocument/2006/relationships/image" Target="/ppt/media/image2.png" Id="Rbc1e9716d8c1424b" /><Relationship Type="http://schemas.openxmlformats.org/officeDocument/2006/relationships/image" Target="/ppt/media/image3.png" Id="R179f846ebb3640f2" /><Relationship Type="http://schemas.openxmlformats.org/officeDocument/2006/relationships/image" Target="/ppt/media/image4.png" Id="R2da243388e3e4649" /><Relationship Type="http://schemas.openxmlformats.org/officeDocument/2006/relationships/image" Target="/ppt/media/image5.png" Id="Rafba27fb6a3c4af2" /><Relationship Type="http://schemas.openxmlformats.org/officeDocument/2006/relationships/image" Target="/ppt/media/image6.png" Id="Ra28e8ca4206946bb" /><Relationship Type="http://schemas.openxmlformats.org/officeDocument/2006/relationships/image" Target="/ppt/media/image7.png" Id="Rb49d2d7ab5c148e7" /><Relationship Type="http://schemas.openxmlformats.org/officeDocument/2006/relationships/image" Target="/ppt/media/image8.png" Id="R03eaec2eef5147dd" /><Relationship Type="http://schemas.openxmlformats.org/officeDocument/2006/relationships/image" Target="/ppt/media/image9.png" Id="R41edc68a85514349" /><Relationship Type="http://schemas.openxmlformats.org/officeDocument/2006/relationships/image" Target="/ppt/media/image10.png" Id="R22fedd556e224ae9" /><Relationship Type="http://schemas.openxmlformats.org/officeDocument/2006/relationships/image" Target="/ppt/media/image11.png" Id="R6b7e6b4b8fc44127" /><Relationship Type="http://schemas.openxmlformats.org/officeDocument/2006/relationships/image" Target="/ppt/media/image12.png" Id="Rb348138c0ab74716" /><Relationship Type="http://schemas.openxmlformats.org/officeDocument/2006/relationships/image" Target="/ppt/media/image13.png" Id="Rb0f6d871e2104cc2" /><Relationship Type="http://schemas.openxmlformats.org/officeDocument/2006/relationships/image" Target="/ppt/media/image14.png" Id="Rc0da1439d9674ad8" /><Relationship Type="http://schemas.openxmlformats.org/officeDocument/2006/relationships/notesSlide" Target="/ppt/notesSlides/notesSlide1.xml" Id="R45f52756764342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Traditional generation group">
            <a:extLst xmlns:a="http://schemas.openxmlformats.org/drawingml/2006/main">
              <a:ext uri="{FF2B5EF4-FFF2-40B4-BE49-F238E27FC236}">
                <a16:creationId xmlns:a16="http://schemas.microsoft.com/office/drawing/2014/main" id="{E941BBFE-2A53-4D2B-949D-85CF253E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847850"/>
            <a:ext cx="7315200" cy="7305675"/>
          </a:xfrm>
          <a:custGeom xmlns:a="http://schemas.openxmlformats.org/drawingml/2006/main">
            <a:pathLst>
              <a:path w="7315200" h="7305675">
                <a:moveTo>
                  <a:pt x="409575" y="0"/>
                </a:moveTo>
                <a:lnTo>
                  <a:pt x="6905625" y="0"/>
                </a:lnTo>
                <a:cubicBezTo>
                  <a:pt x="7131827" y="0"/>
                  <a:pt x="7315200" y="183373"/>
                  <a:pt x="7315200" y="409575"/>
                </a:cubicBezTo>
                <a:lnTo>
                  <a:pt x="7315200" y="6896100"/>
                </a:lnTo>
                <a:cubicBezTo>
                  <a:pt x="7315200" y="7122302"/>
                  <a:pt x="7131827" y="7305675"/>
                  <a:pt x="6905625" y="7305675"/>
                </a:cubicBezTo>
                <a:lnTo>
                  <a:pt x="409575" y="7305675"/>
                </a:lnTo>
                <a:cubicBezTo>
                  <a:pt x="183373" y="7305675"/>
                  <a:pt x="0" y="7122302"/>
                  <a:pt x="0" y="6896100"/>
                </a:cubicBezTo>
                <a:lnTo>
                  <a:pt x="0" y="409575"/>
                </a:lnTo>
                <a:cubicBezTo>
                  <a:pt x="0" y="183373"/>
                  <a:pt x="183373" y="0"/>
                  <a:pt x="409575" y="0"/>
                </a:cubicBezTo>
                <a:close/>
              </a:path>
            </a:pathLst>
          </a:custGeom>
          <a:solidFill xmlns:a="http://schemas.openxmlformats.org/drawingml/2006/main">
            <a:srgbClr val="FFF9F8"/>
          </a:solidFill>
          <a:ln xmlns:a="http://schemas.openxmlformats.org/drawingml/2006/main" w="38100">
            <a:solidFill>
              <a:srgbClr val="BF0000"/>
            </a:solidFill>
            <a:prstDash val="solid"/>
          </a:ln>
        </p:spPr>
      </p:sp>
      <p:sp>
        <p:nvSpPr>
          <p:cNvPr id="2" name="Code-driven generation group">
            <a:extLst xmlns:a="http://schemas.openxmlformats.org/drawingml/2006/main">
              <a:ext uri="{FF2B5EF4-FFF2-40B4-BE49-F238E27FC236}">
                <a16:creationId xmlns:a16="http://schemas.microsoft.com/office/drawing/2014/main" id="{2EC7EE36-60FC-4968-90B1-E6E15530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847850"/>
            <a:ext cx="11258550" cy="7305675"/>
          </a:xfrm>
          <a:custGeom xmlns:a="http://schemas.openxmlformats.org/drawingml/2006/main">
            <a:pathLst>
              <a:path w="11258550" h="7305675">
                <a:moveTo>
                  <a:pt x="409575" y="0"/>
                </a:moveTo>
                <a:lnTo>
                  <a:pt x="10848975" y="0"/>
                </a:lnTo>
                <a:cubicBezTo>
                  <a:pt x="11075177" y="0"/>
                  <a:pt x="11258550" y="183373"/>
                  <a:pt x="11258550" y="409575"/>
                </a:cubicBezTo>
                <a:lnTo>
                  <a:pt x="11258550" y="6896100"/>
                </a:lnTo>
                <a:cubicBezTo>
                  <a:pt x="11258550" y="7122302"/>
                  <a:pt x="11075177" y="7305675"/>
                  <a:pt x="10848975" y="7305675"/>
                </a:cubicBezTo>
                <a:lnTo>
                  <a:pt x="409575" y="7305675"/>
                </a:lnTo>
                <a:cubicBezTo>
                  <a:pt x="183373" y="7305675"/>
                  <a:pt x="0" y="7122302"/>
                  <a:pt x="0" y="6896100"/>
                </a:cubicBezTo>
                <a:lnTo>
                  <a:pt x="0" y="409575"/>
                </a:lnTo>
                <a:cubicBezTo>
                  <a:pt x="0" y="183373"/>
                  <a:pt x="183373" y="0"/>
                  <a:pt x="409575" y="0"/>
                </a:cubicBezTo>
                <a:close/>
              </a:path>
            </a:pathLst>
          </a:custGeom>
          <a:solidFill xmlns:a="http://schemas.openxmlformats.org/drawingml/2006/main">
            <a:srgbClr val="F1FAFF"/>
          </a:solidFill>
          <a:ln xmlns:a="http://schemas.openxmlformats.org/drawingml/2006/main" w="38100">
            <a:solidFill>
              <a:srgbClr val="1E5FA7"/>
            </a:solidFill>
            <a:prstDash val="solid"/>
          </a:ln>
        </p:spPr>
      </p:sp>
      <p:sp>
        <p:nvSpPr>
          <p:cNvPr id="3" name="Grid group 0 vertical 69">
            <a:extLst xmlns:a="http://schemas.openxmlformats.org/drawingml/2006/main">
              <a:ext uri="{FF2B5EF4-FFF2-40B4-BE49-F238E27FC236}">
                <a16:creationId xmlns:a16="http://schemas.microsoft.com/office/drawing/2014/main" id="{68AB7D3B-4B4C-42A8-B22B-8D0F2033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95475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4" name="Grid group 0 vertical 128">
            <a:extLst xmlns:a="http://schemas.openxmlformats.org/drawingml/2006/main">
              <a:ext uri="{FF2B5EF4-FFF2-40B4-BE49-F238E27FC236}">
                <a16:creationId xmlns:a16="http://schemas.microsoft.com/office/drawing/2014/main" id="{37EC4337-04A4-4AB6-9DBB-D63724CB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95475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5" name="Grid group 0 vertical 187">
            <a:extLst xmlns:a="http://schemas.openxmlformats.org/drawingml/2006/main">
              <a:ext uri="{FF2B5EF4-FFF2-40B4-BE49-F238E27FC236}">
                <a16:creationId xmlns:a16="http://schemas.microsoft.com/office/drawing/2014/main" id="{C6F7B61E-882B-4689-A8C1-BBF910FE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895475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6" name="Grid group 0 vertical 246">
            <a:extLst xmlns:a="http://schemas.openxmlformats.org/drawingml/2006/main">
              <a:ext uri="{FF2B5EF4-FFF2-40B4-BE49-F238E27FC236}">
                <a16:creationId xmlns:a16="http://schemas.microsoft.com/office/drawing/2014/main" id="{CE17A7CF-AF54-49E7-9E93-A6E1D966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95475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7" name="Grid group 0 vertical 305">
            <a:extLst xmlns:a="http://schemas.openxmlformats.org/drawingml/2006/main">
              <a:ext uri="{FF2B5EF4-FFF2-40B4-BE49-F238E27FC236}">
                <a16:creationId xmlns:a16="http://schemas.microsoft.com/office/drawing/2014/main" id="{9836B495-76DB-412D-8050-4E029A2C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95475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8" name="Grid group 0 vertical 364">
            <a:extLst xmlns:a="http://schemas.openxmlformats.org/drawingml/2006/main">
              <a:ext uri="{FF2B5EF4-FFF2-40B4-BE49-F238E27FC236}">
                <a16:creationId xmlns:a16="http://schemas.microsoft.com/office/drawing/2014/main" id="{556EF84C-6759-46E3-91B0-5C9D3CC7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95475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9" name="Grid group 0 vertical 423">
            <a:extLst xmlns:a="http://schemas.openxmlformats.org/drawingml/2006/main">
              <a:ext uri="{FF2B5EF4-FFF2-40B4-BE49-F238E27FC236}">
                <a16:creationId xmlns:a16="http://schemas.microsoft.com/office/drawing/2014/main" id="{0D30EEC7-51F7-49C9-A301-A3710926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895475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0" name="Grid group 0 vertical 482">
            <a:extLst xmlns:a="http://schemas.openxmlformats.org/drawingml/2006/main">
              <a:ext uri="{FF2B5EF4-FFF2-40B4-BE49-F238E27FC236}">
                <a16:creationId xmlns:a16="http://schemas.microsoft.com/office/drawing/2014/main" id="{4D012E2B-4BF7-4FC4-8A50-439CAFFC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95475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1" name="Grid group 0 vertical 541">
            <a:extLst xmlns:a="http://schemas.openxmlformats.org/drawingml/2006/main">
              <a:ext uri="{FF2B5EF4-FFF2-40B4-BE49-F238E27FC236}">
                <a16:creationId xmlns:a16="http://schemas.microsoft.com/office/drawing/2014/main" id="{46645BCA-2E00-4A35-A768-58CC225A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895475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2" name="Grid group 0 vertical 600">
            <a:extLst xmlns:a="http://schemas.openxmlformats.org/drawingml/2006/main">
              <a:ext uri="{FF2B5EF4-FFF2-40B4-BE49-F238E27FC236}">
                <a16:creationId xmlns:a16="http://schemas.microsoft.com/office/drawing/2014/main" id="{3D47A81B-758B-4786-828E-DA10BC87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95475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3" name="Grid group 0 vertical 659">
            <a:extLst xmlns:a="http://schemas.openxmlformats.org/drawingml/2006/main">
              <a:ext uri="{FF2B5EF4-FFF2-40B4-BE49-F238E27FC236}">
                <a16:creationId xmlns:a16="http://schemas.microsoft.com/office/drawing/2014/main" id="{EDB46190-5078-40B9-A017-C3768796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4" name="Grid group 0 vertical 718">
            <a:extLst xmlns:a="http://schemas.openxmlformats.org/drawingml/2006/main">
              <a:ext uri="{FF2B5EF4-FFF2-40B4-BE49-F238E27FC236}">
                <a16:creationId xmlns:a16="http://schemas.microsoft.com/office/drawing/2014/main" id="{4E18DA5E-1E9A-4A22-A607-1829625C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95475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5" name="Grid group 0 vertical 777">
            <a:extLst xmlns:a="http://schemas.openxmlformats.org/drawingml/2006/main">
              <a:ext uri="{FF2B5EF4-FFF2-40B4-BE49-F238E27FC236}">
                <a16:creationId xmlns:a16="http://schemas.microsoft.com/office/drawing/2014/main" id="{73A6D828-6337-408D-A50E-6F366918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95475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6" name="Grid group 0 horizontal 255">
            <a:extLst xmlns:a="http://schemas.openxmlformats.org/drawingml/2006/main">
              <a:ext uri="{FF2B5EF4-FFF2-40B4-BE49-F238E27FC236}">
                <a16:creationId xmlns:a16="http://schemas.microsoft.com/office/drawing/2014/main" id="{82841789-3FE4-4DA7-A7A5-D6AF94B7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7" name="Grid group 0 horizontal 314">
            <a:extLst xmlns:a="http://schemas.openxmlformats.org/drawingml/2006/main">
              <a:ext uri="{FF2B5EF4-FFF2-40B4-BE49-F238E27FC236}">
                <a16:creationId xmlns:a16="http://schemas.microsoft.com/office/drawing/2014/main" id="{0C2B26C2-8776-4836-9E0A-7B2112C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90850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8" name="Grid group 0 horizontal 373">
            <a:extLst xmlns:a="http://schemas.openxmlformats.org/drawingml/2006/main">
              <a:ext uri="{FF2B5EF4-FFF2-40B4-BE49-F238E27FC236}">
                <a16:creationId xmlns:a16="http://schemas.microsoft.com/office/drawing/2014/main" id="{165095C2-9282-401C-9193-0B4E6F71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52825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9" name="Grid group 0 horizontal 432">
            <a:extLst xmlns:a="http://schemas.openxmlformats.org/drawingml/2006/main">
              <a:ext uri="{FF2B5EF4-FFF2-40B4-BE49-F238E27FC236}">
                <a16:creationId xmlns:a16="http://schemas.microsoft.com/office/drawing/2014/main" id="{CFD043DA-F10F-481B-B9B5-D2F2988D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14800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0" name="Grid group 0 horizontal 491">
            <a:extLst xmlns:a="http://schemas.openxmlformats.org/drawingml/2006/main">
              <a:ext uri="{FF2B5EF4-FFF2-40B4-BE49-F238E27FC236}">
                <a16:creationId xmlns:a16="http://schemas.microsoft.com/office/drawing/2014/main" id="{1A8C4EA2-2F68-4AB9-8E21-A9D9C1BC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1" name="Grid group 0 horizontal 550">
            <a:extLst xmlns:a="http://schemas.openxmlformats.org/drawingml/2006/main">
              <a:ext uri="{FF2B5EF4-FFF2-40B4-BE49-F238E27FC236}">
                <a16:creationId xmlns:a16="http://schemas.microsoft.com/office/drawing/2014/main" id="{6BF4DFD6-6AC0-4D5D-8F75-2A404069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2" name="Grid group 0 horizontal 609">
            <a:extLst xmlns:a="http://schemas.openxmlformats.org/drawingml/2006/main">
              <a:ext uri="{FF2B5EF4-FFF2-40B4-BE49-F238E27FC236}">
                <a16:creationId xmlns:a16="http://schemas.microsoft.com/office/drawing/2014/main" id="{2D177EC2-CF0C-41C7-B414-CA9BF1F4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00725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3" name="Grid group 0 horizontal 668">
            <a:extLst xmlns:a="http://schemas.openxmlformats.org/drawingml/2006/main">
              <a:ext uri="{FF2B5EF4-FFF2-40B4-BE49-F238E27FC236}">
                <a16:creationId xmlns:a16="http://schemas.microsoft.com/office/drawing/2014/main" id="{BDE71F4C-B85C-4EEA-AF74-65CDFC8E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62700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4" name="Grid group 0 horizontal 727">
            <a:extLst xmlns:a="http://schemas.openxmlformats.org/drawingml/2006/main">
              <a:ext uri="{FF2B5EF4-FFF2-40B4-BE49-F238E27FC236}">
                <a16:creationId xmlns:a16="http://schemas.microsoft.com/office/drawing/2014/main" id="{8577C805-191E-44D3-8B1F-03F389FC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924675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5" name="Grid group 0 horizontal 786">
            <a:extLst xmlns:a="http://schemas.openxmlformats.org/drawingml/2006/main">
              <a:ext uri="{FF2B5EF4-FFF2-40B4-BE49-F238E27FC236}">
                <a16:creationId xmlns:a16="http://schemas.microsoft.com/office/drawing/2014/main" id="{53DE4A31-A0B4-4D09-9A3F-74B086C5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86650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6" name="Grid group 0 horizontal 845">
            <a:extLst xmlns:a="http://schemas.openxmlformats.org/drawingml/2006/main">
              <a:ext uri="{FF2B5EF4-FFF2-40B4-BE49-F238E27FC236}">
                <a16:creationId xmlns:a16="http://schemas.microsoft.com/office/drawing/2014/main" id="{47194E6B-7C95-4BBF-ABA2-BAEB0279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048625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7" name="Grid group 0 horizontal 904">
            <a:extLst xmlns:a="http://schemas.openxmlformats.org/drawingml/2006/main">
              <a:ext uri="{FF2B5EF4-FFF2-40B4-BE49-F238E27FC236}">
                <a16:creationId xmlns:a16="http://schemas.microsoft.com/office/drawing/2014/main" id="{0D21F78A-9C76-4DCF-B26C-32C2FFF9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10600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8" name="Grid group 1 vertical 837">
            <a:extLst xmlns:a="http://schemas.openxmlformats.org/drawingml/2006/main">
              <a:ext uri="{FF2B5EF4-FFF2-40B4-BE49-F238E27FC236}">
                <a16:creationId xmlns:a16="http://schemas.microsoft.com/office/drawing/2014/main" id="{789B0F34-5090-4680-82B5-3AC351E4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29" name="Grid group 1 vertical 896">
            <a:extLst xmlns:a="http://schemas.openxmlformats.org/drawingml/2006/main">
              <a:ext uri="{FF2B5EF4-FFF2-40B4-BE49-F238E27FC236}">
                <a16:creationId xmlns:a16="http://schemas.microsoft.com/office/drawing/2014/main" id="{49C66433-81C8-4678-B424-73A41ABB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0" name="Grid group 1 vertical 955">
            <a:extLst xmlns:a="http://schemas.openxmlformats.org/drawingml/2006/main">
              <a:ext uri="{FF2B5EF4-FFF2-40B4-BE49-F238E27FC236}">
                <a16:creationId xmlns:a16="http://schemas.microsoft.com/office/drawing/2014/main" id="{35EC2BEB-B076-425F-860C-4FECB219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1" name="Grid group 1 vertical 1014">
            <a:extLst xmlns:a="http://schemas.openxmlformats.org/drawingml/2006/main">
              <a:ext uri="{FF2B5EF4-FFF2-40B4-BE49-F238E27FC236}">
                <a16:creationId xmlns:a16="http://schemas.microsoft.com/office/drawing/2014/main" id="{084417AD-9E96-4F20-8DFE-962D3397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2" name="Grid group 1 vertical 1073">
            <a:extLst xmlns:a="http://schemas.openxmlformats.org/drawingml/2006/main">
              <a:ext uri="{FF2B5EF4-FFF2-40B4-BE49-F238E27FC236}">
                <a16:creationId xmlns:a16="http://schemas.microsoft.com/office/drawing/2014/main" id="{AEAF736B-28A7-4A1C-A735-B0DD775E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3" name="Grid group 1 vertical 1132">
            <a:extLst xmlns:a="http://schemas.openxmlformats.org/drawingml/2006/main">
              <a:ext uri="{FF2B5EF4-FFF2-40B4-BE49-F238E27FC236}">
                <a16:creationId xmlns:a16="http://schemas.microsoft.com/office/drawing/2014/main" id="{4E614950-7A99-4009-8764-951DF344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4" name="Grid group 1 vertical 1191">
            <a:extLst xmlns:a="http://schemas.openxmlformats.org/drawingml/2006/main">
              <a:ext uri="{FF2B5EF4-FFF2-40B4-BE49-F238E27FC236}">
                <a16:creationId xmlns:a16="http://schemas.microsoft.com/office/drawing/2014/main" id="{70BDADB8-F108-485A-96DB-CC1110E5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5" name="Grid group 1 vertical 1250">
            <a:extLst xmlns:a="http://schemas.openxmlformats.org/drawingml/2006/main">
              <a:ext uri="{FF2B5EF4-FFF2-40B4-BE49-F238E27FC236}">
                <a16:creationId xmlns:a16="http://schemas.microsoft.com/office/drawing/2014/main" id="{9B1FF3AC-11FA-479F-AC0D-8AF08A33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6" name="Grid group 1 vertical 1309">
            <a:extLst xmlns:a="http://schemas.openxmlformats.org/drawingml/2006/main">
              <a:ext uri="{FF2B5EF4-FFF2-40B4-BE49-F238E27FC236}">
                <a16:creationId xmlns:a16="http://schemas.microsoft.com/office/drawing/2014/main" id="{29EF9F79-91F0-4A91-A56E-84AD467E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7" name="Grid group 1 vertical 1368">
            <a:extLst xmlns:a="http://schemas.openxmlformats.org/drawingml/2006/main">
              <a:ext uri="{FF2B5EF4-FFF2-40B4-BE49-F238E27FC236}">
                <a16:creationId xmlns:a16="http://schemas.microsoft.com/office/drawing/2014/main" id="{F8756C9B-880E-4C76-92D0-E2AB5206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8" name="Grid group 1 vertical 1427">
            <a:extLst xmlns:a="http://schemas.openxmlformats.org/drawingml/2006/main">
              <a:ext uri="{FF2B5EF4-FFF2-40B4-BE49-F238E27FC236}">
                <a16:creationId xmlns:a16="http://schemas.microsoft.com/office/drawing/2014/main" id="{C607CD42-5908-40A6-A97F-5F59753B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9" name="Grid group 1 vertical 1486">
            <a:extLst xmlns:a="http://schemas.openxmlformats.org/drawingml/2006/main">
              <a:ext uri="{FF2B5EF4-FFF2-40B4-BE49-F238E27FC236}">
                <a16:creationId xmlns:a16="http://schemas.microsoft.com/office/drawing/2014/main" id="{2606954A-FB29-4B0C-B6C9-6161293E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0" name="Grid group 1 vertical 1545">
            <a:extLst xmlns:a="http://schemas.openxmlformats.org/drawingml/2006/main">
              <a:ext uri="{FF2B5EF4-FFF2-40B4-BE49-F238E27FC236}">
                <a16:creationId xmlns:a16="http://schemas.microsoft.com/office/drawing/2014/main" id="{4C3C968E-4643-4678-BCAE-AFAB3E35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1" name="Grid group 1 vertical 1604">
            <a:extLst xmlns:a="http://schemas.openxmlformats.org/drawingml/2006/main">
              <a:ext uri="{FF2B5EF4-FFF2-40B4-BE49-F238E27FC236}">
                <a16:creationId xmlns:a16="http://schemas.microsoft.com/office/drawing/2014/main" id="{72EE4C81-1F45-4414-B0A8-39E65AE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2" name="Grid group 1 vertical 1663">
            <a:extLst xmlns:a="http://schemas.openxmlformats.org/drawingml/2006/main">
              <a:ext uri="{FF2B5EF4-FFF2-40B4-BE49-F238E27FC236}">
                <a16:creationId xmlns:a16="http://schemas.microsoft.com/office/drawing/2014/main" id="{E2A1C7ED-59C5-48C0-A428-3CA0EACE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75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3" name="Grid group 1 vertical 1722">
            <a:extLst xmlns:a="http://schemas.openxmlformats.org/drawingml/2006/main">
              <a:ext uri="{FF2B5EF4-FFF2-40B4-BE49-F238E27FC236}">
                <a16:creationId xmlns:a16="http://schemas.microsoft.com/office/drawing/2014/main" id="{2AB678F4-6565-4A01-BD33-388E0E11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4" name="Grid group 1 vertical 1781">
            <a:extLst xmlns:a="http://schemas.openxmlformats.org/drawingml/2006/main">
              <a:ext uri="{FF2B5EF4-FFF2-40B4-BE49-F238E27FC236}">
                <a16:creationId xmlns:a16="http://schemas.microsoft.com/office/drawing/2014/main" id="{E374871A-248B-4839-BC3E-BA82BCA9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025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5" name="Grid group 1 vertical 1840">
            <a:extLst xmlns:a="http://schemas.openxmlformats.org/drawingml/2006/main">
              <a:ext uri="{FF2B5EF4-FFF2-40B4-BE49-F238E27FC236}">
                <a16:creationId xmlns:a16="http://schemas.microsoft.com/office/drawing/2014/main" id="{541FFD60-1D5F-423D-A961-1F311F6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6" name="Grid group 1 vertical 1899">
            <a:extLst xmlns:a="http://schemas.openxmlformats.org/drawingml/2006/main">
              <a:ext uri="{FF2B5EF4-FFF2-40B4-BE49-F238E27FC236}">
                <a16:creationId xmlns:a16="http://schemas.microsoft.com/office/drawing/2014/main" id="{91086B20-87A7-41C5-996D-DAF25E52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975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7" name="Grid group 1 vertical 1958">
            <a:extLst xmlns:a="http://schemas.openxmlformats.org/drawingml/2006/main">
              <a:ext uri="{FF2B5EF4-FFF2-40B4-BE49-F238E27FC236}">
                <a16:creationId xmlns:a16="http://schemas.microsoft.com/office/drawing/2014/main" id="{69F09C44-2330-470D-8BD3-7C1BF44D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50" y="1885950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8" name="Grid group 1 horizontal 254">
            <a:extLst xmlns:a="http://schemas.openxmlformats.org/drawingml/2006/main">
              <a:ext uri="{FF2B5EF4-FFF2-40B4-BE49-F238E27FC236}">
                <a16:creationId xmlns:a16="http://schemas.microsoft.com/office/drawing/2014/main" id="{511E0E21-2992-4087-B934-90B4A5EA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19350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9" name="Grid group 1 horizontal 313">
            <a:extLst xmlns:a="http://schemas.openxmlformats.org/drawingml/2006/main">
              <a:ext uri="{FF2B5EF4-FFF2-40B4-BE49-F238E27FC236}">
                <a16:creationId xmlns:a16="http://schemas.microsoft.com/office/drawing/2014/main" id="{6EC6FF0D-D9FF-484C-83D5-C42B9D3B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81325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0" name="Grid group 1 horizontal 372">
            <a:extLst xmlns:a="http://schemas.openxmlformats.org/drawingml/2006/main">
              <a:ext uri="{FF2B5EF4-FFF2-40B4-BE49-F238E27FC236}">
                <a16:creationId xmlns:a16="http://schemas.microsoft.com/office/drawing/2014/main" id="{4EB73711-37F5-4FB0-9081-9B615D59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43300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1" name="Grid group 1 horizontal 431">
            <a:extLst xmlns:a="http://schemas.openxmlformats.org/drawingml/2006/main">
              <a:ext uri="{FF2B5EF4-FFF2-40B4-BE49-F238E27FC236}">
                <a16:creationId xmlns:a16="http://schemas.microsoft.com/office/drawing/2014/main" id="{ABEF5187-E7F4-431D-9C46-AA813DFE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105275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2" name="Grid group 1 horizontal 490">
            <a:extLst xmlns:a="http://schemas.openxmlformats.org/drawingml/2006/main">
              <a:ext uri="{FF2B5EF4-FFF2-40B4-BE49-F238E27FC236}">
                <a16:creationId xmlns:a16="http://schemas.microsoft.com/office/drawing/2014/main" id="{38EA6999-13B4-4CD4-A5B8-85749A83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667250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3" name="Grid group 1 horizontal 549">
            <a:extLst xmlns:a="http://schemas.openxmlformats.org/drawingml/2006/main">
              <a:ext uri="{FF2B5EF4-FFF2-40B4-BE49-F238E27FC236}">
                <a16:creationId xmlns:a16="http://schemas.microsoft.com/office/drawing/2014/main" id="{DF08B651-14F1-4C01-B404-E48FF9B5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229225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4" name="Grid group 1 horizontal 608">
            <a:extLst xmlns:a="http://schemas.openxmlformats.org/drawingml/2006/main">
              <a:ext uri="{FF2B5EF4-FFF2-40B4-BE49-F238E27FC236}">
                <a16:creationId xmlns:a16="http://schemas.microsoft.com/office/drawing/2014/main" id="{E053A450-3FE3-46CC-86A3-5713EEB4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791200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5" name="Grid group 1 horizontal 667">
            <a:extLst xmlns:a="http://schemas.openxmlformats.org/drawingml/2006/main">
              <a:ext uri="{FF2B5EF4-FFF2-40B4-BE49-F238E27FC236}">
                <a16:creationId xmlns:a16="http://schemas.microsoft.com/office/drawing/2014/main" id="{61AA7769-5025-453D-A454-DF8585BE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6353175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6" name="Grid group 1 horizontal 726">
            <a:extLst xmlns:a="http://schemas.openxmlformats.org/drawingml/2006/main">
              <a:ext uri="{FF2B5EF4-FFF2-40B4-BE49-F238E27FC236}">
                <a16:creationId xmlns:a16="http://schemas.microsoft.com/office/drawing/2014/main" id="{8999B4A5-CB25-40EB-BB93-8590CA47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6915150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7" name="Grid group 1 horizontal 785">
            <a:extLst xmlns:a="http://schemas.openxmlformats.org/drawingml/2006/main">
              <a:ext uri="{FF2B5EF4-FFF2-40B4-BE49-F238E27FC236}">
                <a16:creationId xmlns:a16="http://schemas.microsoft.com/office/drawing/2014/main" id="{33219119-C5AA-4412-B873-ABE1EC94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7477125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8" name="Grid group 1 horizontal 844">
            <a:extLst xmlns:a="http://schemas.openxmlformats.org/drawingml/2006/main">
              <a:ext uri="{FF2B5EF4-FFF2-40B4-BE49-F238E27FC236}">
                <a16:creationId xmlns:a16="http://schemas.microsoft.com/office/drawing/2014/main" id="{4713337E-4275-42BC-A1C7-869627D3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8039100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9" name="Grid group 1 horizontal 903">
            <a:extLst xmlns:a="http://schemas.openxmlformats.org/drawingml/2006/main">
              <a:ext uri="{FF2B5EF4-FFF2-40B4-BE49-F238E27FC236}">
                <a16:creationId xmlns:a16="http://schemas.microsoft.com/office/drawing/2014/main" id="{D6B30BAE-C163-4005-A15D-AF4D1CAC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8601075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60" name="Traditional lower halftone native pattern">
            <a:extLst xmlns:a="http://schemas.openxmlformats.org/drawingml/2006/main">
              <a:ext uri="{FF2B5EF4-FFF2-40B4-BE49-F238E27FC236}">
                <a16:creationId xmlns:a16="http://schemas.microsoft.com/office/drawing/2014/main" id="{E7F00F76-25C0-4F99-BC77-700DD628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95713"/>
            <a:ext cx="6886575" cy="4752975"/>
          </a:xfrm>
          <a:custGeom xmlns:a="http://schemas.openxmlformats.org/drawingml/2006/main">
            <a:pathLst>
              <a:path w="6886575" h="4752975">
                <a:moveTo>
                  <a:pt x="28575" y="14288"/>
                </a:moveTo>
                <a:cubicBezTo>
                  <a:pt x="28575" y="22178"/>
                  <a:pt x="22178" y="28575"/>
                  <a:pt x="14288" y="28575"/>
                </a:cubicBezTo>
                <a:cubicBezTo>
                  <a:pt x="6397" y="28575"/>
                  <a:pt x="0" y="22178"/>
                  <a:pt x="0" y="14288"/>
                </a:cubicBezTo>
                <a:cubicBezTo>
                  <a:pt x="0" y="6397"/>
                  <a:pt x="6397" y="0"/>
                  <a:pt x="14288" y="0"/>
                </a:cubicBezTo>
                <a:cubicBezTo>
                  <a:pt x="22178" y="0"/>
                  <a:pt x="28575" y="6397"/>
                  <a:pt x="28575" y="14288"/>
                </a:cubicBezTo>
                <a:close/>
                <a:moveTo>
                  <a:pt x="28575" y="166688"/>
                </a:moveTo>
                <a:cubicBezTo>
                  <a:pt x="28575" y="174578"/>
                  <a:pt x="22178" y="180975"/>
                  <a:pt x="14288" y="180975"/>
                </a:cubicBezTo>
                <a:cubicBezTo>
                  <a:pt x="6397" y="180975"/>
                  <a:pt x="0" y="174578"/>
                  <a:pt x="0" y="166688"/>
                </a:cubicBezTo>
                <a:cubicBezTo>
                  <a:pt x="0" y="158797"/>
                  <a:pt x="6397" y="152400"/>
                  <a:pt x="14288" y="152400"/>
                </a:cubicBezTo>
                <a:cubicBezTo>
                  <a:pt x="22178" y="152400"/>
                  <a:pt x="28575" y="158797"/>
                  <a:pt x="28575" y="166688"/>
                </a:cubicBezTo>
                <a:close/>
                <a:moveTo>
                  <a:pt x="28575" y="319088"/>
                </a:moveTo>
                <a:cubicBezTo>
                  <a:pt x="28575" y="326978"/>
                  <a:pt x="22178" y="333375"/>
                  <a:pt x="14288" y="333375"/>
                </a:cubicBezTo>
                <a:cubicBezTo>
                  <a:pt x="6397" y="333375"/>
                  <a:pt x="0" y="326978"/>
                  <a:pt x="0" y="319088"/>
                </a:cubicBezTo>
                <a:cubicBezTo>
                  <a:pt x="0" y="311197"/>
                  <a:pt x="6397" y="304800"/>
                  <a:pt x="14288" y="304800"/>
                </a:cubicBezTo>
                <a:cubicBezTo>
                  <a:pt x="22178" y="304800"/>
                  <a:pt x="28575" y="311197"/>
                  <a:pt x="28575" y="319088"/>
                </a:cubicBezTo>
                <a:close/>
                <a:moveTo>
                  <a:pt x="28575" y="471488"/>
                </a:moveTo>
                <a:cubicBezTo>
                  <a:pt x="28575" y="479378"/>
                  <a:pt x="22178" y="485775"/>
                  <a:pt x="14288" y="485775"/>
                </a:cubicBezTo>
                <a:cubicBezTo>
                  <a:pt x="6397" y="485775"/>
                  <a:pt x="0" y="479378"/>
                  <a:pt x="0" y="471488"/>
                </a:cubicBezTo>
                <a:cubicBezTo>
                  <a:pt x="0" y="463597"/>
                  <a:pt x="6397" y="457200"/>
                  <a:pt x="14288" y="457200"/>
                </a:cubicBezTo>
                <a:cubicBezTo>
                  <a:pt x="22178" y="457200"/>
                  <a:pt x="28575" y="463597"/>
                  <a:pt x="28575" y="471488"/>
                </a:cubicBezTo>
                <a:close/>
                <a:moveTo>
                  <a:pt x="28575" y="623888"/>
                </a:moveTo>
                <a:cubicBezTo>
                  <a:pt x="28575" y="631778"/>
                  <a:pt x="22178" y="638175"/>
                  <a:pt x="14288" y="638175"/>
                </a:cubicBezTo>
                <a:cubicBezTo>
                  <a:pt x="6397" y="638175"/>
                  <a:pt x="0" y="631778"/>
                  <a:pt x="0" y="623888"/>
                </a:cubicBezTo>
                <a:cubicBezTo>
                  <a:pt x="0" y="615997"/>
                  <a:pt x="6397" y="609600"/>
                  <a:pt x="14288" y="609600"/>
                </a:cubicBezTo>
                <a:cubicBezTo>
                  <a:pt x="22178" y="609600"/>
                  <a:pt x="28575" y="615997"/>
                  <a:pt x="28575" y="623888"/>
                </a:cubicBezTo>
                <a:close/>
                <a:moveTo>
                  <a:pt x="28575" y="776288"/>
                </a:moveTo>
                <a:cubicBezTo>
                  <a:pt x="28575" y="784178"/>
                  <a:pt x="22178" y="790575"/>
                  <a:pt x="14288" y="790575"/>
                </a:cubicBezTo>
                <a:cubicBezTo>
                  <a:pt x="6397" y="790575"/>
                  <a:pt x="0" y="784178"/>
                  <a:pt x="0" y="776288"/>
                </a:cubicBezTo>
                <a:cubicBezTo>
                  <a:pt x="0" y="768397"/>
                  <a:pt x="6397" y="762000"/>
                  <a:pt x="14288" y="762000"/>
                </a:cubicBezTo>
                <a:cubicBezTo>
                  <a:pt x="22178" y="762000"/>
                  <a:pt x="28575" y="768397"/>
                  <a:pt x="28575" y="776288"/>
                </a:cubicBezTo>
                <a:close/>
                <a:moveTo>
                  <a:pt x="28575" y="928688"/>
                </a:moveTo>
                <a:cubicBezTo>
                  <a:pt x="28575" y="936578"/>
                  <a:pt x="22178" y="942975"/>
                  <a:pt x="14288" y="942975"/>
                </a:cubicBezTo>
                <a:cubicBezTo>
                  <a:pt x="6397" y="942975"/>
                  <a:pt x="0" y="936578"/>
                  <a:pt x="0" y="928688"/>
                </a:cubicBezTo>
                <a:cubicBezTo>
                  <a:pt x="0" y="920797"/>
                  <a:pt x="6397" y="914400"/>
                  <a:pt x="14288" y="914400"/>
                </a:cubicBezTo>
                <a:cubicBezTo>
                  <a:pt x="22178" y="914400"/>
                  <a:pt x="28575" y="920797"/>
                  <a:pt x="28575" y="928688"/>
                </a:cubicBezTo>
                <a:close/>
                <a:moveTo>
                  <a:pt x="28575" y="1081088"/>
                </a:moveTo>
                <a:cubicBezTo>
                  <a:pt x="28575" y="1088978"/>
                  <a:pt x="22178" y="1095375"/>
                  <a:pt x="14288" y="1095375"/>
                </a:cubicBezTo>
                <a:cubicBezTo>
                  <a:pt x="6397" y="1095375"/>
                  <a:pt x="0" y="1088978"/>
                  <a:pt x="0" y="1081088"/>
                </a:cubicBezTo>
                <a:cubicBezTo>
                  <a:pt x="0" y="1073197"/>
                  <a:pt x="6397" y="1066800"/>
                  <a:pt x="14288" y="1066800"/>
                </a:cubicBezTo>
                <a:cubicBezTo>
                  <a:pt x="22178" y="1066800"/>
                  <a:pt x="28575" y="1073197"/>
                  <a:pt x="28575" y="1081088"/>
                </a:cubicBezTo>
                <a:close/>
                <a:moveTo>
                  <a:pt x="28575" y="1233488"/>
                </a:moveTo>
                <a:cubicBezTo>
                  <a:pt x="28575" y="1241378"/>
                  <a:pt x="22178" y="1247775"/>
                  <a:pt x="14288" y="1247775"/>
                </a:cubicBezTo>
                <a:cubicBezTo>
                  <a:pt x="6397" y="1247775"/>
                  <a:pt x="0" y="1241378"/>
                  <a:pt x="0" y="1233488"/>
                </a:cubicBezTo>
                <a:cubicBezTo>
                  <a:pt x="0" y="1225597"/>
                  <a:pt x="6397" y="1219200"/>
                  <a:pt x="14288" y="1219200"/>
                </a:cubicBezTo>
                <a:cubicBezTo>
                  <a:pt x="22178" y="1219200"/>
                  <a:pt x="28575" y="1225597"/>
                  <a:pt x="28575" y="1233488"/>
                </a:cubicBezTo>
                <a:close/>
                <a:moveTo>
                  <a:pt x="28575" y="1385888"/>
                </a:moveTo>
                <a:cubicBezTo>
                  <a:pt x="28575" y="1393778"/>
                  <a:pt x="22178" y="1400175"/>
                  <a:pt x="14288" y="1400175"/>
                </a:cubicBezTo>
                <a:cubicBezTo>
                  <a:pt x="6397" y="1400175"/>
                  <a:pt x="0" y="1393778"/>
                  <a:pt x="0" y="1385888"/>
                </a:cubicBezTo>
                <a:cubicBezTo>
                  <a:pt x="0" y="1377997"/>
                  <a:pt x="6397" y="1371600"/>
                  <a:pt x="14288" y="1371600"/>
                </a:cubicBezTo>
                <a:cubicBezTo>
                  <a:pt x="22178" y="1371600"/>
                  <a:pt x="28575" y="1377997"/>
                  <a:pt x="28575" y="1385888"/>
                </a:cubicBezTo>
                <a:close/>
                <a:moveTo>
                  <a:pt x="28575" y="1538288"/>
                </a:moveTo>
                <a:cubicBezTo>
                  <a:pt x="28575" y="1546178"/>
                  <a:pt x="22178" y="1552575"/>
                  <a:pt x="14288" y="1552575"/>
                </a:cubicBezTo>
                <a:cubicBezTo>
                  <a:pt x="6397" y="1552575"/>
                  <a:pt x="0" y="1546178"/>
                  <a:pt x="0" y="1538288"/>
                </a:cubicBezTo>
                <a:cubicBezTo>
                  <a:pt x="0" y="1530397"/>
                  <a:pt x="6397" y="1524000"/>
                  <a:pt x="14288" y="1524000"/>
                </a:cubicBezTo>
                <a:cubicBezTo>
                  <a:pt x="22178" y="1524000"/>
                  <a:pt x="28575" y="1530397"/>
                  <a:pt x="28575" y="1538288"/>
                </a:cubicBezTo>
                <a:close/>
                <a:moveTo>
                  <a:pt x="28575" y="1690688"/>
                </a:moveTo>
                <a:cubicBezTo>
                  <a:pt x="28575" y="1698578"/>
                  <a:pt x="22178" y="1704975"/>
                  <a:pt x="14288" y="1704975"/>
                </a:cubicBezTo>
                <a:cubicBezTo>
                  <a:pt x="6397" y="1704975"/>
                  <a:pt x="0" y="1698578"/>
                  <a:pt x="0" y="1690688"/>
                </a:cubicBezTo>
                <a:cubicBezTo>
                  <a:pt x="0" y="1682797"/>
                  <a:pt x="6397" y="1676400"/>
                  <a:pt x="14288" y="1676400"/>
                </a:cubicBezTo>
                <a:cubicBezTo>
                  <a:pt x="22178" y="1676400"/>
                  <a:pt x="28575" y="1682797"/>
                  <a:pt x="28575" y="1690688"/>
                </a:cubicBezTo>
                <a:close/>
                <a:moveTo>
                  <a:pt x="28575" y="1843088"/>
                </a:moveTo>
                <a:cubicBezTo>
                  <a:pt x="28575" y="1850978"/>
                  <a:pt x="22178" y="1857375"/>
                  <a:pt x="14288" y="1857375"/>
                </a:cubicBezTo>
                <a:cubicBezTo>
                  <a:pt x="6397" y="1857375"/>
                  <a:pt x="0" y="1850978"/>
                  <a:pt x="0" y="1843088"/>
                </a:cubicBezTo>
                <a:cubicBezTo>
                  <a:pt x="0" y="1835197"/>
                  <a:pt x="6397" y="1828800"/>
                  <a:pt x="14288" y="1828800"/>
                </a:cubicBezTo>
                <a:cubicBezTo>
                  <a:pt x="22178" y="1828800"/>
                  <a:pt x="28575" y="1835197"/>
                  <a:pt x="28575" y="1843088"/>
                </a:cubicBezTo>
                <a:close/>
                <a:moveTo>
                  <a:pt x="28575" y="1995488"/>
                </a:moveTo>
                <a:cubicBezTo>
                  <a:pt x="28575" y="2003378"/>
                  <a:pt x="22178" y="2009775"/>
                  <a:pt x="14288" y="2009775"/>
                </a:cubicBezTo>
                <a:cubicBezTo>
                  <a:pt x="6397" y="2009775"/>
                  <a:pt x="0" y="2003378"/>
                  <a:pt x="0" y="1995488"/>
                </a:cubicBezTo>
                <a:cubicBezTo>
                  <a:pt x="0" y="1987597"/>
                  <a:pt x="6397" y="1981200"/>
                  <a:pt x="14288" y="1981200"/>
                </a:cubicBezTo>
                <a:cubicBezTo>
                  <a:pt x="22178" y="1981200"/>
                  <a:pt x="28575" y="1987597"/>
                  <a:pt x="28575" y="1995488"/>
                </a:cubicBezTo>
                <a:close/>
                <a:moveTo>
                  <a:pt x="28575" y="2147888"/>
                </a:moveTo>
                <a:cubicBezTo>
                  <a:pt x="28575" y="2155778"/>
                  <a:pt x="22178" y="2162175"/>
                  <a:pt x="14288" y="2162175"/>
                </a:cubicBezTo>
                <a:cubicBezTo>
                  <a:pt x="6397" y="2162175"/>
                  <a:pt x="0" y="2155778"/>
                  <a:pt x="0" y="2147888"/>
                </a:cubicBezTo>
                <a:cubicBezTo>
                  <a:pt x="0" y="2139997"/>
                  <a:pt x="6397" y="2133600"/>
                  <a:pt x="14288" y="2133600"/>
                </a:cubicBezTo>
                <a:cubicBezTo>
                  <a:pt x="22178" y="2133600"/>
                  <a:pt x="28575" y="2139997"/>
                  <a:pt x="28575" y="2147888"/>
                </a:cubicBezTo>
                <a:close/>
                <a:moveTo>
                  <a:pt x="28575" y="2300288"/>
                </a:moveTo>
                <a:cubicBezTo>
                  <a:pt x="28575" y="2308178"/>
                  <a:pt x="22178" y="2314575"/>
                  <a:pt x="14288" y="2314575"/>
                </a:cubicBezTo>
                <a:cubicBezTo>
                  <a:pt x="6397" y="2314575"/>
                  <a:pt x="0" y="2308178"/>
                  <a:pt x="0" y="2300288"/>
                </a:cubicBezTo>
                <a:cubicBezTo>
                  <a:pt x="0" y="2292397"/>
                  <a:pt x="6397" y="2286000"/>
                  <a:pt x="14288" y="2286000"/>
                </a:cubicBezTo>
                <a:cubicBezTo>
                  <a:pt x="22178" y="2286000"/>
                  <a:pt x="28575" y="2292397"/>
                  <a:pt x="28575" y="2300288"/>
                </a:cubicBezTo>
                <a:close/>
                <a:moveTo>
                  <a:pt x="28575" y="2452688"/>
                </a:moveTo>
                <a:cubicBezTo>
                  <a:pt x="28575" y="2460578"/>
                  <a:pt x="22178" y="2466975"/>
                  <a:pt x="14288" y="2466975"/>
                </a:cubicBezTo>
                <a:cubicBezTo>
                  <a:pt x="6397" y="2466975"/>
                  <a:pt x="0" y="2460578"/>
                  <a:pt x="0" y="2452688"/>
                </a:cubicBezTo>
                <a:cubicBezTo>
                  <a:pt x="0" y="2444797"/>
                  <a:pt x="6397" y="2438400"/>
                  <a:pt x="14288" y="2438400"/>
                </a:cubicBezTo>
                <a:cubicBezTo>
                  <a:pt x="22178" y="2438400"/>
                  <a:pt x="28575" y="2444797"/>
                  <a:pt x="28575" y="2452688"/>
                </a:cubicBezTo>
                <a:close/>
                <a:moveTo>
                  <a:pt x="28575" y="2605088"/>
                </a:moveTo>
                <a:cubicBezTo>
                  <a:pt x="28575" y="2612978"/>
                  <a:pt x="22178" y="2619375"/>
                  <a:pt x="14288" y="2619375"/>
                </a:cubicBezTo>
                <a:cubicBezTo>
                  <a:pt x="6397" y="2619375"/>
                  <a:pt x="0" y="2612978"/>
                  <a:pt x="0" y="2605088"/>
                </a:cubicBezTo>
                <a:cubicBezTo>
                  <a:pt x="0" y="2597197"/>
                  <a:pt x="6397" y="2590800"/>
                  <a:pt x="14288" y="2590800"/>
                </a:cubicBezTo>
                <a:cubicBezTo>
                  <a:pt x="22178" y="2590800"/>
                  <a:pt x="28575" y="2597197"/>
                  <a:pt x="28575" y="2605088"/>
                </a:cubicBezTo>
                <a:close/>
                <a:moveTo>
                  <a:pt x="28575" y="2757488"/>
                </a:moveTo>
                <a:cubicBezTo>
                  <a:pt x="28575" y="2765378"/>
                  <a:pt x="22178" y="2771775"/>
                  <a:pt x="14288" y="2771775"/>
                </a:cubicBezTo>
                <a:cubicBezTo>
                  <a:pt x="6397" y="2771775"/>
                  <a:pt x="0" y="2765378"/>
                  <a:pt x="0" y="2757488"/>
                </a:cubicBezTo>
                <a:cubicBezTo>
                  <a:pt x="0" y="2749597"/>
                  <a:pt x="6397" y="2743200"/>
                  <a:pt x="14288" y="2743200"/>
                </a:cubicBezTo>
                <a:cubicBezTo>
                  <a:pt x="22178" y="2743200"/>
                  <a:pt x="28575" y="2749597"/>
                  <a:pt x="28575" y="2757488"/>
                </a:cubicBezTo>
                <a:close/>
                <a:moveTo>
                  <a:pt x="28575" y="2909888"/>
                </a:moveTo>
                <a:cubicBezTo>
                  <a:pt x="28575" y="2917778"/>
                  <a:pt x="22178" y="2924175"/>
                  <a:pt x="14288" y="2924175"/>
                </a:cubicBezTo>
                <a:cubicBezTo>
                  <a:pt x="6397" y="2924175"/>
                  <a:pt x="0" y="2917778"/>
                  <a:pt x="0" y="2909888"/>
                </a:cubicBezTo>
                <a:cubicBezTo>
                  <a:pt x="0" y="2901997"/>
                  <a:pt x="6397" y="2895600"/>
                  <a:pt x="14288" y="2895600"/>
                </a:cubicBezTo>
                <a:cubicBezTo>
                  <a:pt x="22178" y="2895600"/>
                  <a:pt x="28575" y="2901997"/>
                  <a:pt x="28575" y="2909888"/>
                </a:cubicBezTo>
                <a:close/>
                <a:moveTo>
                  <a:pt x="28575" y="3062288"/>
                </a:moveTo>
                <a:cubicBezTo>
                  <a:pt x="28575" y="3070178"/>
                  <a:pt x="22178" y="3076575"/>
                  <a:pt x="14288" y="3076575"/>
                </a:cubicBezTo>
                <a:cubicBezTo>
                  <a:pt x="6397" y="3076575"/>
                  <a:pt x="0" y="3070178"/>
                  <a:pt x="0" y="3062288"/>
                </a:cubicBezTo>
                <a:cubicBezTo>
                  <a:pt x="0" y="3054397"/>
                  <a:pt x="6397" y="3048000"/>
                  <a:pt x="14288" y="3048000"/>
                </a:cubicBezTo>
                <a:cubicBezTo>
                  <a:pt x="22178" y="3048000"/>
                  <a:pt x="28575" y="3054397"/>
                  <a:pt x="28575" y="3062288"/>
                </a:cubicBezTo>
                <a:close/>
                <a:moveTo>
                  <a:pt x="28575" y="3214688"/>
                </a:moveTo>
                <a:cubicBezTo>
                  <a:pt x="28575" y="3222578"/>
                  <a:pt x="22178" y="3228975"/>
                  <a:pt x="14288" y="3228975"/>
                </a:cubicBezTo>
                <a:cubicBezTo>
                  <a:pt x="6397" y="3228975"/>
                  <a:pt x="0" y="3222578"/>
                  <a:pt x="0" y="3214688"/>
                </a:cubicBezTo>
                <a:cubicBezTo>
                  <a:pt x="0" y="3206797"/>
                  <a:pt x="6397" y="3200400"/>
                  <a:pt x="14288" y="3200400"/>
                </a:cubicBezTo>
                <a:cubicBezTo>
                  <a:pt x="22178" y="3200400"/>
                  <a:pt x="28575" y="3206797"/>
                  <a:pt x="28575" y="3214688"/>
                </a:cubicBezTo>
                <a:close/>
                <a:moveTo>
                  <a:pt x="28575" y="3367088"/>
                </a:moveTo>
                <a:cubicBezTo>
                  <a:pt x="28575" y="3374978"/>
                  <a:pt x="22178" y="3381375"/>
                  <a:pt x="14288" y="3381375"/>
                </a:cubicBezTo>
                <a:cubicBezTo>
                  <a:pt x="6397" y="3381375"/>
                  <a:pt x="0" y="3374978"/>
                  <a:pt x="0" y="3367088"/>
                </a:cubicBezTo>
                <a:cubicBezTo>
                  <a:pt x="0" y="3359197"/>
                  <a:pt x="6397" y="3352800"/>
                  <a:pt x="14288" y="3352800"/>
                </a:cubicBezTo>
                <a:cubicBezTo>
                  <a:pt x="22178" y="3352800"/>
                  <a:pt x="28575" y="3359197"/>
                  <a:pt x="28575" y="3367088"/>
                </a:cubicBezTo>
                <a:close/>
                <a:moveTo>
                  <a:pt x="28575" y="3519488"/>
                </a:moveTo>
                <a:cubicBezTo>
                  <a:pt x="28575" y="3527378"/>
                  <a:pt x="22178" y="3533775"/>
                  <a:pt x="14288" y="3533775"/>
                </a:cubicBezTo>
                <a:cubicBezTo>
                  <a:pt x="6397" y="3533775"/>
                  <a:pt x="0" y="3527378"/>
                  <a:pt x="0" y="3519488"/>
                </a:cubicBezTo>
                <a:cubicBezTo>
                  <a:pt x="0" y="3511597"/>
                  <a:pt x="6397" y="3505200"/>
                  <a:pt x="14288" y="3505200"/>
                </a:cubicBezTo>
                <a:cubicBezTo>
                  <a:pt x="22178" y="3505200"/>
                  <a:pt x="28575" y="3511597"/>
                  <a:pt x="28575" y="3519488"/>
                </a:cubicBezTo>
                <a:close/>
                <a:moveTo>
                  <a:pt x="28575" y="3671888"/>
                </a:moveTo>
                <a:cubicBezTo>
                  <a:pt x="28575" y="3679778"/>
                  <a:pt x="22178" y="3686175"/>
                  <a:pt x="14288" y="3686175"/>
                </a:cubicBezTo>
                <a:cubicBezTo>
                  <a:pt x="6397" y="3686175"/>
                  <a:pt x="0" y="3679778"/>
                  <a:pt x="0" y="3671888"/>
                </a:cubicBezTo>
                <a:cubicBezTo>
                  <a:pt x="0" y="3663997"/>
                  <a:pt x="6397" y="3657600"/>
                  <a:pt x="14288" y="3657600"/>
                </a:cubicBezTo>
                <a:cubicBezTo>
                  <a:pt x="22178" y="3657600"/>
                  <a:pt x="28575" y="3663997"/>
                  <a:pt x="28575" y="3671888"/>
                </a:cubicBezTo>
                <a:close/>
                <a:moveTo>
                  <a:pt x="28575" y="3824288"/>
                </a:moveTo>
                <a:cubicBezTo>
                  <a:pt x="28575" y="3832178"/>
                  <a:pt x="22178" y="3838575"/>
                  <a:pt x="14288" y="3838575"/>
                </a:cubicBezTo>
                <a:cubicBezTo>
                  <a:pt x="6397" y="3838575"/>
                  <a:pt x="0" y="3832178"/>
                  <a:pt x="0" y="3824288"/>
                </a:cubicBezTo>
                <a:cubicBezTo>
                  <a:pt x="0" y="3816397"/>
                  <a:pt x="6397" y="3810000"/>
                  <a:pt x="14288" y="3810000"/>
                </a:cubicBezTo>
                <a:cubicBezTo>
                  <a:pt x="22178" y="3810000"/>
                  <a:pt x="28575" y="3816397"/>
                  <a:pt x="28575" y="3824288"/>
                </a:cubicBezTo>
                <a:close/>
                <a:moveTo>
                  <a:pt x="28575" y="3976688"/>
                </a:moveTo>
                <a:cubicBezTo>
                  <a:pt x="28575" y="3984578"/>
                  <a:pt x="22178" y="3990975"/>
                  <a:pt x="14288" y="3990975"/>
                </a:cubicBezTo>
                <a:cubicBezTo>
                  <a:pt x="6397" y="3990975"/>
                  <a:pt x="0" y="3984578"/>
                  <a:pt x="0" y="3976688"/>
                </a:cubicBezTo>
                <a:cubicBezTo>
                  <a:pt x="0" y="3968797"/>
                  <a:pt x="6397" y="3962400"/>
                  <a:pt x="14288" y="3962400"/>
                </a:cubicBezTo>
                <a:cubicBezTo>
                  <a:pt x="22178" y="3962400"/>
                  <a:pt x="28575" y="3968797"/>
                  <a:pt x="28575" y="3976688"/>
                </a:cubicBezTo>
                <a:close/>
                <a:moveTo>
                  <a:pt x="28575" y="4129088"/>
                </a:moveTo>
                <a:cubicBezTo>
                  <a:pt x="28575" y="4136978"/>
                  <a:pt x="22178" y="4143375"/>
                  <a:pt x="14288" y="4143375"/>
                </a:cubicBezTo>
                <a:cubicBezTo>
                  <a:pt x="6397" y="4143375"/>
                  <a:pt x="0" y="4136978"/>
                  <a:pt x="0" y="4129088"/>
                </a:cubicBezTo>
                <a:cubicBezTo>
                  <a:pt x="0" y="4121197"/>
                  <a:pt x="6397" y="4114800"/>
                  <a:pt x="14288" y="4114800"/>
                </a:cubicBezTo>
                <a:cubicBezTo>
                  <a:pt x="22178" y="4114800"/>
                  <a:pt x="28575" y="4121197"/>
                  <a:pt x="28575" y="4129088"/>
                </a:cubicBezTo>
                <a:close/>
                <a:moveTo>
                  <a:pt x="28575" y="4281488"/>
                </a:moveTo>
                <a:cubicBezTo>
                  <a:pt x="28575" y="4289378"/>
                  <a:pt x="22178" y="4295775"/>
                  <a:pt x="14288" y="4295775"/>
                </a:cubicBezTo>
                <a:cubicBezTo>
                  <a:pt x="6397" y="4295775"/>
                  <a:pt x="0" y="4289378"/>
                  <a:pt x="0" y="4281488"/>
                </a:cubicBezTo>
                <a:cubicBezTo>
                  <a:pt x="0" y="4273597"/>
                  <a:pt x="6397" y="4267200"/>
                  <a:pt x="14288" y="4267200"/>
                </a:cubicBezTo>
                <a:cubicBezTo>
                  <a:pt x="22178" y="4267200"/>
                  <a:pt x="28575" y="4273597"/>
                  <a:pt x="28575" y="4281488"/>
                </a:cubicBezTo>
                <a:close/>
                <a:moveTo>
                  <a:pt x="28575" y="4433888"/>
                </a:moveTo>
                <a:cubicBezTo>
                  <a:pt x="28575" y="4441778"/>
                  <a:pt x="22178" y="4448175"/>
                  <a:pt x="14288" y="4448175"/>
                </a:cubicBezTo>
                <a:cubicBezTo>
                  <a:pt x="6397" y="4448175"/>
                  <a:pt x="0" y="4441778"/>
                  <a:pt x="0" y="4433888"/>
                </a:cubicBezTo>
                <a:cubicBezTo>
                  <a:pt x="0" y="4425997"/>
                  <a:pt x="6397" y="4419600"/>
                  <a:pt x="14288" y="4419600"/>
                </a:cubicBezTo>
                <a:cubicBezTo>
                  <a:pt x="22178" y="4419600"/>
                  <a:pt x="28575" y="4425997"/>
                  <a:pt x="28575" y="4433888"/>
                </a:cubicBezTo>
                <a:close/>
                <a:moveTo>
                  <a:pt x="28575" y="4586288"/>
                </a:moveTo>
                <a:cubicBezTo>
                  <a:pt x="28575" y="4594178"/>
                  <a:pt x="22178" y="4600575"/>
                  <a:pt x="14288" y="4600575"/>
                </a:cubicBezTo>
                <a:cubicBezTo>
                  <a:pt x="6397" y="4600575"/>
                  <a:pt x="0" y="4594178"/>
                  <a:pt x="0" y="4586288"/>
                </a:cubicBezTo>
                <a:cubicBezTo>
                  <a:pt x="0" y="4578397"/>
                  <a:pt x="6397" y="4572000"/>
                  <a:pt x="14288" y="4572000"/>
                </a:cubicBezTo>
                <a:cubicBezTo>
                  <a:pt x="22178" y="4572000"/>
                  <a:pt x="28575" y="4578397"/>
                  <a:pt x="28575" y="4586288"/>
                </a:cubicBezTo>
                <a:close/>
                <a:moveTo>
                  <a:pt x="28575" y="4738688"/>
                </a:moveTo>
                <a:cubicBezTo>
                  <a:pt x="28575" y="4746578"/>
                  <a:pt x="22178" y="4752975"/>
                  <a:pt x="14288" y="4752975"/>
                </a:cubicBezTo>
                <a:cubicBezTo>
                  <a:pt x="6397" y="4752975"/>
                  <a:pt x="0" y="4746578"/>
                  <a:pt x="0" y="4738688"/>
                </a:cubicBezTo>
                <a:cubicBezTo>
                  <a:pt x="0" y="4730797"/>
                  <a:pt x="6397" y="4724400"/>
                  <a:pt x="14288" y="4724400"/>
                </a:cubicBezTo>
                <a:cubicBezTo>
                  <a:pt x="22178" y="4724400"/>
                  <a:pt x="28575" y="4730797"/>
                  <a:pt x="28575" y="4738688"/>
                </a:cubicBezTo>
                <a:close/>
                <a:moveTo>
                  <a:pt x="180975" y="14288"/>
                </a:moveTo>
                <a:cubicBezTo>
                  <a:pt x="180975" y="22178"/>
                  <a:pt x="174578" y="28575"/>
                  <a:pt x="166688" y="28575"/>
                </a:cubicBezTo>
                <a:cubicBezTo>
                  <a:pt x="158797" y="28575"/>
                  <a:pt x="152400" y="22178"/>
                  <a:pt x="152400" y="14288"/>
                </a:cubicBezTo>
                <a:cubicBezTo>
                  <a:pt x="152400" y="6397"/>
                  <a:pt x="158797" y="0"/>
                  <a:pt x="166688" y="0"/>
                </a:cubicBezTo>
                <a:cubicBezTo>
                  <a:pt x="174578" y="0"/>
                  <a:pt x="180975" y="6397"/>
                  <a:pt x="180975" y="14288"/>
                </a:cubicBezTo>
                <a:close/>
                <a:moveTo>
                  <a:pt x="180975" y="166688"/>
                </a:moveTo>
                <a:cubicBezTo>
                  <a:pt x="180975" y="174578"/>
                  <a:pt x="174578" y="180975"/>
                  <a:pt x="166688" y="180975"/>
                </a:cubicBezTo>
                <a:cubicBezTo>
                  <a:pt x="158797" y="180975"/>
                  <a:pt x="152400" y="174578"/>
                  <a:pt x="152400" y="166688"/>
                </a:cubicBezTo>
                <a:cubicBezTo>
                  <a:pt x="152400" y="158797"/>
                  <a:pt x="158797" y="152400"/>
                  <a:pt x="166688" y="152400"/>
                </a:cubicBezTo>
                <a:cubicBezTo>
                  <a:pt x="174578" y="152400"/>
                  <a:pt x="180975" y="158797"/>
                  <a:pt x="180975" y="166688"/>
                </a:cubicBezTo>
                <a:close/>
                <a:moveTo>
                  <a:pt x="180975" y="319088"/>
                </a:moveTo>
                <a:cubicBezTo>
                  <a:pt x="180975" y="326978"/>
                  <a:pt x="174578" y="333375"/>
                  <a:pt x="166688" y="333375"/>
                </a:cubicBezTo>
                <a:cubicBezTo>
                  <a:pt x="158797" y="333375"/>
                  <a:pt x="152400" y="326978"/>
                  <a:pt x="152400" y="319088"/>
                </a:cubicBezTo>
                <a:cubicBezTo>
                  <a:pt x="152400" y="311197"/>
                  <a:pt x="158797" y="304800"/>
                  <a:pt x="166688" y="304800"/>
                </a:cubicBezTo>
                <a:cubicBezTo>
                  <a:pt x="174578" y="304800"/>
                  <a:pt x="180975" y="311197"/>
                  <a:pt x="180975" y="319088"/>
                </a:cubicBezTo>
                <a:close/>
                <a:moveTo>
                  <a:pt x="180975" y="471488"/>
                </a:moveTo>
                <a:cubicBezTo>
                  <a:pt x="180975" y="479378"/>
                  <a:pt x="174578" y="485775"/>
                  <a:pt x="166688" y="485775"/>
                </a:cubicBezTo>
                <a:cubicBezTo>
                  <a:pt x="158797" y="485775"/>
                  <a:pt x="152400" y="479378"/>
                  <a:pt x="152400" y="471488"/>
                </a:cubicBezTo>
                <a:cubicBezTo>
                  <a:pt x="152400" y="463597"/>
                  <a:pt x="158797" y="457200"/>
                  <a:pt x="166688" y="457200"/>
                </a:cubicBezTo>
                <a:cubicBezTo>
                  <a:pt x="174578" y="457200"/>
                  <a:pt x="180975" y="463597"/>
                  <a:pt x="180975" y="471488"/>
                </a:cubicBezTo>
                <a:close/>
                <a:moveTo>
                  <a:pt x="180975" y="623888"/>
                </a:moveTo>
                <a:cubicBezTo>
                  <a:pt x="180975" y="631778"/>
                  <a:pt x="174578" y="638175"/>
                  <a:pt x="166688" y="638175"/>
                </a:cubicBezTo>
                <a:cubicBezTo>
                  <a:pt x="158797" y="638175"/>
                  <a:pt x="152400" y="631778"/>
                  <a:pt x="152400" y="623888"/>
                </a:cubicBezTo>
                <a:cubicBezTo>
                  <a:pt x="152400" y="615997"/>
                  <a:pt x="158797" y="609600"/>
                  <a:pt x="166688" y="609600"/>
                </a:cubicBezTo>
                <a:cubicBezTo>
                  <a:pt x="174578" y="609600"/>
                  <a:pt x="180975" y="615997"/>
                  <a:pt x="180975" y="623888"/>
                </a:cubicBezTo>
                <a:close/>
                <a:moveTo>
                  <a:pt x="180975" y="776288"/>
                </a:moveTo>
                <a:cubicBezTo>
                  <a:pt x="180975" y="784178"/>
                  <a:pt x="174578" y="790575"/>
                  <a:pt x="166688" y="790575"/>
                </a:cubicBezTo>
                <a:cubicBezTo>
                  <a:pt x="158797" y="790575"/>
                  <a:pt x="152400" y="784178"/>
                  <a:pt x="152400" y="776288"/>
                </a:cubicBezTo>
                <a:cubicBezTo>
                  <a:pt x="152400" y="768397"/>
                  <a:pt x="158797" y="762000"/>
                  <a:pt x="166688" y="762000"/>
                </a:cubicBezTo>
                <a:cubicBezTo>
                  <a:pt x="174578" y="762000"/>
                  <a:pt x="180975" y="768397"/>
                  <a:pt x="180975" y="776288"/>
                </a:cubicBezTo>
                <a:close/>
                <a:moveTo>
                  <a:pt x="180975" y="928688"/>
                </a:moveTo>
                <a:cubicBezTo>
                  <a:pt x="180975" y="936578"/>
                  <a:pt x="174578" y="942975"/>
                  <a:pt x="166688" y="942975"/>
                </a:cubicBezTo>
                <a:cubicBezTo>
                  <a:pt x="158797" y="942975"/>
                  <a:pt x="152400" y="936578"/>
                  <a:pt x="152400" y="928688"/>
                </a:cubicBezTo>
                <a:cubicBezTo>
                  <a:pt x="152400" y="920797"/>
                  <a:pt x="158797" y="914400"/>
                  <a:pt x="166688" y="914400"/>
                </a:cubicBezTo>
                <a:cubicBezTo>
                  <a:pt x="174578" y="914400"/>
                  <a:pt x="180975" y="920797"/>
                  <a:pt x="180975" y="928688"/>
                </a:cubicBezTo>
                <a:close/>
                <a:moveTo>
                  <a:pt x="180975" y="1081088"/>
                </a:moveTo>
                <a:cubicBezTo>
                  <a:pt x="180975" y="1088978"/>
                  <a:pt x="174578" y="1095375"/>
                  <a:pt x="166688" y="1095375"/>
                </a:cubicBezTo>
                <a:cubicBezTo>
                  <a:pt x="158797" y="1095375"/>
                  <a:pt x="152400" y="1088978"/>
                  <a:pt x="152400" y="1081088"/>
                </a:cubicBezTo>
                <a:cubicBezTo>
                  <a:pt x="152400" y="1073197"/>
                  <a:pt x="158797" y="1066800"/>
                  <a:pt x="166688" y="1066800"/>
                </a:cubicBezTo>
                <a:cubicBezTo>
                  <a:pt x="174578" y="1066800"/>
                  <a:pt x="180975" y="1073197"/>
                  <a:pt x="180975" y="1081088"/>
                </a:cubicBezTo>
                <a:close/>
                <a:moveTo>
                  <a:pt x="180975" y="1233488"/>
                </a:moveTo>
                <a:cubicBezTo>
                  <a:pt x="180975" y="1241378"/>
                  <a:pt x="174578" y="1247775"/>
                  <a:pt x="166688" y="1247775"/>
                </a:cubicBezTo>
                <a:cubicBezTo>
                  <a:pt x="158797" y="1247775"/>
                  <a:pt x="152400" y="1241378"/>
                  <a:pt x="152400" y="1233488"/>
                </a:cubicBezTo>
                <a:cubicBezTo>
                  <a:pt x="152400" y="1225597"/>
                  <a:pt x="158797" y="1219200"/>
                  <a:pt x="166688" y="1219200"/>
                </a:cubicBezTo>
                <a:cubicBezTo>
                  <a:pt x="174578" y="1219200"/>
                  <a:pt x="180975" y="1225597"/>
                  <a:pt x="180975" y="1233488"/>
                </a:cubicBezTo>
                <a:close/>
                <a:moveTo>
                  <a:pt x="180975" y="1385888"/>
                </a:moveTo>
                <a:cubicBezTo>
                  <a:pt x="180975" y="1393778"/>
                  <a:pt x="174578" y="1400175"/>
                  <a:pt x="166688" y="1400175"/>
                </a:cubicBezTo>
                <a:cubicBezTo>
                  <a:pt x="158797" y="1400175"/>
                  <a:pt x="152400" y="1393778"/>
                  <a:pt x="152400" y="1385888"/>
                </a:cubicBezTo>
                <a:cubicBezTo>
                  <a:pt x="152400" y="1377997"/>
                  <a:pt x="158797" y="1371600"/>
                  <a:pt x="166688" y="1371600"/>
                </a:cubicBezTo>
                <a:cubicBezTo>
                  <a:pt x="174578" y="1371600"/>
                  <a:pt x="180975" y="1377997"/>
                  <a:pt x="180975" y="1385888"/>
                </a:cubicBezTo>
                <a:close/>
                <a:moveTo>
                  <a:pt x="180975" y="1538288"/>
                </a:moveTo>
                <a:cubicBezTo>
                  <a:pt x="180975" y="1546178"/>
                  <a:pt x="174578" y="1552575"/>
                  <a:pt x="166688" y="1552575"/>
                </a:cubicBezTo>
                <a:cubicBezTo>
                  <a:pt x="158797" y="1552575"/>
                  <a:pt x="152400" y="1546178"/>
                  <a:pt x="152400" y="1538288"/>
                </a:cubicBezTo>
                <a:cubicBezTo>
                  <a:pt x="152400" y="1530397"/>
                  <a:pt x="158797" y="1524000"/>
                  <a:pt x="166688" y="1524000"/>
                </a:cubicBezTo>
                <a:cubicBezTo>
                  <a:pt x="174578" y="1524000"/>
                  <a:pt x="180975" y="1530397"/>
                  <a:pt x="180975" y="1538288"/>
                </a:cubicBezTo>
                <a:close/>
                <a:moveTo>
                  <a:pt x="180975" y="1690688"/>
                </a:moveTo>
                <a:cubicBezTo>
                  <a:pt x="180975" y="1698578"/>
                  <a:pt x="174578" y="1704975"/>
                  <a:pt x="166688" y="1704975"/>
                </a:cubicBezTo>
                <a:cubicBezTo>
                  <a:pt x="158797" y="1704975"/>
                  <a:pt x="152400" y="1698578"/>
                  <a:pt x="152400" y="1690688"/>
                </a:cubicBezTo>
                <a:cubicBezTo>
                  <a:pt x="152400" y="1682797"/>
                  <a:pt x="158797" y="1676400"/>
                  <a:pt x="166688" y="1676400"/>
                </a:cubicBezTo>
                <a:cubicBezTo>
                  <a:pt x="174578" y="1676400"/>
                  <a:pt x="180975" y="1682797"/>
                  <a:pt x="180975" y="1690688"/>
                </a:cubicBezTo>
                <a:close/>
                <a:moveTo>
                  <a:pt x="180975" y="1843088"/>
                </a:moveTo>
                <a:cubicBezTo>
                  <a:pt x="180975" y="1850978"/>
                  <a:pt x="174578" y="1857375"/>
                  <a:pt x="166688" y="1857375"/>
                </a:cubicBezTo>
                <a:cubicBezTo>
                  <a:pt x="158797" y="1857375"/>
                  <a:pt x="152400" y="1850978"/>
                  <a:pt x="152400" y="1843088"/>
                </a:cubicBezTo>
                <a:cubicBezTo>
                  <a:pt x="152400" y="1835197"/>
                  <a:pt x="158797" y="1828800"/>
                  <a:pt x="166688" y="1828800"/>
                </a:cubicBezTo>
                <a:cubicBezTo>
                  <a:pt x="174578" y="1828800"/>
                  <a:pt x="180975" y="1835197"/>
                  <a:pt x="180975" y="1843088"/>
                </a:cubicBezTo>
                <a:close/>
                <a:moveTo>
                  <a:pt x="180975" y="1995488"/>
                </a:moveTo>
                <a:cubicBezTo>
                  <a:pt x="180975" y="2003378"/>
                  <a:pt x="174578" y="2009775"/>
                  <a:pt x="166688" y="2009775"/>
                </a:cubicBezTo>
                <a:cubicBezTo>
                  <a:pt x="158797" y="2009775"/>
                  <a:pt x="152400" y="2003378"/>
                  <a:pt x="152400" y="1995488"/>
                </a:cubicBezTo>
                <a:cubicBezTo>
                  <a:pt x="152400" y="1987597"/>
                  <a:pt x="158797" y="1981200"/>
                  <a:pt x="166688" y="1981200"/>
                </a:cubicBezTo>
                <a:cubicBezTo>
                  <a:pt x="174578" y="1981200"/>
                  <a:pt x="180975" y="1987597"/>
                  <a:pt x="180975" y="1995488"/>
                </a:cubicBezTo>
                <a:close/>
                <a:moveTo>
                  <a:pt x="180975" y="2147888"/>
                </a:moveTo>
                <a:cubicBezTo>
                  <a:pt x="180975" y="2155778"/>
                  <a:pt x="174578" y="2162175"/>
                  <a:pt x="166688" y="2162175"/>
                </a:cubicBezTo>
                <a:cubicBezTo>
                  <a:pt x="158797" y="2162175"/>
                  <a:pt x="152400" y="2155778"/>
                  <a:pt x="152400" y="2147888"/>
                </a:cubicBezTo>
                <a:cubicBezTo>
                  <a:pt x="152400" y="2139997"/>
                  <a:pt x="158797" y="2133600"/>
                  <a:pt x="166688" y="2133600"/>
                </a:cubicBezTo>
                <a:cubicBezTo>
                  <a:pt x="174578" y="2133600"/>
                  <a:pt x="180975" y="2139997"/>
                  <a:pt x="180975" y="2147888"/>
                </a:cubicBezTo>
                <a:close/>
                <a:moveTo>
                  <a:pt x="180975" y="2300288"/>
                </a:moveTo>
                <a:cubicBezTo>
                  <a:pt x="180975" y="2308178"/>
                  <a:pt x="174578" y="2314575"/>
                  <a:pt x="166688" y="2314575"/>
                </a:cubicBezTo>
                <a:cubicBezTo>
                  <a:pt x="158797" y="2314575"/>
                  <a:pt x="152400" y="2308178"/>
                  <a:pt x="152400" y="2300288"/>
                </a:cubicBezTo>
                <a:cubicBezTo>
                  <a:pt x="152400" y="2292397"/>
                  <a:pt x="158797" y="2286000"/>
                  <a:pt x="166688" y="2286000"/>
                </a:cubicBezTo>
                <a:cubicBezTo>
                  <a:pt x="174578" y="2286000"/>
                  <a:pt x="180975" y="2292397"/>
                  <a:pt x="180975" y="2300288"/>
                </a:cubicBezTo>
                <a:close/>
                <a:moveTo>
                  <a:pt x="180975" y="2452688"/>
                </a:moveTo>
                <a:cubicBezTo>
                  <a:pt x="180975" y="2460578"/>
                  <a:pt x="174578" y="2466975"/>
                  <a:pt x="166688" y="2466975"/>
                </a:cubicBezTo>
                <a:cubicBezTo>
                  <a:pt x="158797" y="2466975"/>
                  <a:pt x="152400" y="2460578"/>
                  <a:pt x="152400" y="2452688"/>
                </a:cubicBezTo>
                <a:cubicBezTo>
                  <a:pt x="152400" y="2444797"/>
                  <a:pt x="158797" y="2438400"/>
                  <a:pt x="166688" y="2438400"/>
                </a:cubicBezTo>
                <a:cubicBezTo>
                  <a:pt x="174578" y="2438400"/>
                  <a:pt x="180975" y="2444797"/>
                  <a:pt x="180975" y="2452688"/>
                </a:cubicBezTo>
                <a:close/>
                <a:moveTo>
                  <a:pt x="180975" y="2605088"/>
                </a:moveTo>
                <a:cubicBezTo>
                  <a:pt x="180975" y="2612978"/>
                  <a:pt x="174578" y="2619375"/>
                  <a:pt x="166688" y="2619375"/>
                </a:cubicBezTo>
                <a:cubicBezTo>
                  <a:pt x="158797" y="2619375"/>
                  <a:pt x="152400" y="2612978"/>
                  <a:pt x="152400" y="2605088"/>
                </a:cubicBezTo>
                <a:cubicBezTo>
                  <a:pt x="152400" y="2597197"/>
                  <a:pt x="158797" y="2590800"/>
                  <a:pt x="166688" y="2590800"/>
                </a:cubicBezTo>
                <a:cubicBezTo>
                  <a:pt x="174578" y="2590800"/>
                  <a:pt x="180975" y="2597197"/>
                  <a:pt x="180975" y="2605088"/>
                </a:cubicBezTo>
                <a:close/>
                <a:moveTo>
                  <a:pt x="180975" y="2757488"/>
                </a:moveTo>
                <a:cubicBezTo>
                  <a:pt x="180975" y="2765378"/>
                  <a:pt x="174578" y="2771775"/>
                  <a:pt x="166688" y="2771775"/>
                </a:cubicBezTo>
                <a:cubicBezTo>
                  <a:pt x="158797" y="2771775"/>
                  <a:pt x="152400" y="2765378"/>
                  <a:pt x="152400" y="2757488"/>
                </a:cubicBezTo>
                <a:cubicBezTo>
                  <a:pt x="152400" y="2749597"/>
                  <a:pt x="158797" y="2743200"/>
                  <a:pt x="166688" y="2743200"/>
                </a:cubicBezTo>
                <a:cubicBezTo>
                  <a:pt x="174578" y="2743200"/>
                  <a:pt x="180975" y="2749597"/>
                  <a:pt x="180975" y="2757488"/>
                </a:cubicBezTo>
                <a:close/>
                <a:moveTo>
                  <a:pt x="180975" y="2909888"/>
                </a:moveTo>
                <a:cubicBezTo>
                  <a:pt x="180975" y="2917778"/>
                  <a:pt x="174578" y="2924175"/>
                  <a:pt x="166688" y="2924175"/>
                </a:cubicBezTo>
                <a:cubicBezTo>
                  <a:pt x="158797" y="2924175"/>
                  <a:pt x="152400" y="2917778"/>
                  <a:pt x="152400" y="2909888"/>
                </a:cubicBezTo>
                <a:cubicBezTo>
                  <a:pt x="152400" y="2901997"/>
                  <a:pt x="158797" y="2895600"/>
                  <a:pt x="166688" y="2895600"/>
                </a:cubicBezTo>
                <a:cubicBezTo>
                  <a:pt x="174578" y="2895600"/>
                  <a:pt x="180975" y="2901997"/>
                  <a:pt x="180975" y="2909888"/>
                </a:cubicBezTo>
                <a:close/>
                <a:moveTo>
                  <a:pt x="180975" y="3062288"/>
                </a:moveTo>
                <a:cubicBezTo>
                  <a:pt x="180975" y="3070178"/>
                  <a:pt x="174578" y="3076575"/>
                  <a:pt x="166688" y="3076575"/>
                </a:cubicBezTo>
                <a:cubicBezTo>
                  <a:pt x="158797" y="3076575"/>
                  <a:pt x="152400" y="3070178"/>
                  <a:pt x="152400" y="3062288"/>
                </a:cubicBezTo>
                <a:cubicBezTo>
                  <a:pt x="152400" y="3054397"/>
                  <a:pt x="158797" y="3048000"/>
                  <a:pt x="166688" y="3048000"/>
                </a:cubicBezTo>
                <a:cubicBezTo>
                  <a:pt x="174578" y="3048000"/>
                  <a:pt x="180975" y="3054397"/>
                  <a:pt x="180975" y="3062288"/>
                </a:cubicBezTo>
                <a:close/>
                <a:moveTo>
                  <a:pt x="180975" y="3214688"/>
                </a:moveTo>
                <a:cubicBezTo>
                  <a:pt x="180975" y="3222578"/>
                  <a:pt x="174578" y="3228975"/>
                  <a:pt x="166688" y="3228975"/>
                </a:cubicBezTo>
                <a:cubicBezTo>
                  <a:pt x="158797" y="3228975"/>
                  <a:pt x="152400" y="3222578"/>
                  <a:pt x="152400" y="3214688"/>
                </a:cubicBezTo>
                <a:cubicBezTo>
                  <a:pt x="152400" y="3206797"/>
                  <a:pt x="158797" y="3200400"/>
                  <a:pt x="166688" y="3200400"/>
                </a:cubicBezTo>
                <a:cubicBezTo>
                  <a:pt x="174578" y="3200400"/>
                  <a:pt x="180975" y="3206797"/>
                  <a:pt x="180975" y="3214688"/>
                </a:cubicBezTo>
                <a:close/>
                <a:moveTo>
                  <a:pt x="180975" y="3367088"/>
                </a:moveTo>
                <a:cubicBezTo>
                  <a:pt x="180975" y="3374978"/>
                  <a:pt x="174578" y="3381375"/>
                  <a:pt x="166688" y="3381375"/>
                </a:cubicBezTo>
                <a:cubicBezTo>
                  <a:pt x="158797" y="3381375"/>
                  <a:pt x="152400" y="3374978"/>
                  <a:pt x="152400" y="3367088"/>
                </a:cubicBezTo>
                <a:cubicBezTo>
                  <a:pt x="152400" y="3359197"/>
                  <a:pt x="158797" y="3352800"/>
                  <a:pt x="166688" y="3352800"/>
                </a:cubicBezTo>
                <a:cubicBezTo>
                  <a:pt x="174578" y="3352800"/>
                  <a:pt x="180975" y="3359197"/>
                  <a:pt x="180975" y="3367088"/>
                </a:cubicBezTo>
                <a:close/>
                <a:moveTo>
                  <a:pt x="180975" y="3519488"/>
                </a:moveTo>
                <a:cubicBezTo>
                  <a:pt x="180975" y="3527378"/>
                  <a:pt x="174578" y="3533775"/>
                  <a:pt x="166688" y="3533775"/>
                </a:cubicBezTo>
                <a:cubicBezTo>
                  <a:pt x="158797" y="3533775"/>
                  <a:pt x="152400" y="3527378"/>
                  <a:pt x="152400" y="3519488"/>
                </a:cubicBezTo>
                <a:cubicBezTo>
                  <a:pt x="152400" y="3511597"/>
                  <a:pt x="158797" y="3505200"/>
                  <a:pt x="166688" y="3505200"/>
                </a:cubicBezTo>
                <a:cubicBezTo>
                  <a:pt x="174578" y="3505200"/>
                  <a:pt x="180975" y="3511597"/>
                  <a:pt x="180975" y="3519488"/>
                </a:cubicBezTo>
                <a:close/>
                <a:moveTo>
                  <a:pt x="180975" y="3671888"/>
                </a:moveTo>
                <a:cubicBezTo>
                  <a:pt x="180975" y="3679778"/>
                  <a:pt x="174578" y="3686175"/>
                  <a:pt x="166688" y="3686175"/>
                </a:cubicBezTo>
                <a:cubicBezTo>
                  <a:pt x="158797" y="3686175"/>
                  <a:pt x="152400" y="3679778"/>
                  <a:pt x="152400" y="3671888"/>
                </a:cubicBezTo>
                <a:cubicBezTo>
                  <a:pt x="152400" y="3663997"/>
                  <a:pt x="158797" y="3657600"/>
                  <a:pt x="166688" y="3657600"/>
                </a:cubicBezTo>
                <a:cubicBezTo>
                  <a:pt x="174578" y="3657600"/>
                  <a:pt x="180975" y="3663997"/>
                  <a:pt x="180975" y="3671888"/>
                </a:cubicBezTo>
                <a:close/>
                <a:moveTo>
                  <a:pt x="180975" y="3824288"/>
                </a:moveTo>
                <a:cubicBezTo>
                  <a:pt x="180975" y="3832178"/>
                  <a:pt x="174578" y="3838575"/>
                  <a:pt x="166688" y="3838575"/>
                </a:cubicBezTo>
                <a:cubicBezTo>
                  <a:pt x="158797" y="3838575"/>
                  <a:pt x="152400" y="3832178"/>
                  <a:pt x="152400" y="3824288"/>
                </a:cubicBezTo>
                <a:cubicBezTo>
                  <a:pt x="152400" y="3816397"/>
                  <a:pt x="158797" y="3810000"/>
                  <a:pt x="166688" y="3810000"/>
                </a:cubicBezTo>
                <a:cubicBezTo>
                  <a:pt x="174578" y="3810000"/>
                  <a:pt x="180975" y="3816397"/>
                  <a:pt x="180975" y="3824288"/>
                </a:cubicBezTo>
                <a:close/>
                <a:moveTo>
                  <a:pt x="180975" y="3976688"/>
                </a:moveTo>
                <a:cubicBezTo>
                  <a:pt x="180975" y="3984578"/>
                  <a:pt x="174578" y="3990975"/>
                  <a:pt x="166688" y="3990975"/>
                </a:cubicBezTo>
                <a:cubicBezTo>
                  <a:pt x="158797" y="3990975"/>
                  <a:pt x="152400" y="3984578"/>
                  <a:pt x="152400" y="3976688"/>
                </a:cubicBezTo>
                <a:cubicBezTo>
                  <a:pt x="152400" y="3968797"/>
                  <a:pt x="158797" y="3962400"/>
                  <a:pt x="166688" y="3962400"/>
                </a:cubicBezTo>
                <a:cubicBezTo>
                  <a:pt x="174578" y="3962400"/>
                  <a:pt x="180975" y="3968797"/>
                  <a:pt x="180975" y="3976688"/>
                </a:cubicBezTo>
                <a:close/>
                <a:moveTo>
                  <a:pt x="180975" y="4129088"/>
                </a:moveTo>
                <a:cubicBezTo>
                  <a:pt x="180975" y="4136978"/>
                  <a:pt x="174578" y="4143375"/>
                  <a:pt x="166688" y="4143375"/>
                </a:cubicBezTo>
                <a:cubicBezTo>
                  <a:pt x="158797" y="4143375"/>
                  <a:pt x="152400" y="4136978"/>
                  <a:pt x="152400" y="4129088"/>
                </a:cubicBezTo>
                <a:cubicBezTo>
                  <a:pt x="152400" y="4121197"/>
                  <a:pt x="158797" y="4114800"/>
                  <a:pt x="166688" y="4114800"/>
                </a:cubicBezTo>
                <a:cubicBezTo>
                  <a:pt x="174578" y="4114800"/>
                  <a:pt x="180975" y="4121197"/>
                  <a:pt x="180975" y="4129088"/>
                </a:cubicBezTo>
                <a:close/>
                <a:moveTo>
                  <a:pt x="180975" y="4281488"/>
                </a:moveTo>
                <a:cubicBezTo>
                  <a:pt x="180975" y="4289378"/>
                  <a:pt x="174578" y="4295775"/>
                  <a:pt x="166688" y="4295775"/>
                </a:cubicBezTo>
                <a:cubicBezTo>
                  <a:pt x="158797" y="4295775"/>
                  <a:pt x="152400" y="4289378"/>
                  <a:pt x="152400" y="4281488"/>
                </a:cubicBezTo>
                <a:cubicBezTo>
                  <a:pt x="152400" y="4273597"/>
                  <a:pt x="158797" y="4267200"/>
                  <a:pt x="166688" y="4267200"/>
                </a:cubicBezTo>
                <a:cubicBezTo>
                  <a:pt x="174578" y="4267200"/>
                  <a:pt x="180975" y="4273597"/>
                  <a:pt x="180975" y="4281488"/>
                </a:cubicBezTo>
                <a:close/>
                <a:moveTo>
                  <a:pt x="180975" y="4433888"/>
                </a:moveTo>
                <a:cubicBezTo>
                  <a:pt x="180975" y="4441778"/>
                  <a:pt x="174578" y="4448175"/>
                  <a:pt x="166688" y="4448175"/>
                </a:cubicBezTo>
                <a:cubicBezTo>
                  <a:pt x="158797" y="4448175"/>
                  <a:pt x="152400" y="4441778"/>
                  <a:pt x="152400" y="4433888"/>
                </a:cubicBezTo>
                <a:cubicBezTo>
                  <a:pt x="152400" y="4425997"/>
                  <a:pt x="158797" y="4419600"/>
                  <a:pt x="166688" y="4419600"/>
                </a:cubicBezTo>
                <a:cubicBezTo>
                  <a:pt x="174578" y="4419600"/>
                  <a:pt x="180975" y="4425997"/>
                  <a:pt x="180975" y="4433888"/>
                </a:cubicBezTo>
                <a:close/>
                <a:moveTo>
                  <a:pt x="180975" y="4586288"/>
                </a:moveTo>
                <a:cubicBezTo>
                  <a:pt x="180975" y="4594178"/>
                  <a:pt x="174578" y="4600575"/>
                  <a:pt x="166688" y="4600575"/>
                </a:cubicBezTo>
                <a:cubicBezTo>
                  <a:pt x="158797" y="4600575"/>
                  <a:pt x="152400" y="4594178"/>
                  <a:pt x="152400" y="4586288"/>
                </a:cubicBezTo>
                <a:cubicBezTo>
                  <a:pt x="152400" y="4578397"/>
                  <a:pt x="158797" y="4572000"/>
                  <a:pt x="166688" y="4572000"/>
                </a:cubicBezTo>
                <a:cubicBezTo>
                  <a:pt x="174578" y="4572000"/>
                  <a:pt x="180975" y="4578397"/>
                  <a:pt x="180975" y="4586288"/>
                </a:cubicBezTo>
                <a:close/>
                <a:moveTo>
                  <a:pt x="180975" y="4738688"/>
                </a:moveTo>
                <a:cubicBezTo>
                  <a:pt x="180975" y="4746578"/>
                  <a:pt x="174578" y="4752975"/>
                  <a:pt x="166688" y="4752975"/>
                </a:cubicBezTo>
                <a:cubicBezTo>
                  <a:pt x="158797" y="4752975"/>
                  <a:pt x="152400" y="4746578"/>
                  <a:pt x="152400" y="4738688"/>
                </a:cubicBezTo>
                <a:cubicBezTo>
                  <a:pt x="152400" y="4730797"/>
                  <a:pt x="158797" y="4724400"/>
                  <a:pt x="166688" y="4724400"/>
                </a:cubicBezTo>
                <a:cubicBezTo>
                  <a:pt x="174578" y="4724400"/>
                  <a:pt x="180975" y="4730797"/>
                  <a:pt x="180975" y="4738688"/>
                </a:cubicBezTo>
                <a:close/>
                <a:moveTo>
                  <a:pt x="333375" y="14288"/>
                </a:moveTo>
                <a:cubicBezTo>
                  <a:pt x="333375" y="22178"/>
                  <a:pt x="326978" y="28575"/>
                  <a:pt x="319088" y="28575"/>
                </a:cubicBezTo>
                <a:cubicBezTo>
                  <a:pt x="311197" y="28575"/>
                  <a:pt x="304800" y="22178"/>
                  <a:pt x="304800" y="14288"/>
                </a:cubicBezTo>
                <a:cubicBezTo>
                  <a:pt x="304800" y="6397"/>
                  <a:pt x="311197" y="0"/>
                  <a:pt x="319088" y="0"/>
                </a:cubicBezTo>
                <a:cubicBezTo>
                  <a:pt x="326978" y="0"/>
                  <a:pt x="333375" y="6397"/>
                  <a:pt x="333375" y="14288"/>
                </a:cubicBezTo>
                <a:close/>
                <a:moveTo>
                  <a:pt x="333375" y="166688"/>
                </a:moveTo>
                <a:cubicBezTo>
                  <a:pt x="333375" y="174578"/>
                  <a:pt x="326978" y="180975"/>
                  <a:pt x="319088" y="180975"/>
                </a:cubicBezTo>
                <a:cubicBezTo>
                  <a:pt x="311197" y="180975"/>
                  <a:pt x="304800" y="174578"/>
                  <a:pt x="304800" y="166688"/>
                </a:cubicBezTo>
                <a:cubicBezTo>
                  <a:pt x="304800" y="158797"/>
                  <a:pt x="311197" y="152400"/>
                  <a:pt x="319088" y="152400"/>
                </a:cubicBezTo>
                <a:cubicBezTo>
                  <a:pt x="326978" y="152400"/>
                  <a:pt x="333375" y="158797"/>
                  <a:pt x="333375" y="166688"/>
                </a:cubicBezTo>
                <a:close/>
                <a:moveTo>
                  <a:pt x="333375" y="319088"/>
                </a:moveTo>
                <a:cubicBezTo>
                  <a:pt x="333375" y="326978"/>
                  <a:pt x="326978" y="333375"/>
                  <a:pt x="319088" y="333375"/>
                </a:cubicBezTo>
                <a:cubicBezTo>
                  <a:pt x="311197" y="333375"/>
                  <a:pt x="304800" y="326978"/>
                  <a:pt x="304800" y="319088"/>
                </a:cubicBezTo>
                <a:cubicBezTo>
                  <a:pt x="304800" y="311197"/>
                  <a:pt x="311197" y="304800"/>
                  <a:pt x="319088" y="304800"/>
                </a:cubicBezTo>
                <a:cubicBezTo>
                  <a:pt x="326978" y="304800"/>
                  <a:pt x="333375" y="311197"/>
                  <a:pt x="333375" y="319088"/>
                </a:cubicBezTo>
                <a:close/>
                <a:moveTo>
                  <a:pt x="333375" y="471488"/>
                </a:moveTo>
                <a:cubicBezTo>
                  <a:pt x="333375" y="479378"/>
                  <a:pt x="326978" y="485775"/>
                  <a:pt x="319088" y="485775"/>
                </a:cubicBezTo>
                <a:cubicBezTo>
                  <a:pt x="311197" y="485775"/>
                  <a:pt x="304800" y="479378"/>
                  <a:pt x="304800" y="471488"/>
                </a:cubicBezTo>
                <a:cubicBezTo>
                  <a:pt x="304800" y="463597"/>
                  <a:pt x="311197" y="457200"/>
                  <a:pt x="319088" y="457200"/>
                </a:cubicBezTo>
                <a:cubicBezTo>
                  <a:pt x="326978" y="457200"/>
                  <a:pt x="333375" y="463597"/>
                  <a:pt x="333375" y="471488"/>
                </a:cubicBezTo>
                <a:close/>
                <a:moveTo>
                  <a:pt x="333375" y="623888"/>
                </a:moveTo>
                <a:cubicBezTo>
                  <a:pt x="333375" y="631778"/>
                  <a:pt x="326978" y="638175"/>
                  <a:pt x="319088" y="638175"/>
                </a:cubicBezTo>
                <a:cubicBezTo>
                  <a:pt x="311197" y="638175"/>
                  <a:pt x="304800" y="631778"/>
                  <a:pt x="304800" y="623888"/>
                </a:cubicBezTo>
                <a:cubicBezTo>
                  <a:pt x="304800" y="615997"/>
                  <a:pt x="311197" y="609600"/>
                  <a:pt x="319088" y="609600"/>
                </a:cubicBezTo>
                <a:cubicBezTo>
                  <a:pt x="326978" y="609600"/>
                  <a:pt x="333375" y="615997"/>
                  <a:pt x="333375" y="623888"/>
                </a:cubicBezTo>
                <a:close/>
                <a:moveTo>
                  <a:pt x="333375" y="776288"/>
                </a:moveTo>
                <a:cubicBezTo>
                  <a:pt x="333375" y="784178"/>
                  <a:pt x="326978" y="790575"/>
                  <a:pt x="319088" y="790575"/>
                </a:cubicBezTo>
                <a:cubicBezTo>
                  <a:pt x="311197" y="790575"/>
                  <a:pt x="304800" y="784178"/>
                  <a:pt x="304800" y="776288"/>
                </a:cubicBezTo>
                <a:cubicBezTo>
                  <a:pt x="304800" y="768397"/>
                  <a:pt x="311197" y="762000"/>
                  <a:pt x="319088" y="762000"/>
                </a:cubicBezTo>
                <a:cubicBezTo>
                  <a:pt x="326978" y="762000"/>
                  <a:pt x="333375" y="768397"/>
                  <a:pt x="333375" y="776288"/>
                </a:cubicBezTo>
                <a:close/>
                <a:moveTo>
                  <a:pt x="333375" y="928688"/>
                </a:moveTo>
                <a:cubicBezTo>
                  <a:pt x="333375" y="936578"/>
                  <a:pt x="326978" y="942975"/>
                  <a:pt x="319088" y="942975"/>
                </a:cubicBezTo>
                <a:cubicBezTo>
                  <a:pt x="311197" y="942975"/>
                  <a:pt x="304800" y="936578"/>
                  <a:pt x="304800" y="928688"/>
                </a:cubicBezTo>
                <a:cubicBezTo>
                  <a:pt x="304800" y="920797"/>
                  <a:pt x="311197" y="914400"/>
                  <a:pt x="319088" y="914400"/>
                </a:cubicBezTo>
                <a:cubicBezTo>
                  <a:pt x="326978" y="914400"/>
                  <a:pt x="333375" y="920797"/>
                  <a:pt x="333375" y="928688"/>
                </a:cubicBezTo>
                <a:close/>
                <a:moveTo>
                  <a:pt x="333375" y="1081088"/>
                </a:moveTo>
                <a:cubicBezTo>
                  <a:pt x="333375" y="1088978"/>
                  <a:pt x="326978" y="1095375"/>
                  <a:pt x="319088" y="1095375"/>
                </a:cubicBezTo>
                <a:cubicBezTo>
                  <a:pt x="311197" y="1095375"/>
                  <a:pt x="304800" y="1088978"/>
                  <a:pt x="304800" y="1081088"/>
                </a:cubicBezTo>
                <a:cubicBezTo>
                  <a:pt x="304800" y="1073197"/>
                  <a:pt x="311197" y="1066800"/>
                  <a:pt x="319088" y="1066800"/>
                </a:cubicBezTo>
                <a:cubicBezTo>
                  <a:pt x="326978" y="1066800"/>
                  <a:pt x="333375" y="1073197"/>
                  <a:pt x="333375" y="1081088"/>
                </a:cubicBezTo>
                <a:close/>
                <a:moveTo>
                  <a:pt x="333375" y="1233488"/>
                </a:moveTo>
                <a:cubicBezTo>
                  <a:pt x="333375" y="1241378"/>
                  <a:pt x="326978" y="1247775"/>
                  <a:pt x="319088" y="1247775"/>
                </a:cubicBezTo>
                <a:cubicBezTo>
                  <a:pt x="311197" y="1247775"/>
                  <a:pt x="304800" y="1241378"/>
                  <a:pt x="304800" y="1233488"/>
                </a:cubicBezTo>
                <a:cubicBezTo>
                  <a:pt x="304800" y="1225597"/>
                  <a:pt x="311197" y="1219200"/>
                  <a:pt x="319088" y="1219200"/>
                </a:cubicBezTo>
                <a:cubicBezTo>
                  <a:pt x="326978" y="1219200"/>
                  <a:pt x="333375" y="1225597"/>
                  <a:pt x="333375" y="1233488"/>
                </a:cubicBezTo>
                <a:close/>
                <a:moveTo>
                  <a:pt x="333375" y="1385888"/>
                </a:moveTo>
                <a:cubicBezTo>
                  <a:pt x="333375" y="1393778"/>
                  <a:pt x="326978" y="1400175"/>
                  <a:pt x="319088" y="1400175"/>
                </a:cubicBezTo>
                <a:cubicBezTo>
                  <a:pt x="311197" y="1400175"/>
                  <a:pt x="304800" y="1393778"/>
                  <a:pt x="304800" y="1385888"/>
                </a:cubicBezTo>
                <a:cubicBezTo>
                  <a:pt x="304800" y="1377997"/>
                  <a:pt x="311197" y="1371600"/>
                  <a:pt x="319088" y="1371600"/>
                </a:cubicBezTo>
                <a:cubicBezTo>
                  <a:pt x="326978" y="1371600"/>
                  <a:pt x="333375" y="1377997"/>
                  <a:pt x="333375" y="1385888"/>
                </a:cubicBezTo>
                <a:close/>
                <a:moveTo>
                  <a:pt x="333375" y="1538288"/>
                </a:moveTo>
                <a:cubicBezTo>
                  <a:pt x="333375" y="1546178"/>
                  <a:pt x="326978" y="1552575"/>
                  <a:pt x="319088" y="1552575"/>
                </a:cubicBezTo>
                <a:cubicBezTo>
                  <a:pt x="311197" y="1552575"/>
                  <a:pt x="304800" y="1546178"/>
                  <a:pt x="304800" y="1538288"/>
                </a:cubicBezTo>
                <a:cubicBezTo>
                  <a:pt x="304800" y="1530397"/>
                  <a:pt x="311197" y="1524000"/>
                  <a:pt x="319088" y="1524000"/>
                </a:cubicBezTo>
                <a:cubicBezTo>
                  <a:pt x="326978" y="1524000"/>
                  <a:pt x="333375" y="1530397"/>
                  <a:pt x="333375" y="1538288"/>
                </a:cubicBezTo>
                <a:close/>
                <a:moveTo>
                  <a:pt x="333375" y="1690688"/>
                </a:moveTo>
                <a:cubicBezTo>
                  <a:pt x="333375" y="1698578"/>
                  <a:pt x="326978" y="1704975"/>
                  <a:pt x="319088" y="1704975"/>
                </a:cubicBezTo>
                <a:cubicBezTo>
                  <a:pt x="311197" y="1704975"/>
                  <a:pt x="304800" y="1698578"/>
                  <a:pt x="304800" y="1690688"/>
                </a:cubicBezTo>
                <a:cubicBezTo>
                  <a:pt x="304800" y="1682797"/>
                  <a:pt x="311197" y="1676400"/>
                  <a:pt x="319088" y="1676400"/>
                </a:cubicBezTo>
                <a:cubicBezTo>
                  <a:pt x="326978" y="1676400"/>
                  <a:pt x="333375" y="1682797"/>
                  <a:pt x="333375" y="1690688"/>
                </a:cubicBezTo>
                <a:close/>
                <a:moveTo>
                  <a:pt x="333375" y="1843088"/>
                </a:moveTo>
                <a:cubicBezTo>
                  <a:pt x="333375" y="1850978"/>
                  <a:pt x="326978" y="1857375"/>
                  <a:pt x="319088" y="1857375"/>
                </a:cubicBezTo>
                <a:cubicBezTo>
                  <a:pt x="311197" y="1857375"/>
                  <a:pt x="304800" y="1850978"/>
                  <a:pt x="304800" y="1843088"/>
                </a:cubicBezTo>
                <a:cubicBezTo>
                  <a:pt x="304800" y="1835197"/>
                  <a:pt x="311197" y="1828800"/>
                  <a:pt x="319088" y="1828800"/>
                </a:cubicBezTo>
                <a:cubicBezTo>
                  <a:pt x="326978" y="1828800"/>
                  <a:pt x="333375" y="1835197"/>
                  <a:pt x="333375" y="1843088"/>
                </a:cubicBezTo>
                <a:close/>
                <a:moveTo>
                  <a:pt x="333375" y="1995488"/>
                </a:moveTo>
                <a:cubicBezTo>
                  <a:pt x="333375" y="2003378"/>
                  <a:pt x="326978" y="2009775"/>
                  <a:pt x="319088" y="2009775"/>
                </a:cubicBezTo>
                <a:cubicBezTo>
                  <a:pt x="311197" y="2009775"/>
                  <a:pt x="304800" y="2003378"/>
                  <a:pt x="304800" y="1995488"/>
                </a:cubicBezTo>
                <a:cubicBezTo>
                  <a:pt x="304800" y="1987597"/>
                  <a:pt x="311197" y="1981200"/>
                  <a:pt x="319088" y="1981200"/>
                </a:cubicBezTo>
                <a:cubicBezTo>
                  <a:pt x="326978" y="1981200"/>
                  <a:pt x="333375" y="1987597"/>
                  <a:pt x="333375" y="1995488"/>
                </a:cubicBezTo>
                <a:close/>
                <a:moveTo>
                  <a:pt x="333375" y="2147888"/>
                </a:moveTo>
                <a:cubicBezTo>
                  <a:pt x="333375" y="2155778"/>
                  <a:pt x="326978" y="2162175"/>
                  <a:pt x="319088" y="2162175"/>
                </a:cubicBezTo>
                <a:cubicBezTo>
                  <a:pt x="311197" y="2162175"/>
                  <a:pt x="304800" y="2155778"/>
                  <a:pt x="304800" y="2147888"/>
                </a:cubicBezTo>
                <a:cubicBezTo>
                  <a:pt x="304800" y="2139997"/>
                  <a:pt x="311197" y="2133600"/>
                  <a:pt x="319088" y="2133600"/>
                </a:cubicBezTo>
                <a:cubicBezTo>
                  <a:pt x="326978" y="2133600"/>
                  <a:pt x="333375" y="2139997"/>
                  <a:pt x="333375" y="2147888"/>
                </a:cubicBezTo>
                <a:close/>
                <a:moveTo>
                  <a:pt x="333375" y="2300288"/>
                </a:moveTo>
                <a:cubicBezTo>
                  <a:pt x="333375" y="2308178"/>
                  <a:pt x="326978" y="2314575"/>
                  <a:pt x="319088" y="2314575"/>
                </a:cubicBezTo>
                <a:cubicBezTo>
                  <a:pt x="311197" y="2314575"/>
                  <a:pt x="304800" y="2308178"/>
                  <a:pt x="304800" y="2300288"/>
                </a:cubicBezTo>
                <a:cubicBezTo>
                  <a:pt x="304800" y="2292397"/>
                  <a:pt x="311197" y="2286000"/>
                  <a:pt x="319088" y="2286000"/>
                </a:cubicBezTo>
                <a:cubicBezTo>
                  <a:pt x="326978" y="2286000"/>
                  <a:pt x="333375" y="2292397"/>
                  <a:pt x="333375" y="2300288"/>
                </a:cubicBezTo>
                <a:close/>
                <a:moveTo>
                  <a:pt x="333375" y="2452688"/>
                </a:moveTo>
                <a:cubicBezTo>
                  <a:pt x="333375" y="2460578"/>
                  <a:pt x="326978" y="2466975"/>
                  <a:pt x="319088" y="2466975"/>
                </a:cubicBezTo>
                <a:cubicBezTo>
                  <a:pt x="311197" y="2466975"/>
                  <a:pt x="304800" y="2460578"/>
                  <a:pt x="304800" y="2452688"/>
                </a:cubicBezTo>
                <a:cubicBezTo>
                  <a:pt x="304800" y="2444797"/>
                  <a:pt x="311197" y="2438400"/>
                  <a:pt x="319088" y="2438400"/>
                </a:cubicBezTo>
                <a:cubicBezTo>
                  <a:pt x="326978" y="2438400"/>
                  <a:pt x="333375" y="2444797"/>
                  <a:pt x="333375" y="2452688"/>
                </a:cubicBezTo>
                <a:close/>
                <a:moveTo>
                  <a:pt x="333375" y="2605088"/>
                </a:moveTo>
                <a:cubicBezTo>
                  <a:pt x="333375" y="2612978"/>
                  <a:pt x="326978" y="2619375"/>
                  <a:pt x="319088" y="2619375"/>
                </a:cubicBezTo>
                <a:cubicBezTo>
                  <a:pt x="311197" y="2619375"/>
                  <a:pt x="304800" y="2612978"/>
                  <a:pt x="304800" y="2605088"/>
                </a:cubicBezTo>
                <a:cubicBezTo>
                  <a:pt x="304800" y="2597197"/>
                  <a:pt x="311197" y="2590800"/>
                  <a:pt x="319088" y="2590800"/>
                </a:cubicBezTo>
                <a:cubicBezTo>
                  <a:pt x="326978" y="2590800"/>
                  <a:pt x="333375" y="2597197"/>
                  <a:pt x="333375" y="2605088"/>
                </a:cubicBezTo>
                <a:close/>
                <a:moveTo>
                  <a:pt x="333375" y="2757488"/>
                </a:moveTo>
                <a:cubicBezTo>
                  <a:pt x="333375" y="2765378"/>
                  <a:pt x="326978" y="2771775"/>
                  <a:pt x="319088" y="2771775"/>
                </a:cubicBezTo>
                <a:cubicBezTo>
                  <a:pt x="311197" y="2771775"/>
                  <a:pt x="304800" y="2765378"/>
                  <a:pt x="304800" y="2757488"/>
                </a:cubicBezTo>
                <a:cubicBezTo>
                  <a:pt x="304800" y="2749597"/>
                  <a:pt x="311197" y="2743200"/>
                  <a:pt x="319088" y="2743200"/>
                </a:cubicBezTo>
                <a:cubicBezTo>
                  <a:pt x="326978" y="2743200"/>
                  <a:pt x="333375" y="2749597"/>
                  <a:pt x="333375" y="2757488"/>
                </a:cubicBezTo>
                <a:close/>
                <a:moveTo>
                  <a:pt x="333375" y="2909888"/>
                </a:moveTo>
                <a:cubicBezTo>
                  <a:pt x="333375" y="2917778"/>
                  <a:pt x="326978" y="2924175"/>
                  <a:pt x="319088" y="2924175"/>
                </a:cubicBezTo>
                <a:cubicBezTo>
                  <a:pt x="311197" y="2924175"/>
                  <a:pt x="304800" y="2917778"/>
                  <a:pt x="304800" y="2909888"/>
                </a:cubicBezTo>
                <a:cubicBezTo>
                  <a:pt x="304800" y="2901997"/>
                  <a:pt x="311197" y="2895600"/>
                  <a:pt x="319088" y="2895600"/>
                </a:cubicBezTo>
                <a:cubicBezTo>
                  <a:pt x="326978" y="2895600"/>
                  <a:pt x="333375" y="2901997"/>
                  <a:pt x="333375" y="2909888"/>
                </a:cubicBezTo>
                <a:close/>
                <a:moveTo>
                  <a:pt x="333375" y="3062288"/>
                </a:moveTo>
                <a:cubicBezTo>
                  <a:pt x="333375" y="3070178"/>
                  <a:pt x="326978" y="3076575"/>
                  <a:pt x="319088" y="3076575"/>
                </a:cubicBezTo>
                <a:cubicBezTo>
                  <a:pt x="311197" y="3076575"/>
                  <a:pt x="304800" y="3070178"/>
                  <a:pt x="304800" y="3062288"/>
                </a:cubicBezTo>
                <a:cubicBezTo>
                  <a:pt x="304800" y="3054397"/>
                  <a:pt x="311197" y="3048000"/>
                  <a:pt x="319088" y="3048000"/>
                </a:cubicBezTo>
                <a:cubicBezTo>
                  <a:pt x="326978" y="3048000"/>
                  <a:pt x="333375" y="3054397"/>
                  <a:pt x="333375" y="3062288"/>
                </a:cubicBezTo>
                <a:close/>
                <a:moveTo>
                  <a:pt x="333375" y="3214688"/>
                </a:moveTo>
                <a:cubicBezTo>
                  <a:pt x="333375" y="3222578"/>
                  <a:pt x="326978" y="3228975"/>
                  <a:pt x="319088" y="3228975"/>
                </a:cubicBezTo>
                <a:cubicBezTo>
                  <a:pt x="311197" y="3228975"/>
                  <a:pt x="304800" y="3222578"/>
                  <a:pt x="304800" y="3214688"/>
                </a:cubicBezTo>
                <a:cubicBezTo>
                  <a:pt x="304800" y="3206797"/>
                  <a:pt x="311197" y="3200400"/>
                  <a:pt x="319088" y="3200400"/>
                </a:cubicBezTo>
                <a:cubicBezTo>
                  <a:pt x="326978" y="3200400"/>
                  <a:pt x="333375" y="3206797"/>
                  <a:pt x="333375" y="3214688"/>
                </a:cubicBezTo>
                <a:close/>
                <a:moveTo>
                  <a:pt x="333375" y="3367088"/>
                </a:moveTo>
                <a:cubicBezTo>
                  <a:pt x="333375" y="3374978"/>
                  <a:pt x="326978" y="3381375"/>
                  <a:pt x="319088" y="3381375"/>
                </a:cubicBezTo>
                <a:cubicBezTo>
                  <a:pt x="311197" y="3381375"/>
                  <a:pt x="304800" y="3374978"/>
                  <a:pt x="304800" y="3367088"/>
                </a:cubicBezTo>
                <a:cubicBezTo>
                  <a:pt x="304800" y="3359197"/>
                  <a:pt x="311197" y="3352800"/>
                  <a:pt x="319088" y="3352800"/>
                </a:cubicBezTo>
                <a:cubicBezTo>
                  <a:pt x="326978" y="3352800"/>
                  <a:pt x="333375" y="3359197"/>
                  <a:pt x="333375" y="3367088"/>
                </a:cubicBezTo>
                <a:close/>
                <a:moveTo>
                  <a:pt x="333375" y="3519488"/>
                </a:moveTo>
                <a:cubicBezTo>
                  <a:pt x="333375" y="3527378"/>
                  <a:pt x="326978" y="3533775"/>
                  <a:pt x="319088" y="3533775"/>
                </a:cubicBezTo>
                <a:cubicBezTo>
                  <a:pt x="311197" y="3533775"/>
                  <a:pt x="304800" y="3527378"/>
                  <a:pt x="304800" y="3519488"/>
                </a:cubicBezTo>
                <a:cubicBezTo>
                  <a:pt x="304800" y="3511597"/>
                  <a:pt x="311197" y="3505200"/>
                  <a:pt x="319088" y="3505200"/>
                </a:cubicBezTo>
                <a:cubicBezTo>
                  <a:pt x="326978" y="3505200"/>
                  <a:pt x="333375" y="3511597"/>
                  <a:pt x="333375" y="3519488"/>
                </a:cubicBezTo>
                <a:close/>
                <a:moveTo>
                  <a:pt x="333375" y="3671888"/>
                </a:moveTo>
                <a:cubicBezTo>
                  <a:pt x="333375" y="3679778"/>
                  <a:pt x="326978" y="3686175"/>
                  <a:pt x="319088" y="3686175"/>
                </a:cubicBezTo>
                <a:cubicBezTo>
                  <a:pt x="311197" y="3686175"/>
                  <a:pt x="304800" y="3679778"/>
                  <a:pt x="304800" y="3671888"/>
                </a:cubicBezTo>
                <a:cubicBezTo>
                  <a:pt x="304800" y="3663997"/>
                  <a:pt x="311197" y="3657600"/>
                  <a:pt x="319088" y="3657600"/>
                </a:cubicBezTo>
                <a:cubicBezTo>
                  <a:pt x="326978" y="3657600"/>
                  <a:pt x="333375" y="3663997"/>
                  <a:pt x="333375" y="3671888"/>
                </a:cubicBezTo>
                <a:close/>
                <a:moveTo>
                  <a:pt x="333375" y="3824288"/>
                </a:moveTo>
                <a:cubicBezTo>
                  <a:pt x="333375" y="3832178"/>
                  <a:pt x="326978" y="3838575"/>
                  <a:pt x="319088" y="3838575"/>
                </a:cubicBezTo>
                <a:cubicBezTo>
                  <a:pt x="311197" y="3838575"/>
                  <a:pt x="304800" y="3832178"/>
                  <a:pt x="304800" y="3824288"/>
                </a:cubicBezTo>
                <a:cubicBezTo>
                  <a:pt x="304800" y="3816397"/>
                  <a:pt x="311197" y="3810000"/>
                  <a:pt x="319088" y="3810000"/>
                </a:cubicBezTo>
                <a:cubicBezTo>
                  <a:pt x="326978" y="3810000"/>
                  <a:pt x="333375" y="3816397"/>
                  <a:pt x="333375" y="3824288"/>
                </a:cubicBezTo>
                <a:close/>
                <a:moveTo>
                  <a:pt x="333375" y="3976688"/>
                </a:moveTo>
                <a:cubicBezTo>
                  <a:pt x="333375" y="3984578"/>
                  <a:pt x="326978" y="3990975"/>
                  <a:pt x="319088" y="3990975"/>
                </a:cubicBezTo>
                <a:cubicBezTo>
                  <a:pt x="311197" y="3990975"/>
                  <a:pt x="304800" y="3984578"/>
                  <a:pt x="304800" y="3976688"/>
                </a:cubicBezTo>
                <a:cubicBezTo>
                  <a:pt x="304800" y="3968797"/>
                  <a:pt x="311197" y="3962400"/>
                  <a:pt x="319088" y="3962400"/>
                </a:cubicBezTo>
                <a:cubicBezTo>
                  <a:pt x="326978" y="3962400"/>
                  <a:pt x="333375" y="3968797"/>
                  <a:pt x="333375" y="3976688"/>
                </a:cubicBezTo>
                <a:close/>
                <a:moveTo>
                  <a:pt x="333375" y="4129088"/>
                </a:moveTo>
                <a:cubicBezTo>
                  <a:pt x="333375" y="4136978"/>
                  <a:pt x="326978" y="4143375"/>
                  <a:pt x="319088" y="4143375"/>
                </a:cubicBezTo>
                <a:cubicBezTo>
                  <a:pt x="311197" y="4143375"/>
                  <a:pt x="304800" y="4136978"/>
                  <a:pt x="304800" y="4129088"/>
                </a:cubicBezTo>
                <a:cubicBezTo>
                  <a:pt x="304800" y="4121197"/>
                  <a:pt x="311197" y="4114800"/>
                  <a:pt x="319088" y="4114800"/>
                </a:cubicBezTo>
                <a:cubicBezTo>
                  <a:pt x="326978" y="4114800"/>
                  <a:pt x="333375" y="4121197"/>
                  <a:pt x="333375" y="4129088"/>
                </a:cubicBezTo>
                <a:close/>
                <a:moveTo>
                  <a:pt x="333375" y="4281488"/>
                </a:moveTo>
                <a:cubicBezTo>
                  <a:pt x="333375" y="4289378"/>
                  <a:pt x="326978" y="4295775"/>
                  <a:pt x="319088" y="4295775"/>
                </a:cubicBezTo>
                <a:cubicBezTo>
                  <a:pt x="311197" y="4295775"/>
                  <a:pt x="304800" y="4289378"/>
                  <a:pt x="304800" y="4281488"/>
                </a:cubicBezTo>
                <a:cubicBezTo>
                  <a:pt x="304800" y="4273597"/>
                  <a:pt x="311197" y="4267200"/>
                  <a:pt x="319088" y="4267200"/>
                </a:cubicBezTo>
                <a:cubicBezTo>
                  <a:pt x="326978" y="4267200"/>
                  <a:pt x="333375" y="4273597"/>
                  <a:pt x="333375" y="4281488"/>
                </a:cubicBezTo>
                <a:close/>
                <a:moveTo>
                  <a:pt x="333375" y="4433888"/>
                </a:moveTo>
                <a:cubicBezTo>
                  <a:pt x="333375" y="4441778"/>
                  <a:pt x="326978" y="4448175"/>
                  <a:pt x="319088" y="4448175"/>
                </a:cubicBezTo>
                <a:cubicBezTo>
                  <a:pt x="311197" y="4448175"/>
                  <a:pt x="304800" y="4441778"/>
                  <a:pt x="304800" y="4433888"/>
                </a:cubicBezTo>
                <a:cubicBezTo>
                  <a:pt x="304800" y="4425997"/>
                  <a:pt x="311197" y="4419600"/>
                  <a:pt x="319088" y="4419600"/>
                </a:cubicBezTo>
                <a:cubicBezTo>
                  <a:pt x="326978" y="4419600"/>
                  <a:pt x="333375" y="4425997"/>
                  <a:pt x="333375" y="4433888"/>
                </a:cubicBezTo>
                <a:close/>
                <a:moveTo>
                  <a:pt x="333375" y="4586288"/>
                </a:moveTo>
                <a:cubicBezTo>
                  <a:pt x="333375" y="4594178"/>
                  <a:pt x="326978" y="4600575"/>
                  <a:pt x="319088" y="4600575"/>
                </a:cubicBezTo>
                <a:cubicBezTo>
                  <a:pt x="311197" y="4600575"/>
                  <a:pt x="304800" y="4594178"/>
                  <a:pt x="304800" y="4586288"/>
                </a:cubicBezTo>
                <a:cubicBezTo>
                  <a:pt x="304800" y="4578397"/>
                  <a:pt x="311197" y="4572000"/>
                  <a:pt x="319088" y="4572000"/>
                </a:cubicBezTo>
                <a:cubicBezTo>
                  <a:pt x="326978" y="4572000"/>
                  <a:pt x="333375" y="4578397"/>
                  <a:pt x="333375" y="4586288"/>
                </a:cubicBezTo>
                <a:close/>
                <a:moveTo>
                  <a:pt x="333375" y="4738688"/>
                </a:moveTo>
                <a:cubicBezTo>
                  <a:pt x="333375" y="4746578"/>
                  <a:pt x="326978" y="4752975"/>
                  <a:pt x="319088" y="4752975"/>
                </a:cubicBezTo>
                <a:cubicBezTo>
                  <a:pt x="311197" y="4752975"/>
                  <a:pt x="304800" y="4746578"/>
                  <a:pt x="304800" y="4738688"/>
                </a:cubicBezTo>
                <a:cubicBezTo>
                  <a:pt x="304800" y="4730797"/>
                  <a:pt x="311197" y="4724400"/>
                  <a:pt x="319088" y="4724400"/>
                </a:cubicBezTo>
                <a:cubicBezTo>
                  <a:pt x="326978" y="4724400"/>
                  <a:pt x="333375" y="4730797"/>
                  <a:pt x="333375" y="4738688"/>
                </a:cubicBezTo>
                <a:close/>
                <a:moveTo>
                  <a:pt x="485775" y="14288"/>
                </a:moveTo>
                <a:cubicBezTo>
                  <a:pt x="485775" y="22178"/>
                  <a:pt x="479378" y="28575"/>
                  <a:pt x="471488" y="28575"/>
                </a:cubicBezTo>
                <a:cubicBezTo>
                  <a:pt x="463597" y="28575"/>
                  <a:pt x="457200" y="22178"/>
                  <a:pt x="457200" y="14288"/>
                </a:cubicBezTo>
                <a:cubicBezTo>
                  <a:pt x="457200" y="6397"/>
                  <a:pt x="463597" y="0"/>
                  <a:pt x="471488" y="0"/>
                </a:cubicBezTo>
                <a:cubicBezTo>
                  <a:pt x="479378" y="0"/>
                  <a:pt x="485775" y="6397"/>
                  <a:pt x="485775" y="14288"/>
                </a:cubicBezTo>
                <a:close/>
                <a:moveTo>
                  <a:pt x="485775" y="166688"/>
                </a:moveTo>
                <a:cubicBezTo>
                  <a:pt x="485775" y="174578"/>
                  <a:pt x="479378" y="180975"/>
                  <a:pt x="471488" y="180975"/>
                </a:cubicBezTo>
                <a:cubicBezTo>
                  <a:pt x="463597" y="180975"/>
                  <a:pt x="457200" y="174578"/>
                  <a:pt x="457200" y="166688"/>
                </a:cubicBezTo>
                <a:cubicBezTo>
                  <a:pt x="457200" y="158797"/>
                  <a:pt x="463597" y="152400"/>
                  <a:pt x="471488" y="152400"/>
                </a:cubicBezTo>
                <a:cubicBezTo>
                  <a:pt x="479378" y="152400"/>
                  <a:pt x="485775" y="158797"/>
                  <a:pt x="485775" y="166688"/>
                </a:cubicBezTo>
                <a:close/>
                <a:moveTo>
                  <a:pt x="485775" y="319088"/>
                </a:moveTo>
                <a:cubicBezTo>
                  <a:pt x="485775" y="326978"/>
                  <a:pt x="479378" y="333375"/>
                  <a:pt x="471488" y="333375"/>
                </a:cubicBezTo>
                <a:cubicBezTo>
                  <a:pt x="463597" y="333375"/>
                  <a:pt x="457200" y="326978"/>
                  <a:pt x="457200" y="319088"/>
                </a:cubicBezTo>
                <a:cubicBezTo>
                  <a:pt x="457200" y="311197"/>
                  <a:pt x="463597" y="304800"/>
                  <a:pt x="471488" y="304800"/>
                </a:cubicBezTo>
                <a:cubicBezTo>
                  <a:pt x="479378" y="304800"/>
                  <a:pt x="485775" y="311197"/>
                  <a:pt x="485775" y="319088"/>
                </a:cubicBezTo>
                <a:close/>
                <a:moveTo>
                  <a:pt x="485775" y="471488"/>
                </a:moveTo>
                <a:cubicBezTo>
                  <a:pt x="485775" y="479378"/>
                  <a:pt x="479378" y="485775"/>
                  <a:pt x="471488" y="485775"/>
                </a:cubicBezTo>
                <a:cubicBezTo>
                  <a:pt x="463597" y="485775"/>
                  <a:pt x="457200" y="479378"/>
                  <a:pt x="457200" y="471488"/>
                </a:cubicBezTo>
                <a:cubicBezTo>
                  <a:pt x="457200" y="463597"/>
                  <a:pt x="463597" y="457200"/>
                  <a:pt x="471488" y="457200"/>
                </a:cubicBezTo>
                <a:cubicBezTo>
                  <a:pt x="479378" y="457200"/>
                  <a:pt x="485775" y="463597"/>
                  <a:pt x="485775" y="471488"/>
                </a:cubicBezTo>
                <a:close/>
                <a:moveTo>
                  <a:pt x="485775" y="623888"/>
                </a:moveTo>
                <a:cubicBezTo>
                  <a:pt x="485775" y="631778"/>
                  <a:pt x="479378" y="638175"/>
                  <a:pt x="471488" y="638175"/>
                </a:cubicBezTo>
                <a:cubicBezTo>
                  <a:pt x="463597" y="638175"/>
                  <a:pt x="457200" y="631778"/>
                  <a:pt x="457200" y="623888"/>
                </a:cubicBezTo>
                <a:cubicBezTo>
                  <a:pt x="457200" y="615997"/>
                  <a:pt x="463597" y="609600"/>
                  <a:pt x="471488" y="609600"/>
                </a:cubicBezTo>
                <a:cubicBezTo>
                  <a:pt x="479378" y="609600"/>
                  <a:pt x="485775" y="615997"/>
                  <a:pt x="485775" y="623888"/>
                </a:cubicBezTo>
                <a:close/>
                <a:moveTo>
                  <a:pt x="485775" y="776288"/>
                </a:moveTo>
                <a:cubicBezTo>
                  <a:pt x="485775" y="784178"/>
                  <a:pt x="479378" y="790575"/>
                  <a:pt x="471488" y="790575"/>
                </a:cubicBezTo>
                <a:cubicBezTo>
                  <a:pt x="463597" y="790575"/>
                  <a:pt x="457200" y="784178"/>
                  <a:pt x="457200" y="776288"/>
                </a:cubicBezTo>
                <a:cubicBezTo>
                  <a:pt x="457200" y="768397"/>
                  <a:pt x="463597" y="762000"/>
                  <a:pt x="471488" y="762000"/>
                </a:cubicBezTo>
                <a:cubicBezTo>
                  <a:pt x="479378" y="762000"/>
                  <a:pt x="485775" y="768397"/>
                  <a:pt x="485775" y="776288"/>
                </a:cubicBezTo>
                <a:close/>
                <a:moveTo>
                  <a:pt x="485775" y="928688"/>
                </a:moveTo>
                <a:cubicBezTo>
                  <a:pt x="485775" y="936578"/>
                  <a:pt x="479378" y="942975"/>
                  <a:pt x="471488" y="942975"/>
                </a:cubicBezTo>
                <a:cubicBezTo>
                  <a:pt x="463597" y="942975"/>
                  <a:pt x="457200" y="936578"/>
                  <a:pt x="457200" y="928688"/>
                </a:cubicBezTo>
                <a:cubicBezTo>
                  <a:pt x="457200" y="920797"/>
                  <a:pt x="463597" y="914400"/>
                  <a:pt x="471488" y="914400"/>
                </a:cubicBezTo>
                <a:cubicBezTo>
                  <a:pt x="479378" y="914400"/>
                  <a:pt x="485775" y="920797"/>
                  <a:pt x="485775" y="928688"/>
                </a:cubicBezTo>
                <a:close/>
                <a:moveTo>
                  <a:pt x="485775" y="1081088"/>
                </a:moveTo>
                <a:cubicBezTo>
                  <a:pt x="485775" y="1088978"/>
                  <a:pt x="479378" y="1095375"/>
                  <a:pt x="471488" y="1095375"/>
                </a:cubicBezTo>
                <a:cubicBezTo>
                  <a:pt x="463597" y="1095375"/>
                  <a:pt x="457200" y="1088978"/>
                  <a:pt x="457200" y="1081088"/>
                </a:cubicBezTo>
                <a:cubicBezTo>
                  <a:pt x="457200" y="1073197"/>
                  <a:pt x="463597" y="1066800"/>
                  <a:pt x="471488" y="1066800"/>
                </a:cubicBezTo>
                <a:cubicBezTo>
                  <a:pt x="479378" y="1066800"/>
                  <a:pt x="485775" y="1073197"/>
                  <a:pt x="485775" y="1081088"/>
                </a:cubicBezTo>
                <a:close/>
                <a:moveTo>
                  <a:pt x="485775" y="1233488"/>
                </a:moveTo>
                <a:cubicBezTo>
                  <a:pt x="485775" y="1241378"/>
                  <a:pt x="479378" y="1247775"/>
                  <a:pt x="471488" y="1247775"/>
                </a:cubicBezTo>
                <a:cubicBezTo>
                  <a:pt x="463597" y="1247775"/>
                  <a:pt x="457200" y="1241378"/>
                  <a:pt x="457200" y="1233488"/>
                </a:cubicBezTo>
                <a:cubicBezTo>
                  <a:pt x="457200" y="1225597"/>
                  <a:pt x="463597" y="1219200"/>
                  <a:pt x="471488" y="1219200"/>
                </a:cubicBezTo>
                <a:cubicBezTo>
                  <a:pt x="479378" y="1219200"/>
                  <a:pt x="485775" y="1225597"/>
                  <a:pt x="485775" y="1233488"/>
                </a:cubicBezTo>
                <a:close/>
                <a:moveTo>
                  <a:pt x="485775" y="1385888"/>
                </a:moveTo>
                <a:cubicBezTo>
                  <a:pt x="485775" y="1393778"/>
                  <a:pt x="479378" y="1400175"/>
                  <a:pt x="471488" y="1400175"/>
                </a:cubicBezTo>
                <a:cubicBezTo>
                  <a:pt x="463597" y="1400175"/>
                  <a:pt x="457200" y="1393778"/>
                  <a:pt x="457200" y="1385888"/>
                </a:cubicBezTo>
                <a:cubicBezTo>
                  <a:pt x="457200" y="1377997"/>
                  <a:pt x="463597" y="1371600"/>
                  <a:pt x="471488" y="1371600"/>
                </a:cubicBezTo>
                <a:cubicBezTo>
                  <a:pt x="479378" y="1371600"/>
                  <a:pt x="485775" y="1377997"/>
                  <a:pt x="485775" y="1385888"/>
                </a:cubicBezTo>
                <a:close/>
                <a:moveTo>
                  <a:pt x="485775" y="1538288"/>
                </a:moveTo>
                <a:cubicBezTo>
                  <a:pt x="485775" y="1546178"/>
                  <a:pt x="479378" y="1552575"/>
                  <a:pt x="471488" y="1552575"/>
                </a:cubicBezTo>
                <a:cubicBezTo>
                  <a:pt x="463597" y="1552575"/>
                  <a:pt x="457200" y="1546178"/>
                  <a:pt x="457200" y="1538288"/>
                </a:cubicBezTo>
                <a:cubicBezTo>
                  <a:pt x="457200" y="1530397"/>
                  <a:pt x="463597" y="1524000"/>
                  <a:pt x="471488" y="1524000"/>
                </a:cubicBezTo>
                <a:cubicBezTo>
                  <a:pt x="479378" y="1524000"/>
                  <a:pt x="485775" y="1530397"/>
                  <a:pt x="485775" y="1538288"/>
                </a:cubicBezTo>
                <a:close/>
                <a:moveTo>
                  <a:pt x="485775" y="1690688"/>
                </a:moveTo>
                <a:cubicBezTo>
                  <a:pt x="485775" y="1698578"/>
                  <a:pt x="479378" y="1704975"/>
                  <a:pt x="471488" y="1704975"/>
                </a:cubicBezTo>
                <a:cubicBezTo>
                  <a:pt x="463597" y="1704975"/>
                  <a:pt x="457200" y="1698578"/>
                  <a:pt x="457200" y="1690688"/>
                </a:cubicBezTo>
                <a:cubicBezTo>
                  <a:pt x="457200" y="1682797"/>
                  <a:pt x="463597" y="1676400"/>
                  <a:pt x="471488" y="1676400"/>
                </a:cubicBezTo>
                <a:cubicBezTo>
                  <a:pt x="479378" y="1676400"/>
                  <a:pt x="485775" y="1682797"/>
                  <a:pt x="485775" y="1690688"/>
                </a:cubicBezTo>
                <a:close/>
                <a:moveTo>
                  <a:pt x="485775" y="1843088"/>
                </a:moveTo>
                <a:cubicBezTo>
                  <a:pt x="485775" y="1850978"/>
                  <a:pt x="479378" y="1857375"/>
                  <a:pt x="471488" y="1857375"/>
                </a:cubicBezTo>
                <a:cubicBezTo>
                  <a:pt x="463597" y="1857375"/>
                  <a:pt x="457200" y="1850978"/>
                  <a:pt x="457200" y="1843088"/>
                </a:cubicBezTo>
                <a:cubicBezTo>
                  <a:pt x="457200" y="1835197"/>
                  <a:pt x="463597" y="1828800"/>
                  <a:pt x="471488" y="1828800"/>
                </a:cubicBezTo>
                <a:cubicBezTo>
                  <a:pt x="479378" y="1828800"/>
                  <a:pt x="485775" y="1835197"/>
                  <a:pt x="485775" y="1843088"/>
                </a:cubicBezTo>
                <a:close/>
                <a:moveTo>
                  <a:pt x="485775" y="1995488"/>
                </a:moveTo>
                <a:cubicBezTo>
                  <a:pt x="485775" y="2003378"/>
                  <a:pt x="479378" y="2009775"/>
                  <a:pt x="471488" y="2009775"/>
                </a:cubicBezTo>
                <a:cubicBezTo>
                  <a:pt x="463597" y="2009775"/>
                  <a:pt x="457200" y="2003378"/>
                  <a:pt x="457200" y="1995488"/>
                </a:cubicBezTo>
                <a:cubicBezTo>
                  <a:pt x="457200" y="1987597"/>
                  <a:pt x="463597" y="1981200"/>
                  <a:pt x="471488" y="1981200"/>
                </a:cubicBezTo>
                <a:cubicBezTo>
                  <a:pt x="479378" y="1981200"/>
                  <a:pt x="485775" y="1987597"/>
                  <a:pt x="485775" y="1995488"/>
                </a:cubicBezTo>
                <a:close/>
                <a:moveTo>
                  <a:pt x="485775" y="2147888"/>
                </a:moveTo>
                <a:cubicBezTo>
                  <a:pt x="485775" y="2155778"/>
                  <a:pt x="479378" y="2162175"/>
                  <a:pt x="471488" y="2162175"/>
                </a:cubicBezTo>
                <a:cubicBezTo>
                  <a:pt x="463597" y="2162175"/>
                  <a:pt x="457200" y="2155778"/>
                  <a:pt x="457200" y="2147888"/>
                </a:cubicBezTo>
                <a:cubicBezTo>
                  <a:pt x="457200" y="2139997"/>
                  <a:pt x="463597" y="2133600"/>
                  <a:pt x="471488" y="2133600"/>
                </a:cubicBezTo>
                <a:cubicBezTo>
                  <a:pt x="479378" y="2133600"/>
                  <a:pt x="485775" y="2139997"/>
                  <a:pt x="485775" y="2147888"/>
                </a:cubicBezTo>
                <a:close/>
                <a:moveTo>
                  <a:pt x="485775" y="2300288"/>
                </a:moveTo>
                <a:cubicBezTo>
                  <a:pt x="485775" y="2308178"/>
                  <a:pt x="479378" y="2314575"/>
                  <a:pt x="471488" y="2314575"/>
                </a:cubicBezTo>
                <a:cubicBezTo>
                  <a:pt x="463597" y="2314575"/>
                  <a:pt x="457200" y="2308178"/>
                  <a:pt x="457200" y="2300288"/>
                </a:cubicBezTo>
                <a:cubicBezTo>
                  <a:pt x="457200" y="2292397"/>
                  <a:pt x="463597" y="2286000"/>
                  <a:pt x="471488" y="2286000"/>
                </a:cubicBezTo>
                <a:cubicBezTo>
                  <a:pt x="479378" y="2286000"/>
                  <a:pt x="485775" y="2292397"/>
                  <a:pt x="485775" y="2300288"/>
                </a:cubicBezTo>
                <a:close/>
                <a:moveTo>
                  <a:pt x="485775" y="2452688"/>
                </a:moveTo>
                <a:cubicBezTo>
                  <a:pt x="485775" y="2460578"/>
                  <a:pt x="479378" y="2466975"/>
                  <a:pt x="471488" y="2466975"/>
                </a:cubicBezTo>
                <a:cubicBezTo>
                  <a:pt x="463597" y="2466975"/>
                  <a:pt x="457200" y="2460578"/>
                  <a:pt x="457200" y="2452688"/>
                </a:cubicBezTo>
                <a:cubicBezTo>
                  <a:pt x="457200" y="2444797"/>
                  <a:pt x="463597" y="2438400"/>
                  <a:pt x="471488" y="2438400"/>
                </a:cubicBezTo>
                <a:cubicBezTo>
                  <a:pt x="479378" y="2438400"/>
                  <a:pt x="485775" y="2444797"/>
                  <a:pt x="485775" y="2452688"/>
                </a:cubicBezTo>
                <a:close/>
                <a:moveTo>
                  <a:pt x="485775" y="2605088"/>
                </a:moveTo>
                <a:cubicBezTo>
                  <a:pt x="485775" y="2612978"/>
                  <a:pt x="479378" y="2619375"/>
                  <a:pt x="471488" y="2619375"/>
                </a:cubicBezTo>
                <a:cubicBezTo>
                  <a:pt x="463597" y="2619375"/>
                  <a:pt x="457200" y="2612978"/>
                  <a:pt x="457200" y="2605088"/>
                </a:cubicBezTo>
                <a:cubicBezTo>
                  <a:pt x="457200" y="2597197"/>
                  <a:pt x="463597" y="2590800"/>
                  <a:pt x="471488" y="2590800"/>
                </a:cubicBezTo>
                <a:cubicBezTo>
                  <a:pt x="479378" y="2590800"/>
                  <a:pt x="485775" y="2597197"/>
                  <a:pt x="485775" y="2605088"/>
                </a:cubicBezTo>
                <a:close/>
                <a:moveTo>
                  <a:pt x="485775" y="2757488"/>
                </a:moveTo>
                <a:cubicBezTo>
                  <a:pt x="485775" y="2765378"/>
                  <a:pt x="479378" y="2771775"/>
                  <a:pt x="471488" y="2771775"/>
                </a:cubicBezTo>
                <a:cubicBezTo>
                  <a:pt x="463597" y="2771775"/>
                  <a:pt x="457200" y="2765378"/>
                  <a:pt x="457200" y="2757488"/>
                </a:cubicBezTo>
                <a:cubicBezTo>
                  <a:pt x="457200" y="2749597"/>
                  <a:pt x="463597" y="2743200"/>
                  <a:pt x="471488" y="2743200"/>
                </a:cubicBezTo>
                <a:cubicBezTo>
                  <a:pt x="479378" y="2743200"/>
                  <a:pt x="485775" y="2749597"/>
                  <a:pt x="485775" y="2757488"/>
                </a:cubicBezTo>
                <a:close/>
                <a:moveTo>
                  <a:pt x="485775" y="2909888"/>
                </a:moveTo>
                <a:cubicBezTo>
                  <a:pt x="485775" y="2917778"/>
                  <a:pt x="479378" y="2924175"/>
                  <a:pt x="471488" y="2924175"/>
                </a:cubicBezTo>
                <a:cubicBezTo>
                  <a:pt x="463597" y="2924175"/>
                  <a:pt x="457200" y="2917778"/>
                  <a:pt x="457200" y="2909888"/>
                </a:cubicBezTo>
                <a:cubicBezTo>
                  <a:pt x="457200" y="2901997"/>
                  <a:pt x="463597" y="2895600"/>
                  <a:pt x="471488" y="2895600"/>
                </a:cubicBezTo>
                <a:cubicBezTo>
                  <a:pt x="479378" y="2895600"/>
                  <a:pt x="485775" y="2901997"/>
                  <a:pt x="485775" y="2909888"/>
                </a:cubicBezTo>
                <a:close/>
                <a:moveTo>
                  <a:pt x="485775" y="3062288"/>
                </a:moveTo>
                <a:cubicBezTo>
                  <a:pt x="485775" y="3070178"/>
                  <a:pt x="479378" y="3076575"/>
                  <a:pt x="471488" y="3076575"/>
                </a:cubicBezTo>
                <a:cubicBezTo>
                  <a:pt x="463597" y="3076575"/>
                  <a:pt x="457200" y="3070178"/>
                  <a:pt x="457200" y="3062288"/>
                </a:cubicBezTo>
                <a:cubicBezTo>
                  <a:pt x="457200" y="3054397"/>
                  <a:pt x="463597" y="3048000"/>
                  <a:pt x="471488" y="3048000"/>
                </a:cubicBezTo>
                <a:cubicBezTo>
                  <a:pt x="479378" y="3048000"/>
                  <a:pt x="485775" y="3054397"/>
                  <a:pt x="485775" y="3062288"/>
                </a:cubicBezTo>
                <a:close/>
                <a:moveTo>
                  <a:pt x="485775" y="3214688"/>
                </a:moveTo>
                <a:cubicBezTo>
                  <a:pt x="485775" y="3222578"/>
                  <a:pt x="479378" y="3228975"/>
                  <a:pt x="471488" y="3228975"/>
                </a:cubicBezTo>
                <a:cubicBezTo>
                  <a:pt x="463597" y="3228975"/>
                  <a:pt x="457200" y="3222578"/>
                  <a:pt x="457200" y="3214688"/>
                </a:cubicBezTo>
                <a:cubicBezTo>
                  <a:pt x="457200" y="3206797"/>
                  <a:pt x="463597" y="3200400"/>
                  <a:pt x="471488" y="3200400"/>
                </a:cubicBezTo>
                <a:cubicBezTo>
                  <a:pt x="479378" y="3200400"/>
                  <a:pt x="485775" y="3206797"/>
                  <a:pt x="485775" y="3214688"/>
                </a:cubicBezTo>
                <a:close/>
                <a:moveTo>
                  <a:pt x="485775" y="3367088"/>
                </a:moveTo>
                <a:cubicBezTo>
                  <a:pt x="485775" y="3374978"/>
                  <a:pt x="479378" y="3381375"/>
                  <a:pt x="471488" y="3381375"/>
                </a:cubicBezTo>
                <a:cubicBezTo>
                  <a:pt x="463597" y="3381375"/>
                  <a:pt x="457200" y="3374978"/>
                  <a:pt x="457200" y="3367088"/>
                </a:cubicBezTo>
                <a:cubicBezTo>
                  <a:pt x="457200" y="3359197"/>
                  <a:pt x="463597" y="3352800"/>
                  <a:pt x="471488" y="3352800"/>
                </a:cubicBezTo>
                <a:cubicBezTo>
                  <a:pt x="479378" y="3352800"/>
                  <a:pt x="485775" y="3359197"/>
                  <a:pt x="485775" y="3367088"/>
                </a:cubicBezTo>
                <a:close/>
                <a:moveTo>
                  <a:pt x="485775" y="3519488"/>
                </a:moveTo>
                <a:cubicBezTo>
                  <a:pt x="485775" y="3527378"/>
                  <a:pt x="479378" y="3533775"/>
                  <a:pt x="471488" y="3533775"/>
                </a:cubicBezTo>
                <a:cubicBezTo>
                  <a:pt x="463597" y="3533775"/>
                  <a:pt x="457200" y="3527378"/>
                  <a:pt x="457200" y="3519488"/>
                </a:cubicBezTo>
                <a:cubicBezTo>
                  <a:pt x="457200" y="3511597"/>
                  <a:pt x="463597" y="3505200"/>
                  <a:pt x="471488" y="3505200"/>
                </a:cubicBezTo>
                <a:cubicBezTo>
                  <a:pt x="479378" y="3505200"/>
                  <a:pt x="485775" y="3511597"/>
                  <a:pt x="485775" y="3519488"/>
                </a:cubicBezTo>
                <a:close/>
                <a:moveTo>
                  <a:pt x="485775" y="3671888"/>
                </a:moveTo>
                <a:cubicBezTo>
                  <a:pt x="485775" y="3679778"/>
                  <a:pt x="479378" y="3686175"/>
                  <a:pt x="471488" y="3686175"/>
                </a:cubicBezTo>
                <a:cubicBezTo>
                  <a:pt x="463597" y="3686175"/>
                  <a:pt x="457200" y="3679778"/>
                  <a:pt x="457200" y="3671888"/>
                </a:cubicBezTo>
                <a:cubicBezTo>
                  <a:pt x="457200" y="3663997"/>
                  <a:pt x="463597" y="3657600"/>
                  <a:pt x="471488" y="3657600"/>
                </a:cubicBezTo>
                <a:cubicBezTo>
                  <a:pt x="479378" y="3657600"/>
                  <a:pt x="485775" y="3663997"/>
                  <a:pt x="485775" y="3671888"/>
                </a:cubicBezTo>
                <a:close/>
                <a:moveTo>
                  <a:pt x="485775" y="3824288"/>
                </a:moveTo>
                <a:cubicBezTo>
                  <a:pt x="485775" y="3832178"/>
                  <a:pt x="479378" y="3838575"/>
                  <a:pt x="471488" y="3838575"/>
                </a:cubicBezTo>
                <a:cubicBezTo>
                  <a:pt x="463597" y="3838575"/>
                  <a:pt x="457200" y="3832178"/>
                  <a:pt x="457200" y="3824288"/>
                </a:cubicBezTo>
                <a:cubicBezTo>
                  <a:pt x="457200" y="3816397"/>
                  <a:pt x="463597" y="3810000"/>
                  <a:pt x="471488" y="3810000"/>
                </a:cubicBezTo>
                <a:cubicBezTo>
                  <a:pt x="479378" y="3810000"/>
                  <a:pt x="485775" y="3816397"/>
                  <a:pt x="485775" y="3824288"/>
                </a:cubicBezTo>
                <a:close/>
                <a:moveTo>
                  <a:pt x="485775" y="3976688"/>
                </a:moveTo>
                <a:cubicBezTo>
                  <a:pt x="485775" y="3984578"/>
                  <a:pt x="479378" y="3990975"/>
                  <a:pt x="471488" y="3990975"/>
                </a:cubicBezTo>
                <a:cubicBezTo>
                  <a:pt x="463597" y="3990975"/>
                  <a:pt x="457200" y="3984578"/>
                  <a:pt x="457200" y="3976688"/>
                </a:cubicBezTo>
                <a:cubicBezTo>
                  <a:pt x="457200" y="3968797"/>
                  <a:pt x="463597" y="3962400"/>
                  <a:pt x="471488" y="3962400"/>
                </a:cubicBezTo>
                <a:cubicBezTo>
                  <a:pt x="479378" y="3962400"/>
                  <a:pt x="485775" y="3968797"/>
                  <a:pt x="485775" y="3976688"/>
                </a:cubicBezTo>
                <a:close/>
                <a:moveTo>
                  <a:pt x="485775" y="4129088"/>
                </a:moveTo>
                <a:cubicBezTo>
                  <a:pt x="485775" y="4136978"/>
                  <a:pt x="479378" y="4143375"/>
                  <a:pt x="471488" y="4143375"/>
                </a:cubicBezTo>
                <a:cubicBezTo>
                  <a:pt x="463597" y="4143375"/>
                  <a:pt x="457200" y="4136978"/>
                  <a:pt x="457200" y="4129088"/>
                </a:cubicBezTo>
                <a:cubicBezTo>
                  <a:pt x="457200" y="4121197"/>
                  <a:pt x="463597" y="4114800"/>
                  <a:pt x="471488" y="4114800"/>
                </a:cubicBezTo>
                <a:cubicBezTo>
                  <a:pt x="479378" y="4114800"/>
                  <a:pt x="485775" y="4121197"/>
                  <a:pt x="485775" y="4129088"/>
                </a:cubicBezTo>
                <a:close/>
                <a:moveTo>
                  <a:pt x="485775" y="4281488"/>
                </a:moveTo>
                <a:cubicBezTo>
                  <a:pt x="485775" y="4289378"/>
                  <a:pt x="479378" y="4295775"/>
                  <a:pt x="471488" y="4295775"/>
                </a:cubicBezTo>
                <a:cubicBezTo>
                  <a:pt x="463597" y="4295775"/>
                  <a:pt x="457200" y="4289378"/>
                  <a:pt x="457200" y="4281488"/>
                </a:cubicBezTo>
                <a:cubicBezTo>
                  <a:pt x="457200" y="4273597"/>
                  <a:pt x="463597" y="4267200"/>
                  <a:pt x="471488" y="4267200"/>
                </a:cubicBezTo>
                <a:cubicBezTo>
                  <a:pt x="479378" y="4267200"/>
                  <a:pt x="485775" y="4273597"/>
                  <a:pt x="485775" y="4281488"/>
                </a:cubicBezTo>
                <a:close/>
                <a:moveTo>
                  <a:pt x="485775" y="4433888"/>
                </a:moveTo>
                <a:cubicBezTo>
                  <a:pt x="485775" y="4441778"/>
                  <a:pt x="479378" y="4448175"/>
                  <a:pt x="471488" y="4448175"/>
                </a:cubicBezTo>
                <a:cubicBezTo>
                  <a:pt x="463597" y="4448175"/>
                  <a:pt x="457200" y="4441778"/>
                  <a:pt x="457200" y="4433888"/>
                </a:cubicBezTo>
                <a:cubicBezTo>
                  <a:pt x="457200" y="4425997"/>
                  <a:pt x="463597" y="4419600"/>
                  <a:pt x="471488" y="4419600"/>
                </a:cubicBezTo>
                <a:cubicBezTo>
                  <a:pt x="479378" y="4419600"/>
                  <a:pt x="485775" y="4425997"/>
                  <a:pt x="485775" y="4433888"/>
                </a:cubicBezTo>
                <a:close/>
                <a:moveTo>
                  <a:pt x="485775" y="4586288"/>
                </a:moveTo>
                <a:cubicBezTo>
                  <a:pt x="485775" y="4594178"/>
                  <a:pt x="479378" y="4600575"/>
                  <a:pt x="471488" y="4600575"/>
                </a:cubicBezTo>
                <a:cubicBezTo>
                  <a:pt x="463597" y="4600575"/>
                  <a:pt x="457200" y="4594178"/>
                  <a:pt x="457200" y="4586288"/>
                </a:cubicBezTo>
                <a:cubicBezTo>
                  <a:pt x="457200" y="4578397"/>
                  <a:pt x="463597" y="4572000"/>
                  <a:pt x="471488" y="4572000"/>
                </a:cubicBezTo>
                <a:cubicBezTo>
                  <a:pt x="479378" y="4572000"/>
                  <a:pt x="485775" y="4578397"/>
                  <a:pt x="485775" y="4586288"/>
                </a:cubicBezTo>
                <a:close/>
                <a:moveTo>
                  <a:pt x="485775" y="4738688"/>
                </a:moveTo>
                <a:cubicBezTo>
                  <a:pt x="485775" y="4746578"/>
                  <a:pt x="479378" y="4752975"/>
                  <a:pt x="471488" y="4752975"/>
                </a:cubicBezTo>
                <a:cubicBezTo>
                  <a:pt x="463597" y="4752975"/>
                  <a:pt x="457200" y="4746578"/>
                  <a:pt x="457200" y="4738688"/>
                </a:cubicBezTo>
                <a:cubicBezTo>
                  <a:pt x="457200" y="4730797"/>
                  <a:pt x="463597" y="4724400"/>
                  <a:pt x="471488" y="4724400"/>
                </a:cubicBezTo>
                <a:cubicBezTo>
                  <a:pt x="479378" y="4724400"/>
                  <a:pt x="485775" y="4730797"/>
                  <a:pt x="485775" y="4738688"/>
                </a:cubicBezTo>
                <a:close/>
                <a:moveTo>
                  <a:pt x="638175" y="14288"/>
                </a:moveTo>
                <a:cubicBezTo>
                  <a:pt x="638175" y="22178"/>
                  <a:pt x="631778" y="28575"/>
                  <a:pt x="623888" y="28575"/>
                </a:cubicBezTo>
                <a:cubicBezTo>
                  <a:pt x="615997" y="28575"/>
                  <a:pt x="609600" y="22178"/>
                  <a:pt x="609600" y="14288"/>
                </a:cubicBezTo>
                <a:cubicBezTo>
                  <a:pt x="609600" y="6397"/>
                  <a:pt x="615997" y="0"/>
                  <a:pt x="623888" y="0"/>
                </a:cubicBezTo>
                <a:cubicBezTo>
                  <a:pt x="631778" y="0"/>
                  <a:pt x="638175" y="6397"/>
                  <a:pt x="638175" y="14288"/>
                </a:cubicBezTo>
                <a:close/>
                <a:moveTo>
                  <a:pt x="638175" y="166688"/>
                </a:moveTo>
                <a:cubicBezTo>
                  <a:pt x="638175" y="174578"/>
                  <a:pt x="631778" y="180975"/>
                  <a:pt x="623888" y="180975"/>
                </a:cubicBezTo>
                <a:cubicBezTo>
                  <a:pt x="615997" y="180975"/>
                  <a:pt x="609600" y="174578"/>
                  <a:pt x="609600" y="166688"/>
                </a:cubicBezTo>
                <a:cubicBezTo>
                  <a:pt x="609600" y="158797"/>
                  <a:pt x="615997" y="152400"/>
                  <a:pt x="623888" y="152400"/>
                </a:cubicBezTo>
                <a:cubicBezTo>
                  <a:pt x="631778" y="152400"/>
                  <a:pt x="638175" y="158797"/>
                  <a:pt x="638175" y="166688"/>
                </a:cubicBezTo>
                <a:close/>
                <a:moveTo>
                  <a:pt x="638175" y="319088"/>
                </a:moveTo>
                <a:cubicBezTo>
                  <a:pt x="638175" y="326978"/>
                  <a:pt x="631778" y="333375"/>
                  <a:pt x="623888" y="333375"/>
                </a:cubicBezTo>
                <a:cubicBezTo>
                  <a:pt x="615997" y="333375"/>
                  <a:pt x="609600" y="326978"/>
                  <a:pt x="609600" y="319088"/>
                </a:cubicBezTo>
                <a:cubicBezTo>
                  <a:pt x="609600" y="311197"/>
                  <a:pt x="615997" y="304800"/>
                  <a:pt x="623888" y="304800"/>
                </a:cubicBezTo>
                <a:cubicBezTo>
                  <a:pt x="631778" y="304800"/>
                  <a:pt x="638175" y="311197"/>
                  <a:pt x="638175" y="319088"/>
                </a:cubicBezTo>
                <a:close/>
                <a:moveTo>
                  <a:pt x="638175" y="471488"/>
                </a:moveTo>
                <a:cubicBezTo>
                  <a:pt x="638175" y="479378"/>
                  <a:pt x="631778" y="485775"/>
                  <a:pt x="623888" y="485775"/>
                </a:cubicBezTo>
                <a:cubicBezTo>
                  <a:pt x="615997" y="485775"/>
                  <a:pt x="609600" y="479378"/>
                  <a:pt x="609600" y="471488"/>
                </a:cubicBezTo>
                <a:cubicBezTo>
                  <a:pt x="609600" y="463597"/>
                  <a:pt x="615997" y="457200"/>
                  <a:pt x="623888" y="457200"/>
                </a:cubicBezTo>
                <a:cubicBezTo>
                  <a:pt x="631778" y="457200"/>
                  <a:pt x="638175" y="463597"/>
                  <a:pt x="638175" y="471488"/>
                </a:cubicBezTo>
                <a:close/>
                <a:moveTo>
                  <a:pt x="638175" y="623888"/>
                </a:moveTo>
                <a:cubicBezTo>
                  <a:pt x="638175" y="631778"/>
                  <a:pt x="631778" y="638175"/>
                  <a:pt x="623888" y="638175"/>
                </a:cubicBezTo>
                <a:cubicBezTo>
                  <a:pt x="615997" y="638175"/>
                  <a:pt x="609600" y="631778"/>
                  <a:pt x="609600" y="623888"/>
                </a:cubicBezTo>
                <a:cubicBezTo>
                  <a:pt x="609600" y="615997"/>
                  <a:pt x="615997" y="609600"/>
                  <a:pt x="623888" y="609600"/>
                </a:cubicBezTo>
                <a:cubicBezTo>
                  <a:pt x="631778" y="609600"/>
                  <a:pt x="638175" y="615997"/>
                  <a:pt x="638175" y="623888"/>
                </a:cubicBezTo>
                <a:close/>
                <a:moveTo>
                  <a:pt x="638175" y="776288"/>
                </a:moveTo>
                <a:cubicBezTo>
                  <a:pt x="638175" y="784178"/>
                  <a:pt x="631778" y="790575"/>
                  <a:pt x="623888" y="790575"/>
                </a:cubicBezTo>
                <a:cubicBezTo>
                  <a:pt x="615997" y="790575"/>
                  <a:pt x="609600" y="784178"/>
                  <a:pt x="609600" y="776288"/>
                </a:cubicBezTo>
                <a:cubicBezTo>
                  <a:pt x="609600" y="768397"/>
                  <a:pt x="615997" y="762000"/>
                  <a:pt x="623888" y="762000"/>
                </a:cubicBezTo>
                <a:cubicBezTo>
                  <a:pt x="631778" y="762000"/>
                  <a:pt x="638175" y="768397"/>
                  <a:pt x="638175" y="776288"/>
                </a:cubicBezTo>
                <a:close/>
                <a:moveTo>
                  <a:pt x="638175" y="928688"/>
                </a:moveTo>
                <a:cubicBezTo>
                  <a:pt x="638175" y="936578"/>
                  <a:pt x="631778" y="942975"/>
                  <a:pt x="623888" y="942975"/>
                </a:cubicBezTo>
                <a:cubicBezTo>
                  <a:pt x="615997" y="942975"/>
                  <a:pt x="609600" y="936578"/>
                  <a:pt x="609600" y="928688"/>
                </a:cubicBezTo>
                <a:cubicBezTo>
                  <a:pt x="609600" y="920797"/>
                  <a:pt x="615997" y="914400"/>
                  <a:pt x="623888" y="914400"/>
                </a:cubicBezTo>
                <a:cubicBezTo>
                  <a:pt x="631778" y="914400"/>
                  <a:pt x="638175" y="920797"/>
                  <a:pt x="638175" y="928688"/>
                </a:cubicBezTo>
                <a:close/>
                <a:moveTo>
                  <a:pt x="638175" y="1081088"/>
                </a:moveTo>
                <a:cubicBezTo>
                  <a:pt x="638175" y="1088978"/>
                  <a:pt x="631778" y="1095375"/>
                  <a:pt x="623888" y="1095375"/>
                </a:cubicBezTo>
                <a:cubicBezTo>
                  <a:pt x="615997" y="1095375"/>
                  <a:pt x="609600" y="1088978"/>
                  <a:pt x="609600" y="1081088"/>
                </a:cubicBezTo>
                <a:cubicBezTo>
                  <a:pt x="609600" y="1073197"/>
                  <a:pt x="615997" y="1066800"/>
                  <a:pt x="623888" y="1066800"/>
                </a:cubicBezTo>
                <a:cubicBezTo>
                  <a:pt x="631778" y="1066800"/>
                  <a:pt x="638175" y="1073197"/>
                  <a:pt x="638175" y="1081088"/>
                </a:cubicBezTo>
                <a:close/>
                <a:moveTo>
                  <a:pt x="638175" y="1233488"/>
                </a:moveTo>
                <a:cubicBezTo>
                  <a:pt x="638175" y="1241378"/>
                  <a:pt x="631778" y="1247775"/>
                  <a:pt x="623888" y="1247775"/>
                </a:cubicBezTo>
                <a:cubicBezTo>
                  <a:pt x="615997" y="1247775"/>
                  <a:pt x="609600" y="1241378"/>
                  <a:pt x="609600" y="1233488"/>
                </a:cubicBezTo>
                <a:cubicBezTo>
                  <a:pt x="609600" y="1225597"/>
                  <a:pt x="615997" y="1219200"/>
                  <a:pt x="623888" y="1219200"/>
                </a:cubicBezTo>
                <a:cubicBezTo>
                  <a:pt x="631778" y="1219200"/>
                  <a:pt x="638175" y="1225597"/>
                  <a:pt x="638175" y="1233488"/>
                </a:cubicBezTo>
                <a:close/>
                <a:moveTo>
                  <a:pt x="638175" y="1385888"/>
                </a:moveTo>
                <a:cubicBezTo>
                  <a:pt x="638175" y="1393778"/>
                  <a:pt x="631778" y="1400175"/>
                  <a:pt x="623888" y="1400175"/>
                </a:cubicBezTo>
                <a:cubicBezTo>
                  <a:pt x="615997" y="1400175"/>
                  <a:pt x="609600" y="1393778"/>
                  <a:pt x="609600" y="1385888"/>
                </a:cubicBezTo>
                <a:cubicBezTo>
                  <a:pt x="609600" y="1377997"/>
                  <a:pt x="615997" y="1371600"/>
                  <a:pt x="623888" y="1371600"/>
                </a:cubicBezTo>
                <a:cubicBezTo>
                  <a:pt x="631778" y="1371600"/>
                  <a:pt x="638175" y="1377997"/>
                  <a:pt x="638175" y="1385888"/>
                </a:cubicBezTo>
                <a:close/>
                <a:moveTo>
                  <a:pt x="638175" y="1538288"/>
                </a:moveTo>
                <a:cubicBezTo>
                  <a:pt x="638175" y="1546178"/>
                  <a:pt x="631778" y="1552575"/>
                  <a:pt x="623888" y="1552575"/>
                </a:cubicBezTo>
                <a:cubicBezTo>
                  <a:pt x="615997" y="1552575"/>
                  <a:pt x="609600" y="1546178"/>
                  <a:pt x="609600" y="1538288"/>
                </a:cubicBezTo>
                <a:cubicBezTo>
                  <a:pt x="609600" y="1530397"/>
                  <a:pt x="615997" y="1524000"/>
                  <a:pt x="623888" y="1524000"/>
                </a:cubicBezTo>
                <a:cubicBezTo>
                  <a:pt x="631778" y="1524000"/>
                  <a:pt x="638175" y="1530397"/>
                  <a:pt x="638175" y="1538288"/>
                </a:cubicBezTo>
                <a:close/>
                <a:moveTo>
                  <a:pt x="638175" y="1690688"/>
                </a:moveTo>
                <a:cubicBezTo>
                  <a:pt x="638175" y="1698578"/>
                  <a:pt x="631778" y="1704975"/>
                  <a:pt x="623888" y="1704975"/>
                </a:cubicBezTo>
                <a:cubicBezTo>
                  <a:pt x="615997" y="1704975"/>
                  <a:pt x="609600" y="1698578"/>
                  <a:pt x="609600" y="1690688"/>
                </a:cubicBezTo>
                <a:cubicBezTo>
                  <a:pt x="609600" y="1682797"/>
                  <a:pt x="615997" y="1676400"/>
                  <a:pt x="623888" y="1676400"/>
                </a:cubicBezTo>
                <a:cubicBezTo>
                  <a:pt x="631778" y="1676400"/>
                  <a:pt x="638175" y="1682797"/>
                  <a:pt x="638175" y="1690688"/>
                </a:cubicBezTo>
                <a:close/>
                <a:moveTo>
                  <a:pt x="638175" y="1843088"/>
                </a:moveTo>
                <a:cubicBezTo>
                  <a:pt x="638175" y="1850978"/>
                  <a:pt x="631778" y="1857375"/>
                  <a:pt x="623888" y="1857375"/>
                </a:cubicBezTo>
                <a:cubicBezTo>
                  <a:pt x="615997" y="1857375"/>
                  <a:pt x="609600" y="1850978"/>
                  <a:pt x="609600" y="1843088"/>
                </a:cubicBezTo>
                <a:cubicBezTo>
                  <a:pt x="609600" y="1835197"/>
                  <a:pt x="615997" y="1828800"/>
                  <a:pt x="623888" y="1828800"/>
                </a:cubicBezTo>
                <a:cubicBezTo>
                  <a:pt x="631778" y="1828800"/>
                  <a:pt x="638175" y="1835197"/>
                  <a:pt x="638175" y="1843088"/>
                </a:cubicBezTo>
                <a:close/>
                <a:moveTo>
                  <a:pt x="638175" y="1995488"/>
                </a:moveTo>
                <a:cubicBezTo>
                  <a:pt x="638175" y="2003378"/>
                  <a:pt x="631778" y="2009775"/>
                  <a:pt x="623888" y="2009775"/>
                </a:cubicBezTo>
                <a:cubicBezTo>
                  <a:pt x="615997" y="2009775"/>
                  <a:pt x="609600" y="2003378"/>
                  <a:pt x="609600" y="1995488"/>
                </a:cubicBezTo>
                <a:cubicBezTo>
                  <a:pt x="609600" y="1987597"/>
                  <a:pt x="615997" y="1981200"/>
                  <a:pt x="623888" y="1981200"/>
                </a:cubicBezTo>
                <a:cubicBezTo>
                  <a:pt x="631778" y="1981200"/>
                  <a:pt x="638175" y="1987597"/>
                  <a:pt x="638175" y="1995488"/>
                </a:cubicBezTo>
                <a:close/>
                <a:moveTo>
                  <a:pt x="638175" y="2147888"/>
                </a:moveTo>
                <a:cubicBezTo>
                  <a:pt x="638175" y="2155778"/>
                  <a:pt x="631778" y="2162175"/>
                  <a:pt x="623888" y="2162175"/>
                </a:cubicBezTo>
                <a:cubicBezTo>
                  <a:pt x="615997" y="2162175"/>
                  <a:pt x="609600" y="2155778"/>
                  <a:pt x="609600" y="2147888"/>
                </a:cubicBezTo>
                <a:cubicBezTo>
                  <a:pt x="609600" y="2139997"/>
                  <a:pt x="615997" y="2133600"/>
                  <a:pt x="623888" y="2133600"/>
                </a:cubicBezTo>
                <a:cubicBezTo>
                  <a:pt x="631778" y="2133600"/>
                  <a:pt x="638175" y="2139997"/>
                  <a:pt x="638175" y="2147888"/>
                </a:cubicBezTo>
                <a:close/>
                <a:moveTo>
                  <a:pt x="638175" y="2300288"/>
                </a:moveTo>
                <a:cubicBezTo>
                  <a:pt x="638175" y="2308178"/>
                  <a:pt x="631778" y="2314575"/>
                  <a:pt x="623888" y="2314575"/>
                </a:cubicBezTo>
                <a:cubicBezTo>
                  <a:pt x="615997" y="2314575"/>
                  <a:pt x="609600" y="2308178"/>
                  <a:pt x="609600" y="2300288"/>
                </a:cubicBezTo>
                <a:cubicBezTo>
                  <a:pt x="609600" y="2292397"/>
                  <a:pt x="615997" y="2286000"/>
                  <a:pt x="623888" y="2286000"/>
                </a:cubicBezTo>
                <a:cubicBezTo>
                  <a:pt x="631778" y="2286000"/>
                  <a:pt x="638175" y="2292397"/>
                  <a:pt x="638175" y="2300288"/>
                </a:cubicBezTo>
                <a:close/>
                <a:moveTo>
                  <a:pt x="638175" y="2452688"/>
                </a:moveTo>
                <a:cubicBezTo>
                  <a:pt x="638175" y="2460578"/>
                  <a:pt x="631778" y="2466975"/>
                  <a:pt x="623888" y="2466975"/>
                </a:cubicBezTo>
                <a:cubicBezTo>
                  <a:pt x="615997" y="2466975"/>
                  <a:pt x="609600" y="2460578"/>
                  <a:pt x="609600" y="2452688"/>
                </a:cubicBezTo>
                <a:cubicBezTo>
                  <a:pt x="609600" y="2444797"/>
                  <a:pt x="615997" y="2438400"/>
                  <a:pt x="623888" y="2438400"/>
                </a:cubicBezTo>
                <a:cubicBezTo>
                  <a:pt x="631778" y="2438400"/>
                  <a:pt x="638175" y="2444797"/>
                  <a:pt x="638175" y="2452688"/>
                </a:cubicBezTo>
                <a:close/>
                <a:moveTo>
                  <a:pt x="638175" y="2605088"/>
                </a:moveTo>
                <a:cubicBezTo>
                  <a:pt x="638175" y="2612978"/>
                  <a:pt x="631778" y="2619375"/>
                  <a:pt x="623888" y="2619375"/>
                </a:cubicBezTo>
                <a:cubicBezTo>
                  <a:pt x="615997" y="2619375"/>
                  <a:pt x="609600" y="2612978"/>
                  <a:pt x="609600" y="2605088"/>
                </a:cubicBezTo>
                <a:cubicBezTo>
                  <a:pt x="609600" y="2597197"/>
                  <a:pt x="615997" y="2590800"/>
                  <a:pt x="623888" y="2590800"/>
                </a:cubicBezTo>
                <a:cubicBezTo>
                  <a:pt x="631778" y="2590800"/>
                  <a:pt x="638175" y="2597197"/>
                  <a:pt x="638175" y="2605088"/>
                </a:cubicBezTo>
                <a:close/>
                <a:moveTo>
                  <a:pt x="638175" y="2757488"/>
                </a:moveTo>
                <a:cubicBezTo>
                  <a:pt x="638175" y="2765378"/>
                  <a:pt x="631778" y="2771775"/>
                  <a:pt x="623888" y="2771775"/>
                </a:cubicBezTo>
                <a:cubicBezTo>
                  <a:pt x="615997" y="2771775"/>
                  <a:pt x="609600" y="2765378"/>
                  <a:pt x="609600" y="2757488"/>
                </a:cubicBezTo>
                <a:cubicBezTo>
                  <a:pt x="609600" y="2749597"/>
                  <a:pt x="615997" y="2743200"/>
                  <a:pt x="623888" y="2743200"/>
                </a:cubicBezTo>
                <a:cubicBezTo>
                  <a:pt x="631778" y="2743200"/>
                  <a:pt x="638175" y="2749597"/>
                  <a:pt x="638175" y="2757488"/>
                </a:cubicBezTo>
                <a:close/>
                <a:moveTo>
                  <a:pt x="638175" y="2909888"/>
                </a:moveTo>
                <a:cubicBezTo>
                  <a:pt x="638175" y="2917778"/>
                  <a:pt x="631778" y="2924175"/>
                  <a:pt x="623888" y="2924175"/>
                </a:cubicBezTo>
                <a:cubicBezTo>
                  <a:pt x="615997" y="2924175"/>
                  <a:pt x="609600" y="2917778"/>
                  <a:pt x="609600" y="2909888"/>
                </a:cubicBezTo>
                <a:cubicBezTo>
                  <a:pt x="609600" y="2901997"/>
                  <a:pt x="615997" y="2895600"/>
                  <a:pt x="623888" y="2895600"/>
                </a:cubicBezTo>
                <a:cubicBezTo>
                  <a:pt x="631778" y="2895600"/>
                  <a:pt x="638175" y="2901997"/>
                  <a:pt x="638175" y="2909888"/>
                </a:cubicBezTo>
                <a:close/>
                <a:moveTo>
                  <a:pt x="638175" y="3062288"/>
                </a:moveTo>
                <a:cubicBezTo>
                  <a:pt x="638175" y="3070178"/>
                  <a:pt x="631778" y="3076575"/>
                  <a:pt x="623888" y="3076575"/>
                </a:cubicBezTo>
                <a:cubicBezTo>
                  <a:pt x="615997" y="3076575"/>
                  <a:pt x="609600" y="3070178"/>
                  <a:pt x="609600" y="3062288"/>
                </a:cubicBezTo>
                <a:cubicBezTo>
                  <a:pt x="609600" y="3054397"/>
                  <a:pt x="615997" y="3048000"/>
                  <a:pt x="623888" y="3048000"/>
                </a:cubicBezTo>
                <a:cubicBezTo>
                  <a:pt x="631778" y="3048000"/>
                  <a:pt x="638175" y="3054397"/>
                  <a:pt x="638175" y="3062288"/>
                </a:cubicBezTo>
                <a:close/>
                <a:moveTo>
                  <a:pt x="638175" y="3214688"/>
                </a:moveTo>
                <a:cubicBezTo>
                  <a:pt x="638175" y="3222578"/>
                  <a:pt x="631778" y="3228975"/>
                  <a:pt x="623888" y="3228975"/>
                </a:cubicBezTo>
                <a:cubicBezTo>
                  <a:pt x="615997" y="3228975"/>
                  <a:pt x="609600" y="3222578"/>
                  <a:pt x="609600" y="3214688"/>
                </a:cubicBezTo>
                <a:cubicBezTo>
                  <a:pt x="609600" y="3206797"/>
                  <a:pt x="615997" y="3200400"/>
                  <a:pt x="623888" y="3200400"/>
                </a:cubicBezTo>
                <a:cubicBezTo>
                  <a:pt x="631778" y="3200400"/>
                  <a:pt x="638175" y="3206797"/>
                  <a:pt x="638175" y="3214688"/>
                </a:cubicBezTo>
                <a:close/>
                <a:moveTo>
                  <a:pt x="638175" y="3367088"/>
                </a:moveTo>
                <a:cubicBezTo>
                  <a:pt x="638175" y="3374978"/>
                  <a:pt x="631778" y="3381375"/>
                  <a:pt x="623888" y="3381375"/>
                </a:cubicBezTo>
                <a:cubicBezTo>
                  <a:pt x="615997" y="3381375"/>
                  <a:pt x="609600" y="3374978"/>
                  <a:pt x="609600" y="3367088"/>
                </a:cubicBezTo>
                <a:cubicBezTo>
                  <a:pt x="609600" y="3359197"/>
                  <a:pt x="615997" y="3352800"/>
                  <a:pt x="623888" y="3352800"/>
                </a:cubicBezTo>
                <a:cubicBezTo>
                  <a:pt x="631778" y="3352800"/>
                  <a:pt x="638175" y="3359197"/>
                  <a:pt x="638175" y="3367088"/>
                </a:cubicBezTo>
                <a:close/>
                <a:moveTo>
                  <a:pt x="638175" y="3519488"/>
                </a:moveTo>
                <a:cubicBezTo>
                  <a:pt x="638175" y="3527378"/>
                  <a:pt x="631778" y="3533775"/>
                  <a:pt x="623888" y="3533775"/>
                </a:cubicBezTo>
                <a:cubicBezTo>
                  <a:pt x="615997" y="3533775"/>
                  <a:pt x="609600" y="3527378"/>
                  <a:pt x="609600" y="3519488"/>
                </a:cubicBezTo>
                <a:cubicBezTo>
                  <a:pt x="609600" y="3511597"/>
                  <a:pt x="615997" y="3505200"/>
                  <a:pt x="623888" y="3505200"/>
                </a:cubicBezTo>
                <a:cubicBezTo>
                  <a:pt x="631778" y="3505200"/>
                  <a:pt x="638175" y="3511597"/>
                  <a:pt x="638175" y="3519488"/>
                </a:cubicBezTo>
                <a:close/>
                <a:moveTo>
                  <a:pt x="638175" y="3671888"/>
                </a:moveTo>
                <a:cubicBezTo>
                  <a:pt x="638175" y="3679778"/>
                  <a:pt x="631778" y="3686175"/>
                  <a:pt x="623888" y="3686175"/>
                </a:cubicBezTo>
                <a:cubicBezTo>
                  <a:pt x="615997" y="3686175"/>
                  <a:pt x="609600" y="3679778"/>
                  <a:pt x="609600" y="3671888"/>
                </a:cubicBezTo>
                <a:cubicBezTo>
                  <a:pt x="609600" y="3663997"/>
                  <a:pt x="615997" y="3657600"/>
                  <a:pt x="623888" y="3657600"/>
                </a:cubicBezTo>
                <a:cubicBezTo>
                  <a:pt x="631778" y="3657600"/>
                  <a:pt x="638175" y="3663997"/>
                  <a:pt x="638175" y="3671888"/>
                </a:cubicBezTo>
                <a:close/>
                <a:moveTo>
                  <a:pt x="638175" y="3824288"/>
                </a:moveTo>
                <a:cubicBezTo>
                  <a:pt x="638175" y="3832178"/>
                  <a:pt x="631778" y="3838575"/>
                  <a:pt x="623888" y="3838575"/>
                </a:cubicBezTo>
                <a:cubicBezTo>
                  <a:pt x="615997" y="3838575"/>
                  <a:pt x="609600" y="3832178"/>
                  <a:pt x="609600" y="3824288"/>
                </a:cubicBezTo>
                <a:cubicBezTo>
                  <a:pt x="609600" y="3816397"/>
                  <a:pt x="615997" y="3810000"/>
                  <a:pt x="623888" y="3810000"/>
                </a:cubicBezTo>
                <a:cubicBezTo>
                  <a:pt x="631778" y="3810000"/>
                  <a:pt x="638175" y="3816397"/>
                  <a:pt x="638175" y="3824288"/>
                </a:cubicBezTo>
                <a:close/>
                <a:moveTo>
                  <a:pt x="638175" y="3976688"/>
                </a:moveTo>
                <a:cubicBezTo>
                  <a:pt x="638175" y="3984578"/>
                  <a:pt x="631778" y="3990975"/>
                  <a:pt x="623888" y="3990975"/>
                </a:cubicBezTo>
                <a:cubicBezTo>
                  <a:pt x="615997" y="3990975"/>
                  <a:pt x="609600" y="3984578"/>
                  <a:pt x="609600" y="3976688"/>
                </a:cubicBezTo>
                <a:cubicBezTo>
                  <a:pt x="609600" y="3968797"/>
                  <a:pt x="615997" y="3962400"/>
                  <a:pt x="623888" y="3962400"/>
                </a:cubicBezTo>
                <a:cubicBezTo>
                  <a:pt x="631778" y="3962400"/>
                  <a:pt x="638175" y="3968797"/>
                  <a:pt x="638175" y="3976688"/>
                </a:cubicBezTo>
                <a:close/>
                <a:moveTo>
                  <a:pt x="638175" y="4129088"/>
                </a:moveTo>
                <a:cubicBezTo>
                  <a:pt x="638175" y="4136978"/>
                  <a:pt x="631778" y="4143375"/>
                  <a:pt x="623888" y="4143375"/>
                </a:cubicBezTo>
                <a:cubicBezTo>
                  <a:pt x="615997" y="4143375"/>
                  <a:pt x="609600" y="4136978"/>
                  <a:pt x="609600" y="4129088"/>
                </a:cubicBezTo>
                <a:cubicBezTo>
                  <a:pt x="609600" y="4121197"/>
                  <a:pt x="615997" y="4114800"/>
                  <a:pt x="623888" y="4114800"/>
                </a:cubicBezTo>
                <a:cubicBezTo>
                  <a:pt x="631778" y="4114800"/>
                  <a:pt x="638175" y="4121197"/>
                  <a:pt x="638175" y="4129088"/>
                </a:cubicBezTo>
                <a:close/>
                <a:moveTo>
                  <a:pt x="638175" y="4281488"/>
                </a:moveTo>
                <a:cubicBezTo>
                  <a:pt x="638175" y="4289378"/>
                  <a:pt x="631778" y="4295775"/>
                  <a:pt x="623888" y="4295775"/>
                </a:cubicBezTo>
                <a:cubicBezTo>
                  <a:pt x="615997" y="4295775"/>
                  <a:pt x="609600" y="4289378"/>
                  <a:pt x="609600" y="4281488"/>
                </a:cubicBezTo>
                <a:cubicBezTo>
                  <a:pt x="609600" y="4273597"/>
                  <a:pt x="615997" y="4267200"/>
                  <a:pt x="623888" y="4267200"/>
                </a:cubicBezTo>
                <a:cubicBezTo>
                  <a:pt x="631778" y="4267200"/>
                  <a:pt x="638175" y="4273597"/>
                  <a:pt x="638175" y="4281488"/>
                </a:cubicBezTo>
                <a:close/>
                <a:moveTo>
                  <a:pt x="638175" y="4433888"/>
                </a:moveTo>
                <a:cubicBezTo>
                  <a:pt x="638175" y="4441778"/>
                  <a:pt x="631778" y="4448175"/>
                  <a:pt x="623888" y="4448175"/>
                </a:cubicBezTo>
                <a:cubicBezTo>
                  <a:pt x="615997" y="4448175"/>
                  <a:pt x="609600" y="4441778"/>
                  <a:pt x="609600" y="4433888"/>
                </a:cubicBezTo>
                <a:cubicBezTo>
                  <a:pt x="609600" y="4425997"/>
                  <a:pt x="615997" y="4419600"/>
                  <a:pt x="623888" y="4419600"/>
                </a:cubicBezTo>
                <a:cubicBezTo>
                  <a:pt x="631778" y="4419600"/>
                  <a:pt x="638175" y="4425997"/>
                  <a:pt x="638175" y="4433888"/>
                </a:cubicBezTo>
                <a:close/>
                <a:moveTo>
                  <a:pt x="638175" y="4586288"/>
                </a:moveTo>
                <a:cubicBezTo>
                  <a:pt x="638175" y="4594178"/>
                  <a:pt x="631778" y="4600575"/>
                  <a:pt x="623888" y="4600575"/>
                </a:cubicBezTo>
                <a:cubicBezTo>
                  <a:pt x="615997" y="4600575"/>
                  <a:pt x="609600" y="4594178"/>
                  <a:pt x="609600" y="4586288"/>
                </a:cubicBezTo>
                <a:cubicBezTo>
                  <a:pt x="609600" y="4578397"/>
                  <a:pt x="615997" y="4572000"/>
                  <a:pt x="623888" y="4572000"/>
                </a:cubicBezTo>
                <a:cubicBezTo>
                  <a:pt x="631778" y="4572000"/>
                  <a:pt x="638175" y="4578397"/>
                  <a:pt x="638175" y="4586288"/>
                </a:cubicBezTo>
                <a:close/>
                <a:moveTo>
                  <a:pt x="638175" y="4738688"/>
                </a:moveTo>
                <a:cubicBezTo>
                  <a:pt x="638175" y="4746578"/>
                  <a:pt x="631778" y="4752975"/>
                  <a:pt x="623888" y="4752975"/>
                </a:cubicBezTo>
                <a:cubicBezTo>
                  <a:pt x="615997" y="4752975"/>
                  <a:pt x="609600" y="4746578"/>
                  <a:pt x="609600" y="4738688"/>
                </a:cubicBezTo>
                <a:cubicBezTo>
                  <a:pt x="609600" y="4730797"/>
                  <a:pt x="615997" y="4724400"/>
                  <a:pt x="623888" y="4724400"/>
                </a:cubicBezTo>
                <a:cubicBezTo>
                  <a:pt x="631778" y="4724400"/>
                  <a:pt x="638175" y="4730797"/>
                  <a:pt x="638175" y="4738688"/>
                </a:cubicBezTo>
                <a:close/>
                <a:moveTo>
                  <a:pt x="790575" y="14288"/>
                </a:moveTo>
                <a:cubicBezTo>
                  <a:pt x="790575" y="22178"/>
                  <a:pt x="784178" y="28575"/>
                  <a:pt x="776288" y="28575"/>
                </a:cubicBezTo>
                <a:cubicBezTo>
                  <a:pt x="768397" y="28575"/>
                  <a:pt x="762000" y="22178"/>
                  <a:pt x="762000" y="14288"/>
                </a:cubicBezTo>
                <a:cubicBezTo>
                  <a:pt x="762000" y="6397"/>
                  <a:pt x="768397" y="0"/>
                  <a:pt x="776288" y="0"/>
                </a:cubicBezTo>
                <a:cubicBezTo>
                  <a:pt x="784178" y="0"/>
                  <a:pt x="790575" y="6397"/>
                  <a:pt x="790575" y="14288"/>
                </a:cubicBezTo>
                <a:close/>
                <a:moveTo>
                  <a:pt x="790575" y="166688"/>
                </a:moveTo>
                <a:cubicBezTo>
                  <a:pt x="790575" y="174578"/>
                  <a:pt x="784178" y="180975"/>
                  <a:pt x="776288" y="180975"/>
                </a:cubicBezTo>
                <a:cubicBezTo>
                  <a:pt x="768397" y="180975"/>
                  <a:pt x="762000" y="174578"/>
                  <a:pt x="762000" y="166688"/>
                </a:cubicBezTo>
                <a:cubicBezTo>
                  <a:pt x="762000" y="158797"/>
                  <a:pt x="768397" y="152400"/>
                  <a:pt x="776288" y="152400"/>
                </a:cubicBezTo>
                <a:cubicBezTo>
                  <a:pt x="784178" y="152400"/>
                  <a:pt x="790575" y="158797"/>
                  <a:pt x="790575" y="166688"/>
                </a:cubicBezTo>
                <a:close/>
                <a:moveTo>
                  <a:pt x="790575" y="319088"/>
                </a:moveTo>
                <a:cubicBezTo>
                  <a:pt x="790575" y="326978"/>
                  <a:pt x="784178" y="333375"/>
                  <a:pt x="776288" y="333375"/>
                </a:cubicBezTo>
                <a:cubicBezTo>
                  <a:pt x="768397" y="333375"/>
                  <a:pt x="762000" y="326978"/>
                  <a:pt x="762000" y="319088"/>
                </a:cubicBezTo>
                <a:cubicBezTo>
                  <a:pt x="762000" y="311197"/>
                  <a:pt x="768397" y="304800"/>
                  <a:pt x="776288" y="304800"/>
                </a:cubicBezTo>
                <a:cubicBezTo>
                  <a:pt x="784178" y="304800"/>
                  <a:pt x="790575" y="311197"/>
                  <a:pt x="790575" y="319088"/>
                </a:cubicBezTo>
                <a:close/>
                <a:moveTo>
                  <a:pt x="790575" y="471488"/>
                </a:moveTo>
                <a:cubicBezTo>
                  <a:pt x="790575" y="479378"/>
                  <a:pt x="784178" y="485775"/>
                  <a:pt x="776288" y="485775"/>
                </a:cubicBezTo>
                <a:cubicBezTo>
                  <a:pt x="768397" y="485775"/>
                  <a:pt x="762000" y="479378"/>
                  <a:pt x="762000" y="471488"/>
                </a:cubicBezTo>
                <a:cubicBezTo>
                  <a:pt x="762000" y="463597"/>
                  <a:pt x="768397" y="457200"/>
                  <a:pt x="776288" y="457200"/>
                </a:cubicBezTo>
                <a:cubicBezTo>
                  <a:pt x="784178" y="457200"/>
                  <a:pt x="790575" y="463597"/>
                  <a:pt x="790575" y="471488"/>
                </a:cubicBezTo>
                <a:close/>
                <a:moveTo>
                  <a:pt x="790575" y="623888"/>
                </a:moveTo>
                <a:cubicBezTo>
                  <a:pt x="790575" y="631778"/>
                  <a:pt x="784178" y="638175"/>
                  <a:pt x="776288" y="638175"/>
                </a:cubicBezTo>
                <a:cubicBezTo>
                  <a:pt x="768397" y="638175"/>
                  <a:pt x="762000" y="631778"/>
                  <a:pt x="762000" y="623888"/>
                </a:cubicBezTo>
                <a:cubicBezTo>
                  <a:pt x="762000" y="615997"/>
                  <a:pt x="768397" y="609600"/>
                  <a:pt x="776288" y="609600"/>
                </a:cubicBezTo>
                <a:cubicBezTo>
                  <a:pt x="784178" y="609600"/>
                  <a:pt x="790575" y="615997"/>
                  <a:pt x="790575" y="623888"/>
                </a:cubicBezTo>
                <a:close/>
                <a:moveTo>
                  <a:pt x="790575" y="776288"/>
                </a:moveTo>
                <a:cubicBezTo>
                  <a:pt x="790575" y="784178"/>
                  <a:pt x="784178" y="790575"/>
                  <a:pt x="776288" y="790575"/>
                </a:cubicBezTo>
                <a:cubicBezTo>
                  <a:pt x="768397" y="790575"/>
                  <a:pt x="762000" y="784178"/>
                  <a:pt x="762000" y="776288"/>
                </a:cubicBezTo>
                <a:cubicBezTo>
                  <a:pt x="762000" y="768397"/>
                  <a:pt x="768397" y="762000"/>
                  <a:pt x="776288" y="762000"/>
                </a:cubicBezTo>
                <a:cubicBezTo>
                  <a:pt x="784178" y="762000"/>
                  <a:pt x="790575" y="768397"/>
                  <a:pt x="790575" y="776288"/>
                </a:cubicBezTo>
                <a:close/>
                <a:moveTo>
                  <a:pt x="790575" y="928688"/>
                </a:moveTo>
                <a:cubicBezTo>
                  <a:pt x="790575" y="936578"/>
                  <a:pt x="784178" y="942975"/>
                  <a:pt x="776288" y="942975"/>
                </a:cubicBezTo>
                <a:cubicBezTo>
                  <a:pt x="768397" y="942975"/>
                  <a:pt x="762000" y="936578"/>
                  <a:pt x="762000" y="928688"/>
                </a:cubicBezTo>
                <a:cubicBezTo>
                  <a:pt x="762000" y="920797"/>
                  <a:pt x="768397" y="914400"/>
                  <a:pt x="776288" y="914400"/>
                </a:cubicBezTo>
                <a:cubicBezTo>
                  <a:pt x="784178" y="914400"/>
                  <a:pt x="790575" y="920797"/>
                  <a:pt x="790575" y="928688"/>
                </a:cubicBezTo>
                <a:close/>
                <a:moveTo>
                  <a:pt x="790575" y="1081088"/>
                </a:moveTo>
                <a:cubicBezTo>
                  <a:pt x="790575" y="1088978"/>
                  <a:pt x="784178" y="1095375"/>
                  <a:pt x="776288" y="1095375"/>
                </a:cubicBezTo>
                <a:cubicBezTo>
                  <a:pt x="768397" y="1095375"/>
                  <a:pt x="762000" y="1088978"/>
                  <a:pt x="762000" y="1081088"/>
                </a:cubicBezTo>
                <a:cubicBezTo>
                  <a:pt x="762000" y="1073197"/>
                  <a:pt x="768397" y="1066800"/>
                  <a:pt x="776288" y="1066800"/>
                </a:cubicBezTo>
                <a:cubicBezTo>
                  <a:pt x="784178" y="1066800"/>
                  <a:pt x="790575" y="1073197"/>
                  <a:pt x="790575" y="1081088"/>
                </a:cubicBezTo>
                <a:close/>
                <a:moveTo>
                  <a:pt x="790575" y="1233488"/>
                </a:moveTo>
                <a:cubicBezTo>
                  <a:pt x="790575" y="1241378"/>
                  <a:pt x="784178" y="1247775"/>
                  <a:pt x="776288" y="1247775"/>
                </a:cubicBezTo>
                <a:cubicBezTo>
                  <a:pt x="768397" y="1247775"/>
                  <a:pt x="762000" y="1241378"/>
                  <a:pt x="762000" y="1233488"/>
                </a:cubicBezTo>
                <a:cubicBezTo>
                  <a:pt x="762000" y="1225597"/>
                  <a:pt x="768397" y="1219200"/>
                  <a:pt x="776288" y="1219200"/>
                </a:cubicBezTo>
                <a:cubicBezTo>
                  <a:pt x="784178" y="1219200"/>
                  <a:pt x="790575" y="1225597"/>
                  <a:pt x="790575" y="1233488"/>
                </a:cubicBezTo>
                <a:close/>
                <a:moveTo>
                  <a:pt x="790575" y="1385888"/>
                </a:moveTo>
                <a:cubicBezTo>
                  <a:pt x="790575" y="1393778"/>
                  <a:pt x="784178" y="1400175"/>
                  <a:pt x="776288" y="1400175"/>
                </a:cubicBezTo>
                <a:cubicBezTo>
                  <a:pt x="768397" y="1400175"/>
                  <a:pt x="762000" y="1393778"/>
                  <a:pt x="762000" y="1385888"/>
                </a:cubicBezTo>
                <a:cubicBezTo>
                  <a:pt x="762000" y="1377997"/>
                  <a:pt x="768397" y="1371600"/>
                  <a:pt x="776288" y="1371600"/>
                </a:cubicBezTo>
                <a:cubicBezTo>
                  <a:pt x="784178" y="1371600"/>
                  <a:pt x="790575" y="1377997"/>
                  <a:pt x="790575" y="1385888"/>
                </a:cubicBezTo>
                <a:close/>
                <a:moveTo>
                  <a:pt x="790575" y="1538288"/>
                </a:moveTo>
                <a:cubicBezTo>
                  <a:pt x="790575" y="1546178"/>
                  <a:pt x="784178" y="1552575"/>
                  <a:pt x="776288" y="1552575"/>
                </a:cubicBezTo>
                <a:cubicBezTo>
                  <a:pt x="768397" y="1552575"/>
                  <a:pt x="762000" y="1546178"/>
                  <a:pt x="762000" y="1538288"/>
                </a:cubicBezTo>
                <a:cubicBezTo>
                  <a:pt x="762000" y="1530397"/>
                  <a:pt x="768397" y="1524000"/>
                  <a:pt x="776288" y="1524000"/>
                </a:cubicBezTo>
                <a:cubicBezTo>
                  <a:pt x="784178" y="1524000"/>
                  <a:pt x="790575" y="1530397"/>
                  <a:pt x="790575" y="1538288"/>
                </a:cubicBezTo>
                <a:close/>
                <a:moveTo>
                  <a:pt x="790575" y="1690688"/>
                </a:moveTo>
                <a:cubicBezTo>
                  <a:pt x="790575" y="1698578"/>
                  <a:pt x="784178" y="1704975"/>
                  <a:pt x="776288" y="1704975"/>
                </a:cubicBezTo>
                <a:cubicBezTo>
                  <a:pt x="768397" y="1704975"/>
                  <a:pt x="762000" y="1698578"/>
                  <a:pt x="762000" y="1690688"/>
                </a:cubicBezTo>
                <a:cubicBezTo>
                  <a:pt x="762000" y="1682797"/>
                  <a:pt x="768397" y="1676400"/>
                  <a:pt x="776288" y="1676400"/>
                </a:cubicBezTo>
                <a:cubicBezTo>
                  <a:pt x="784178" y="1676400"/>
                  <a:pt x="790575" y="1682797"/>
                  <a:pt x="790575" y="1690688"/>
                </a:cubicBezTo>
                <a:close/>
                <a:moveTo>
                  <a:pt x="790575" y="1843088"/>
                </a:moveTo>
                <a:cubicBezTo>
                  <a:pt x="790575" y="1850978"/>
                  <a:pt x="784178" y="1857375"/>
                  <a:pt x="776288" y="1857375"/>
                </a:cubicBezTo>
                <a:cubicBezTo>
                  <a:pt x="768397" y="1857375"/>
                  <a:pt x="762000" y="1850978"/>
                  <a:pt x="762000" y="1843088"/>
                </a:cubicBezTo>
                <a:cubicBezTo>
                  <a:pt x="762000" y="1835197"/>
                  <a:pt x="768397" y="1828800"/>
                  <a:pt x="776288" y="1828800"/>
                </a:cubicBezTo>
                <a:cubicBezTo>
                  <a:pt x="784178" y="1828800"/>
                  <a:pt x="790575" y="1835197"/>
                  <a:pt x="790575" y="1843088"/>
                </a:cubicBezTo>
                <a:close/>
                <a:moveTo>
                  <a:pt x="790575" y="1995488"/>
                </a:moveTo>
                <a:cubicBezTo>
                  <a:pt x="790575" y="2003378"/>
                  <a:pt x="784178" y="2009775"/>
                  <a:pt x="776288" y="2009775"/>
                </a:cubicBezTo>
                <a:cubicBezTo>
                  <a:pt x="768397" y="2009775"/>
                  <a:pt x="762000" y="2003378"/>
                  <a:pt x="762000" y="1995488"/>
                </a:cubicBezTo>
                <a:cubicBezTo>
                  <a:pt x="762000" y="1987597"/>
                  <a:pt x="768397" y="1981200"/>
                  <a:pt x="776288" y="1981200"/>
                </a:cubicBezTo>
                <a:cubicBezTo>
                  <a:pt x="784178" y="1981200"/>
                  <a:pt x="790575" y="1987597"/>
                  <a:pt x="790575" y="1995488"/>
                </a:cubicBezTo>
                <a:close/>
                <a:moveTo>
                  <a:pt x="790575" y="2147888"/>
                </a:moveTo>
                <a:cubicBezTo>
                  <a:pt x="790575" y="2155778"/>
                  <a:pt x="784178" y="2162175"/>
                  <a:pt x="776288" y="2162175"/>
                </a:cubicBezTo>
                <a:cubicBezTo>
                  <a:pt x="768397" y="2162175"/>
                  <a:pt x="762000" y="2155778"/>
                  <a:pt x="762000" y="2147888"/>
                </a:cubicBezTo>
                <a:cubicBezTo>
                  <a:pt x="762000" y="2139997"/>
                  <a:pt x="768397" y="2133600"/>
                  <a:pt x="776288" y="2133600"/>
                </a:cubicBezTo>
                <a:cubicBezTo>
                  <a:pt x="784178" y="2133600"/>
                  <a:pt x="790575" y="2139997"/>
                  <a:pt x="790575" y="2147888"/>
                </a:cubicBezTo>
                <a:close/>
                <a:moveTo>
                  <a:pt x="790575" y="2300288"/>
                </a:moveTo>
                <a:cubicBezTo>
                  <a:pt x="790575" y="2308178"/>
                  <a:pt x="784178" y="2314575"/>
                  <a:pt x="776288" y="2314575"/>
                </a:cubicBezTo>
                <a:cubicBezTo>
                  <a:pt x="768397" y="2314575"/>
                  <a:pt x="762000" y="2308178"/>
                  <a:pt x="762000" y="2300288"/>
                </a:cubicBezTo>
                <a:cubicBezTo>
                  <a:pt x="762000" y="2292397"/>
                  <a:pt x="768397" y="2286000"/>
                  <a:pt x="776288" y="2286000"/>
                </a:cubicBezTo>
                <a:cubicBezTo>
                  <a:pt x="784178" y="2286000"/>
                  <a:pt x="790575" y="2292397"/>
                  <a:pt x="790575" y="2300288"/>
                </a:cubicBezTo>
                <a:close/>
                <a:moveTo>
                  <a:pt x="790575" y="2452688"/>
                </a:moveTo>
                <a:cubicBezTo>
                  <a:pt x="790575" y="2460578"/>
                  <a:pt x="784178" y="2466975"/>
                  <a:pt x="776288" y="2466975"/>
                </a:cubicBezTo>
                <a:cubicBezTo>
                  <a:pt x="768397" y="2466975"/>
                  <a:pt x="762000" y="2460578"/>
                  <a:pt x="762000" y="2452688"/>
                </a:cubicBezTo>
                <a:cubicBezTo>
                  <a:pt x="762000" y="2444797"/>
                  <a:pt x="768397" y="2438400"/>
                  <a:pt x="776288" y="2438400"/>
                </a:cubicBezTo>
                <a:cubicBezTo>
                  <a:pt x="784178" y="2438400"/>
                  <a:pt x="790575" y="2444797"/>
                  <a:pt x="790575" y="2452688"/>
                </a:cubicBezTo>
                <a:close/>
                <a:moveTo>
                  <a:pt x="790575" y="2605088"/>
                </a:moveTo>
                <a:cubicBezTo>
                  <a:pt x="790575" y="2612978"/>
                  <a:pt x="784178" y="2619375"/>
                  <a:pt x="776288" y="2619375"/>
                </a:cubicBezTo>
                <a:cubicBezTo>
                  <a:pt x="768397" y="2619375"/>
                  <a:pt x="762000" y="2612978"/>
                  <a:pt x="762000" y="2605088"/>
                </a:cubicBezTo>
                <a:cubicBezTo>
                  <a:pt x="762000" y="2597197"/>
                  <a:pt x="768397" y="2590800"/>
                  <a:pt x="776288" y="2590800"/>
                </a:cubicBezTo>
                <a:cubicBezTo>
                  <a:pt x="784178" y="2590800"/>
                  <a:pt x="790575" y="2597197"/>
                  <a:pt x="790575" y="2605088"/>
                </a:cubicBezTo>
                <a:close/>
                <a:moveTo>
                  <a:pt x="790575" y="2757488"/>
                </a:moveTo>
                <a:cubicBezTo>
                  <a:pt x="790575" y="2765378"/>
                  <a:pt x="784178" y="2771775"/>
                  <a:pt x="776288" y="2771775"/>
                </a:cubicBezTo>
                <a:cubicBezTo>
                  <a:pt x="768397" y="2771775"/>
                  <a:pt x="762000" y="2765378"/>
                  <a:pt x="762000" y="2757488"/>
                </a:cubicBezTo>
                <a:cubicBezTo>
                  <a:pt x="762000" y="2749597"/>
                  <a:pt x="768397" y="2743200"/>
                  <a:pt x="776288" y="2743200"/>
                </a:cubicBezTo>
                <a:cubicBezTo>
                  <a:pt x="784178" y="2743200"/>
                  <a:pt x="790575" y="2749597"/>
                  <a:pt x="790575" y="2757488"/>
                </a:cubicBezTo>
                <a:close/>
                <a:moveTo>
                  <a:pt x="790575" y="2909888"/>
                </a:moveTo>
                <a:cubicBezTo>
                  <a:pt x="790575" y="2917778"/>
                  <a:pt x="784178" y="2924175"/>
                  <a:pt x="776288" y="2924175"/>
                </a:cubicBezTo>
                <a:cubicBezTo>
                  <a:pt x="768397" y="2924175"/>
                  <a:pt x="762000" y="2917778"/>
                  <a:pt x="762000" y="2909888"/>
                </a:cubicBezTo>
                <a:cubicBezTo>
                  <a:pt x="762000" y="2901997"/>
                  <a:pt x="768397" y="2895600"/>
                  <a:pt x="776288" y="2895600"/>
                </a:cubicBezTo>
                <a:cubicBezTo>
                  <a:pt x="784178" y="2895600"/>
                  <a:pt x="790575" y="2901997"/>
                  <a:pt x="790575" y="2909888"/>
                </a:cubicBezTo>
                <a:close/>
                <a:moveTo>
                  <a:pt x="790575" y="3062288"/>
                </a:moveTo>
                <a:cubicBezTo>
                  <a:pt x="790575" y="3070178"/>
                  <a:pt x="784178" y="3076575"/>
                  <a:pt x="776288" y="3076575"/>
                </a:cubicBezTo>
                <a:cubicBezTo>
                  <a:pt x="768397" y="3076575"/>
                  <a:pt x="762000" y="3070178"/>
                  <a:pt x="762000" y="3062288"/>
                </a:cubicBezTo>
                <a:cubicBezTo>
                  <a:pt x="762000" y="3054397"/>
                  <a:pt x="768397" y="3048000"/>
                  <a:pt x="776288" y="3048000"/>
                </a:cubicBezTo>
                <a:cubicBezTo>
                  <a:pt x="784178" y="3048000"/>
                  <a:pt x="790575" y="3054397"/>
                  <a:pt x="790575" y="3062288"/>
                </a:cubicBezTo>
                <a:close/>
                <a:moveTo>
                  <a:pt x="790575" y="3214688"/>
                </a:moveTo>
                <a:cubicBezTo>
                  <a:pt x="790575" y="3222578"/>
                  <a:pt x="784178" y="3228975"/>
                  <a:pt x="776288" y="3228975"/>
                </a:cubicBezTo>
                <a:cubicBezTo>
                  <a:pt x="768397" y="3228975"/>
                  <a:pt x="762000" y="3222578"/>
                  <a:pt x="762000" y="3214688"/>
                </a:cubicBezTo>
                <a:cubicBezTo>
                  <a:pt x="762000" y="3206797"/>
                  <a:pt x="768397" y="3200400"/>
                  <a:pt x="776288" y="3200400"/>
                </a:cubicBezTo>
                <a:cubicBezTo>
                  <a:pt x="784178" y="3200400"/>
                  <a:pt x="790575" y="3206797"/>
                  <a:pt x="790575" y="3214688"/>
                </a:cubicBezTo>
                <a:close/>
                <a:moveTo>
                  <a:pt x="790575" y="3367088"/>
                </a:moveTo>
                <a:cubicBezTo>
                  <a:pt x="790575" y="3374978"/>
                  <a:pt x="784178" y="3381375"/>
                  <a:pt x="776288" y="3381375"/>
                </a:cubicBezTo>
                <a:cubicBezTo>
                  <a:pt x="768397" y="3381375"/>
                  <a:pt x="762000" y="3374978"/>
                  <a:pt x="762000" y="3367088"/>
                </a:cubicBezTo>
                <a:cubicBezTo>
                  <a:pt x="762000" y="3359197"/>
                  <a:pt x="768397" y="3352800"/>
                  <a:pt x="776288" y="3352800"/>
                </a:cubicBezTo>
                <a:cubicBezTo>
                  <a:pt x="784178" y="3352800"/>
                  <a:pt x="790575" y="3359197"/>
                  <a:pt x="790575" y="3367088"/>
                </a:cubicBezTo>
                <a:close/>
                <a:moveTo>
                  <a:pt x="790575" y="3519488"/>
                </a:moveTo>
                <a:cubicBezTo>
                  <a:pt x="790575" y="3527378"/>
                  <a:pt x="784178" y="3533775"/>
                  <a:pt x="776288" y="3533775"/>
                </a:cubicBezTo>
                <a:cubicBezTo>
                  <a:pt x="768397" y="3533775"/>
                  <a:pt x="762000" y="3527378"/>
                  <a:pt x="762000" y="3519488"/>
                </a:cubicBezTo>
                <a:cubicBezTo>
                  <a:pt x="762000" y="3511597"/>
                  <a:pt x="768397" y="3505200"/>
                  <a:pt x="776288" y="3505200"/>
                </a:cubicBezTo>
                <a:cubicBezTo>
                  <a:pt x="784178" y="3505200"/>
                  <a:pt x="790575" y="3511597"/>
                  <a:pt x="790575" y="3519488"/>
                </a:cubicBezTo>
                <a:close/>
                <a:moveTo>
                  <a:pt x="790575" y="3671888"/>
                </a:moveTo>
                <a:cubicBezTo>
                  <a:pt x="790575" y="3679778"/>
                  <a:pt x="784178" y="3686175"/>
                  <a:pt x="776288" y="3686175"/>
                </a:cubicBezTo>
                <a:cubicBezTo>
                  <a:pt x="768397" y="3686175"/>
                  <a:pt x="762000" y="3679778"/>
                  <a:pt x="762000" y="3671888"/>
                </a:cubicBezTo>
                <a:cubicBezTo>
                  <a:pt x="762000" y="3663997"/>
                  <a:pt x="768397" y="3657600"/>
                  <a:pt x="776288" y="3657600"/>
                </a:cubicBezTo>
                <a:cubicBezTo>
                  <a:pt x="784178" y="3657600"/>
                  <a:pt x="790575" y="3663997"/>
                  <a:pt x="790575" y="3671888"/>
                </a:cubicBezTo>
                <a:close/>
                <a:moveTo>
                  <a:pt x="790575" y="3824288"/>
                </a:moveTo>
                <a:cubicBezTo>
                  <a:pt x="790575" y="3832178"/>
                  <a:pt x="784178" y="3838575"/>
                  <a:pt x="776288" y="3838575"/>
                </a:cubicBezTo>
                <a:cubicBezTo>
                  <a:pt x="768397" y="3838575"/>
                  <a:pt x="762000" y="3832178"/>
                  <a:pt x="762000" y="3824288"/>
                </a:cubicBezTo>
                <a:cubicBezTo>
                  <a:pt x="762000" y="3816397"/>
                  <a:pt x="768397" y="3810000"/>
                  <a:pt x="776288" y="3810000"/>
                </a:cubicBezTo>
                <a:cubicBezTo>
                  <a:pt x="784178" y="3810000"/>
                  <a:pt x="790575" y="3816397"/>
                  <a:pt x="790575" y="3824288"/>
                </a:cubicBezTo>
                <a:close/>
                <a:moveTo>
                  <a:pt x="790575" y="3976688"/>
                </a:moveTo>
                <a:cubicBezTo>
                  <a:pt x="790575" y="3984578"/>
                  <a:pt x="784178" y="3990975"/>
                  <a:pt x="776288" y="3990975"/>
                </a:cubicBezTo>
                <a:cubicBezTo>
                  <a:pt x="768397" y="3990975"/>
                  <a:pt x="762000" y="3984578"/>
                  <a:pt x="762000" y="3976688"/>
                </a:cubicBezTo>
                <a:cubicBezTo>
                  <a:pt x="762000" y="3968797"/>
                  <a:pt x="768397" y="3962400"/>
                  <a:pt x="776288" y="3962400"/>
                </a:cubicBezTo>
                <a:cubicBezTo>
                  <a:pt x="784178" y="3962400"/>
                  <a:pt x="790575" y="3968797"/>
                  <a:pt x="790575" y="3976688"/>
                </a:cubicBezTo>
                <a:close/>
                <a:moveTo>
                  <a:pt x="790575" y="4129088"/>
                </a:moveTo>
                <a:cubicBezTo>
                  <a:pt x="790575" y="4136978"/>
                  <a:pt x="784178" y="4143375"/>
                  <a:pt x="776288" y="4143375"/>
                </a:cubicBezTo>
                <a:cubicBezTo>
                  <a:pt x="768397" y="4143375"/>
                  <a:pt x="762000" y="4136978"/>
                  <a:pt x="762000" y="4129088"/>
                </a:cubicBezTo>
                <a:cubicBezTo>
                  <a:pt x="762000" y="4121197"/>
                  <a:pt x="768397" y="4114800"/>
                  <a:pt x="776288" y="4114800"/>
                </a:cubicBezTo>
                <a:cubicBezTo>
                  <a:pt x="784178" y="4114800"/>
                  <a:pt x="790575" y="4121197"/>
                  <a:pt x="790575" y="4129088"/>
                </a:cubicBezTo>
                <a:close/>
                <a:moveTo>
                  <a:pt x="790575" y="4281488"/>
                </a:moveTo>
                <a:cubicBezTo>
                  <a:pt x="790575" y="4289378"/>
                  <a:pt x="784178" y="4295775"/>
                  <a:pt x="776288" y="4295775"/>
                </a:cubicBezTo>
                <a:cubicBezTo>
                  <a:pt x="768397" y="4295775"/>
                  <a:pt x="762000" y="4289378"/>
                  <a:pt x="762000" y="4281488"/>
                </a:cubicBezTo>
                <a:cubicBezTo>
                  <a:pt x="762000" y="4273597"/>
                  <a:pt x="768397" y="4267200"/>
                  <a:pt x="776288" y="4267200"/>
                </a:cubicBezTo>
                <a:cubicBezTo>
                  <a:pt x="784178" y="4267200"/>
                  <a:pt x="790575" y="4273597"/>
                  <a:pt x="790575" y="4281488"/>
                </a:cubicBezTo>
                <a:close/>
                <a:moveTo>
                  <a:pt x="790575" y="4433888"/>
                </a:moveTo>
                <a:cubicBezTo>
                  <a:pt x="790575" y="4441778"/>
                  <a:pt x="784178" y="4448175"/>
                  <a:pt x="776288" y="4448175"/>
                </a:cubicBezTo>
                <a:cubicBezTo>
                  <a:pt x="768397" y="4448175"/>
                  <a:pt x="762000" y="4441778"/>
                  <a:pt x="762000" y="4433888"/>
                </a:cubicBezTo>
                <a:cubicBezTo>
                  <a:pt x="762000" y="4425997"/>
                  <a:pt x="768397" y="4419600"/>
                  <a:pt x="776288" y="4419600"/>
                </a:cubicBezTo>
                <a:cubicBezTo>
                  <a:pt x="784178" y="4419600"/>
                  <a:pt x="790575" y="4425997"/>
                  <a:pt x="790575" y="4433888"/>
                </a:cubicBezTo>
                <a:close/>
                <a:moveTo>
                  <a:pt x="790575" y="4586288"/>
                </a:moveTo>
                <a:cubicBezTo>
                  <a:pt x="790575" y="4594178"/>
                  <a:pt x="784178" y="4600575"/>
                  <a:pt x="776288" y="4600575"/>
                </a:cubicBezTo>
                <a:cubicBezTo>
                  <a:pt x="768397" y="4600575"/>
                  <a:pt x="762000" y="4594178"/>
                  <a:pt x="762000" y="4586288"/>
                </a:cubicBezTo>
                <a:cubicBezTo>
                  <a:pt x="762000" y="4578397"/>
                  <a:pt x="768397" y="4572000"/>
                  <a:pt x="776288" y="4572000"/>
                </a:cubicBezTo>
                <a:cubicBezTo>
                  <a:pt x="784178" y="4572000"/>
                  <a:pt x="790575" y="4578397"/>
                  <a:pt x="790575" y="4586288"/>
                </a:cubicBezTo>
                <a:close/>
                <a:moveTo>
                  <a:pt x="790575" y="4738688"/>
                </a:moveTo>
                <a:cubicBezTo>
                  <a:pt x="790575" y="4746578"/>
                  <a:pt x="784178" y="4752975"/>
                  <a:pt x="776288" y="4752975"/>
                </a:cubicBezTo>
                <a:cubicBezTo>
                  <a:pt x="768397" y="4752975"/>
                  <a:pt x="762000" y="4746578"/>
                  <a:pt x="762000" y="4738688"/>
                </a:cubicBezTo>
                <a:cubicBezTo>
                  <a:pt x="762000" y="4730797"/>
                  <a:pt x="768397" y="4724400"/>
                  <a:pt x="776288" y="4724400"/>
                </a:cubicBezTo>
                <a:cubicBezTo>
                  <a:pt x="784178" y="4724400"/>
                  <a:pt x="790575" y="4730797"/>
                  <a:pt x="790575" y="4738688"/>
                </a:cubicBezTo>
                <a:close/>
                <a:moveTo>
                  <a:pt x="942975" y="14288"/>
                </a:moveTo>
                <a:cubicBezTo>
                  <a:pt x="942975" y="22178"/>
                  <a:pt x="936578" y="28575"/>
                  <a:pt x="928688" y="28575"/>
                </a:cubicBezTo>
                <a:cubicBezTo>
                  <a:pt x="920797" y="28575"/>
                  <a:pt x="914400" y="22178"/>
                  <a:pt x="914400" y="14288"/>
                </a:cubicBezTo>
                <a:cubicBezTo>
                  <a:pt x="914400" y="6397"/>
                  <a:pt x="920797" y="0"/>
                  <a:pt x="928688" y="0"/>
                </a:cubicBezTo>
                <a:cubicBezTo>
                  <a:pt x="936578" y="0"/>
                  <a:pt x="942975" y="6397"/>
                  <a:pt x="942975" y="14288"/>
                </a:cubicBezTo>
                <a:close/>
                <a:moveTo>
                  <a:pt x="942975" y="166688"/>
                </a:moveTo>
                <a:cubicBezTo>
                  <a:pt x="942975" y="174578"/>
                  <a:pt x="936578" y="180975"/>
                  <a:pt x="928688" y="180975"/>
                </a:cubicBezTo>
                <a:cubicBezTo>
                  <a:pt x="920797" y="180975"/>
                  <a:pt x="914400" y="174578"/>
                  <a:pt x="914400" y="166688"/>
                </a:cubicBezTo>
                <a:cubicBezTo>
                  <a:pt x="914400" y="158797"/>
                  <a:pt x="920797" y="152400"/>
                  <a:pt x="928688" y="152400"/>
                </a:cubicBezTo>
                <a:cubicBezTo>
                  <a:pt x="936578" y="152400"/>
                  <a:pt x="942975" y="158797"/>
                  <a:pt x="942975" y="166688"/>
                </a:cubicBezTo>
                <a:close/>
                <a:moveTo>
                  <a:pt x="942975" y="319088"/>
                </a:moveTo>
                <a:cubicBezTo>
                  <a:pt x="942975" y="326978"/>
                  <a:pt x="936578" y="333375"/>
                  <a:pt x="928688" y="333375"/>
                </a:cubicBezTo>
                <a:cubicBezTo>
                  <a:pt x="920797" y="333375"/>
                  <a:pt x="914400" y="326978"/>
                  <a:pt x="914400" y="319088"/>
                </a:cubicBezTo>
                <a:cubicBezTo>
                  <a:pt x="914400" y="311197"/>
                  <a:pt x="920797" y="304800"/>
                  <a:pt x="928688" y="304800"/>
                </a:cubicBezTo>
                <a:cubicBezTo>
                  <a:pt x="936578" y="304800"/>
                  <a:pt x="942975" y="311197"/>
                  <a:pt x="942975" y="319088"/>
                </a:cubicBezTo>
                <a:close/>
                <a:moveTo>
                  <a:pt x="942975" y="471488"/>
                </a:moveTo>
                <a:cubicBezTo>
                  <a:pt x="942975" y="479378"/>
                  <a:pt x="936578" y="485775"/>
                  <a:pt x="928688" y="485775"/>
                </a:cubicBezTo>
                <a:cubicBezTo>
                  <a:pt x="920797" y="485775"/>
                  <a:pt x="914400" y="479378"/>
                  <a:pt x="914400" y="471488"/>
                </a:cubicBezTo>
                <a:cubicBezTo>
                  <a:pt x="914400" y="463597"/>
                  <a:pt x="920797" y="457200"/>
                  <a:pt x="928688" y="457200"/>
                </a:cubicBezTo>
                <a:cubicBezTo>
                  <a:pt x="936578" y="457200"/>
                  <a:pt x="942975" y="463597"/>
                  <a:pt x="942975" y="471488"/>
                </a:cubicBezTo>
                <a:close/>
                <a:moveTo>
                  <a:pt x="942975" y="623888"/>
                </a:moveTo>
                <a:cubicBezTo>
                  <a:pt x="942975" y="631778"/>
                  <a:pt x="936578" y="638175"/>
                  <a:pt x="928688" y="638175"/>
                </a:cubicBezTo>
                <a:cubicBezTo>
                  <a:pt x="920797" y="638175"/>
                  <a:pt x="914400" y="631778"/>
                  <a:pt x="914400" y="623888"/>
                </a:cubicBezTo>
                <a:cubicBezTo>
                  <a:pt x="914400" y="615997"/>
                  <a:pt x="920797" y="609600"/>
                  <a:pt x="928688" y="609600"/>
                </a:cubicBezTo>
                <a:cubicBezTo>
                  <a:pt x="936578" y="609600"/>
                  <a:pt x="942975" y="615997"/>
                  <a:pt x="942975" y="623888"/>
                </a:cubicBezTo>
                <a:close/>
                <a:moveTo>
                  <a:pt x="942975" y="776288"/>
                </a:moveTo>
                <a:cubicBezTo>
                  <a:pt x="942975" y="784178"/>
                  <a:pt x="936578" y="790575"/>
                  <a:pt x="928688" y="790575"/>
                </a:cubicBezTo>
                <a:cubicBezTo>
                  <a:pt x="920797" y="790575"/>
                  <a:pt x="914400" y="784178"/>
                  <a:pt x="914400" y="776288"/>
                </a:cubicBezTo>
                <a:cubicBezTo>
                  <a:pt x="914400" y="768397"/>
                  <a:pt x="920797" y="762000"/>
                  <a:pt x="928688" y="762000"/>
                </a:cubicBezTo>
                <a:cubicBezTo>
                  <a:pt x="936578" y="762000"/>
                  <a:pt x="942975" y="768397"/>
                  <a:pt x="942975" y="776288"/>
                </a:cubicBezTo>
                <a:close/>
                <a:moveTo>
                  <a:pt x="942975" y="928688"/>
                </a:moveTo>
                <a:cubicBezTo>
                  <a:pt x="942975" y="936578"/>
                  <a:pt x="936578" y="942975"/>
                  <a:pt x="928688" y="942975"/>
                </a:cubicBezTo>
                <a:cubicBezTo>
                  <a:pt x="920797" y="942975"/>
                  <a:pt x="914400" y="936578"/>
                  <a:pt x="914400" y="928688"/>
                </a:cubicBezTo>
                <a:cubicBezTo>
                  <a:pt x="914400" y="920797"/>
                  <a:pt x="920797" y="914400"/>
                  <a:pt x="928688" y="914400"/>
                </a:cubicBezTo>
                <a:cubicBezTo>
                  <a:pt x="936578" y="914400"/>
                  <a:pt x="942975" y="920797"/>
                  <a:pt x="942975" y="928688"/>
                </a:cubicBezTo>
                <a:close/>
                <a:moveTo>
                  <a:pt x="942975" y="1081088"/>
                </a:moveTo>
                <a:cubicBezTo>
                  <a:pt x="942975" y="1088978"/>
                  <a:pt x="936578" y="1095375"/>
                  <a:pt x="928688" y="1095375"/>
                </a:cubicBezTo>
                <a:cubicBezTo>
                  <a:pt x="920797" y="1095375"/>
                  <a:pt x="914400" y="1088978"/>
                  <a:pt x="914400" y="1081088"/>
                </a:cubicBezTo>
                <a:cubicBezTo>
                  <a:pt x="914400" y="1073197"/>
                  <a:pt x="920797" y="1066800"/>
                  <a:pt x="928688" y="1066800"/>
                </a:cubicBezTo>
                <a:cubicBezTo>
                  <a:pt x="936578" y="1066800"/>
                  <a:pt x="942975" y="1073197"/>
                  <a:pt x="942975" y="1081088"/>
                </a:cubicBezTo>
                <a:close/>
                <a:moveTo>
                  <a:pt x="942975" y="1233488"/>
                </a:moveTo>
                <a:cubicBezTo>
                  <a:pt x="942975" y="1241378"/>
                  <a:pt x="936578" y="1247775"/>
                  <a:pt x="928688" y="1247775"/>
                </a:cubicBezTo>
                <a:cubicBezTo>
                  <a:pt x="920797" y="1247775"/>
                  <a:pt x="914400" y="1241378"/>
                  <a:pt x="914400" y="1233488"/>
                </a:cubicBezTo>
                <a:cubicBezTo>
                  <a:pt x="914400" y="1225597"/>
                  <a:pt x="920797" y="1219200"/>
                  <a:pt x="928688" y="1219200"/>
                </a:cubicBezTo>
                <a:cubicBezTo>
                  <a:pt x="936578" y="1219200"/>
                  <a:pt x="942975" y="1225597"/>
                  <a:pt x="942975" y="1233488"/>
                </a:cubicBezTo>
                <a:close/>
                <a:moveTo>
                  <a:pt x="942975" y="1385888"/>
                </a:moveTo>
                <a:cubicBezTo>
                  <a:pt x="942975" y="1393778"/>
                  <a:pt x="936578" y="1400175"/>
                  <a:pt x="928688" y="1400175"/>
                </a:cubicBezTo>
                <a:cubicBezTo>
                  <a:pt x="920797" y="1400175"/>
                  <a:pt x="914400" y="1393778"/>
                  <a:pt x="914400" y="1385888"/>
                </a:cubicBezTo>
                <a:cubicBezTo>
                  <a:pt x="914400" y="1377997"/>
                  <a:pt x="920797" y="1371600"/>
                  <a:pt x="928688" y="1371600"/>
                </a:cubicBezTo>
                <a:cubicBezTo>
                  <a:pt x="936578" y="1371600"/>
                  <a:pt x="942975" y="1377997"/>
                  <a:pt x="942975" y="1385888"/>
                </a:cubicBezTo>
                <a:close/>
                <a:moveTo>
                  <a:pt x="942975" y="1538288"/>
                </a:moveTo>
                <a:cubicBezTo>
                  <a:pt x="942975" y="1546178"/>
                  <a:pt x="936578" y="1552575"/>
                  <a:pt x="928688" y="1552575"/>
                </a:cubicBezTo>
                <a:cubicBezTo>
                  <a:pt x="920797" y="1552575"/>
                  <a:pt x="914400" y="1546178"/>
                  <a:pt x="914400" y="1538288"/>
                </a:cubicBezTo>
                <a:cubicBezTo>
                  <a:pt x="914400" y="1530397"/>
                  <a:pt x="920797" y="1524000"/>
                  <a:pt x="928688" y="1524000"/>
                </a:cubicBezTo>
                <a:cubicBezTo>
                  <a:pt x="936578" y="1524000"/>
                  <a:pt x="942975" y="1530397"/>
                  <a:pt x="942975" y="1538288"/>
                </a:cubicBezTo>
                <a:close/>
                <a:moveTo>
                  <a:pt x="942975" y="1690688"/>
                </a:moveTo>
                <a:cubicBezTo>
                  <a:pt x="942975" y="1698578"/>
                  <a:pt x="936578" y="1704975"/>
                  <a:pt x="928688" y="1704975"/>
                </a:cubicBezTo>
                <a:cubicBezTo>
                  <a:pt x="920797" y="1704975"/>
                  <a:pt x="914400" y="1698578"/>
                  <a:pt x="914400" y="1690688"/>
                </a:cubicBezTo>
                <a:cubicBezTo>
                  <a:pt x="914400" y="1682797"/>
                  <a:pt x="920797" y="1676400"/>
                  <a:pt x="928688" y="1676400"/>
                </a:cubicBezTo>
                <a:cubicBezTo>
                  <a:pt x="936578" y="1676400"/>
                  <a:pt x="942975" y="1682797"/>
                  <a:pt x="942975" y="1690688"/>
                </a:cubicBezTo>
                <a:close/>
                <a:moveTo>
                  <a:pt x="942975" y="1843088"/>
                </a:moveTo>
                <a:cubicBezTo>
                  <a:pt x="942975" y="1850978"/>
                  <a:pt x="936578" y="1857375"/>
                  <a:pt x="928688" y="1857375"/>
                </a:cubicBezTo>
                <a:cubicBezTo>
                  <a:pt x="920797" y="1857375"/>
                  <a:pt x="914400" y="1850978"/>
                  <a:pt x="914400" y="1843088"/>
                </a:cubicBezTo>
                <a:cubicBezTo>
                  <a:pt x="914400" y="1835197"/>
                  <a:pt x="920797" y="1828800"/>
                  <a:pt x="928688" y="1828800"/>
                </a:cubicBezTo>
                <a:cubicBezTo>
                  <a:pt x="936578" y="1828800"/>
                  <a:pt x="942975" y="1835197"/>
                  <a:pt x="942975" y="1843088"/>
                </a:cubicBezTo>
                <a:close/>
                <a:moveTo>
                  <a:pt x="942975" y="1995488"/>
                </a:moveTo>
                <a:cubicBezTo>
                  <a:pt x="942975" y="2003378"/>
                  <a:pt x="936578" y="2009775"/>
                  <a:pt x="928688" y="2009775"/>
                </a:cubicBezTo>
                <a:cubicBezTo>
                  <a:pt x="920797" y="2009775"/>
                  <a:pt x="914400" y="2003378"/>
                  <a:pt x="914400" y="1995488"/>
                </a:cubicBezTo>
                <a:cubicBezTo>
                  <a:pt x="914400" y="1987597"/>
                  <a:pt x="920797" y="1981200"/>
                  <a:pt x="928688" y="1981200"/>
                </a:cubicBezTo>
                <a:cubicBezTo>
                  <a:pt x="936578" y="1981200"/>
                  <a:pt x="942975" y="1987597"/>
                  <a:pt x="942975" y="1995488"/>
                </a:cubicBezTo>
                <a:close/>
                <a:moveTo>
                  <a:pt x="942975" y="2147888"/>
                </a:moveTo>
                <a:cubicBezTo>
                  <a:pt x="942975" y="2155778"/>
                  <a:pt x="936578" y="2162175"/>
                  <a:pt x="928688" y="2162175"/>
                </a:cubicBezTo>
                <a:cubicBezTo>
                  <a:pt x="920797" y="2162175"/>
                  <a:pt x="914400" y="2155778"/>
                  <a:pt x="914400" y="2147888"/>
                </a:cubicBezTo>
                <a:cubicBezTo>
                  <a:pt x="914400" y="2139997"/>
                  <a:pt x="920797" y="2133600"/>
                  <a:pt x="928688" y="2133600"/>
                </a:cubicBezTo>
                <a:cubicBezTo>
                  <a:pt x="936578" y="2133600"/>
                  <a:pt x="942975" y="2139997"/>
                  <a:pt x="942975" y="2147888"/>
                </a:cubicBezTo>
                <a:close/>
                <a:moveTo>
                  <a:pt x="942975" y="2300288"/>
                </a:moveTo>
                <a:cubicBezTo>
                  <a:pt x="942975" y="2308178"/>
                  <a:pt x="936578" y="2314575"/>
                  <a:pt x="928688" y="2314575"/>
                </a:cubicBezTo>
                <a:cubicBezTo>
                  <a:pt x="920797" y="2314575"/>
                  <a:pt x="914400" y="2308178"/>
                  <a:pt x="914400" y="2300288"/>
                </a:cubicBezTo>
                <a:cubicBezTo>
                  <a:pt x="914400" y="2292397"/>
                  <a:pt x="920797" y="2286000"/>
                  <a:pt x="928688" y="2286000"/>
                </a:cubicBezTo>
                <a:cubicBezTo>
                  <a:pt x="936578" y="2286000"/>
                  <a:pt x="942975" y="2292397"/>
                  <a:pt x="942975" y="2300288"/>
                </a:cubicBezTo>
                <a:close/>
                <a:moveTo>
                  <a:pt x="942975" y="2452688"/>
                </a:moveTo>
                <a:cubicBezTo>
                  <a:pt x="942975" y="2460578"/>
                  <a:pt x="936578" y="2466975"/>
                  <a:pt x="928688" y="2466975"/>
                </a:cubicBezTo>
                <a:cubicBezTo>
                  <a:pt x="920797" y="2466975"/>
                  <a:pt x="914400" y="2460578"/>
                  <a:pt x="914400" y="2452688"/>
                </a:cubicBezTo>
                <a:cubicBezTo>
                  <a:pt x="914400" y="2444797"/>
                  <a:pt x="920797" y="2438400"/>
                  <a:pt x="928688" y="2438400"/>
                </a:cubicBezTo>
                <a:cubicBezTo>
                  <a:pt x="936578" y="2438400"/>
                  <a:pt x="942975" y="2444797"/>
                  <a:pt x="942975" y="2452688"/>
                </a:cubicBezTo>
                <a:close/>
                <a:moveTo>
                  <a:pt x="942975" y="2605088"/>
                </a:moveTo>
                <a:cubicBezTo>
                  <a:pt x="942975" y="2612978"/>
                  <a:pt x="936578" y="2619375"/>
                  <a:pt x="928688" y="2619375"/>
                </a:cubicBezTo>
                <a:cubicBezTo>
                  <a:pt x="920797" y="2619375"/>
                  <a:pt x="914400" y="2612978"/>
                  <a:pt x="914400" y="2605088"/>
                </a:cubicBezTo>
                <a:cubicBezTo>
                  <a:pt x="914400" y="2597197"/>
                  <a:pt x="920797" y="2590800"/>
                  <a:pt x="928688" y="2590800"/>
                </a:cubicBezTo>
                <a:cubicBezTo>
                  <a:pt x="936578" y="2590800"/>
                  <a:pt x="942975" y="2597197"/>
                  <a:pt x="942975" y="2605088"/>
                </a:cubicBezTo>
                <a:close/>
                <a:moveTo>
                  <a:pt x="942975" y="2757488"/>
                </a:moveTo>
                <a:cubicBezTo>
                  <a:pt x="942975" y="2765378"/>
                  <a:pt x="936578" y="2771775"/>
                  <a:pt x="928688" y="2771775"/>
                </a:cubicBezTo>
                <a:cubicBezTo>
                  <a:pt x="920797" y="2771775"/>
                  <a:pt x="914400" y="2765378"/>
                  <a:pt x="914400" y="2757488"/>
                </a:cubicBezTo>
                <a:cubicBezTo>
                  <a:pt x="914400" y="2749597"/>
                  <a:pt x="920797" y="2743200"/>
                  <a:pt x="928688" y="2743200"/>
                </a:cubicBezTo>
                <a:cubicBezTo>
                  <a:pt x="936578" y="2743200"/>
                  <a:pt x="942975" y="2749597"/>
                  <a:pt x="942975" y="2757488"/>
                </a:cubicBezTo>
                <a:close/>
                <a:moveTo>
                  <a:pt x="942975" y="2909888"/>
                </a:moveTo>
                <a:cubicBezTo>
                  <a:pt x="942975" y="2917778"/>
                  <a:pt x="936578" y="2924175"/>
                  <a:pt x="928688" y="2924175"/>
                </a:cubicBezTo>
                <a:cubicBezTo>
                  <a:pt x="920797" y="2924175"/>
                  <a:pt x="914400" y="2917778"/>
                  <a:pt x="914400" y="2909888"/>
                </a:cubicBezTo>
                <a:cubicBezTo>
                  <a:pt x="914400" y="2901997"/>
                  <a:pt x="920797" y="2895600"/>
                  <a:pt x="928688" y="2895600"/>
                </a:cubicBezTo>
                <a:cubicBezTo>
                  <a:pt x="936578" y="2895600"/>
                  <a:pt x="942975" y="2901997"/>
                  <a:pt x="942975" y="2909888"/>
                </a:cubicBezTo>
                <a:close/>
                <a:moveTo>
                  <a:pt x="942975" y="3062288"/>
                </a:moveTo>
                <a:cubicBezTo>
                  <a:pt x="942975" y="3070178"/>
                  <a:pt x="936578" y="3076575"/>
                  <a:pt x="928688" y="3076575"/>
                </a:cubicBezTo>
                <a:cubicBezTo>
                  <a:pt x="920797" y="3076575"/>
                  <a:pt x="914400" y="3070178"/>
                  <a:pt x="914400" y="3062288"/>
                </a:cubicBezTo>
                <a:cubicBezTo>
                  <a:pt x="914400" y="3054397"/>
                  <a:pt x="920797" y="3048000"/>
                  <a:pt x="928688" y="3048000"/>
                </a:cubicBezTo>
                <a:cubicBezTo>
                  <a:pt x="936578" y="3048000"/>
                  <a:pt x="942975" y="3054397"/>
                  <a:pt x="942975" y="3062288"/>
                </a:cubicBezTo>
                <a:close/>
                <a:moveTo>
                  <a:pt x="942975" y="3214688"/>
                </a:moveTo>
                <a:cubicBezTo>
                  <a:pt x="942975" y="3222578"/>
                  <a:pt x="936578" y="3228975"/>
                  <a:pt x="928688" y="3228975"/>
                </a:cubicBezTo>
                <a:cubicBezTo>
                  <a:pt x="920797" y="3228975"/>
                  <a:pt x="914400" y="3222578"/>
                  <a:pt x="914400" y="3214688"/>
                </a:cubicBezTo>
                <a:cubicBezTo>
                  <a:pt x="914400" y="3206797"/>
                  <a:pt x="920797" y="3200400"/>
                  <a:pt x="928688" y="3200400"/>
                </a:cubicBezTo>
                <a:cubicBezTo>
                  <a:pt x="936578" y="3200400"/>
                  <a:pt x="942975" y="3206797"/>
                  <a:pt x="942975" y="3214688"/>
                </a:cubicBezTo>
                <a:close/>
                <a:moveTo>
                  <a:pt x="942975" y="3367088"/>
                </a:moveTo>
                <a:cubicBezTo>
                  <a:pt x="942975" y="3374978"/>
                  <a:pt x="936578" y="3381375"/>
                  <a:pt x="928688" y="3381375"/>
                </a:cubicBezTo>
                <a:cubicBezTo>
                  <a:pt x="920797" y="3381375"/>
                  <a:pt x="914400" y="3374978"/>
                  <a:pt x="914400" y="3367088"/>
                </a:cubicBezTo>
                <a:cubicBezTo>
                  <a:pt x="914400" y="3359197"/>
                  <a:pt x="920797" y="3352800"/>
                  <a:pt x="928688" y="3352800"/>
                </a:cubicBezTo>
                <a:cubicBezTo>
                  <a:pt x="936578" y="3352800"/>
                  <a:pt x="942975" y="3359197"/>
                  <a:pt x="942975" y="3367088"/>
                </a:cubicBezTo>
                <a:close/>
                <a:moveTo>
                  <a:pt x="942975" y="3519488"/>
                </a:moveTo>
                <a:cubicBezTo>
                  <a:pt x="942975" y="3527378"/>
                  <a:pt x="936578" y="3533775"/>
                  <a:pt x="928688" y="3533775"/>
                </a:cubicBezTo>
                <a:cubicBezTo>
                  <a:pt x="920797" y="3533775"/>
                  <a:pt x="914400" y="3527378"/>
                  <a:pt x="914400" y="3519488"/>
                </a:cubicBezTo>
                <a:cubicBezTo>
                  <a:pt x="914400" y="3511597"/>
                  <a:pt x="920797" y="3505200"/>
                  <a:pt x="928688" y="3505200"/>
                </a:cubicBezTo>
                <a:cubicBezTo>
                  <a:pt x="936578" y="3505200"/>
                  <a:pt x="942975" y="3511597"/>
                  <a:pt x="942975" y="3519488"/>
                </a:cubicBezTo>
                <a:close/>
                <a:moveTo>
                  <a:pt x="942975" y="3671888"/>
                </a:moveTo>
                <a:cubicBezTo>
                  <a:pt x="942975" y="3679778"/>
                  <a:pt x="936578" y="3686175"/>
                  <a:pt x="928688" y="3686175"/>
                </a:cubicBezTo>
                <a:cubicBezTo>
                  <a:pt x="920797" y="3686175"/>
                  <a:pt x="914400" y="3679778"/>
                  <a:pt x="914400" y="3671888"/>
                </a:cubicBezTo>
                <a:cubicBezTo>
                  <a:pt x="914400" y="3663997"/>
                  <a:pt x="920797" y="3657600"/>
                  <a:pt x="928688" y="3657600"/>
                </a:cubicBezTo>
                <a:cubicBezTo>
                  <a:pt x="936578" y="3657600"/>
                  <a:pt x="942975" y="3663997"/>
                  <a:pt x="942975" y="3671888"/>
                </a:cubicBezTo>
                <a:close/>
                <a:moveTo>
                  <a:pt x="942975" y="3824288"/>
                </a:moveTo>
                <a:cubicBezTo>
                  <a:pt x="942975" y="3832178"/>
                  <a:pt x="936578" y="3838575"/>
                  <a:pt x="928688" y="3838575"/>
                </a:cubicBezTo>
                <a:cubicBezTo>
                  <a:pt x="920797" y="3838575"/>
                  <a:pt x="914400" y="3832178"/>
                  <a:pt x="914400" y="3824288"/>
                </a:cubicBezTo>
                <a:cubicBezTo>
                  <a:pt x="914400" y="3816397"/>
                  <a:pt x="920797" y="3810000"/>
                  <a:pt x="928688" y="3810000"/>
                </a:cubicBezTo>
                <a:cubicBezTo>
                  <a:pt x="936578" y="3810000"/>
                  <a:pt x="942975" y="3816397"/>
                  <a:pt x="942975" y="3824288"/>
                </a:cubicBezTo>
                <a:close/>
                <a:moveTo>
                  <a:pt x="942975" y="3976688"/>
                </a:moveTo>
                <a:cubicBezTo>
                  <a:pt x="942975" y="3984578"/>
                  <a:pt x="936578" y="3990975"/>
                  <a:pt x="928688" y="3990975"/>
                </a:cubicBezTo>
                <a:cubicBezTo>
                  <a:pt x="920797" y="3990975"/>
                  <a:pt x="914400" y="3984578"/>
                  <a:pt x="914400" y="3976688"/>
                </a:cubicBezTo>
                <a:cubicBezTo>
                  <a:pt x="914400" y="3968797"/>
                  <a:pt x="920797" y="3962400"/>
                  <a:pt x="928688" y="3962400"/>
                </a:cubicBezTo>
                <a:cubicBezTo>
                  <a:pt x="936578" y="3962400"/>
                  <a:pt x="942975" y="3968797"/>
                  <a:pt x="942975" y="3976688"/>
                </a:cubicBezTo>
                <a:close/>
                <a:moveTo>
                  <a:pt x="942975" y="4129088"/>
                </a:moveTo>
                <a:cubicBezTo>
                  <a:pt x="942975" y="4136978"/>
                  <a:pt x="936578" y="4143375"/>
                  <a:pt x="928688" y="4143375"/>
                </a:cubicBezTo>
                <a:cubicBezTo>
                  <a:pt x="920797" y="4143375"/>
                  <a:pt x="914400" y="4136978"/>
                  <a:pt x="914400" y="4129088"/>
                </a:cubicBezTo>
                <a:cubicBezTo>
                  <a:pt x="914400" y="4121197"/>
                  <a:pt x="920797" y="4114800"/>
                  <a:pt x="928688" y="4114800"/>
                </a:cubicBezTo>
                <a:cubicBezTo>
                  <a:pt x="936578" y="4114800"/>
                  <a:pt x="942975" y="4121197"/>
                  <a:pt x="942975" y="4129088"/>
                </a:cubicBezTo>
                <a:close/>
                <a:moveTo>
                  <a:pt x="942975" y="4281488"/>
                </a:moveTo>
                <a:cubicBezTo>
                  <a:pt x="942975" y="4289378"/>
                  <a:pt x="936578" y="4295775"/>
                  <a:pt x="928688" y="4295775"/>
                </a:cubicBezTo>
                <a:cubicBezTo>
                  <a:pt x="920797" y="4295775"/>
                  <a:pt x="914400" y="4289378"/>
                  <a:pt x="914400" y="4281488"/>
                </a:cubicBezTo>
                <a:cubicBezTo>
                  <a:pt x="914400" y="4273597"/>
                  <a:pt x="920797" y="4267200"/>
                  <a:pt x="928688" y="4267200"/>
                </a:cubicBezTo>
                <a:cubicBezTo>
                  <a:pt x="936578" y="4267200"/>
                  <a:pt x="942975" y="4273597"/>
                  <a:pt x="942975" y="4281488"/>
                </a:cubicBezTo>
                <a:close/>
                <a:moveTo>
                  <a:pt x="942975" y="4433888"/>
                </a:moveTo>
                <a:cubicBezTo>
                  <a:pt x="942975" y="4441778"/>
                  <a:pt x="936578" y="4448175"/>
                  <a:pt x="928688" y="4448175"/>
                </a:cubicBezTo>
                <a:cubicBezTo>
                  <a:pt x="920797" y="4448175"/>
                  <a:pt x="914400" y="4441778"/>
                  <a:pt x="914400" y="4433888"/>
                </a:cubicBezTo>
                <a:cubicBezTo>
                  <a:pt x="914400" y="4425997"/>
                  <a:pt x="920797" y="4419600"/>
                  <a:pt x="928688" y="4419600"/>
                </a:cubicBezTo>
                <a:cubicBezTo>
                  <a:pt x="936578" y="4419600"/>
                  <a:pt x="942975" y="4425997"/>
                  <a:pt x="942975" y="4433888"/>
                </a:cubicBezTo>
                <a:close/>
                <a:moveTo>
                  <a:pt x="942975" y="4586288"/>
                </a:moveTo>
                <a:cubicBezTo>
                  <a:pt x="942975" y="4594178"/>
                  <a:pt x="936578" y="4600575"/>
                  <a:pt x="928688" y="4600575"/>
                </a:cubicBezTo>
                <a:cubicBezTo>
                  <a:pt x="920797" y="4600575"/>
                  <a:pt x="914400" y="4594178"/>
                  <a:pt x="914400" y="4586288"/>
                </a:cubicBezTo>
                <a:cubicBezTo>
                  <a:pt x="914400" y="4578397"/>
                  <a:pt x="920797" y="4572000"/>
                  <a:pt x="928688" y="4572000"/>
                </a:cubicBezTo>
                <a:cubicBezTo>
                  <a:pt x="936578" y="4572000"/>
                  <a:pt x="942975" y="4578397"/>
                  <a:pt x="942975" y="4586288"/>
                </a:cubicBezTo>
                <a:close/>
                <a:moveTo>
                  <a:pt x="942975" y="4738688"/>
                </a:moveTo>
                <a:cubicBezTo>
                  <a:pt x="942975" y="4746578"/>
                  <a:pt x="936578" y="4752975"/>
                  <a:pt x="928688" y="4752975"/>
                </a:cubicBezTo>
                <a:cubicBezTo>
                  <a:pt x="920797" y="4752975"/>
                  <a:pt x="914400" y="4746578"/>
                  <a:pt x="914400" y="4738688"/>
                </a:cubicBezTo>
                <a:cubicBezTo>
                  <a:pt x="914400" y="4730797"/>
                  <a:pt x="920797" y="4724400"/>
                  <a:pt x="928688" y="4724400"/>
                </a:cubicBezTo>
                <a:cubicBezTo>
                  <a:pt x="936578" y="4724400"/>
                  <a:pt x="942975" y="4730797"/>
                  <a:pt x="942975" y="4738688"/>
                </a:cubicBezTo>
                <a:close/>
                <a:moveTo>
                  <a:pt x="1095375" y="14288"/>
                </a:moveTo>
                <a:cubicBezTo>
                  <a:pt x="1095375" y="22178"/>
                  <a:pt x="1088978" y="28575"/>
                  <a:pt x="1081088" y="28575"/>
                </a:cubicBezTo>
                <a:cubicBezTo>
                  <a:pt x="1073197" y="28575"/>
                  <a:pt x="1066800" y="22178"/>
                  <a:pt x="1066800" y="14288"/>
                </a:cubicBezTo>
                <a:cubicBezTo>
                  <a:pt x="1066800" y="6397"/>
                  <a:pt x="1073197" y="0"/>
                  <a:pt x="1081088" y="0"/>
                </a:cubicBezTo>
                <a:cubicBezTo>
                  <a:pt x="1088978" y="0"/>
                  <a:pt x="1095375" y="6397"/>
                  <a:pt x="1095375" y="14288"/>
                </a:cubicBezTo>
                <a:close/>
                <a:moveTo>
                  <a:pt x="1095375" y="166688"/>
                </a:moveTo>
                <a:cubicBezTo>
                  <a:pt x="1095375" y="174578"/>
                  <a:pt x="1088978" y="180975"/>
                  <a:pt x="1081088" y="180975"/>
                </a:cubicBezTo>
                <a:cubicBezTo>
                  <a:pt x="1073197" y="180975"/>
                  <a:pt x="1066800" y="174578"/>
                  <a:pt x="1066800" y="166688"/>
                </a:cubicBezTo>
                <a:cubicBezTo>
                  <a:pt x="1066800" y="158797"/>
                  <a:pt x="1073197" y="152400"/>
                  <a:pt x="1081088" y="152400"/>
                </a:cubicBezTo>
                <a:cubicBezTo>
                  <a:pt x="1088978" y="152400"/>
                  <a:pt x="1095375" y="158797"/>
                  <a:pt x="1095375" y="166688"/>
                </a:cubicBezTo>
                <a:close/>
                <a:moveTo>
                  <a:pt x="1095375" y="319088"/>
                </a:moveTo>
                <a:cubicBezTo>
                  <a:pt x="1095375" y="326978"/>
                  <a:pt x="1088978" y="333375"/>
                  <a:pt x="1081088" y="333375"/>
                </a:cubicBezTo>
                <a:cubicBezTo>
                  <a:pt x="1073197" y="333375"/>
                  <a:pt x="1066800" y="326978"/>
                  <a:pt x="1066800" y="319088"/>
                </a:cubicBezTo>
                <a:cubicBezTo>
                  <a:pt x="1066800" y="311197"/>
                  <a:pt x="1073197" y="304800"/>
                  <a:pt x="1081088" y="304800"/>
                </a:cubicBezTo>
                <a:cubicBezTo>
                  <a:pt x="1088978" y="304800"/>
                  <a:pt x="1095375" y="311197"/>
                  <a:pt x="1095375" y="319088"/>
                </a:cubicBezTo>
                <a:close/>
                <a:moveTo>
                  <a:pt x="1095375" y="471488"/>
                </a:moveTo>
                <a:cubicBezTo>
                  <a:pt x="1095375" y="479378"/>
                  <a:pt x="1088978" y="485775"/>
                  <a:pt x="1081088" y="485775"/>
                </a:cubicBezTo>
                <a:cubicBezTo>
                  <a:pt x="1073197" y="485775"/>
                  <a:pt x="1066800" y="479378"/>
                  <a:pt x="1066800" y="471488"/>
                </a:cubicBezTo>
                <a:cubicBezTo>
                  <a:pt x="1066800" y="463597"/>
                  <a:pt x="1073197" y="457200"/>
                  <a:pt x="1081088" y="457200"/>
                </a:cubicBezTo>
                <a:cubicBezTo>
                  <a:pt x="1088978" y="457200"/>
                  <a:pt x="1095375" y="463597"/>
                  <a:pt x="1095375" y="471488"/>
                </a:cubicBezTo>
                <a:close/>
                <a:moveTo>
                  <a:pt x="1095375" y="623888"/>
                </a:moveTo>
                <a:cubicBezTo>
                  <a:pt x="1095375" y="631778"/>
                  <a:pt x="1088978" y="638175"/>
                  <a:pt x="1081088" y="638175"/>
                </a:cubicBezTo>
                <a:cubicBezTo>
                  <a:pt x="1073197" y="638175"/>
                  <a:pt x="1066800" y="631778"/>
                  <a:pt x="1066800" y="623888"/>
                </a:cubicBezTo>
                <a:cubicBezTo>
                  <a:pt x="1066800" y="615997"/>
                  <a:pt x="1073197" y="609600"/>
                  <a:pt x="1081088" y="609600"/>
                </a:cubicBezTo>
                <a:cubicBezTo>
                  <a:pt x="1088978" y="609600"/>
                  <a:pt x="1095375" y="615997"/>
                  <a:pt x="1095375" y="623888"/>
                </a:cubicBezTo>
                <a:close/>
                <a:moveTo>
                  <a:pt x="1095375" y="776288"/>
                </a:moveTo>
                <a:cubicBezTo>
                  <a:pt x="1095375" y="784178"/>
                  <a:pt x="1088978" y="790575"/>
                  <a:pt x="1081088" y="790575"/>
                </a:cubicBezTo>
                <a:cubicBezTo>
                  <a:pt x="1073197" y="790575"/>
                  <a:pt x="1066800" y="784178"/>
                  <a:pt x="1066800" y="776288"/>
                </a:cubicBezTo>
                <a:cubicBezTo>
                  <a:pt x="1066800" y="768397"/>
                  <a:pt x="1073197" y="762000"/>
                  <a:pt x="1081088" y="762000"/>
                </a:cubicBezTo>
                <a:cubicBezTo>
                  <a:pt x="1088978" y="762000"/>
                  <a:pt x="1095375" y="768397"/>
                  <a:pt x="1095375" y="776288"/>
                </a:cubicBezTo>
                <a:close/>
                <a:moveTo>
                  <a:pt x="1095375" y="928688"/>
                </a:moveTo>
                <a:cubicBezTo>
                  <a:pt x="1095375" y="936578"/>
                  <a:pt x="1088978" y="942975"/>
                  <a:pt x="1081088" y="942975"/>
                </a:cubicBezTo>
                <a:cubicBezTo>
                  <a:pt x="1073197" y="942975"/>
                  <a:pt x="1066800" y="936578"/>
                  <a:pt x="1066800" y="928688"/>
                </a:cubicBezTo>
                <a:cubicBezTo>
                  <a:pt x="1066800" y="920797"/>
                  <a:pt x="1073197" y="914400"/>
                  <a:pt x="1081088" y="914400"/>
                </a:cubicBezTo>
                <a:cubicBezTo>
                  <a:pt x="1088978" y="914400"/>
                  <a:pt x="1095375" y="920797"/>
                  <a:pt x="1095375" y="928688"/>
                </a:cubicBezTo>
                <a:close/>
                <a:moveTo>
                  <a:pt x="1095375" y="1081088"/>
                </a:moveTo>
                <a:cubicBezTo>
                  <a:pt x="1095375" y="1088978"/>
                  <a:pt x="1088978" y="1095375"/>
                  <a:pt x="1081088" y="1095375"/>
                </a:cubicBezTo>
                <a:cubicBezTo>
                  <a:pt x="1073197" y="1095375"/>
                  <a:pt x="1066800" y="1088978"/>
                  <a:pt x="1066800" y="1081088"/>
                </a:cubicBezTo>
                <a:cubicBezTo>
                  <a:pt x="1066800" y="1073197"/>
                  <a:pt x="1073197" y="1066800"/>
                  <a:pt x="1081088" y="1066800"/>
                </a:cubicBezTo>
                <a:cubicBezTo>
                  <a:pt x="1088978" y="1066800"/>
                  <a:pt x="1095375" y="1073197"/>
                  <a:pt x="1095375" y="1081088"/>
                </a:cubicBezTo>
                <a:close/>
                <a:moveTo>
                  <a:pt x="1095375" y="1233488"/>
                </a:moveTo>
                <a:cubicBezTo>
                  <a:pt x="1095375" y="1241378"/>
                  <a:pt x="1088978" y="1247775"/>
                  <a:pt x="1081088" y="1247775"/>
                </a:cubicBezTo>
                <a:cubicBezTo>
                  <a:pt x="1073197" y="1247775"/>
                  <a:pt x="1066800" y="1241378"/>
                  <a:pt x="1066800" y="1233488"/>
                </a:cubicBezTo>
                <a:cubicBezTo>
                  <a:pt x="1066800" y="1225597"/>
                  <a:pt x="1073197" y="1219200"/>
                  <a:pt x="1081088" y="1219200"/>
                </a:cubicBezTo>
                <a:cubicBezTo>
                  <a:pt x="1088978" y="1219200"/>
                  <a:pt x="1095375" y="1225597"/>
                  <a:pt x="1095375" y="1233488"/>
                </a:cubicBezTo>
                <a:close/>
                <a:moveTo>
                  <a:pt x="1095375" y="1385888"/>
                </a:moveTo>
                <a:cubicBezTo>
                  <a:pt x="1095375" y="1393778"/>
                  <a:pt x="1088978" y="1400175"/>
                  <a:pt x="1081088" y="1400175"/>
                </a:cubicBezTo>
                <a:cubicBezTo>
                  <a:pt x="1073197" y="1400175"/>
                  <a:pt x="1066800" y="1393778"/>
                  <a:pt x="1066800" y="1385888"/>
                </a:cubicBezTo>
                <a:cubicBezTo>
                  <a:pt x="1066800" y="1377997"/>
                  <a:pt x="1073197" y="1371600"/>
                  <a:pt x="1081088" y="1371600"/>
                </a:cubicBezTo>
                <a:cubicBezTo>
                  <a:pt x="1088978" y="1371600"/>
                  <a:pt x="1095375" y="1377997"/>
                  <a:pt x="1095375" y="1385888"/>
                </a:cubicBezTo>
                <a:close/>
                <a:moveTo>
                  <a:pt x="1095375" y="1538288"/>
                </a:moveTo>
                <a:cubicBezTo>
                  <a:pt x="1095375" y="1546178"/>
                  <a:pt x="1088978" y="1552575"/>
                  <a:pt x="1081088" y="1552575"/>
                </a:cubicBezTo>
                <a:cubicBezTo>
                  <a:pt x="1073197" y="1552575"/>
                  <a:pt x="1066800" y="1546178"/>
                  <a:pt x="1066800" y="1538288"/>
                </a:cubicBezTo>
                <a:cubicBezTo>
                  <a:pt x="1066800" y="1530397"/>
                  <a:pt x="1073197" y="1524000"/>
                  <a:pt x="1081088" y="1524000"/>
                </a:cubicBezTo>
                <a:cubicBezTo>
                  <a:pt x="1088978" y="1524000"/>
                  <a:pt x="1095375" y="1530397"/>
                  <a:pt x="1095375" y="1538288"/>
                </a:cubicBezTo>
                <a:close/>
                <a:moveTo>
                  <a:pt x="1095375" y="1690688"/>
                </a:moveTo>
                <a:cubicBezTo>
                  <a:pt x="1095375" y="1698578"/>
                  <a:pt x="1088978" y="1704975"/>
                  <a:pt x="1081088" y="1704975"/>
                </a:cubicBezTo>
                <a:cubicBezTo>
                  <a:pt x="1073197" y="1704975"/>
                  <a:pt x="1066800" y="1698578"/>
                  <a:pt x="1066800" y="1690688"/>
                </a:cubicBezTo>
                <a:cubicBezTo>
                  <a:pt x="1066800" y="1682797"/>
                  <a:pt x="1073197" y="1676400"/>
                  <a:pt x="1081088" y="1676400"/>
                </a:cubicBezTo>
                <a:cubicBezTo>
                  <a:pt x="1088978" y="1676400"/>
                  <a:pt x="1095375" y="1682797"/>
                  <a:pt x="1095375" y="1690688"/>
                </a:cubicBezTo>
                <a:close/>
                <a:moveTo>
                  <a:pt x="1095375" y="1843088"/>
                </a:moveTo>
                <a:cubicBezTo>
                  <a:pt x="1095375" y="1850978"/>
                  <a:pt x="1088978" y="1857375"/>
                  <a:pt x="1081088" y="1857375"/>
                </a:cubicBezTo>
                <a:cubicBezTo>
                  <a:pt x="1073197" y="1857375"/>
                  <a:pt x="1066800" y="1850978"/>
                  <a:pt x="1066800" y="1843088"/>
                </a:cubicBezTo>
                <a:cubicBezTo>
                  <a:pt x="1066800" y="1835197"/>
                  <a:pt x="1073197" y="1828800"/>
                  <a:pt x="1081088" y="1828800"/>
                </a:cubicBezTo>
                <a:cubicBezTo>
                  <a:pt x="1088978" y="1828800"/>
                  <a:pt x="1095375" y="1835197"/>
                  <a:pt x="1095375" y="1843088"/>
                </a:cubicBezTo>
                <a:close/>
                <a:moveTo>
                  <a:pt x="1095375" y="1995488"/>
                </a:moveTo>
                <a:cubicBezTo>
                  <a:pt x="1095375" y="2003378"/>
                  <a:pt x="1088978" y="2009775"/>
                  <a:pt x="1081088" y="2009775"/>
                </a:cubicBezTo>
                <a:cubicBezTo>
                  <a:pt x="1073197" y="2009775"/>
                  <a:pt x="1066800" y="2003378"/>
                  <a:pt x="1066800" y="1995488"/>
                </a:cubicBezTo>
                <a:cubicBezTo>
                  <a:pt x="1066800" y="1987597"/>
                  <a:pt x="1073197" y="1981200"/>
                  <a:pt x="1081088" y="1981200"/>
                </a:cubicBezTo>
                <a:cubicBezTo>
                  <a:pt x="1088978" y="1981200"/>
                  <a:pt x="1095375" y="1987597"/>
                  <a:pt x="1095375" y="1995488"/>
                </a:cubicBezTo>
                <a:close/>
                <a:moveTo>
                  <a:pt x="1095375" y="2147888"/>
                </a:moveTo>
                <a:cubicBezTo>
                  <a:pt x="1095375" y="2155778"/>
                  <a:pt x="1088978" y="2162175"/>
                  <a:pt x="1081088" y="2162175"/>
                </a:cubicBezTo>
                <a:cubicBezTo>
                  <a:pt x="1073197" y="2162175"/>
                  <a:pt x="1066800" y="2155778"/>
                  <a:pt x="1066800" y="2147888"/>
                </a:cubicBezTo>
                <a:cubicBezTo>
                  <a:pt x="1066800" y="2139997"/>
                  <a:pt x="1073197" y="2133600"/>
                  <a:pt x="1081088" y="2133600"/>
                </a:cubicBezTo>
                <a:cubicBezTo>
                  <a:pt x="1088978" y="2133600"/>
                  <a:pt x="1095375" y="2139997"/>
                  <a:pt x="1095375" y="2147888"/>
                </a:cubicBezTo>
                <a:close/>
                <a:moveTo>
                  <a:pt x="1095375" y="2300288"/>
                </a:moveTo>
                <a:cubicBezTo>
                  <a:pt x="1095375" y="2308178"/>
                  <a:pt x="1088978" y="2314575"/>
                  <a:pt x="1081088" y="2314575"/>
                </a:cubicBezTo>
                <a:cubicBezTo>
                  <a:pt x="1073197" y="2314575"/>
                  <a:pt x="1066800" y="2308178"/>
                  <a:pt x="1066800" y="2300288"/>
                </a:cubicBezTo>
                <a:cubicBezTo>
                  <a:pt x="1066800" y="2292397"/>
                  <a:pt x="1073197" y="2286000"/>
                  <a:pt x="1081088" y="2286000"/>
                </a:cubicBezTo>
                <a:cubicBezTo>
                  <a:pt x="1088978" y="2286000"/>
                  <a:pt x="1095375" y="2292397"/>
                  <a:pt x="1095375" y="2300288"/>
                </a:cubicBezTo>
                <a:close/>
                <a:moveTo>
                  <a:pt x="1095375" y="2452688"/>
                </a:moveTo>
                <a:cubicBezTo>
                  <a:pt x="1095375" y="2460578"/>
                  <a:pt x="1088978" y="2466975"/>
                  <a:pt x="1081088" y="2466975"/>
                </a:cubicBezTo>
                <a:cubicBezTo>
                  <a:pt x="1073197" y="2466975"/>
                  <a:pt x="1066800" y="2460578"/>
                  <a:pt x="1066800" y="2452688"/>
                </a:cubicBezTo>
                <a:cubicBezTo>
                  <a:pt x="1066800" y="2444797"/>
                  <a:pt x="1073197" y="2438400"/>
                  <a:pt x="1081088" y="2438400"/>
                </a:cubicBezTo>
                <a:cubicBezTo>
                  <a:pt x="1088978" y="2438400"/>
                  <a:pt x="1095375" y="2444797"/>
                  <a:pt x="1095375" y="2452688"/>
                </a:cubicBezTo>
                <a:close/>
                <a:moveTo>
                  <a:pt x="1095375" y="2605088"/>
                </a:moveTo>
                <a:cubicBezTo>
                  <a:pt x="1095375" y="2612978"/>
                  <a:pt x="1088978" y="2619375"/>
                  <a:pt x="1081088" y="2619375"/>
                </a:cubicBezTo>
                <a:cubicBezTo>
                  <a:pt x="1073197" y="2619375"/>
                  <a:pt x="1066800" y="2612978"/>
                  <a:pt x="1066800" y="2605088"/>
                </a:cubicBezTo>
                <a:cubicBezTo>
                  <a:pt x="1066800" y="2597197"/>
                  <a:pt x="1073197" y="2590800"/>
                  <a:pt x="1081088" y="2590800"/>
                </a:cubicBezTo>
                <a:cubicBezTo>
                  <a:pt x="1088978" y="2590800"/>
                  <a:pt x="1095375" y="2597197"/>
                  <a:pt x="1095375" y="2605088"/>
                </a:cubicBezTo>
                <a:close/>
                <a:moveTo>
                  <a:pt x="1095375" y="2757488"/>
                </a:moveTo>
                <a:cubicBezTo>
                  <a:pt x="1095375" y="2765378"/>
                  <a:pt x="1088978" y="2771775"/>
                  <a:pt x="1081088" y="2771775"/>
                </a:cubicBezTo>
                <a:cubicBezTo>
                  <a:pt x="1073197" y="2771775"/>
                  <a:pt x="1066800" y="2765378"/>
                  <a:pt x="1066800" y="2757488"/>
                </a:cubicBezTo>
                <a:cubicBezTo>
                  <a:pt x="1066800" y="2749597"/>
                  <a:pt x="1073197" y="2743200"/>
                  <a:pt x="1081088" y="2743200"/>
                </a:cubicBezTo>
                <a:cubicBezTo>
                  <a:pt x="1088978" y="2743200"/>
                  <a:pt x="1095375" y="2749597"/>
                  <a:pt x="1095375" y="2757488"/>
                </a:cubicBezTo>
                <a:close/>
                <a:moveTo>
                  <a:pt x="1095375" y="2909888"/>
                </a:moveTo>
                <a:cubicBezTo>
                  <a:pt x="1095375" y="2917778"/>
                  <a:pt x="1088978" y="2924175"/>
                  <a:pt x="1081088" y="2924175"/>
                </a:cubicBezTo>
                <a:cubicBezTo>
                  <a:pt x="1073197" y="2924175"/>
                  <a:pt x="1066800" y="2917778"/>
                  <a:pt x="1066800" y="2909888"/>
                </a:cubicBezTo>
                <a:cubicBezTo>
                  <a:pt x="1066800" y="2901997"/>
                  <a:pt x="1073197" y="2895600"/>
                  <a:pt x="1081088" y="2895600"/>
                </a:cubicBezTo>
                <a:cubicBezTo>
                  <a:pt x="1088978" y="2895600"/>
                  <a:pt x="1095375" y="2901997"/>
                  <a:pt x="1095375" y="2909888"/>
                </a:cubicBezTo>
                <a:close/>
                <a:moveTo>
                  <a:pt x="1095375" y="3062288"/>
                </a:moveTo>
                <a:cubicBezTo>
                  <a:pt x="1095375" y="3070178"/>
                  <a:pt x="1088978" y="3076575"/>
                  <a:pt x="1081088" y="3076575"/>
                </a:cubicBezTo>
                <a:cubicBezTo>
                  <a:pt x="1073197" y="3076575"/>
                  <a:pt x="1066800" y="3070178"/>
                  <a:pt x="1066800" y="3062288"/>
                </a:cubicBezTo>
                <a:cubicBezTo>
                  <a:pt x="1066800" y="3054397"/>
                  <a:pt x="1073197" y="3048000"/>
                  <a:pt x="1081088" y="3048000"/>
                </a:cubicBezTo>
                <a:cubicBezTo>
                  <a:pt x="1088978" y="3048000"/>
                  <a:pt x="1095375" y="3054397"/>
                  <a:pt x="1095375" y="3062288"/>
                </a:cubicBezTo>
                <a:close/>
                <a:moveTo>
                  <a:pt x="1095375" y="3214688"/>
                </a:moveTo>
                <a:cubicBezTo>
                  <a:pt x="1095375" y="3222578"/>
                  <a:pt x="1088978" y="3228975"/>
                  <a:pt x="1081088" y="3228975"/>
                </a:cubicBezTo>
                <a:cubicBezTo>
                  <a:pt x="1073197" y="3228975"/>
                  <a:pt x="1066800" y="3222578"/>
                  <a:pt x="1066800" y="3214688"/>
                </a:cubicBezTo>
                <a:cubicBezTo>
                  <a:pt x="1066800" y="3206797"/>
                  <a:pt x="1073197" y="3200400"/>
                  <a:pt x="1081088" y="3200400"/>
                </a:cubicBezTo>
                <a:cubicBezTo>
                  <a:pt x="1088978" y="3200400"/>
                  <a:pt x="1095375" y="3206797"/>
                  <a:pt x="1095375" y="3214688"/>
                </a:cubicBezTo>
                <a:close/>
                <a:moveTo>
                  <a:pt x="1095375" y="3367088"/>
                </a:moveTo>
                <a:cubicBezTo>
                  <a:pt x="1095375" y="3374978"/>
                  <a:pt x="1088978" y="3381375"/>
                  <a:pt x="1081088" y="3381375"/>
                </a:cubicBezTo>
                <a:cubicBezTo>
                  <a:pt x="1073197" y="3381375"/>
                  <a:pt x="1066800" y="3374978"/>
                  <a:pt x="1066800" y="3367088"/>
                </a:cubicBezTo>
                <a:cubicBezTo>
                  <a:pt x="1066800" y="3359197"/>
                  <a:pt x="1073197" y="3352800"/>
                  <a:pt x="1081088" y="3352800"/>
                </a:cubicBezTo>
                <a:cubicBezTo>
                  <a:pt x="1088978" y="3352800"/>
                  <a:pt x="1095375" y="3359197"/>
                  <a:pt x="1095375" y="3367088"/>
                </a:cubicBezTo>
                <a:close/>
                <a:moveTo>
                  <a:pt x="1095375" y="3519488"/>
                </a:moveTo>
                <a:cubicBezTo>
                  <a:pt x="1095375" y="3527378"/>
                  <a:pt x="1088978" y="3533775"/>
                  <a:pt x="1081088" y="3533775"/>
                </a:cubicBezTo>
                <a:cubicBezTo>
                  <a:pt x="1073197" y="3533775"/>
                  <a:pt x="1066800" y="3527378"/>
                  <a:pt x="1066800" y="3519488"/>
                </a:cubicBezTo>
                <a:cubicBezTo>
                  <a:pt x="1066800" y="3511597"/>
                  <a:pt x="1073197" y="3505200"/>
                  <a:pt x="1081088" y="3505200"/>
                </a:cubicBezTo>
                <a:cubicBezTo>
                  <a:pt x="1088978" y="3505200"/>
                  <a:pt x="1095375" y="3511597"/>
                  <a:pt x="1095375" y="3519488"/>
                </a:cubicBezTo>
                <a:close/>
                <a:moveTo>
                  <a:pt x="1095375" y="3671888"/>
                </a:moveTo>
                <a:cubicBezTo>
                  <a:pt x="1095375" y="3679778"/>
                  <a:pt x="1088978" y="3686175"/>
                  <a:pt x="1081088" y="3686175"/>
                </a:cubicBezTo>
                <a:cubicBezTo>
                  <a:pt x="1073197" y="3686175"/>
                  <a:pt x="1066800" y="3679778"/>
                  <a:pt x="1066800" y="3671888"/>
                </a:cubicBezTo>
                <a:cubicBezTo>
                  <a:pt x="1066800" y="3663997"/>
                  <a:pt x="1073197" y="3657600"/>
                  <a:pt x="1081088" y="3657600"/>
                </a:cubicBezTo>
                <a:cubicBezTo>
                  <a:pt x="1088978" y="3657600"/>
                  <a:pt x="1095375" y="3663997"/>
                  <a:pt x="1095375" y="3671888"/>
                </a:cubicBezTo>
                <a:close/>
                <a:moveTo>
                  <a:pt x="1095375" y="3824288"/>
                </a:moveTo>
                <a:cubicBezTo>
                  <a:pt x="1095375" y="3832178"/>
                  <a:pt x="1088978" y="3838575"/>
                  <a:pt x="1081088" y="3838575"/>
                </a:cubicBezTo>
                <a:cubicBezTo>
                  <a:pt x="1073197" y="3838575"/>
                  <a:pt x="1066800" y="3832178"/>
                  <a:pt x="1066800" y="3824288"/>
                </a:cubicBezTo>
                <a:cubicBezTo>
                  <a:pt x="1066800" y="3816397"/>
                  <a:pt x="1073197" y="3810000"/>
                  <a:pt x="1081088" y="3810000"/>
                </a:cubicBezTo>
                <a:cubicBezTo>
                  <a:pt x="1088978" y="3810000"/>
                  <a:pt x="1095375" y="3816397"/>
                  <a:pt x="1095375" y="3824288"/>
                </a:cubicBezTo>
                <a:close/>
                <a:moveTo>
                  <a:pt x="1095375" y="3976688"/>
                </a:moveTo>
                <a:cubicBezTo>
                  <a:pt x="1095375" y="3984578"/>
                  <a:pt x="1088978" y="3990975"/>
                  <a:pt x="1081088" y="3990975"/>
                </a:cubicBezTo>
                <a:cubicBezTo>
                  <a:pt x="1073197" y="3990975"/>
                  <a:pt x="1066800" y="3984578"/>
                  <a:pt x="1066800" y="3976688"/>
                </a:cubicBezTo>
                <a:cubicBezTo>
                  <a:pt x="1066800" y="3968797"/>
                  <a:pt x="1073197" y="3962400"/>
                  <a:pt x="1081088" y="3962400"/>
                </a:cubicBezTo>
                <a:cubicBezTo>
                  <a:pt x="1088978" y="3962400"/>
                  <a:pt x="1095375" y="3968797"/>
                  <a:pt x="1095375" y="3976688"/>
                </a:cubicBezTo>
                <a:close/>
                <a:moveTo>
                  <a:pt x="1095375" y="4129088"/>
                </a:moveTo>
                <a:cubicBezTo>
                  <a:pt x="1095375" y="4136978"/>
                  <a:pt x="1088978" y="4143375"/>
                  <a:pt x="1081088" y="4143375"/>
                </a:cubicBezTo>
                <a:cubicBezTo>
                  <a:pt x="1073197" y="4143375"/>
                  <a:pt x="1066800" y="4136978"/>
                  <a:pt x="1066800" y="4129088"/>
                </a:cubicBezTo>
                <a:cubicBezTo>
                  <a:pt x="1066800" y="4121197"/>
                  <a:pt x="1073197" y="4114800"/>
                  <a:pt x="1081088" y="4114800"/>
                </a:cubicBezTo>
                <a:cubicBezTo>
                  <a:pt x="1088978" y="4114800"/>
                  <a:pt x="1095375" y="4121197"/>
                  <a:pt x="1095375" y="4129088"/>
                </a:cubicBezTo>
                <a:close/>
                <a:moveTo>
                  <a:pt x="1095375" y="4281488"/>
                </a:moveTo>
                <a:cubicBezTo>
                  <a:pt x="1095375" y="4289378"/>
                  <a:pt x="1088978" y="4295775"/>
                  <a:pt x="1081088" y="4295775"/>
                </a:cubicBezTo>
                <a:cubicBezTo>
                  <a:pt x="1073197" y="4295775"/>
                  <a:pt x="1066800" y="4289378"/>
                  <a:pt x="1066800" y="4281488"/>
                </a:cubicBezTo>
                <a:cubicBezTo>
                  <a:pt x="1066800" y="4273597"/>
                  <a:pt x="1073197" y="4267200"/>
                  <a:pt x="1081088" y="4267200"/>
                </a:cubicBezTo>
                <a:cubicBezTo>
                  <a:pt x="1088978" y="4267200"/>
                  <a:pt x="1095375" y="4273597"/>
                  <a:pt x="1095375" y="4281488"/>
                </a:cubicBezTo>
                <a:close/>
                <a:moveTo>
                  <a:pt x="1095375" y="4433888"/>
                </a:moveTo>
                <a:cubicBezTo>
                  <a:pt x="1095375" y="4441778"/>
                  <a:pt x="1088978" y="4448175"/>
                  <a:pt x="1081088" y="4448175"/>
                </a:cubicBezTo>
                <a:cubicBezTo>
                  <a:pt x="1073197" y="4448175"/>
                  <a:pt x="1066800" y="4441778"/>
                  <a:pt x="1066800" y="4433888"/>
                </a:cubicBezTo>
                <a:cubicBezTo>
                  <a:pt x="1066800" y="4425997"/>
                  <a:pt x="1073197" y="4419600"/>
                  <a:pt x="1081088" y="4419600"/>
                </a:cubicBezTo>
                <a:cubicBezTo>
                  <a:pt x="1088978" y="4419600"/>
                  <a:pt x="1095375" y="4425997"/>
                  <a:pt x="1095375" y="4433888"/>
                </a:cubicBezTo>
                <a:close/>
                <a:moveTo>
                  <a:pt x="1095375" y="4586288"/>
                </a:moveTo>
                <a:cubicBezTo>
                  <a:pt x="1095375" y="4594178"/>
                  <a:pt x="1088978" y="4600575"/>
                  <a:pt x="1081088" y="4600575"/>
                </a:cubicBezTo>
                <a:cubicBezTo>
                  <a:pt x="1073197" y="4600575"/>
                  <a:pt x="1066800" y="4594178"/>
                  <a:pt x="1066800" y="4586288"/>
                </a:cubicBezTo>
                <a:cubicBezTo>
                  <a:pt x="1066800" y="4578397"/>
                  <a:pt x="1073197" y="4572000"/>
                  <a:pt x="1081088" y="4572000"/>
                </a:cubicBezTo>
                <a:cubicBezTo>
                  <a:pt x="1088978" y="4572000"/>
                  <a:pt x="1095375" y="4578397"/>
                  <a:pt x="1095375" y="4586288"/>
                </a:cubicBezTo>
                <a:close/>
                <a:moveTo>
                  <a:pt x="1095375" y="4738688"/>
                </a:moveTo>
                <a:cubicBezTo>
                  <a:pt x="1095375" y="4746578"/>
                  <a:pt x="1088978" y="4752975"/>
                  <a:pt x="1081088" y="4752975"/>
                </a:cubicBezTo>
                <a:cubicBezTo>
                  <a:pt x="1073197" y="4752975"/>
                  <a:pt x="1066800" y="4746578"/>
                  <a:pt x="1066800" y="4738688"/>
                </a:cubicBezTo>
                <a:cubicBezTo>
                  <a:pt x="1066800" y="4730797"/>
                  <a:pt x="1073197" y="4724400"/>
                  <a:pt x="1081088" y="4724400"/>
                </a:cubicBezTo>
                <a:cubicBezTo>
                  <a:pt x="1088978" y="4724400"/>
                  <a:pt x="1095375" y="4730797"/>
                  <a:pt x="1095375" y="4738688"/>
                </a:cubicBezTo>
                <a:close/>
                <a:moveTo>
                  <a:pt x="1247775" y="14288"/>
                </a:moveTo>
                <a:cubicBezTo>
                  <a:pt x="1247775" y="22178"/>
                  <a:pt x="1241378" y="28575"/>
                  <a:pt x="1233488" y="28575"/>
                </a:cubicBezTo>
                <a:cubicBezTo>
                  <a:pt x="1225597" y="28575"/>
                  <a:pt x="1219200" y="22178"/>
                  <a:pt x="1219200" y="14288"/>
                </a:cubicBezTo>
                <a:cubicBezTo>
                  <a:pt x="1219200" y="6397"/>
                  <a:pt x="1225597" y="0"/>
                  <a:pt x="1233488" y="0"/>
                </a:cubicBezTo>
                <a:cubicBezTo>
                  <a:pt x="1241378" y="0"/>
                  <a:pt x="1247775" y="6397"/>
                  <a:pt x="1247775" y="14288"/>
                </a:cubicBezTo>
                <a:close/>
                <a:moveTo>
                  <a:pt x="1247775" y="166688"/>
                </a:moveTo>
                <a:cubicBezTo>
                  <a:pt x="1247775" y="174578"/>
                  <a:pt x="1241378" y="180975"/>
                  <a:pt x="1233488" y="180975"/>
                </a:cubicBezTo>
                <a:cubicBezTo>
                  <a:pt x="1225597" y="180975"/>
                  <a:pt x="1219200" y="174578"/>
                  <a:pt x="1219200" y="166688"/>
                </a:cubicBezTo>
                <a:cubicBezTo>
                  <a:pt x="1219200" y="158797"/>
                  <a:pt x="1225597" y="152400"/>
                  <a:pt x="1233488" y="152400"/>
                </a:cubicBezTo>
                <a:cubicBezTo>
                  <a:pt x="1241378" y="152400"/>
                  <a:pt x="1247775" y="158797"/>
                  <a:pt x="1247775" y="166688"/>
                </a:cubicBezTo>
                <a:close/>
                <a:moveTo>
                  <a:pt x="1247775" y="319088"/>
                </a:moveTo>
                <a:cubicBezTo>
                  <a:pt x="1247775" y="326978"/>
                  <a:pt x="1241378" y="333375"/>
                  <a:pt x="1233488" y="333375"/>
                </a:cubicBezTo>
                <a:cubicBezTo>
                  <a:pt x="1225597" y="333375"/>
                  <a:pt x="1219200" y="326978"/>
                  <a:pt x="1219200" y="319088"/>
                </a:cubicBezTo>
                <a:cubicBezTo>
                  <a:pt x="1219200" y="311197"/>
                  <a:pt x="1225597" y="304800"/>
                  <a:pt x="1233488" y="304800"/>
                </a:cubicBezTo>
                <a:cubicBezTo>
                  <a:pt x="1241378" y="304800"/>
                  <a:pt x="1247775" y="311197"/>
                  <a:pt x="1247775" y="319088"/>
                </a:cubicBezTo>
                <a:close/>
                <a:moveTo>
                  <a:pt x="1247775" y="471488"/>
                </a:moveTo>
                <a:cubicBezTo>
                  <a:pt x="1247775" y="479378"/>
                  <a:pt x="1241378" y="485775"/>
                  <a:pt x="1233488" y="485775"/>
                </a:cubicBezTo>
                <a:cubicBezTo>
                  <a:pt x="1225597" y="485775"/>
                  <a:pt x="1219200" y="479378"/>
                  <a:pt x="1219200" y="471488"/>
                </a:cubicBezTo>
                <a:cubicBezTo>
                  <a:pt x="1219200" y="463597"/>
                  <a:pt x="1225597" y="457200"/>
                  <a:pt x="1233488" y="457200"/>
                </a:cubicBezTo>
                <a:cubicBezTo>
                  <a:pt x="1241378" y="457200"/>
                  <a:pt x="1247775" y="463597"/>
                  <a:pt x="1247775" y="471488"/>
                </a:cubicBezTo>
                <a:close/>
                <a:moveTo>
                  <a:pt x="1247775" y="623888"/>
                </a:moveTo>
                <a:cubicBezTo>
                  <a:pt x="1247775" y="631778"/>
                  <a:pt x="1241378" y="638175"/>
                  <a:pt x="1233488" y="638175"/>
                </a:cubicBezTo>
                <a:cubicBezTo>
                  <a:pt x="1225597" y="638175"/>
                  <a:pt x="1219200" y="631778"/>
                  <a:pt x="1219200" y="623888"/>
                </a:cubicBezTo>
                <a:cubicBezTo>
                  <a:pt x="1219200" y="615997"/>
                  <a:pt x="1225597" y="609600"/>
                  <a:pt x="1233488" y="609600"/>
                </a:cubicBezTo>
                <a:cubicBezTo>
                  <a:pt x="1241378" y="609600"/>
                  <a:pt x="1247775" y="615997"/>
                  <a:pt x="1247775" y="623888"/>
                </a:cubicBezTo>
                <a:close/>
                <a:moveTo>
                  <a:pt x="1247775" y="776288"/>
                </a:moveTo>
                <a:cubicBezTo>
                  <a:pt x="1247775" y="784178"/>
                  <a:pt x="1241378" y="790575"/>
                  <a:pt x="1233488" y="790575"/>
                </a:cubicBezTo>
                <a:cubicBezTo>
                  <a:pt x="1225597" y="790575"/>
                  <a:pt x="1219200" y="784178"/>
                  <a:pt x="1219200" y="776288"/>
                </a:cubicBezTo>
                <a:cubicBezTo>
                  <a:pt x="1219200" y="768397"/>
                  <a:pt x="1225597" y="762000"/>
                  <a:pt x="1233488" y="762000"/>
                </a:cubicBezTo>
                <a:cubicBezTo>
                  <a:pt x="1241378" y="762000"/>
                  <a:pt x="1247775" y="768397"/>
                  <a:pt x="1247775" y="776288"/>
                </a:cubicBezTo>
                <a:close/>
                <a:moveTo>
                  <a:pt x="1247775" y="928688"/>
                </a:moveTo>
                <a:cubicBezTo>
                  <a:pt x="1247775" y="936578"/>
                  <a:pt x="1241378" y="942975"/>
                  <a:pt x="1233488" y="942975"/>
                </a:cubicBezTo>
                <a:cubicBezTo>
                  <a:pt x="1225597" y="942975"/>
                  <a:pt x="1219200" y="936578"/>
                  <a:pt x="1219200" y="928688"/>
                </a:cubicBezTo>
                <a:cubicBezTo>
                  <a:pt x="1219200" y="920797"/>
                  <a:pt x="1225597" y="914400"/>
                  <a:pt x="1233488" y="914400"/>
                </a:cubicBezTo>
                <a:cubicBezTo>
                  <a:pt x="1241378" y="914400"/>
                  <a:pt x="1247775" y="920797"/>
                  <a:pt x="1247775" y="928688"/>
                </a:cubicBezTo>
                <a:close/>
                <a:moveTo>
                  <a:pt x="1247775" y="1081088"/>
                </a:moveTo>
                <a:cubicBezTo>
                  <a:pt x="1247775" y="1088978"/>
                  <a:pt x="1241378" y="1095375"/>
                  <a:pt x="1233488" y="1095375"/>
                </a:cubicBezTo>
                <a:cubicBezTo>
                  <a:pt x="1225597" y="1095375"/>
                  <a:pt x="1219200" y="1088978"/>
                  <a:pt x="1219200" y="1081088"/>
                </a:cubicBezTo>
                <a:cubicBezTo>
                  <a:pt x="1219200" y="1073197"/>
                  <a:pt x="1225597" y="1066800"/>
                  <a:pt x="1233488" y="1066800"/>
                </a:cubicBezTo>
                <a:cubicBezTo>
                  <a:pt x="1241378" y="1066800"/>
                  <a:pt x="1247775" y="1073197"/>
                  <a:pt x="1247775" y="1081088"/>
                </a:cubicBezTo>
                <a:close/>
                <a:moveTo>
                  <a:pt x="1247775" y="1233488"/>
                </a:moveTo>
                <a:cubicBezTo>
                  <a:pt x="1247775" y="1241378"/>
                  <a:pt x="1241378" y="1247775"/>
                  <a:pt x="1233488" y="1247775"/>
                </a:cubicBezTo>
                <a:cubicBezTo>
                  <a:pt x="1225597" y="1247775"/>
                  <a:pt x="1219200" y="1241378"/>
                  <a:pt x="1219200" y="1233488"/>
                </a:cubicBezTo>
                <a:cubicBezTo>
                  <a:pt x="1219200" y="1225597"/>
                  <a:pt x="1225597" y="1219200"/>
                  <a:pt x="1233488" y="1219200"/>
                </a:cubicBezTo>
                <a:cubicBezTo>
                  <a:pt x="1241378" y="1219200"/>
                  <a:pt x="1247775" y="1225597"/>
                  <a:pt x="1247775" y="1233488"/>
                </a:cubicBezTo>
                <a:close/>
                <a:moveTo>
                  <a:pt x="1247775" y="1385888"/>
                </a:moveTo>
                <a:cubicBezTo>
                  <a:pt x="1247775" y="1393778"/>
                  <a:pt x="1241378" y="1400175"/>
                  <a:pt x="1233488" y="1400175"/>
                </a:cubicBezTo>
                <a:cubicBezTo>
                  <a:pt x="1225597" y="1400175"/>
                  <a:pt x="1219200" y="1393778"/>
                  <a:pt x="1219200" y="1385888"/>
                </a:cubicBezTo>
                <a:cubicBezTo>
                  <a:pt x="1219200" y="1377997"/>
                  <a:pt x="1225597" y="1371600"/>
                  <a:pt x="1233488" y="1371600"/>
                </a:cubicBezTo>
                <a:cubicBezTo>
                  <a:pt x="1241378" y="1371600"/>
                  <a:pt x="1247775" y="1377997"/>
                  <a:pt x="1247775" y="1385888"/>
                </a:cubicBezTo>
                <a:close/>
                <a:moveTo>
                  <a:pt x="1247775" y="1538288"/>
                </a:moveTo>
                <a:cubicBezTo>
                  <a:pt x="1247775" y="1546178"/>
                  <a:pt x="1241378" y="1552575"/>
                  <a:pt x="1233488" y="1552575"/>
                </a:cubicBezTo>
                <a:cubicBezTo>
                  <a:pt x="1225597" y="1552575"/>
                  <a:pt x="1219200" y="1546178"/>
                  <a:pt x="1219200" y="1538288"/>
                </a:cubicBezTo>
                <a:cubicBezTo>
                  <a:pt x="1219200" y="1530397"/>
                  <a:pt x="1225597" y="1524000"/>
                  <a:pt x="1233488" y="1524000"/>
                </a:cubicBezTo>
                <a:cubicBezTo>
                  <a:pt x="1241378" y="1524000"/>
                  <a:pt x="1247775" y="1530397"/>
                  <a:pt x="1247775" y="1538288"/>
                </a:cubicBezTo>
                <a:close/>
                <a:moveTo>
                  <a:pt x="1247775" y="1690688"/>
                </a:moveTo>
                <a:cubicBezTo>
                  <a:pt x="1247775" y="1698578"/>
                  <a:pt x="1241378" y="1704975"/>
                  <a:pt x="1233488" y="1704975"/>
                </a:cubicBezTo>
                <a:cubicBezTo>
                  <a:pt x="1225597" y="1704975"/>
                  <a:pt x="1219200" y="1698578"/>
                  <a:pt x="1219200" y="1690688"/>
                </a:cubicBezTo>
                <a:cubicBezTo>
                  <a:pt x="1219200" y="1682797"/>
                  <a:pt x="1225597" y="1676400"/>
                  <a:pt x="1233488" y="1676400"/>
                </a:cubicBezTo>
                <a:cubicBezTo>
                  <a:pt x="1241378" y="1676400"/>
                  <a:pt x="1247775" y="1682797"/>
                  <a:pt x="1247775" y="1690688"/>
                </a:cubicBezTo>
                <a:close/>
                <a:moveTo>
                  <a:pt x="1247775" y="1843088"/>
                </a:moveTo>
                <a:cubicBezTo>
                  <a:pt x="1247775" y="1850978"/>
                  <a:pt x="1241378" y="1857375"/>
                  <a:pt x="1233488" y="1857375"/>
                </a:cubicBezTo>
                <a:cubicBezTo>
                  <a:pt x="1225597" y="1857375"/>
                  <a:pt x="1219200" y="1850978"/>
                  <a:pt x="1219200" y="1843088"/>
                </a:cubicBezTo>
                <a:cubicBezTo>
                  <a:pt x="1219200" y="1835197"/>
                  <a:pt x="1225597" y="1828800"/>
                  <a:pt x="1233488" y="1828800"/>
                </a:cubicBezTo>
                <a:cubicBezTo>
                  <a:pt x="1241378" y="1828800"/>
                  <a:pt x="1247775" y="1835197"/>
                  <a:pt x="1247775" y="1843088"/>
                </a:cubicBezTo>
                <a:close/>
                <a:moveTo>
                  <a:pt x="1247775" y="1995488"/>
                </a:moveTo>
                <a:cubicBezTo>
                  <a:pt x="1247775" y="2003378"/>
                  <a:pt x="1241378" y="2009775"/>
                  <a:pt x="1233488" y="2009775"/>
                </a:cubicBezTo>
                <a:cubicBezTo>
                  <a:pt x="1225597" y="2009775"/>
                  <a:pt x="1219200" y="2003378"/>
                  <a:pt x="1219200" y="1995488"/>
                </a:cubicBezTo>
                <a:cubicBezTo>
                  <a:pt x="1219200" y="1987597"/>
                  <a:pt x="1225597" y="1981200"/>
                  <a:pt x="1233488" y="1981200"/>
                </a:cubicBezTo>
                <a:cubicBezTo>
                  <a:pt x="1241378" y="1981200"/>
                  <a:pt x="1247775" y="1987597"/>
                  <a:pt x="1247775" y="1995488"/>
                </a:cubicBezTo>
                <a:close/>
                <a:moveTo>
                  <a:pt x="1247775" y="2147888"/>
                </a:moveTo>
                <a:cubicBezTo>
                  <a:pt x="1247775" y="2155778"/>
                  <a:pt x="1241378" y="2162175"/>
                  <a:pt x="1233488" y="2162175"/>
                </a:cubicBezTo>
                <a:cubicBezTo>
                  <a:pt x="1225597" y="2162175"/>
                  <a:pt x="1219200" y="2155778"/>
                  <a:pt x="1219200" y="2147888"/>
                </a:cubicBezTo>
                <a:cubicBezTo>
                  <a:pt x="1219200" y="2139997"/>
                  <a:pt x="1225597" y="2133600"/>
                  <a:pt x="1233488" y="2133600"/>
                </a:cubicBezTo>
                <a:cubicBezTo>
                  <a:pt x="1241378" y="2133600"/>
                  <a:pt x="1247775" y="2139997"/>
                  <a:pt x="1247775" y="2147888"/>
                </a:cubicBezTo>
                <a:close/>
                <a:moveTo>
                  <a:pt x="1247775" y="2300288"/>
                </a:moveTo>
                <a:cubicBezTo>
                  <a:pt x="1247775" y="2308178"/>
                  <a:pt x="1241378" y="2314575"/>
                  <a:pt x="1233488" y="2314575"/>
                </a:cubicBezTo>
                <a:cubicBezTo>
                  <a:pt x="1225597" y="2314575"/>
                  <a:pt x="1219200" y="2308178"/>
                  <a:pt x="1219200" y="2300288"/>
                </a:cubicBezTo>
                <a:cubicBezTo>
                  <a:pt x="1219200" y="2292397"/>
                  <a:pt x="1225597" y="2286000"/>
                  <a:pt x="1233488" y="2286000"/>
                </a:cubicBezTo>
                <a:cubicBezTo>
                  <a:pt x="1241378" y="2286000"/>
                  <a:pt x="1247775" y="2292397"/>
                  <a:pt x="1247775" y="2300288"/>
                </a:cubicBezTo>
                <a:close/>
                <a:moveTo>
                  <a:pt x="1247775" y="2452688"/>
                </a:moveTo>
                <a:cubicBezTo>
                  <a:pt x="1247775" y="2460578"/>
                  <a:pt x="1241378" y="2466975"/>
                  <a:pt x="1233488" y="2466975"/>
                </a:cubicBezTo>
                <a:cubicBezTo>
                  <a:pt x="1225597" y="2466975"/>
                  <a:pt x="1219200" y="2460578"/>
                  <a:pt x="1219200" y="2452688"/>
                </a:cubicBezTo>
                <a:cubicBezTo>
                  <a:pt x="1219200" y="2444797"/>
                  <a:pt x="1225597" y="2438400"/>
                  <a:pt x="1233488" y="2438400"/>
                </a:cubicBezTo>
                <a:cubicBezTo>
                  <a:pt x="1241378" y="2438400"/>
                  <a:pt x="1247775" y="2444797"/>
                  <a:pt x="1247775" y="2452688"/>
                </a:cubicBezTo>
                <a:close/>
                <a:moveTo>
                  <a:pt x="1247775" y="2605088"/>
                </a:moveTo>
                <a:cubicBezTo>
                  <a:pt x="1247775" y="2612978"/>
                  <a:pt x="1241378" y="2619375"/>
                  <a:pt x="1233488" y="2619375"/>
                </a:cubicBezTo>
                <a:cubicBezTo>
                  <a:pt x="1225597" y="2619375"/>
                  <a:pt x="1219200" y="2612978"/>
                  <a:pt x="1219200" y="2605088"/>
                </a:cubicBezTo>
                <a:cubicBezTo>
                  <a:pt x="1219200" y="2597197"/>
                  <a:pt x="1225597" y="2590800"/>
                  <a:pt x="1233488" y="2590800"/>
                </a:cubicBezTo>
                <a:cubicBezTo>
                  <a:pt x="1241378" y="2590800"/>
                  <a:pt x="1247775" y="2597197"/>
                  <a:pt x="1247775" y="2605088"/>
                </a:cubicBezTo>
                <a:close/>
                <a:moveTo>
                  <a:pt x="1247775" y="2757488"/>
                </a:moveTo>
                <a:cubicBezTo>
                  <a:pt x="1247775" y="2765378"/>
                  <a:pt x="1241378" y="2771775"/>
                  <a:pt x="1233488" y="2771775"/>
                </a:cubicBezTo>
                <a:cubicBezTo>
                  <a:pt x="1225597" y="2771775"/>
                  <a:pt x="1219200" y="2765378"/>
                  <a:pt x="1219200" y="2757488"/>
                </a:cubicBezTo>
                <a:cubicBezTo>
                  <a:pt x="1219200" y="2749597"/>
                  <a:pt x="1225597" y="2743200"/>
                  <a:pt x="1233488" y="2743200"/>
                </a:cubicBezTo>
                <a:cubicBezTo>
                  <a:pt x="1241378" y="2743200"/>
                  <a:pt x="1247775" y="2749597"/>
                  <a:pt x="1247775" y="2757488"/>
                </a:cubicBezTo>
                <a:close/>
                <a:moveTo>
                  <a:pt x="1247775" y="2909888"/>
                </a:moveTo>
                <a:cubicBezTo>
                  <a:pt x="1247775" y="2917778"/>
                  <a:pt x="1241378" y="2924175"/>
                  <a:pt x="1233488" y="2924175"/>
                </a:cubicBezTo>
                <a:cubicBezTo>
                  <a:pt x="1225597" y="2924175"/>
                  <a:pt x="1219200" y="2917778"/>
                  <a:pt x="1219200" y="2909888"/>
                </a:cubicBezTo>
                <a:cubicBezTo>
                  <a:pt x="1219200" y="2901997"/>
                  <a:pt x="1225597" y="2895600"/>
                  <a:pt x="1233488" y="2895600"/>
                </a:cubicBezTo>
                <a:cubicBezTo>
                  <a:pt x="1241378" y="2895600"/>
                  <a:pt x="1247775" y="2901997"/>
                  <a:pt x="1247775" y="2909888"/>
                </a:cubicBezTo>
                <a:close/>
                <a:moveTo>
                  <a:pt x="1247775" y="3062288"/>
                </a:moveTo>
                <a:cubicBezTo>
                  <a:pt x="1247775" y="3070178"/>
                  <a:pt x="1241378" y="3076575"/>
                  <a:pt x="1233488" y="3076575"/>
                </a:cubicBezTo>
                <a:cubicBezTo>
                  <a:pt x="1225597" y="3076575"/>
                  <a:pt x="1219200" y="3070178"/>
                  <a:pt x="1219200" y="3062288"/>
                </a:cubicBezTo>
                <a:cubicBezTo>
                  <a:pt x="1219200" y="3054397"/>
                  <a:pt x="1225597" y="3048000"/>
                  <a:pt x="1233488" y="3048000"/>
                </a:cubicBezTo>
                <a:cubicBezTo>
                  <a:pt x="1241378" y="3048000"/>
                  <a:pt x="1247775" y="3054397"/>
                  <a:pt x="1247775" y="3062288"/>
                </a:cubicBezTo>
                <a:close/>
                <a:moveTo>
                  <a:pt x="1247775" y="3214688"/>
                </a:moveTo>
                <a:cubicBezTo>
                  <a:pt x="1247775" y="3222578"/>
                  <a:pt x="1241378" y="3228975"/>
                  <a:pt x="1233488" y="3228975"/>
                </a:cubicBezTo>
                <a:cubicBezTo>
                  <a:pt x="1225597" y="3228975"/>
                  <a:pt x="1219200" y="3222578"/>
                  <a:pt x="1219200" y="3214688"/>
                </a:cubicBezTo>
                <a:cubicBezTo>
                  <a:pt x="1219200" y="3206797"/>
                  <a:pt x="1225597" y="3200400"/>
                  <a:pt x="1233488" y="3200400"/>
                </a:cubicBezTo>
                <a:cubicBezTo>
                  <a:pt x="1241378" y="3200400"/>
                  <a:pt x="1247775" y="3206797"/>
                  <a:pt x="1247775" y="3214688"/>
                </a:cubicBezTo>
                <a:close/>
                <a:moveTo>
                  <a:pt x="1247775" y="3367088"/>
                </a:moveTo>
                <a:cubicBezTo>
                  <a:pt x="1247775" y="3374978"/>
                  <a:pt x="1241378" y="3381375"/>
                  <a:pt x="1233488" y="3381375"/>
                </a:cubicBezTo>
                <a:cubicBezTo>
                  <a:pt x="1225597" y="3381375"/>
                  <a:pt x="1219200" y="3374978"/>
                  <a:pt x="1219200" y="3367088"/>
                </a:cubicBezTo>
                <a:cubicBezTo>
                  <a:pt x="1219200" y="3359197"/>
                  <a:pt x="1225597" y="3352800"/>
                  <a:pt x="1233488" y="3352800"/>
                </a:cubicBezTo>
                <a:cubicBezTo>
                  <a:pt x="1241378" y="3352800"/>
                  <a:pt x="1247775" y="3359197"/>
                  <a:pt x="1247775" y="3367088"/>
                </a:cubicBezTo>
                <a:close/>
                <a:moveTo>
                  <a:pt x="1247775" y="3519488"/>
                </a:moveTo>
                <a:cubicBezTo>
                  <a:pt x="1247775" y="3527378"/>
                  <a:pt x="1241378" y="3533775"/>
                  <a:pt x="1233488" y="3533775"/>
                </a:cubicBezTo>
                <a:cubicBezTo>
                  <a:pt x="1225597" y="3533775"/>
                  <a:pt x="1219200" y="3527378"/>
                  <a:pt x="1219200" y="3519488"/>
                </a:cubicBezTo>
                <a:cubicBezTo>
                  <a:pt x="1219200" y="3511597"/>
                  <a:pt x="1225597" y="3505200"/>
                  <a:pt x="1233488" y="3505200"/>
                </a:cubicBezTo>
                <a:cubicBezTo>
                  <a:pt x="1241378" y="3505200"/>
                  <a:pt x="1247775" y="3511597"/>
                  <a:pt x="1247775" y="3519488"/>
                </a:cubicBezTo>
                <a:close/>
                <a:moveTo>
                  <a:pt x="1247775" y="3671888"/>
                </a:moveTo>
                <a:cubicBezTo>
                  <a:pt x="1247775" y="3679778"/>
                  <a:pt x="1241378" y="3686175"/>
                  <a:pt x="1233488" y="3686175"/>
                </a:cubicBezTo>
                <a:cubicBezTo>
                  <a:pt x="1225597" y="3686175"/>
                  <a:pt x="1219200" y="3679778"/>
                  <a:pt x="1219200" y="3671888"/>
                </a:cubicBezTo>
                <a:cubicBezTo>
                  <a:pt x="1219200" y="3663997"/>
                  <a:pt x="1225597" y="3657600"/>
                  <a:pt x="1233488" y="3657600"/>
                </a:cubicBezTo>
                <a:cubicBezTo>
                  <a:pt x="1241378" y="3657600"/>
                  <a:pt x="1247775" y="3663997"/>
                  <a:pt x="1247775" y="3671888"/>
                </a:cubicBezTo>
                <a:close/>
                <a:moveTo>
                  <a:pt x="1247775" y="3824288"/>
                </a:moveTo>
                <a:cubicBezTo>
                  <a:pt x="1247775" y="3832178"/>
                  <a:pt x="1241378" y="3838575"/>
                  <a:pt x="1233488" y="3838575"/>
                </a:cubicBezTo>
                <a:cubicBezTo>
                  <a:pt x="1225597" y="3838575"/>
                  <a:pt x="1219200" y="3832178"/>
                  <a:pt x="1219200" y="3824288"/>
                </a:cubicBezTo>
                <a:cubicBezTo>
                  <a:pt x="1219200" y="3816397"/>
                  <a:pt x="1225597" y="3810000"/>
                  <a:pt x="1233488" y="3810000"/>
                </a:cubicBezTo>
                <a:cubicBezTo>
                  <a:pt x="1241378" y="3810000"/>
                  <a:pt x="1247775" y="3816397"/>
                  <a:pt x="1247775" y="3824288"/>
                </a:cubicBezTo>
                <a:close/>
                <a:moveTo>
                  <a:pt x="1247775" y="3976688"/>
                </a:moveTo>
                <a:cubicBezTo>
                  <a:pt x="1247775" y="3984578"/>
                  <a:pt x="1241378" y="3990975"/>
                  <a:pt x="1233488" y="3990975"/>
                </a:cubicBezTo>
                <a:cubicBezTo>
                  <a:pt x="1225597" y="3990975"/>
                  <a:pt x="1219200" y="3984578"/>
                  <a:pt x="1219200" y="3976688"/>
                </a:cubicBezTo>
                <a:cubicBezTo>
                  <a:pt x="1219200" y="3968797"/>
                  <a:pt x="1225597" y="3962400"/>
                  <a:pt x="1233488" y="3962400"/>
                </a:cubicBezTo>
                <a:cubicBezTo>
                  <a:pt x="1241378" y="3962400"/>
                  <a:pt x="1247775" y="3968797"/>
                  <a:pt x="1247775" y="3976688"/>
                </a:cubicBezTo>
                <a:close/>
                <a:moveTo>
                  <a:pt x="1247775" y="4129088"/>
                </a:moveTo>
                <a:cubicBezTo>
                  <a:pt x="1247775" y="4136978"/>
                  <a:pt x="1241378" y="4143375"/>
                  <a:pt x="1233488" y="4143375"/>
                </a:cubicBezTo>
                <a:cubicBezTo>
                  <a:pt x="1225597" y="4143375"/>
                  <a:pt x="1219200" y="4136978"/>
                  <a:pt x="1219200" y="4129088"/>
                </a:cubicBezTo>
                <a:cubicBezTo>
                  <a:pt x="1219200" y="4121197"/>
                  <a:pt x="1225597" y="4114800"/>
                  <a:pt x="1233488" y="4114800"/>
                </a:cubicBezTo>
                <a:cubicBezTo>
                  <a:pt x="1241378" y="4114800"/>
                  <a:pt x="1247775" y="4121197"/>
                  <a:pt x="1247775" y="4129088"/>
                </a:cubicBezTo>
                <a:close/>
                <a:moveTo>
                  <a:pt x="1247775" y="4281488"/>
                </a:moveTo>
                <a:cubicBezTo>
                  <a:pt x="1247775" y="4289378"/>
                  <a:pt x="1241378" y="4295775"/>
                  <a:pt x="1233488" y="4295775"/>
                </a:cubicBezTo>
                <a:cubicBezTo>
                  <a:pt x="1225597" y="4295775"/>
                  <a:pt x="1219200" y="4289378"/>
                  <a:pt x="1219200" y="4281488"/>
                </a:cubicBezTo>
                <a:cubicBezTo>
                  <a:pt x="1219200" y="4273597"/>
                  <a:pt x="1225597" y="4267200"/>
                  <a:pt x="1233488" y="4267200"/>
                </a:cubicBezTo>
                <a:cubicBezTo>
                  <a:pt x="1241378" y="4267200"/>
                  <a:pt x="1247775" y="4273597"/>
                  <a:pt x="1247775" y="4281488"/>
                </a:cubicBezTo>
                <a:close/>
                <a:moveTo>
                  <a:pt x="1247775" y="4433888"/>
                </a:moveTo>
                <a:cubicBezTo>
                  <a:pt x="1247775" y="4441778"/>
                  <a:pt x="1241378" y="4448175"/>
                  <a:pt x="1233488" y="4448175"/>
                </a:cubicBezTo>
                <a:cubicBezTo>
                  <a:pt x="1225597" y="4448175"/>
                  <a:pt x="1219200" y="4441778"/>
                  <a:pt x="1219200" y="4433888"/>
                </a:cubicBezTo>
                <a:cubicBezTo>
                  <a:pt x="1219200" y="4425997"/>
                  <a:pt x="1225597" y="4419600"/>
                  <a:pt x="1233488" y="4419600"/>
                </a:cubicBezTo>
                <a:cubicBezTo>
                  <a:pt x="1241378" y="4419600"/>
                  <a:pt x="1247775" y="4425997"/>
                  <a:pt x="1247775" y="4433888"/>
                </a:cubicBezTo>
                <a:close/>
                <a:moveTo>
                  <a:pt x="1247775" y="4586288"/>
                </a:moveTo>
                <a:cubicBezTo>
                  <a:pt x="1247775" y="4594178"/>
                  <a:pt x="1241378" y="4600575"/>
                  <a:pt x="1233488" y="4600575"/>
                </a:cubicBezTo>
                <a:cubicBezTo>
                  <a:pt x="1225597" y="4600575"/>
                  <a:pt x="1219200" y="4594178"/>
                  <a:pt x="1219200" y="4586288"/>
                </a:cubicBezTo>
                <a:cubicBezTo>
                  <a:pt x="1219200" y="4578397"/>
                  <a:pt x="1225597" y="4572000"/>
                  <a:pt x="1233488" y="4572000"/>
                </a:cubicBezTo>
                <a:cubicBezTo>
                  <a:pt x="1241378" y="4572000"/>
                  <a:pt x="1247775" y="4578397"/>
                  <a:pt x="1247775" y="4586288"/>
                </a:cubicBezTo>
                <a:close/>
                <a:moveTo>
                  <a:pt x="1247775" y="4738688"/>
                </a:moveTo>
                <a:cubicBezTo>
                  <a:pt x="1247775" y="4746578"/>
                  <a:pt x="1241378" y="4752975"/>
                  <a:pt x="1233488" y="4752975"/>
                </a:cubicBezTo>
                <a:cubicBezTo>
                  <a:pt x="1225597" y="4752975"/>
                  <a:pt x="1219200" y="4746578"/>
                  <a:pt x="1219200" y="4738688"/>
                </a:cubicBezTo>
                <a:cubicBezTo>
                  <a:pt x="1219200" y="4730797"/>
                  <a:pt x="1225597" y="4724400"/>
                  <a:pt x="1233488" y="4724400"/>
                </a:cubicBezTo>
                <a:cubicBezTo>
                  <a:pt x="1241378" y="4724400"/>
                  <a:pt x="1247775" y="4730797"/>
                  <a:pt x="1247775" y="4738688"/>
                </a:cubicBezTo>
                <a:close/>
                <a:moveTo>
                  <a:pt x="1400175" y="14288"/>
                </a:moveTo>
                <a:cubicBezTo>
                  <a:pt x="1400175" y="22178"/>
                  <a:pt x="1393778" y="28575"/>
                  <a:pt x="1385888" y="28575"/>
                </a:cubicBezTo>
                <a:cubicBezTo>
                  <a:pt x="1377997" y="28575"/>
                  <a:pt x="1371600" y="22178"/>
                  <a:pt x="1371600" y="14288"/>
                </a:cubicBezTo>
                <a:cubicBezTo>
                  <a:pt x="1371600" y="6397"/>
                  <a:pt x="1377997" y="0"/>
                  <a:pt x="1385888" y="0"/>
                </a:cubicBezTo>
                <a:cubicBezTo>
                  <a:pt x="1393778" y="0"/>
                  <a:pt x="1400175" y="6397"/>
                  <a:pt x="1400175" y="14288"/>
                </a:cubicBezTo>
                <a:close/>
                <a:moveTo>
                  <a:pt x="1400175" y="166688"/>
                </a:moveTo>
                <a:cubicBezTo>
                  <a:pt x="1400175" y="174578"/>
                  <a:pt x="1393778" y="180975"/>
                  <a:pt x="1385888" y="180975"/>
                </a:cubicBezTo>
                <a:cubicBezTo>
                  <a:pt x="1377997" y="180975"/>
                  <a:pt x="1371600" y="174578"/>
                  <a:pt x="1371600" y="166688"/>
                </a:cubicBezTo>
                <a:cubicBezTo>
                  <a:pt x="1371600" y="158797"/>
                  <a:pt x="1377997" y="152400"/>
                  <a:pt x="1385888" y="152400"/>
                </a:cubicBezTo>
                <a:cubicBezTo>
                  <a:pt x="1393778" y="152400"/>
                  <a:pt x="1400175" y="158797"/>
                  <a:pt x="1400175" y="166688"/>
                </a:cubicBezTo>
                <a:close/>
                <a:moveTo>
                  <a:pt x="1400175" y="319088"/>
                </a:moveTo>
                <a:cubicBezTo>
                  <a:pt x="1400175" y="326978"/>
                  <a:pt x="1393778" y="333375"/>
                  <a:pt x="1385888" y="333375"/>
                </a:cubicBezTo>
                <a:cubicBezTo>
                  <a:pt x="1377997" y="333375"/>
                  <a:pt x="1371600" y="326978"/>
                  <a:pt x="1371600" y="319088"/>
                </a:cubicBezTo>
                <a:cubicBezTo>
                  <a:pt x="1371600" y="311197"/>
                  <a:pt x="1377997" y="304800"/>
                  <a:pt x="1385888" y="304800"/>
                </a:cubicBezTo>
                <a:cubicBezTo>
                  <a:pt x="1393778" y="304800"/>
                  <a:pt x="1400175" y="311197"/>
                  <a:pt x="1400175" y="319088"/>
                </a:cubicBezTo>
                <a:close/>
                <a:moveTo>
                  <a:pt x="1400175" y="471488"/>
                </a:moveTo>
                <a:cubicBezTo>
                  <a:pt x="1400175" y="479378"/>
                  <a:pt x="1393778" y="485775"/>
                  <a:pt x="1385888" y="485775"/>
                </a:cubicBezTo>
                <a:cubicBezTo>
                  <a:pt x="1377997" y="485775"/>
                  <a:pt x="1371600" y="479378"/>
                  <a:pt x="1371600" y="471488"/>
                </a:cubicBezTo>
                <a:cubicBezTo>
                  <a:pt x="1371600" y="463597"/>
                  <a:pt x="1377997" y="457200"/>
                  <a:pt x="1385888" y="457200"/>
                </a:cubicBezTo>
                <a:cubicBezTo>
                  <a:pt x="1393778" y="457200"/>
                  <a:pt x="1400175" y="463597"/>
                  <a:pt x="1400175" y="471488"/>
                </a:cubicBezTo>
                <a:close/>
                <a:moveTo>
                  <a:pt x="1400175" y="623888"/>
                </a:moveTo>
                <a:cubicBezTo>
                  <a:pt x="1400175" y="631778"/>
                  <a:pt x="1393778" y="638175"/>
                  <a:pt x="1385888" y="638175"/>
                </a:cubicBezTo>
                <a:cubicBezTo>
                  <a:pt x="1377997" y="638175"/>
                  <a:pt x="1371600" y="631778"/>
                  <a:pt x="1371600" y="623888"/>
                </a:cubicBezTo>
                <a:cubicBezTo>
                  <a:pt x="1371600" y="615997"/>
                  <a:pt x="1377997" y="609600"/>
                  <a:pt x="1385888" y="609600"/>
                </a:cubicBezTo>
                <a:cubicBezTo>
                  <a:pt x="1393778" y="609600"/>
                  <a:pt x="1400175" y="615997"/>
                  <a:pt x="1400175" y="623888"/>
                </a:cubicBezTo>
                <a:close/>
                <a:moveTo>
                  <a:pt x="1400175" y="776288"/>
                </a:moveTo>
                <a:cubicBezTo>
                  <a:pt x="1400175" y="784178"/>
                  <a:pt x="1393778" y="790575"/>
                  <a:pt x="1385888" y="790575"/>
                </a:cubicBezTo>
                <a:cubicBezTo>
                  <a:pt x="1377997" y="790575"/>
                  <a:pt x="1371600" y="784178"/>
                  <a:pt x="1371600" y="776288"/>
                </a:cubicBezTo>
                <a:cubicBezTo>
                  <a:pt x="1371600" y="768397"/>
                  <a:pt x="1377997" y="762000"/>
                  <a:pt x="1385888" y="762000"/>
                </a:cubicBezTo>
                <a:cubicBezTo>
                  <a:pt x="1393778" y="762000"/>
                  <a:pt x="1400175" y="768397"/>
                  <a:pt x="1400175" y="776288"/>
                </a:cubicBezTo>
                <a:close/>
                <a:moveTo>
                  <a:pt x="1400175" y="928688"/>
                </a:moveTo>
                <a:cubicBezTo>
                  <a:pt x="1400175" y="936578"/>
                  <a:pt x="1393778" y="942975"/>
                  <a:pt x="1385888" y="942975"/>
                </a:cubicBezTo>
                <a:cubicBezTo>
                  <a:pt x="1377997" y="942975"/>
                  <a:pt x="1371600" y="936578"/>
                  <a:pt x="1371600" y="928688"/>
                </a:cubicBezTo>
                <a:cubicBezTo>
                  <a:pt x="1371600" y="920797"/>
                  <a:pt x="1377997" y="914400"/>
                  <a:pt x="1385888" y="914400"/>
                </a:cubicBezTo>
                <a:cubicBezTo>
                  <a:pt x="1393778" y="914400"/>
                  <a:pt x="1400175" y="920797"/>
                  <a:pt x="1400175" y="928688"/>
                </a:cubicBezTo>
                <a:close/>
                <a:moveTo>
                  <a:pt x="1400175" y="1081088"/>
                </a:moveTo>
                <a:cubicBezTo>
                  <a:pt x="1400175" y="1088978"/>
                  <a:pt x="1393778" y="1095375"/>
                  <a:pt x="1385888" y="1095375"/>
                </a:cubicBezTo>
                <a:cubicBezTo>
                  <a:pt x="1377997" y="1095375"/>
                  <a:pt x="1371600" y="1088978"/>
                  <a:pt x="1371600" y="1081088"/>
                </a:cubicBezTo>
                <a:cubicBezTo>
                  <a:pt x="1371600" y="1073197"/>
                  <a:pt x="1377997" y="1066800"/>
                  <a:pt x="1385888" y="1066800"/>
                </a:cubicBezTo>
                <a:cubicBezTo>
                  <a:pt x="1393778" y="1066800"/>
                  <a:pt x="1400175" y="1073197"/>
                  <a:pt x="1400175" y="1081088"/>
                </a:cubicBezTo>
                <a:close/>
                <a:moveTo>
                  <a:pt x="1400175" y="1233488"/>
                </a:moveTo>
                <a:cubicBezTo>
                  <a:pt x="1400175" y="1241378"/>
                  <a:pt x="1393778" y="1247775"/>
                  <a:pt x="1385888" y="1247775"/>
                </a:cubicBezTo>
                <a:cubicBezTo>
                  <a:pt x="1377997" y="1247775"/>
                  <a:pt x="1371600" y="1241378"/>
                  <a:pt x="1371600" y="1233488"/>
                </a:cubicBezTo>
                <a:cubicBezTo>
                  <a:pt x="1371600" y="1225597"/>
                  <a:pt x="1377997" y="1219200"/>
                  <a:pt x="1385888" y="1219200"/>
                </a:cubicBezTo>
                <a:cubicBezTo>
                  <a:pt x="1393778" y="1219200"/>
                  <a:pt x="1400175" y="1225597"/>
                  <a:pt x="1400175" y="1233488"/>
                </a:cubicBezTo>
                <a:close/>
                <a:moveTo>
                  <a:pt x="1400175" y="1385888"/>
                </a:moveTo>
                <a:cubicBezTo>
                  <a:pt x="1400175" y="1393778"/>
                  <a:pt x="1393778" y="1400175"/>
                  <a:pt x="1385888" y="1400175"/>
                </a:cubicBezTo>
                <a:cubicBezTo>
                  <a:pt x="1377997" y="1400175"/>
                  <a:pt x="1371600" y="1393778"/>
                  <a:pt x="1371600" y="1385888"/>
                </a:cubicBezTo>
                <a:cubicBezTo>
                  <a:pt x="1371600" y="1377997"/>
                  <a:pt x="1377997" y="1371600"/>
                  <a:pt x="1385888" y="1371600"/>
                </a:cubicBezTo>
                <a:cubicBezTo>
                  <a:pt x="1393778" y="1371600"/>
                  <a:pt x="1400175" y="1377997"/>
                  <a:pt x="1400175" y="1385888"/>
                </a:cubicBezTo>
                <a:close/>
                <a:moveTo>
                  <a:pt x="1400175" y="1538288"/>
                </a:moveTo>
                <a:cubicBezTo>
                  <a:pt x="1400175" y="1546178"/>
                  <a:pt x="1393778" y="1552575"/>
                  <a:pt x="1385888" y="1552575"/>
                </a:cubicBezTo>
                <a:cubicBezTo>
                  <a:pt x="1377997" y="1552575"/>
                  <a:pt x="1371600" y="1546178"/>
                  <a:pt x="1371600" y="1538288"/>
                </a:cubicBezTo>
                <a:cubicBezTo>
                  <a:pt x="1371600" y="1530397"/>
                  <a:pt x="1377997" y="1524000"/>
                  <a:pt x="1385888" y="1524000"/>
                </a:cubicBezTo>
                <a:cubicBezTo>
                  <a:pt x="1393778" y="1524000"/>
                  <a:pt x="1400175" y="1530397"/>
                  <a:pt x="1400175" y="1538288"/>
                </a:cubicBezTo>
                <a:close/>
                <a:moveTo>
                  <a:pt x="1400175" y="1690688"/>
                </a:moveTo>
                <a:cubicBezTo>
                  <a:pt x="1400175" y="1698578"/>
                  <a:pt x="1393778" y="1704975"/>
                  <a:pt x="1385888" y="1704975"/>
                </a:cubicBezTo>
                <a:cubicBezTo>
                  <a:pt x="1377997" y="1704975"/>
                  <a:pt x="1371600" y="1698578"/>
                  <a:pt x="1371600" y="1690688"/>
                </a:cubicBezTo>
                <a:cubicBezTo>
                  <a:pt x="1371600" y="1682797"/>
                  <a:pt x="1377997" y="1676400"/>
                  <a:pt x="1385888" y="1676400"/>
                </a:cubicBezTo>
                <a:cubicBezTo>
                  <a:pt x="1393778" y="1676400"/>
                  <a:pt x="1400175" y="1682797"/>
                  <a:pt x="1400175" y="1690688"/>
                </a:cubicBezTo>
                <a:close/>
                <a:moveTo>
                  <a:pt x="1400175" y="1843088"/>
                </a:moveTo>
                <a:cubicBezTo>
                  <a:pt x="1400175" y="1850978"/>
                  <a:pt x="1393778" y="1857375"/>
                  <a:pt x="1385888" y="1857375"/>
                </a:cubicBezTo>
                <a:cubicBezTo>
                  <a:pt x="1377997" y="1857375"/>
                  <a:pt x="1371600" y="1850978"/>
                  <a:pt x="1371600" y="1843088"/>
                </a:cubicBezTo>
                <a:cubicBezTo>
                  <a:pt x="1371600" y="1835197"/>
                  <a:pt x="1377997" y="1828800"/>
                  <a:pt x="1385888" y="1828800"/>
                </a:cubicBezTo>
                <a:cubicBezTo>
                  <a:pt x="1393778" y="1828800"/>
                  <a:pt x="1400175" y="1835197"/>
                  <a:pt x="1400175" y="1843088"/>
                </a:cubicBezTo>
                <a:close/>
                <a:moveTo>
                  <a:pt x="1400175" y="1995488"/>
                </a:moveTo>
                <a:cubicBezTo>
                  <a:pt x="1400175" y="2003378"/>
                  <a:pt x="1393778" y="2009775"/>
                  <a:pt x="1385888" y="2009775"/>
                </a:cubicBezTo>
                <a:cubicBezTo>
                  <a:pt x="1377997" y="2009775"/>
                  <a:pt x="1371600" y="2003378"/>
                  <a:pt x="1371600" y="1995488"/>
                </a:cubicBezTo>
                <a:cubicBezTo>
                  <a:pt x="1371600" y="1987597"/>
                  <a:pt x="1377997" y="1981200"/>
                  <a:pt x="1385888" y="1981200"/>
                </a:cubicBezTo>
                <a:cubicBezTo>
                  <a:pt x="1393778" y="1981200"/>
                  <a:pt x="1400175" y="1987597"/>
                  <a:pt x="1400175" y="1995488"/>
                </a:cubicBezTo>
                <a:close/>
                <a:moveTo>
                  <a:pt x="1400175" y="2147888"/>
                </a:moveTo>
                <a:cubicBezTo>
                  <a:pt x="1400175" y="2155778"/>
                  <a:pt x="1393778" y="2162175"/>
                  <a:pt x="1385888" y="2162175"/>
                </a:cubicBezTo>
                <a:cubicBezTo>
                  <a:pt x="1377997" y="2162175"/>
                  <a:pt x="1371600" y="2155778"/>
                  <a:pt x="1371600" y="2147888"/>
                </a:cubicBezTo>
                <a:cubicBezTo>
                  <a:pt x="1371600" y="2139997"/>
                  <a:pt x="1377997" y="2133600"/>
                  <a:pt x="1385888" y="2133600"/>
                </a:cubicBezTo>
                <a:cubicBezTo>
                  <a:pt x="1393778" y="2133600"/>
                  <a:pt x="1400175" y="2139997"/>
                  <a:pt x="1400175" y="2147888"/>
                </a:cubicBezTo>
                <a:close/>
                <a:moveTo>
                  <a:pt x="1400175" y="2300288"/>
                </a:moveTo>
                <a:cubicBezTo>
                  <a:pt x="1400175" y="2308178"/>
                  <a:pt x="1393778" y="2314575"/>
                  <a:pt x="1385888" y="2314575"/>
                </a:cubicBezTo>
                <a:cubicBezTo>
                  <a:pt x="1377997" y="2314575"/>
                  <a:pt x="1371600" y="2308178"/>
                  <a:pt x="1371600" y="2300288"/>
                </a:cubicBezTo>
                <a:cubicBezTo>
                  <a:pt x="1371600" y="2292397"/>
                  <a:pt x="1377997" y="2286000"/>
                  <a:pt x="1385888" y="2286000"/>
                </a:cubicBezTo>
                <a:cubicBezTo>
                  <a:pt x="1393778" y="2286000"/>
                  <a:pt x="1400175" y="2292397"/>
                  <a:pt x="1400175" y="2300288"/>
                </a:cubicBezTo>
                <a:close/>
                <a:moveTo>
                  <a:pt x="1400175" y="2452688"/>
                </a:moveTo>
                <a:cubicBezTo>
                  <a:pt x="1400175" y="2460578"/>
                  <a:pt x="1393778" y="2466975"/>
                  <a:pt x="1385888" y="2466975"/>
                </a:cubicBezTo>
                <a:cubicBezTo>
                  <a:pt x="1377997" y="2466975"/>
                  <a:pt x="1371600" y="2460578"/>
                  <a:pt x="1371600" y="2452688"/>
                </a:cubicBezTo>
                <a:cubicBezTo>
                  <a:pt x="1371600" y="2444797"/>
                  <a:pt x="1377997" y="2438400"/>
                  <a:pt x="1385888" y="2438400"/>
                </a:cubicBezTo>
                <a:cubicBezTo>
                  <a:pt x="1393778" y="2438400"/>
                  <a:pt x="1400175" y="2444797"/>
                  <a:pt x="1400175" y="2452688"/>
                </a:cubicBezTo>
                <a:close/>
                <a:moveTo>
                  <a:pt x="1400175" y="2605088"/>
                </a:moveTo>
                <a:cubicBezTo>
                  <a:pt x="1400175" y="2612978"/>
                  <a:pt x="1393778" y="2619375"/>
                  <a:pt x="1385888" y="2619375"/>
                </a:cubicBezTo>
                <a:cubicBezTo>
                  <a:pt x="1377997" y="2619375"/>
                  <a:pt x="1371600" y="2612978"/>
                  <a:pt x="1371600" y="2605088"/>
                </a:cubicBezTo>
                <a:cubicBezTo>
                  <a:pt x="1371600" y="2597197"/>
                  <a:pt x="1377997" y="2590800"/>
                  <a:pt x="1385888" y="2590800"/>
                </a:cubicBezTo>
                <a:cubicBezTo>
                  <a:pt x="1393778" y="2590800"/>
                  <a:pt x="1400175" y="2597197"/>
                  <a:pt x="1400175" y="2605088"/>
                </a:cubicBezTo>
                <a:close/>
                <a:moveTo>
                  <a:pt x="1400175" y="2757488"/>
                </a:moveTo>
                <a:cubicBezTo>
                  <a:pt x="1400175" y="2765378"/>
                  <a:pt x="1393778" y="2771775"/>
                  <a:pt x="1385888" y="2771775"/>
                </a:cubicBezTo>
                <a:cubicBezTo>
                  <a:pt x="1377997" y="2771775"/>
                  <a:pt x="1371600" y="2765378"/>
                  <a:pt x="1371600" y="2757488"/>
                </a:cubicBezTo>
                <a:cubicBezTo>
                  <a:pt x="1371600" y="2749597"/>
                  <a:pt x="1377997" y="2743200"/>
                  <a:pt x="1385888" y="2743200"/>
                </a:cubicBezTo>
                <a:cubicBezTo>
                  <a:pt x="1393778" y="2743200"/>
                  <a:pt x="1400175" y="2749597"/>
                  <a:pt x="1400175" y="2757488"/>
                </a:cubicBezTo>
                <a:close/>
                <a:moveTo>
                  <a:pt x="1400175" y="2909888"/>
                </a:moveTo>
                <a:cubicBezTo>
                  <a:pt x="1400175" y="2917778"/>
                  <a:pt x="1393778" y="2924175"/>
                  <a:pt x="1385888" y="2924175"/>
                </a:cubicBezTo>
                <a:cubicBezTo>
                  <a:pt x="1377997" y="2924175"/>
                  <a:pt x="1371600" y="2917778"/>
                  <a:pt x="1371600" y="2909888"/>
                </a:cubicBezTo>
                <a:cubicBezTo>
                  <a:pt x="1371600" y="2901997"/>
                  <a:pt x="1377997" y="2895600"/>
                  <a:pt x="1385888" y="2895600"/>
                </a:cubicBezTo>
                <a:cubicBezTo>
                  <a:pt x="1393778" y="2895600"/>
                  <a:pt x="1400175" y="2901997"/>
                  <a:pt x="1400175" y="2909888"/>
                </a:cubicBezTo>
                <a:close/>
                <a:moveTo>
                  <a:pt x="1400175" y="3062288"/>
                </a:moveTo>
                <a:cubicBezTo>
                  <a:pt x="1400175" y="3070178"/>
                  <a:pt x="1393778" y="3076575"/>
                  <a:pt x="1385888" y="3076575"/>
                </a:cubicBezTo>
                <a:cubicBezTo>
                  <a:pt x="1377997" y="3076575"/>
                  <a:pt x="1371600" y="3070178"/>
                  <a:pt x="1371600" y="3062288"/>
                </a:cubicBezTo>
                <a:cubicBezTo>
                  <a:pt x="1371600" y="3054397"/>
                  <a:pt x="1377997" y="3048000"/>
                  <a:pt x="1385888" y="3048000"/>
                </a:cubicBezTo>
                <a:cubicBezTo>
                  <a:pt x="1393778" y="3048000"/>
                  <a:pt x="1400175" y="3054397"/>
                  <a:pt x="1400175" y="3062288"/>
                </a:cubicBezTo>
                <a:close/>
                <a:moveTo>
                  <a:pt x="1400175" y="3214688"/>
                </a:moveTo>
                <a:cubicBezTo>
                  <a:pt x="1400175" y="3222578"/>
                  <a:pt x="1393778" y="3228975"/>
                  <a:pt x="1385888" y="3228975"/>
                </a:cubicBezTo>
                <a:cubicBezTo>
                  <a:pt x="1377997" y="3228975"/>
                  <a:pt x="1371600" y="3222578"/>
                  <a:pt x="1371600" y="3214688"/>
                </a:cubicBezTo>
                <a:cubicBezTo>
                  <a:pt x="1371600" y="3206797"/>
                  <a:pt x="1377997" y="3200400"/>
                  <a:pt x="1385888" y="3200400"/>
                </a:cubicBezTo>
                <a:cubicBezTo>
                  <a:pt x="1393778" y="3200400"/>
                  <a:pt x="1400175" y="3206797"/>
                  <a:pt x="1400175" y="3214688"/>
                </a:cubicBezTo>
                <a:close/>
                <a:moveTo>
                  <a:pt x="1400175" y="3367088"/>
                </a:moveTo>
                <a:cubicBezTo>
                  <a:pt x="1400175" y="3374978"/>
                  <a:pt x="1393778" y="3381375"/>
                  <a:pt x="1385888" y="3381375"/>
                </a:cubicBezTo>
                <a:cubicBezTo>
                  <a:pt x="1377997" y="3381375"/>
                  <a:pt x="1371600" y="3374978"/>
                  <a:pt x="1371600" y="3367088"/>
                </a:cubicBezTo>
                <a:cubicBezTo>
                  <a:pt x="1371600" y="3359197"/>
                  <a:pt x="1377997" y="3352800"/>
                  <a:pt x="1385888" y="3352800"/>
                </a:cubicBezTo>
                <a:cubicBezTo>
                  <a:pt x="1393778" y="3352800"/>
                  <a:pt x="1400175" y="3359197"/>
                  <a:pt x="1400175" y="3367088"/>
                </a:cubicBezTo>
                <a:close/>
                <a:moveTo>
                  <a:pt x="1400175" y="3519488"/>
                </a:moveTo>
                <a:cubicBezTo>
                  <a:pt x="1400175" y="3527378"/>
                  <a:pt x="1393778" y="3533775"/>
                  <a:pt x="1385888" y="3533775"/>
                </a:cubicBezTo>
                <a:cubicBezTo>
                  <a:pt x="1377997" y="3533775"/>
                  <a:pt x="1371600" y="3527378"/>
                  <a:pt x="1371600" y="3519488"/>
                </a:cubicBezTo>
                <a:cubicBezTo>
                  <a:pt x="1371600" y="3511597"/>
                  <a:pt x="1377997" y="3505200"/>
                  <a:pt x="1385888" y="3505200"/>
                </a:cubicBezTo>
                <a:cubicBezTo>
                  <a:pt x="1393778" y="3505200"/>
                  <a:pt x="1400175" y="3511597"/>
                  <a:pt x="1400175" y="3519488"/>
                </a:cubicBezTo>
                <a:close/>
                <a:moveTo>
                  <a:pt x="1400175" y="3671888"/>
                </a:moveTo>
                <a:cubicBezTo>
                  <a:pt x="1400175" y="3679778"/>
                  <a:pt x="1393778" y="3686175"/>
                  <a:pt x="1385888" y="3686175"/>
                </a:cubicBezTo>
                <a:cubicBezTo>
                  <a:pt x="1377997" y="3686175"/>
                  <a:pt x="1371600" y="3679778"/>
                  <a:pt x="1371600" y="3671888"/>
                </a:cubicBezTo>
                <a:cubicBezTo>
                  <a:pt x="1371600" y="3663997"/>
                  <a:pt x="1377997" y="3657600"/>
                  <a:pt x="1385888" y="3657600"/>
                </a:cubicBezTo>
                <a:cubicBezTo>
                  <a:pt x="1393778" y="3657600"/>
                  <a:pt x="1400175" y="3663997"/>
                  <a:pt x="1400175" y="3671888"/>
                </a:cubicBezTo>
                <a:close/>
                <a:moveTo>
                  <a:pt x="1400175" y="3824288"/>
                </a:moveTo>
                <a:cubicBezTo>
                  <a:pt x="1400175" y="3832178"/>
                  <a:pt x="1393778" y="3838575"/>
                  <a:pt x="1385888" y="3838575"/>
                </a:cubicBezTo>
                <a:cubicBezTo>
                  <a:pt x="1377997" y="3838575"/>
                  <a:pt x="1371600" y="3832178"/>
                  <a:pt x="1371600" y="3824288"/>
                </a:cubicBezTo>
                <a:cubicBezTo>
                  <a:pt x="1371600" y="3816397"/>
                  <a:pt x="1377997" y="3810000"/>
                  <a:pt x="1385888" y="3810000"/>
                </a:cubicBezTo>
                <a:cubicBezTo>
                  <a:pt x="1393778" y="3810000"/>
                  <a:pt x="1400175" y="3816397"/>
                  <a:pt x="1400175" y="3824288"/>
                </a:cubicBezTo>
                <a:close/>
                <a:moveTo>
                  <a:pt x="1400175" y="3976688"/>
                </a:moveTo>
                <a:cubicBezTo>
                  <a:pt x="1400175" y="3984578"/>
                  <a:pt x="1393778" y="3990975"/>
                  <a:pt x="1385888" y="3990975"/>
                </a:cubicBezTo>
                <a:cubicBezTo>
                  <a:pt x="1377997" y="3990975"/>
                  <a:pt x="1371600" y="3984578"/>
                  <a:pt x="1371600" y="3976688"/>
                </a:cubicBezTo>
                <a:cubicBezTo>
                  <a:pt x="1371600" y="3968797"/>
                  <a:pt x="1377997" y="3962400"/>
                  <a:pt x="1385888" y="3962400"/>
                </a:cubicBezTo>
                <a:cubicBezTo>
                  <a:pt x="1393778" y="3962400"/>
                  <a:pt x="1400175" y="3968797"/>
                  <a:pt x="1400175" y="3976688"/>
                </a:cubicBezTo>
                <a:close/>
                <a:moveTo>
                  <a:pt x="1400175" y="4129088"/>
                </a:moveTo>
                <a:cubicBezTo>
                  <a:pt x="1400175" y="4136978"/>
                  <a:pt x="1393778" y="4143375"/>
                  <a:pt x="1385888" y="4143375"/>
                </a:cubicBezTo>
                <a:cubicBezTo>
                  <a:pt x="1377997" y="4143375"/>
                  <a:pt x="1371600" y="4136978"/>
                  <a:pt x="1371600" y="4129088"/>
                </a:cubicBezTo>
                <a:cubicBezTo>
                  <a:pt x="1371600" y="4121197"/>
                  <a:pt x="1377997" y="4114800"/>
                  <a:pt x="1385888" y="4114800"/>
                </a:cubicBezTo>
                <a:cubicBezTo>
                  <a:pt x="1393778" y="4114800"/>
                  <a:pt x="1400175" y="4121197"/>
                  <a:pt x="1400175" y="4129088"/>
                </a:cubicBezTo>
                <a:close/>
                <a:moveTo>
                  <a:pt x="1400175" y="4281488"/>
                </a:moveTo>
                <a:cubicBezTo>
                  <a:pt x="1400175" y="4289378"/>
                  <a:pt x="1393778" y="4295775"/>
                  <a:pt x="1385888" y="4295775"/>
                </a:cubicBezTo>
                <a:cubicBezTo>
                  <a:pt x="1377997" y="4295775"/>
                  <a:pt x="1371600" y="4289378"/>
                  <a:pt x="1371600" y="4281488"/>
                </a:cubicBezTo>
                <a:cubicBezTo>
                  <a:pt x="1371600" y="4273597"/>
                  <a:pt x="1377997" y="4267200"/>
                  <a:pt x="1385888" y="4267200"/>
                </a:cubicBezTo>
                <a:cubicBezTo>
                  <a:pt x="1393778" y="4267200"/>
                  <a:pt x="1400175" y="4273597"/>
                  <a:pt x="1400175" y="4281488"/>
                </a:cubicBezTo>
                <a:close/>
                <a:moveTo>
                  <a:pt x="1400175" y="4433888"/>
                </a:moveTo>
                <a:cubicBezTo>
                  <a:pt x="1400175" y="4441778"/>
                  <a:pt x="1393778" y="4448175"/>
                  <a:pt x="1385888" y="4448175"/>
                </a:cubicBezTo>
                <a:cubicBezTo>
                  <a:pt x="1377997" y="4448175"/>
                  <a:pt x="1371600" y="4441778"/>
                  <a:pt x="1371600" y="4433888"/>
                </a:cubicBezTo>
                <a:cubicBezTo>
                  <a:pt x="1371600" y="4425997"/>
                  <a:pt x="1377997" y="4419600"/>
                  <a:pt x="1385888" y="4419600"/>
                </a:cubicBezTo>
                <a:cubicBezTo>
                  <a:pt x="1393778" y="4419600"/>
                  <a:pt x="1400175" y="4425997"/>
                  <a:pt x="1400175" y="4433888"/>
                </a:cubicBezTo>
                <a:close/>
                <a:moveTo>
                  <a:pt x="1400175" y="4586288"/>
                </a:moveTo>
                <a:cubicBezTo>
                  <a:pt x="1400175" y="4594178"/>
                  <a:pt x="1393778" y="4600575"/>
                  <a:pt x="1385888" y="4600575"/>
                </a:cubicBezTo>
                <a:cubicBezTo>
                  <a:pt x="1377997" y="4600575"/>
                  <a:pt x="1371600" y="4594178"/>
                  <a:pt x="1371600" y="4586288"/>
                </a:cubicBezTo>
                <a:cubicBezTo>
                  <a:pt x="1371600" y="4578397"/>
                  <a:pt x="1377997" y="4572000"/>
                  <a:pt x="1385888" y="4572000"/>
                </a:cubicBezTo>
                <a:cubicBezTo>
                  <a:pt x="1393778" y="4572000"/>
                  <a:pt x="1400175" y="4578397"/>
                  <a:pt x="1400175" y="4586288"/>
                </a:cubicBezTo>
                <a:close/>
                <a:moveTo>
                  <a:pt x="1400175" y="4738688"/>
                </a:moveTo>
                <a:cubicBezTo>
                  <a:pt x="1400175" y="4746578"/>
                  <a:pt x="1393778" y="4752975"/>
                  <a:pt x="1385888" y="4752975"/>
                </a:cubicBezTo>
                <a:cubicBezTo>
                  <a:pt x="1377997" y="4752975"/>
                  <a:pt x="1371600" y="4746578"/>
                  <a:pt x="1371600" y="4738688"/>
                </a:cubicBezTo>
                <a:cubicBezTo>
                  <a:pt x="1371600" y="4730797"/>
                  <a:pt x="1377997" y="4724400"/>
                  <a:pt x="1385888" y="4724400"/>
                </a:cubicBezTo>
                <a:cubicBezTo>
                  <a:pt x="1393778" y="4724400"/>
                  <a:pt x="1400175" y="4730797"/>
                  <a:pt x="1400175" y="4738688"/>
                </a:cubicBezTo>
                <a:close/>
                <a:moveTo>
                  <a:pt x="1552575" y="14288"/>
                </a:moveTo>
                <a:cubicBezTo>
                  <a:pt x="1552575" y="22178"/>
                  <a:pt x="1546178" y="28575"/>
                  <a:pt x="1538288" y="28575"/>
                </a:cubicBezTo>
                <a:cubicBezTo>
                  <a:pt x="1530397" y="28575"/>
                  <a:pt x="1524000" y="22178"/>
                  <a:pt x="1524000" y="14288"/>
                </a:cubicBezTo>
                <a:cubicBezTo>
                  <a:pt x="1524000" y="6397"/>
                  <a:pt x="1530397" y="0"/>
                  <a:pt x="1538288" y="0"/>
                </a:cubicBezTo>
                <a:cubicBezTo>
                  <a:pt x="1546178" y="0"/>
                  <a:pt x="1552575" y="6397"/>
                  <a:pt x="1552575" y="14288"/>
                </a:cubicBezTo>
                <a:close/>
                <a:moveTo>
                  <a:pt x="1552575" y="166688"/>
                </a:moveTo>
                <a:cubicBezTo>
                  <a:pt x="1552575" y="174578"/>
                  <a:pt x="1546178" y="180975"/>
                  <a:pt x="1538288" y="180975"/>
                </a:cubicBezTo>
                <a:cubicBezTo>
                  <a:pt x="1530397" y="180975"/>
                  <a:pt x="1524000" y="174578"/>
                  <a:pt x="1524000" y="166688"/>
                </a:cubicBezTo>
                <a:cubicBezTo>
                  <a:pt x="1524000" y="158797"/>
                  <a:pt x="1530397" y="152400"/>
                  <a:pt x="1538288" y="152400"/>
                </a:cubicBezTo>
                <a:cubicBezTo>
                  <a:pt x="1546178" y="152400"/>
                  <a:pt x="1552575" y="158797"/>
                  <a:pt x="1552575" y="166688"/>
                </a:cubicBezTo>
                <a:close/>
                <a:moveTo>
                  <a:pt x="1552575" y="319088"/>
                </a:moveTo>
                <a:cubicBezTo>
                  <a:pt x="1552575" y="326978"/>
                  <a:pt x="1546178" y="333375"/>
                  <a:pt x="1538288" y="333375"/>
                </a:cubicBezTo>
                <a:cubicBezTo>
                  <a:pt x="1530397" y="333375"/>
                  <a:pt x="1524000" y="326978"/>
                  <a:pt x="1524000" y="319088"/>
                </a:cubicBezTo>
                <a:cubicBezTo>
                  <a:pt x="1524000" y="311197"/>
                  <a:pt x="1530397" y="304800"/>
                  <a:pt x="1538288" y="304800"/>
                </a:cubicBezTo>
                <a:cubicBezTo>
                  <a:pt x="1546178" y="304800"/>
                  <a:pt x="1552575" y="311197"/>
                  <a:pt x="1552575" y="319088"/>
                </a:cubicBezTo>
                <a:close/>
                <a:moveTo>
                  <a:pt x="1552575" y="471488"/>
                </a:moveTo>
                <a:cubicBezTo>
                  <a:pt x="1552575" y="479378"/>
                  <a:pt x="1546178" y="485775"/>
                  <a:pt x="1538288" y="485775"/>
                </a:cubicBezTo>
                <a:cubicBezTo>
                  <a:pt x="1530397" y="485775"/>
                  <a:pt x="1524000" y="479378"/>
                  <a:pt x="1524000" y="471488"/>
                </a:cubicBezTo>
                <a:cubicBezTo>
                  <a:pt x="1524000" y="463597"/>
                  <a:pt x="1530397" y="457200"/>
                  <a:pt x="1538288" y="457200"/>
                </a:cubicBezTo>
                <a:cubicBezTo>
                  <a:pt x="1546178" y="457200"/>
                  <a:pt x="1552575" y="463597"/>
                  <a:pt x="1552575" y="471488"/>
                </a:cubicBezTo>
                <a:close/>
                <a:moveTo>
                  <a:pt x="1552575" y="623888"/>
                </a:moveTo>
                <a:cubicBezTo>
                  <a:pt x="1552575" y="631778"/>
                  <a:pt x="1546178" y="638175"/>
                  <a:pt x="1538288" y="638175"/>
                </a:cubicBezTo>
                <a:cubicBezTo>
                  <a:pt x="1530397" y="638175"/>
                  <a:pt x="1524000" y="631778"/>
                  <a:pt x="1524000" y="623888"/>
                </a:cubicBezTo>
                <a:cubicBezTo>
                  <a:pt x="1524000" y="615997"/>
                  <a:pt x="1530397" y="609600"/>
                  <a:pt x="1538288" y="609600"/>
                </a:cubicBezTo>
                <a:cubicBezTo>
                  <a:pt x="1546178" y="609600"/>
                  <a:pt x="1552575" y="615997"/>
                  <a:pt x="1552575" y="623888"/>
                </a:cubicBezTo>
                <a:close/>
                <a:moveTo>
                  <a:pt x="1552575" y="776288"/>
                </a:moveTo>
                <a:cubicBezTo>
                  <a:pt x="1552575" y="784178"/>
                  <a:pt x="1546178" y="790575"/>
                  <a:pt x="1538288" y="790575"/>
                </a:cubicBezTo>
                <a:cubicBezTo>
                  <a:pt x="1530397" y="790575"/>
                  <a:pt x="1524000" y="784178"/>
                  <a:pt x="1524000" y="776288"/>
                </a:cubicBezTo>
                <a:cubicBezTo>
                  <a:pt x="1524000" y="768397"/>
                  <a:pt x="1530397" y="762000"/>
                  <a:pt x="1538288" y="762000"/>
                </a:cubicBezTo>
                <a:cubicBezTo>
                  <a:pt x="1546178" y="762000"/>
                  <a:pt x="1552575" y="768397"/>
                  <a:pt x="1552575" y="776288"/>
                </a:cubicBezTo>
                <a:close/>
                <a:moveTo>
                  <a:pt x="1552575" y="928688"/>
                </a:moveTo>
                <a:cubicBezTo>
                  <a:pt x="1552575" y="936578"/>
                  <a:pt x="1546178" y="942975"/>
                  <a:pt x="1538288" y="942975"/>
                </a:cubicBezTo>
                <a:cubicBezTo>
                  <a:pt x="1530397" y="942975"/>
                  <a:pt x="1524000" y="936578"/>
                  <a:pt x="1524000" y="928688"/>
                </a:cubicBezTo>
                <a:cubicBezTo>
                  <a:pt x="1524000" y="920797"/>
                  <a:pt x="1530397" y="914400"/>
                  <a:pt x="1538288" y="914400"/>
                </a:cubicBezTo>
                <a:cubicBezTo>
                  <a:pt x="1546178" y="914400"/>
                  <a:pt x="1552575" y="920797"/>
                  <a:pt x="1552575" y="928688"/>
                </a:cubicBezTo>
                <a:close/>
                <a:moveTo>
                  <a:pt x="1552575" y="1081088"/>
                </a:moveTo>
                <a:cubicBezTo>
                  <a:pt x="1552575" y="1088978"/>
                  <a:pt x="1546178" y="1095375"/>
                  <a:pt x="1538288" y="1095375"/>
                </a:cubicBezTo>
                <a:cubicBezTo>
                  <a:pt x="1530397" y="1095375"/>
                  <a:pt x="1524000" y="1088978"/>
                  <a:pt x="1524000" y="1081088"/>
                </a:cubicBezTo>
                <a:cubicBezTo>
                  <a:pt x="1524000" y="1073197"/>
                  <a:pt x="1530397" y="1066800"/>
                  <a:pt x="1538288" y="1066800"/>
                </a:cubicBezTo>
                <a:cubicBezTo>
                  <a:pt x="1546178" y="1066800"/>
                  <a:pt x="1552575" y="1073197"/>
                  <a:pt x="1552575" y="1081088"/>
                </a:cubicBezTo>
                <a:close/>
                <a:moveTo>
                  <a:pt x="1552575" y="1233488"/>
                </a:moveTo>
                <a:cubicBezTo>
                  <a:pt x="1552575" y="1241378"/>
                  <a:pt x="1546178" y="1247775"/>
                  <a:pt x="1538288" y="1247775"/>
                </a:cubicBezTo>
                <a:cubicBezTo>
                  <a:pt x="1530397" y="1247775"/>
                  <a:pt x="1524000" y="1241378"/>
                  <a:pt x="1524000" y="1233488"/>
                </a:cubicBezTo>
                <a:cubicBezTo>
                  <a:pt x="1524000" y="1225597"/>
                  <a:pt x="1530397" y="1219200"/>
                  <a:pt x="1538288" y="1219200"/>
                </a:cubicBezTo>
                <a:cubicBezTo>
                  <a:pt x="1546178" y="1219200"/>
                  <a:pt x="1552575" y="1225597"/>
                  <a:pt x="1552575" y="1233488"/>
                </a:cubicBezTo>
                <a:close/>
                <a:moveTo>
                  <a:pt x="1552575" y="1385888"/>
                </a:moveTo>
                <a:cubicBezTo>
                  <a:pt x="1552575" y="1393778"/>
                  <a:pt x="1546178" y="1400175"/>
                  <a:pt x="1538288" y="1400175"/>
                </a:cubicBezTo>
                <a:cubicBezTo>
                  <a:pt x="1530397" y="1400175"/>
                  <a:pt x="1524000" y="1393778"/>
                  <a:pt x="1524000" y="1385888"/>
                </a:cubicBezTo>
                <a:cubicBezTo>
                  <a:pt x="1524000" y="1377997"/>
                  <a:pt x="1530397" y="1371600"/>
                  <a:pt x="1538288" y="1371600"/>
                </a:cubicBezTo>
                <a:cubicBezTo>
                  <a:pt x="1546178" y="1371600"/>
                  <a:pt x="1552575" y="1377997"/>
                  <a:pt x="1552575" y="1385888"/>
                </a:cubicBezTo>
                <a:close/>
                <a:moveTo>
                  <a:pt x="1552575" y="1538288"/>
                </a:moveTo>
                <a:cubicBezTo>
                  <a:pt x="1552575" y="1546178"/>
                  <a:pt x="1546178" y="1552575"/>
                  <a:pt x="1538288" y="1552575"/>
                </a:cubicBezTo>
                <a:cubicBezTo>
                  <a:pt x="1530397" y="1552575"/>
                  <a:pt x="1524000" y="1546178"/>
                  <a:pt x="1524000" y="1538288"/>
                </a:cubicBezTo>
                <a:cubicBezTo>
                  <a:pt x="1524000" y="1530397"/>
                  <a:pt x="1530397" y="1524000"/>
                  <a:pt x="1538288" y="1524000"/>
                </a:cubicBezTo>
                <a:cubicBezTo>
                  <a:pt x="1546178" y="1524000"/>
                  <a:pt x="1552575" y="1530397"/>
                  <a:pt x="1552575" y="1538288"/>
                </a:cubicBezTo>
                <a:close/>
                <a:moveTo>
                  <a:pt x="1552575" y="1690688"/>
                </a:moveTo>
                <a:cubicBezTo>
                  <a:pt x="1552575" y="1698578"/>
                  <a:pt x="1546178" y="1704975"/>
                  <a:pt x="1538288" y="1704975"/>
                </a:cubicBezTo>
                <a:cubicBezTo>
                  <a:pt x="1530397" y="1704975"/>
                  <a:pt x="1524000" y="1698578"/>
                  <a:pt x="1524000" y="1690688"/>
                </a:cubicBezTo>
                <a:cubicBezTo>
                  <a:pt x="1524000" y="1682797"/>
                  <a:pt x="1530397" y="1676400"/>
                  <a:pt x="1538288" y="1676400"/>
                </a:cubicBezTo>
                <a:cubicBezTo>
                  <a:pt x="1546178" y="1676400"/>
                  <a:pt x="1552575" y="1682797"/>
                  <a:pt x="1552575" y="1690688"/>
                </a:cubicBezTo>
                <a:close/>
                <a:moveTo>
                  <a:pt x="1552575" y="1843088"/>
                </a:moveTo>
                <a:cubicBezTo>
                  <a:pt x="1552575" y="1850978"/>
                  <a:pt x="1546178" y="1857375"/>
                  <a:pt x="1538288" y="1857375"/>
                </a:cubicBezTo>
                <a:cubicBezTo>
                  <a:pt x="1530397" y="1857375"/>
                  <a:pt x="1524000" y="1850978"/>
                  <a:pt x="1524000" y="1843088"/>
                </a:cubicBezTo>
                <a:cubicBezTo>
                  <a:pt x="1524000" y="1835197"/>
                  <a:pt x="1530397" y="1828800"/>
                  <a:pt x="1538288" y="1828800"/>
                </a:cubicBezTo>
                <a:cubicBezTo>
                  <a:pt x="1546178" y="1828800"/>
                  <a:pt x="1552575" y="1835197"/>
                  <a:pt x="1552575" y="1843088"/>
                </a:cubicBezTo>
                <a:close/>
                <a:moveTo>
                  <a:pt x="1552575" y="1995488"/>
                </a:moveTo>
                <a:cubicBezTo>
                  <a:pt x="1552575" y="2003378"/>
                  <a:pt x="1546178" y="2009775"/>
                  <a:pt x="1538288" y="2009775"/>
                </a:cubicBezTo>
                <a:cubicBezTo>
                  <a:pt x="1530397" y="2009775"/>
                  <a:pt x="1524000" y="2003378"/>
                  <a:pt x="1524000" y="1995488"/>
                </a:cubicBezTo>
                <a:cubicBezTo>
                  <a:pt x="1524000" y="1987597"/>
                  <a:pt x="1530397" y="1981200"/>
                  <a:pt x="1538288" y="1981200"/>
                </a:cubicBezTo>
                <a:cubicBezTo>
                  <a:pt x="1546178" y="1981200"/>
                  <a:pt x="1552575" y="1987597"/>
                  <a:pt x="1552575" y="1995488"/>
                </a:cubicBezTo>
                <a:close/>
                <a:moveTo>
                  <a:pt x="1552575" y="2147888"/>
                </a:moveTo>
                <a:cubicBezTo>
                  <a:pt x="1552575" y="2155778"/>
                  <a:pt x="1546178" y="2162175"/>
                  <a:pt x="1538288" y="2162175"/>
                </a:cubicBezTo>
                <a:cubicBezTo>
                  <a:pt x="1530397" y="2162175"/>
                  <a:pt x="1524000" y="2155778"/>
                  <a:pt x="1524000" y="2147888"/>
                </a:cubicBezTo>
                <a:cubicBezTo>
                  <a:pt x="1524000" y="2139997"/>
                  <a:pt x="1530397" y="2133600"/>
                  <a:pt x="1538288" y="2133600"/>
                </a:cubicBezTo>
                <a:cubicBezTo>
                  <a:pt x="1546178" y="2133600"/>
                  <a:pt x="1552575" y="2139997"/>
                  <a:pt x="1552575" y="2147888"/>
                </a:cubicBezTo>
                <a:close/>
                <a:moveTo>
                  <a:pt x="1552575" y="2300288"/>
                </a:moveTo>
                <a:cubicBezTo>
                  <a:pt x="1552575" y="2308178"/>
                  <a:pt x="1546178" y="2314575"/>
                  <a:pt x="1538288" y="2314575"/>
                </a:cubicBezTo>
                <a:cubicBezTo>
                  <a:pt x="1530397" y="2314575"/>
                  <a:pt x="1524000" y="2308178"/>
                  <a:pt x="1524000" y="2300288"/>
                </a:cubicBezTo>
                <a:cubicBezTo>
                  <a:pt x="1524000" y="2292397"/>
                  <a:pt x="1530397" y="2286000"/>
                  <a:pt x="1538288" y="2286000"/>
                </a:cubicBezTo>
                <a:cubicBezTo>
                  <a:pt x="1546178" y="2286000"/>
                  <a:pt x="1552575" y="2292397"/>
                  <a:pt x="1552575" y="2300288"/>
                </a:cubicBezTo>
                <a:close/>
                <a:moveTo>
                  <a:pt x="1552575" y="2452688"/>
                </a:moveTo>
                <a:cubicBezTo>
                  <a:pt x="1552575" y="2460578"/>
                  <a:pt x="1546178" y="2466975"/>
                  <a:pt x="1538288" y="2466975"/>
                </a:cubicBezTo>
                <a:cubicBezTo>
                  <a:pt x="1530397" y="2466975"/>
                  <a:pt x="1524000" y="2460578"/>
                  <a:pt x="1524000" y="2452688"/>
                </a:cubicBezTo>
                <a:cubicBezTo>
                  <a:pt x="1524000" y="2444797"/>
                  <a:pt x="1530397" y="2438400"/>
                  <a:pt x="1538288" y="2438400"/>
                </a:cubicBezTo>
                <a:cubicBezTo>
                  <a:pt x="1546178" y="2438400"/>
                  <a:pt x="1552575" y="2444797"/>
                  <a:pt x="1552575" y="2452688"/>
                </a:cubicBezTo>
                <a:close/>
                <a:moveTo>
                  <a:pt x="1552575" y="2605088"/>
                </a:moveTo>
                <a:cubicBezTo>
                  <a:pt x="1552575" y="2612978"/>
                  <a:pt x="1546178" y="2619375"/>
                  <a:pt x="1538288" y="2619375"/>
                </a:cubicBezTo>
                <a:cubicBezTo>
                  <a:pt x="1530397" y="2619375"/>
                  <a:pt x="1524000" y="2612978"/>
                  <a:pt x="1524000" y="2605088"/>
                </a:cubicBezTo>
                <a:cubicBezTo>
                  <a:pt x="1524000" y="2597197"/>
                  <a:pt x="1530397" y="2590800"/>
                  <a:pt x="1538288" y="2590800"/>
                </a:cubicBezTo>
                <a:cubicBezTo>
                  <a:pt x="1546178" y="2590800"/>
                  <a:pt x="1552575" y="2597197"/>
                  <a:pt x="1552575" y="2605088"/>
                </a:cubicBezTo>
                <a:close/>
                <a:moveTo>
                  <a:pt x="1552575" y="2757488"/>
                </a:moveTo>
                <a:cubicBezTo>
                  <a:pt x="1552575" y="2765378"/>
                  <a:pt x="1546178" y="2771775"/>
                  <a:pt x="1538288" y="2771775"/>
                </a:cubicBezTo>
                <a:cubicBezTo>
                  <a:pt x="1530397" y="2771775"/>
                  <a:pt x="1524000" y="2765378"/>
                  <a:pt x="1524000" y="2757488"/>
                </a:cubicBezTo>
                <a:cubicBezTo>
                  <a:pt x="1524000" y="2749597"/>
                  <a:pt x="1530397" y="2743200"/>
                  <a:pt x="1538288" y="2743200"/>
                </a:cubicBezTo>
                <a:cubicBezTo>
                  <a:pt x="1546178" y="2743200"/>
                  <a:pt x="1552575" y="2749597"/>
                  <a:pt x="1552575" y="2757488"/>
                </a:cubicBezTo>
                <a:close/>
                <a:moveTo>
                  <a:pt x="1552575" y="2909888"/>
                </a:moveTo>
                <a:cubicBezTo>
                  <a:pt x="1552575" y="2917778"/>
                  <a:pt x="1546178" y="2924175"/>
                  <a:pt x="1538288" y="2924175"/>
                </a:cubicBezTo>
                <a:cubicBezTo>
                  <a:pt x="1530397" y="2924175"/>
                  <a:pt x="1524000" y="2917778"/>
                  <a:pt x="1524000" y="2909888"/>
                </a:cubicBezTo>
                <a:cubicBezTo>
                  <a:pt x="1524000" y="2901997"/>
                  <a:pt x="1530397" y="2895600"/>
                  <a:pt x="1538288" y="2895600"/>
                </a:cubicBezTo>
                <a:cubicBezTo>
                  <a:pt x="1546178" y="2895600"/>
                  <a:pt x="1552575" y="2901997"/>
                  <a:pt x="1552575" y="2909888"/>
                </a:cubicBezTo>
                <a:close/>
                <a:moveTo>
                  <a:pt x="1552575" y="3062288"/>
                </a:moveTo>
                <a:cubicBezTo>
                  <a:pt x="1552575" y="3070178"/>
                  <a:pt x="1546178" y="3076575"/>
                  <a:pt x="1538288" y="3076575"/>
                </a:cubicBezTo>
                <a:cubicBezTo>
                  <a:pt x="1530397" y="3076575"/>
                  <a:pt x="1524000" y="3070178"/>
                  <a:pt x="1524000" y="3062288"/>
                </a:cubicBezTo>
                <a:cubicBezTo>
                  <a:pt x="1524000" y="3054397"/>
                  <a:pt x="1530397" y="3048000"/>
                  <a:pt x="1538288" y="3048000"/>
                </a:cubicBezTo>
                <a:cubicBezTo>
                  <a:pt x="1546178" y="3048000"/>
                  <a:pt x="1552575" y="3054397"/>
                  <a:pt x="1552575" y="3062288"/>
                </a:cubicBezTo>
                <a:close/>
                <a:moveTo>
                  <a:pt x="1552575" y="3214688"/>
                </a:moveTo>
                <a:cubicBezTo>
                  <a:pt x="1552575" y="3222578"/>
                  <a:pt x="1546178" y="3228975"/>
                  <a:pt x="1538288" y="3228975"/>
                </a:cubicBezTo>
                <a:cubicBezTo>
                  <a:pt x="1530397" y="3228975"/>
                  <a:pt x="1524000" y="3222578"/>
                  <a:pt x="1524000" y="3214688"/>
                </a:cubicBezTo>
                <a:cubicBezTo>
                  <a:pt x="1524000" y="3206797"/>
                  <a:pt x="1530397" y="3200400"/>
                  <a:pt x="1538288" y="3200400"/>
                </a:cubicBezTo>
                <a:cubicBezTo>
                  <a:pt x="1546178" y="3200400"/>
                  <a:pt x="1552575" y="3206797"/>
                  <a:pt x="1552575" y="3214688"/>
                </a:cubicBezTo>
                <a:close/>
                <a:moveTo>
                  <a:pt x="1552575" y="3367088"/>
                </a:moveTo>
                <a:cubicBezTo>
                  <a:pt x="1552575" y="3374978"/>
                  <a:pt x="1546178" y="3381375"/>
                  <a:pt x="1538288" y="3381375"/>
                </a:cubicBezTo>
                <a:cubicBezTo>
                  <a:pt x="1530397" y="3381375"/>
                  <a:pt x="1524000" y="3374978"/>
                  <a:pt x="1524000" y="3367088"/>
                </a:cubicBezTo>
                <a:cubicBezTo>
                  <a:pt x="1524000" y="3359197"/>
                  <a:pt x="1530397" y="3352800"/>
                  <a:pt x="1538288" y="3352800"/>
                </a:cubicBezTo>
                <a:cubicBezTo>
                  <a:pt x="1546178" y="3352800"/>
                  <a:pt x="1552575" y="3359197"/>
                  <a:pt x="1552575" y="3367088"/>
                </a:cubicBezTo>
                <a:close/>
                <a:moveTo>
                  <a:pt x="1552575" y="3519488"/>
                </a:moveTo>
                <a:cubicBezTo>
                  <a:pt x="1552575" y="3527378"/>
                  <a:pt x="1546178" y="3533775"/>
                  <a:pt x="1538288" y="3533775"/>
                </a:cubicBezTo>
                <a:cubicBezTo>
                  <a:pt x="1530397" y="3533775"/>
                  <a:pt x="1524000" y="3527378"/>
                  <a:pt x="1524000" y="3519488"/>
                </a:cubicBezTo>
                <a:cubicBezTo>
                  <a:pt x="1524000" y="3511597"/>
                  <a:pt x="1530397" y="3505200"/>
                  <a:pt x="1538288" y="3505200"/>
                </a:cubicBezTo>
                <a:cubicBezTo>
                  <a:pt x="1546178" y="3505200"/>
                  <a:pt x="1552575" y="3511597"/>
                  <a:pt x="1552575" y="3519488"/>
                </a:cubicBezTo>
                <a:close/>
                <a:moveTo>
                  <a:pt x="1552575" y="3671888"/>
                </a:moveTo>
                <a:cubicBezTo>
                  <a:pt x="1552575" y="3679778"/>
                  <a:pt x="1546178" y="3686175"/>
                  <a:pt x="1538288" y="3686175"/>
                </a:cubicBezTo>
                <a:cubicBezTo>
                  <a:pt x="1530397" y="3686175"/>
                  <a:pt x="1524000" y="3679778"/>
                  <a:pt x="1524000" y="3671888"/>
                </a:cubicBezTo>
                <a:cubicBezTo>
                  <a:pt x="1524000" y="3663997"/>
                  <a:pt x="1530397" y="3657600"/>
                  <a:pt x="1538288" y="3657600"/>
                </a:cubicBezTo>
                <a:cubicBezTo>
                  <a:pt x="1546178" y="3657600"/>
                  <a:pt x="1552575" y="3663997"/>
                  <a:pt x="1552575" y="3671888"/>
                </a:cubicBezTo>
                <a:close/>
                <a:moveTo>
                  <a:pt x="1552575" y="3824288"/>
                </a:moveTo>
                <a:cubicBezTo>
                  <a:pt x="1552575" y="3832178"/>
                  <a:pt x="1546178" y="3838575"/>
                  <a:pt x="1538288" y="3838575"/>
                </a:cubicBezTo>
                <a:cubicBezTo>
                  <a:pt x="1530397" y="3838575"/>
                  <a:pt x="1524000" y="3832178"/>
                  <a:pt x="1524000" y="3824288"/>
                </a:cubicBezTo>
                <a:cubicBezTo>
                  <a:pt x="1524000" y="3816397"/>
                  <a:pt x="1530397" y="3810000"/>
                  <a:pt x="1538288" y="3810000"/>
                </a:cubicBezTo>
                <a:cubicBezTo>
                  <a:pt x="1546178" y="3810000"/>
                  <a:pt x="1552575" y="3816397"/>
                  <a:pt x="1552575" y="3824288"/>
                </a:cubicBezTo>
                <a:close/>
                <a:moveTo>
                  <a:pt x="1552575" y="3976688"/>
                </a:moveTo>
                <a:cubicBezTo>
                  <a:pt x="1552575" y="3984578"/>
                  <a:pt x="1546178" y="3990975"/>
                  <a:pt x="1538288" y="3990975"/>
                </a:cubicBezTo>
                <a:cubicBezTo>
                  <a:pt x="1530397" y="3990975"/>
                  <a:pt x="1524000" y="3984578"/>
                  <a:pt x="1524000" y="3976688"/>
                </a:cubicBezTo>
                <a:cubicBezTo>
                  <a:pt x="1524000" y="3968797"/>
                  <a:pt x="1530397" y="3962400"/>
                  <a:pt x="1538288" y="3962400"/>
                </a:cubicBezTo>
                <a:cubicBezTo>
                  <a:pt x="1546178" y="3962400"/>
                  <a:pt x="1552575" y="3968797"/>
                  <a:pt x="1552575" y="3976688"/>
                </a:cubicBezTo>
                <a:close/>
                <a:moveTo>
                  <a:pt x="1552575" y="4129088"/>
                </a:moveTo>
                <a:cubicBezTo>
                  <a:pt x="1552575" y="4136978"/>
                  <a:pt x="1546178" y="4143375"/>
                  <a:pt x="1538288" y="4143375"/>
                </a:cubicBezTo>
                <a:cubicBezTo>
                  <a:pt x="1530397" y="4143375"/>
                  <a:pt x="1524000" y="4136978"/>
                  <a:pt x="1524000" y="4129088"/>
                </a:cubicBezTo>
                <a:cubicBezTo>
                  <a:pt x="1524000" y="4121197"/>
                  <a:pt x="1530397" y="4114800"/>
                  <a:pt x="1538288" y="4114800"/>
                </a:cubicBezTo>
                <a:cubicBezTo>
                  <a:pt x="1546178" y="4114800"/>
                  <a:pt x="1552575" y="4121197"/>
                  <a:pt x="1552575" y="4129088"/>
                </a:cubicBezTo>
                <a:close/>
                <a:moveTo>
                  <a:pt x="1552575" y="4281488"/>
                </a:moveTo>
                <a:cubicBezTo>
                  <a:pt x="1552575" y="4289378"/>
                  <a:pt x="1546178" y="4295775"/>
                  <a:pt x="1538288" y="4295775"/>
                </a:cubicBezTo>
                <a:cubicBezTo>
                  <a:pt x="1530397" y="4295775"/>
                  <a:pt x="1524000" y="4289378"/>
                  <a:pt x="1524000" y="4281488"/>
                </a:cubicBezTo>
                <a:cubicBezTo>
                  <a:pt x="1524000" y="4273597"/>
                  <a:pt x="1530397" y="4267200"/>
                  <a:pt x="1538288" y="4267200"/>
                </a:cubicBezTo>
                <a:cubicBezTo>
                  <a:pt x="1546178" y="4267200"/>
                  <a:pt x="1552575" y="4273597"/>
                  <a:pt x="1552575" y="4281488"/>
                </a:cubicBezTo>
                <a:close/>
                <a:moveTo>
                  <a:pt x="1552575" y="4433888"/>
                </a:moveTo>
                <a:cubicBezTo>
                  <a:pt x="1552575" y="4441778"/>
                  <a:pt x="1546178" y="4448175"/>
                  <a:pt x="1538288" y="4448175"/>
                </a:cubicBezTo>
                <a:cubicBezTo>
                  <a:pt x="1530397" y="4448175"/>
                  <a:pt x="1524000" y="4441778"/>
                  <a:pt x="1524000" y="4433888"/>
                </a:cubicBezTo>
                <a:cubicBezTo>
                  <a:pt x="1524000" y="4425997"/>
                  <a:pt x="1530397" y="4419600"/>
                  <a:pt x="1538288" y="4419600"/>
                </a:cubicBezTo>
                <a:cubicBezTo>
                  <a:pt x="1546178" y="4419600"/>
                  <a:pt x="1552575" y="4425997"/>
                  <a:pt x="1552575" y="4433888"/>
                </a:cubicBezTo>
                <a:close/>
                <a:moveTo>
                  <a:pt x="1552575" y="4586288"/>
                </a:moveTo>
                <a:cubicBezTo>
                  <a:pt x="1552575" y="4594178"/>
                  <a:pt x="1546178" y="4600575"/>
                  <a:pt x="1538288" y="4600575"/>
                </a:cubicBezTo>
                <a:cubicBezTo>
                  <a:pt x="1530397" y="4600575"/>
                  <a:pt x="1524000" y="4594178"/>
                  <a:pt x="1524000" y="4586288"/>
                </a:cubicBezTo>
                <a:cubicBezTo>
                  <a:pt x="1524000" y="4578397"/>
                  <a:pt x="1530397" y="4572000"/>
                  <a:pt x="1538288" y="4572000"/>
                </a:cubicBezTo>
                <a:cubicBezTo>
                  <a:pt x="1546178" y="4572000"/>
                  <a:pt x="1552575" y="4578397"/>
                  <a:pt x="1552575" y="4586288"/>
                </a:cubicBezTo>
                <a:close/>
                <a:moveTo>
                  <a:pt x="1552575" y="4738688"/>
                </a:moveTo>
                <a:cubicBezTo>
                  <a:pt x="1552575" y="4746578"/>
                  <a:pt x="1546178" y="4752975"/>
                  <a:pt x="1538288" y="4752975"/>
                </a:cubicBezTo>
                <a:cubicBezTo>
                  <a:pt x="1530397" y="4752975"/>
                  <a:pt x="1524000" y="4746578"/>
                  <a:pt x="1524000" y="4738688"/>
                </a:cubicBezTo>
                <a:cubicBezTo>
                  <a:pt x="1524000" y="4730797"/>
                  <a:pt x="1530397" y="4724400"/>
                  <a:pt x="1538288" y="4724400"/>
                </a:cubicBezTo>
                <a:cubicBezTo>
                  <a:pt x="1546178" y="4724400"/>
                  <a:pt x="1552575" y="4730797"/>
                  <a:pt x="1552575" y="4738688"/>
                </a:cubicBezTo>
                <a:close/>
                <a:moveTo>
                  <a:pt x="1704975" y="14288"/>
                </a:moveTo>
                <a:cubicBezTo>
                  <a:pt x="1704975" y="22178"/>
                  <a:pt x="1698578" y="28575"/>
                  <a:pt x="1690688" y="28575"/>
                </a:cubicBezTo>
                <a:cubicBezTo>
                  <a:pt x="1682797" y="28575"/>
                  <a:pt x="1676400" y="22178"/>
                  <a:pt x="1676400" y="14288"/>
                </a:cubicBezTo>
                <a:cubicBezTo>
                  <a:pt x="1676400" y="6397"/>
                  <a:pt x="1682797" y="0"/>
                  <a:pt x="1690688" y="0"/>
                </a:cubicBezTo>
                <a:cubicBezTo>
                  <a:pt x="1698578" y="0"/>
                  <a:pt x="1704975" y="6397"/>
                  <a:pt x="1704975" y="14288"/>
                </a:cubicBezTo>
                <a:close/>
                <a:moveTo>
                  <a:pt x="1704975" y="166688"/>
                </a:moveTo>
                <a:cubicBezTo>
                  <a:pt x="1704975" y="174578"/>
                  <a:pt x="1698578" y="180975"/>
                  <a:pt x="1690688" y="180975"/>
                </a:cubicBezTo>
                <a:cubicBezTo>
                  <a:pt x="1682797" y="180975"/>
                  <a:pt x="1676400" y="174578"/>
                  <a:pt x="1676400" y="166688"/>
                </a:cubicBezTo>
                <a:cubicBezTo>
                  <a:pt x="1676400" y="158797"/>
                  <a:pt x="1682797" y="152400"/>
                  <a:pt x="1690688" y="152400"/>
                </a:cubicBezTo>
                <a:cubicBezTo>
                  <a:pt x="1698578" y="152400"/>
                  <a:pt x="1704975" y="158797"/>
                  <a:pt x="1704975" y="166688"/>
                </a:cubicBezTo>
                <a:close/>
                <a:moveTo>
                  <a:pt x="1704975" y="319088"/>
                </a:moveTo>
                <a:cubicBezTo>
                  <a:pt x="1704975" y="326978"/>
                  <a:pt x="1698578" y="333375"/>
                  <a:pt x="1690688" y="333375"/>
                </a:cubicBezTo>
                <a:cubicBezTo>
                  <a:pt x="1682797" y="333375"/>
                  <a:pt x="1676400" y="326978"/>
                  <a:pt x="1676400" y="319088"/>
                </a:cubicBezTo>
                <a:cubicBezTo>
                  <a:pt x="1676400" y="311197"/>
                  <a:pt x="1682797" y="304800"/>
                  <a:pt x="1690688" y="304800"/>
                </a:cubicBezTo>
                <a:cubicBezTo>
                  <a:pt x="1698578" y="304800"/>
                  <a:pt x="1704975" y="311197"/>
                  <a:pt x="1704975" y="319088"/>
                </a:cubicBezTo>
                <a:close/>
                <a:moveTo>
                  <a:pt x="1704975" y="471488"/>
                </a:moveTo>
                <a:cubicBezTo>
                  <a:pt x="1704975" y="479378"/>
                  <a:pt x="1698578" y="485775"/>
                  <a:pt x="1690688" y="485775"/>
                </a:cubicBezTo>
                <a:cubicBezTo>
                  <a:pt x="1682797" y="485775"/>
                  <a:pt x="1676400" y="479378"/>
                  <a:pt x="1676400" y="471488"/>
                </a:cubicBezTo>
                <a:cubicBezTo>
                  <a:pt x="1676400" y="463597"/>
                  <a:pt x="1682797" y="457200"/>
                  <a:pt x="1690688" y="457200"/>
                </a:cubicBezTo>
                <a:cubicBezTo>
                  <a:pt x="1698578" y="457200"/>
                  <a:pt x="1704975" y="463597"/>
                  <a:pt x="1704975" y="471488"/>
                </a:cubicBezTo>
                <a:close/>
                <a:moveTo>
                  <a:pt x="1704975" y="623888"/>
                </a:moveTo>
                <a:cubicBezTo>
                  <a:pt x="1704975" y="631778"/>
                  <a:pt x="1698578" y="638175"/>
                  <a:pt x="1690688" y="638175"/>
                </a:cubicBezTo>
                <a:cubicBezTo>
                  <a:pt x="1682797" y="638175"/>
                  <a:pt x="1676400" y="631778"/>
                  <a:pt x="1676400" y="623888"/>
                </a:cubicBezTo>
                <a:cubicBezTo>
                  <a:pt x="1676400" y="615997"/>
                  <a:pt x="1682797" y="609600"/>
                  <a:pt x="1690688" y="609600"/>
                </a:cubicBezTo>
                <a:cubicBezTo>
                  <a:pt x="1698578" y="609600"/>
                  <a:pt x="1704975" y="615997"/>
                  <a:pt x="1704975" y="623888"/>
                </a:cubicBezTo>
                <a:close/>
                <a:moveTo>
                  <a:pt x="1704975" y="776288"/>
                </a:moveTo>
                <a:cubicBezTo>
                  <a:pt x="1704975" y="784178"/>
                  <a:pt x="1698578" y="790575"/>
                  <a:pt x="1690688" y="790575"/>
                </a:cubicBezTo>
                <a:cubicBezTo>
                  <a:pt x="1682797" y="790575"/>
                  <a:pt x="1676400" y="784178"/>
                  <a:pt x="1676400" y="776288"/>
                </a:cubicBezTo>
                <a:cubicBezTo>
                  <a:pt x="1676400" y="768397"/>
                  <a:pt x="1682797" y="762000"/>
                  <a:pt x="1690688" y="762000"/>
                </a:cubicBezTo>
                <a:cubicBezTo>
                  <a:pt x="1698578" y="762000"/>
                  <a:pt x="1704975" y="768397"/>
                  <a:pt x="1704975" y="776288"/>
                </a:cubicBezTo>
                <a:close/>
                <a:moveTo>
                  <a:pt x="1704975" y="928688"/>
                </a:moveTo>
                <a:cubicBezTo>
                  <a:pt x="1704975" y="936578"/>
                  <a:pt x="1698578" y="942975"/>
                  <a:pt x="1690688" y="942975"/>
                </a:cubicBezTo>
                <a:cubicBezTo>
                  <a:pt x="1682797" y="942975"/>
                  <a:pt x="1676400" y="936578"/>
                  <a:pt x="1676400" y="928688"/>
                </a:cubicBezTo>
                <a:cubicBezTo>
                  <a:pt x="1676400" y="920797"/>
                  <a:pt x="1682797" y="914400"/>
                  <a:pt x="1690688" y="914400"/>
                </a:cubicBezTo>
                <a:cubicBezTo>
                  <a:pt x="1698578" y="914400"/>
                  <a:pt x="1704975" y="920797"/>
                  <a:pt x="1704975" y="928688"/>
                </a:cubicBezTo>
                <a:close/>
                <a:moveTo>
                  <a:pt x="1704975" y="1081088"/>
                </a:moveTo>
                <a:cubicBezTo>
                  <a:pt x="1704975" y="1088978"/>
                  <a:pt x="1698578" y="1095375"/>
                  <a:pt x="1690688" y="1095375"/>
                </a:cubicBezTo>
                <a:cubicBezTo>
                  <a:pt x="1682797" y="1095375"/>
                  <a:pt x="1676400" y="1088978"/>
                  <a:pt x="1676400" y="1081088"/>
                </a:cubicBezTo>
                <a:cubicBezTo>
                  <a:pt x="1676400" y="1073197"/>
                  <a:pt x="1682797" y="1066800"/>
                  <a:pt x="1690688" y="1066800"/>
                </a:cubicBezTo>
                <a:cubicBezTo>
                  <a:pt x="1698578" y="1066800"/>
                  <a:pt x="1704975" y="1073197"/>
                  <a:pt x="1704975" y="1081088"/>
                </a:cubicBezTo>
                <a:close/>
                <a:moveTo>
                  <a:pt x="1704975" y="1233488"/>
                </a:moveTo>
                <a:cubicBezTo>
                  <a:pt x="1704975" y="1241378"/>
                  <a:pt x="1698578" y="1247775"/>
                  <a:pt x="1690688" y="1247775"/>
                </a:cubicBezTo>
                <a:cubicBezTo>
                  <a:pt x="1682797" y="1247775"/>
                  <a:pt x="1676400" y="1241378"/>
                  <a:pt x="1676400" y="1233488"/>
                </a:cubicBezTo>
                <a:cubicBezTo>
                  <a:pt x="1676400" y="1225597"/>
                  <a:pt x="1682797" y="1219200"/>
                  <a:pt x="1690688" y="1219200"/>
                </a:cubicBezTo>
                <a:cubicBezTo>
                  <a:pt x="1698578" y="1219200"/>
                  <a:pt x="1704975" y="1225597"/>
                  <a:pt x="1704975" y="1233488"/>
                </a:cubicBezTo>
                <a:close/>
                <a:moveTo>
                  <a:pt x="1704975" y="1385888"/>
                </a:moveTo>
                <a:cubicBezTo>
                  <a:pt x="1704975" y="1393778"/>
                  <a:pt x="1698578" y="1400175"/>
                  <a:pt x="1690688" y="1400175"/>
                </a:cubicBezTo>
                <a:cubicBezTo>
                  <a:pt x="1682797" y="1400175"/>
                  <a:pt x="1676400" y="1393778"/>
                  <a:pt x="1676400" y="1385888"/>
                </a:cubicBezTo>
                <a:cubicBezTo>
                  <a:pt x="1676400" y="1377997"/>
                  <a:pt x="1682797" y="1371600"/>
                  <a:pt x="1690688" y="1371600"/>
                </a:cubicBezTo>
                <a:cubicBezTo>
                  <a:pt x="1698578" y="1371600"/>
                  <a:pt x="1704975" y="1377997"/>
                  <a:pt x="1704975" y="1385888"/>
                </a:cubicBezTo>
                <a:close/>
                <a:moveTo>
                  <a:pt x="1704975" y="1538288"/>
                </a:moveTo>
                <a:cubicBezTo>
                  <a:pt x="1704975" y="1546178"/>
                  <a:pt x="1698578" y="1552575"/>
                  <a:pt x="1690688" y="1552575"/>
                </a:cubicBezTo>
                <a:cubicBezTo>
                  <a:pt x="1682797" y="1552575"/>
                  <a:pt x="1676400" y="1546178"/>
                  <a:pt x="1676400" y="1538288"/>
                </a:cubicBezTo>
                <a:cubicBezTo>
                  <a:pt x="1676400" y="1530397"/>
                  <a:pt x="1682797" y="1524000"/>
                  <a:pt x="1690688" y="1524000"/>
                </a:cubicBezTo>
                <a:cubicBezTo>
                  <a:pt x="1698578" y="1524000"/>
                  <a:pt x="1704975" y="1530397"/>
                  <a:pt x="1704975" y="1538288"/>
                </a:cubicBezTo>
                <a:close/>
                <a:moveTo>
                  <a:pt x="1704975" y="1690688"/>
                </a:moveTo>
                <a:cubicBezTo>
                  <a:pt x="1704975" y="1698578"/>
                  <a:pt x="1698578" y="1704975"/>
                  <a:pt x="1690688" y="1704975"/>
                </a:cubicBezTo>
                <a:cubicBezTo>
                  <a:pt x="1682797" y="1704975"/>
                  <a:pt x="1676400" y="1698578"/>
                  <a:pt x="1676400" y="1690688"/>
                </a:cubicBezTo>
                <a:cubicBezTo>
                  <a:pt x="1676400" y="1682797"/>
                  <a:pt x="1682797" y="1676400"/>
                  <a:pt x="1690688" y="1676400"/>
                </a:cubicBezTo>
                <a:cubicBezTo>
                  <a:pt x="1698578" y="1676400"/>
                  <a:pt x="1704975" y="1682797"/>
                  <a:pt x="1704975" y="1690688"/>
                </a:cubicBezTo>
                <a:close/>
                <a:moveTo>
                  <a:pt x="1704975" y="1843088"/>
                </a:moveTo>
                <a:cubicBezTo>
                  <a:pt x="1704975" y="1850978"/>
                  <a:pt x="1698578" y="1857375"/>
                  <a:pt x="1690688" y="1857375"/>
                </a:cubicBezTo>
                <a:cubicBezTo>
                  <a:pt x="1682797" y="1857375"/>
                  <a:pt x="1676400" y="1850978"/>
                  <a:pt x="1676400" y="1843088"/>
                </a:cubicBezTo>
                <a:cubicBezTo>
                  <a:pt x="1676400" y="1835197"/>
                  <a:pt x="1682797" y="1828800"/>
                  <a:pt x="1690688" y="1828800"/>
                </a:cubicBezTo>
                <a:cubicBezTo>
                  <a:pt x="1698578" y="1828800"/>
                  <a:pt x="1704975" y="1835197"/>
                  <a:pt x="1704975" y="1843088"/>
                </a:cubicBezTo>
                <a:close/>
                <a:moveTo>
                  <a:pt x="1704975" y="1995488"/>
                </a:moveTo>
                <a:cubicBezTo>
                  <a:pt x="1704975" y="2003378"/>
                  <a:pt x="1698578" y="2009775"/>
                  <a:pt x="1690688" y="2009775"/>
                </a:cubicBezTo>
                <a:cubicBezTo>
                  <a:pt x="1682797" y="2009775"/>
                  <a:pt x="1676400" y="2003378"/>
                  <a:pt x="1676400" y="1995488"/>
                </a:cubicBezTo>
                <a:cubicBezTo>
                  <a:pt x="1676400" y="1987597"/>
                  <a:pt x="1682797" y="1981200"/>
                  <a:pt x="1690688" y="1981200"/>
                </a:cubicBezTo>
                <a:cubicBezTo>
                  <a:pt x="1698578" y="1981200"/>
                  <a:pt x="1704975" y="1987597"/>
                  <a:pt x="1704975" y="1995488"/>
                </a:cubicBezTo>
                <a:close/>
                <a:moveTo>
                  <a:pt x="1704975" y="2147888"/>
                </a:moveTo>
                <a:cubicBezTo>
                  <a:pt x="1704975" y="2155778"/>
                  <a:pt x="1698578" y="2162175"/>
                  <a:pt x="1690688" y="2162175"/>
                </a:cubicBezTo>
                <a:cubicBezTo>
                  <a:pt x="1682797" y="2162175"/>
                  <a:pt x="1676400" y="2155778"/>
                  <a:pt x="1676400" y="2147888"/>
                </a:cubicBezTo>
                <a:cubicBezTo>
                  <a:pt x="1676400" y="2139997"/>
                  <a:pt x="1682797" y="2133600"/>
                  <a:pt x="1690688" y="2133600"/>
                </a:cubicBezTo>
                <a:cubicBezTo>
                  <a:pt x="1698578" y="2133600"/>
                  <a:pt x="1704975" y="2139997"/>
                  <a:pt x="1704975" y="2147888"/>
                </a:cubicBezTo>
                <a:close/>
                <a:moveTo>
                  <a:pt x="1704975" y="2300288"/>
                </a:moveTo>
                <a:cubicBezTo>
                  <a:pt x="1704975" y="2308178"/>
                  <a:pt x="1698578" y="2314575"/>
                  <a:pt x="1690688" y="2314575"/>
                </a:cubicBezTo>
                <a:cubicBezTo>
                  <a:pt x="1682797" y="2314575"/>
                  <a:pt x="1676400" y="2308178"/>
                  <a:pt x="1676400" y="2300288"/>
                </a:cubicBezTo>
                <a:cubicBezTo>
                  <a:pt x="1676400" y="2292397"/>
                  <a:pt x="1682797" y="2286000"/>
                  <a:pt x="1690688" y="2286000"/>
                </a:cubicBezTo>
                <a:cubicBezTo>
                  <a:pt x="1698578" y="2286000"/>
                  <a:pt x="1704975" y="2292397"/>
                  <a:pt x="1704975" y="2300288"/>
                </a:cubicBezTo>
                <a:close/>
                <a:moveTo>
                  <a:pt x="1704975" y="2452688"/>
                </a:moveTo>
                <a:cubicBezTo>
                  <a:pt x="1704975" y="2460578"/>
                  <a:pt x="1698578" y="2466975"/>
                  <a:pt x="1690688" y="2466975"/>
                </a:cubicBezTo>
                <a:cubicBezTo>
                  <a:pt x="1682797" y="2466975"/>
                  <a:pt x="1676400" y="2460578"/>
                  <a:pt x="1676400" y="2452688"/>
                </a:cubicBezTo>
                <a:cubicBezTo>
                  <a:pt x="1676400" y="2444797"/>
                  <a:pt x="1682797" y="2438400"/>
                  <a:pt x="1690688" y="2438400"/>
                </a:cubicBezTo>
                <a:cubicBezTo>
                  <a:pt x="1698578" y="2438400"/>
                  <a:pt x="1704975" y="2444797"/>
                  <a:pt x="1704975" y="2452688"/>
                </a:cubicBezTo>
                <a:close/>
                <a:moveTo>
                  <a:pt x="1704975" y="2605088"/>
                </a:moveTo>
                <a:cubicBezTo>
                  <a:pt x="1704975" y="2612978"/>
                  <a:pt x="1698578" y="2619375"/>
                  <a:pt x="1690688" y="2619375"/>
                </a:cubicBezTo>
                <a:cubicBezTo>
                  <a:pt x="1682797" y="2619375"/>
                  <a:pt x="1676400" y="2612978"/>
                  <a:pt x="1676400" y="2605088"/>
                </a:cubicBezTo>
                <a:cubicBezTo>
                  <a:pt x="1676400" y="2597197"/>
                  <a:pt x="1682797" y="2590800"/>
                  <a:pt x="1690688" y="2590800"/>
                </a:cubicBezTo>
                <a:cubicBezTo>
                  <a:pt x="1698578" y="2590800"/>
                  <a:pt x="1704975" y="2597197"/>
                  <a:pt x="1704975" y="2605088"/>
                </a:cubicBezTo>
                <a:close/>
                <a:moveTo>
                  <a:pt x="1704975" y="2757488"/>
                </a:moveTo>
                <a:cubicBezTo>
                  <a:pt x="1704975" y="2765378"/>
                  <a:pt x="1698578" y="2771775"/>
                  <a:pt x="1690688" y="2771775"/>
                </a:cubicBezTo>
                <a:cubicBezTo>
                  <a:pt x="1682797" y="2771775"/>
                  <a:pt x="1676400" y="2765378"/>
                  <a:pt x="1676400" y="2757488"/>
                </a:cubicBezTo>
                <a:cubicBezTo>
                  <a:pt x="1676400" y="2749597"/>
                  <a:pt x="1682797" y="2743200"/>
                  <a:pt x="1690688" y="2743200"/>
                </a:cubicBezTo>
                <a:cubicBezTo>
                  <a:pt x="1698578" y="2743200"/>
                  <a:pt x="1704975" y="2749597"/>
                  <a:pt x="1704975" y="2757488"/>
                </a:cubicBezTo>
                <a:close/>
                <a:moveTo>
                  <a:pt x="1704975" y="2909888"/>
                </a:moveTo>
                <a:cubicBezTo>
                  <a:pt x="1704975" y="2917778"/>
                  <a:pt x="1698578" y="2924175"/>
                  <a:pt x="1690688" y="2924175"/>
                </a:cubicBezTo>
                <a:cubicBezTo>
                  <a:pt x="1682797" y="2924175"/>
                  <a:pt x="1676400" y="2917778"/>
                  <a:pt x="1676400" y="2909888"/>
                </a:cubicBezTo>
                <a:cubicBezTo>
                  <a:pt x="1676400" y="2901997"/>
                  <a:pt x="1682797" y="2895600"/>
                  <a:pt x="1690688" y="2895600"/>
                </a:cubicBezTo>
                <a:cubicBezTo>
                  <a:pt x="1698578" y="2895600"/>
                  <a:pt x="1704975" y="2901997"/>
                  <a:pt x="1704975" y="2909888"/>
                </a:cubicBezTo>
                <a:close/>
                <a:moveTo>
                  <a:pt x="1704975" y="3062288"/>
                </a:moveTo>
                <a:cubicBezTo>
                  <a:pt x="1704975" y="3070178"/>
                  <a:pt x="1698578" y="3076575"/>
                  <a:pt x="1690688" y="3076575"/>
                </a:cubicBezTo>
                <a:cubicBezTo>
                  <a:pt x="1682797" y="3076575"/>
                  <a:pt x="1676400" y="3070178"/>
                  <a:pt x="1676400" y="3062288"/>
                </a:cubicBezTo>
                <a:cubicBezTo>
                  <a:pt x="1676400" y="3054397"/>
                  <a:pt x="1682797" y="3048000"/>
                  <a:pt x="1690688" y="3048000"/>
                </a:cubicBezTo>
                <a:cubicBezTo>
                  <a:pt x="1698578" y="3048000"/>
                  <a:pt x="1704975" y="3054397"/>
                  <a:pt x="1704975" y="3062288"/>
                </a:cubicBezTo>
                <a:close/>
                <a:moveTo>
                  <a:pt x="1704975" y="3214688"/>
                </a:moveTo>
                <a:cubicBezTo>
                  <a:pt x="1704975" y="3222578"/>
                  <a:pt x="1698578" y="3228975"/>
                  <a:pt x="1690688" y="3228975"/>
                </a:cubicBezTo>
                <a:cubicBezTo>
                  <a:pt x="1682797" y="3228975"/>
                  <a:pt x="1676400" y="3222578"/>
                  <a:pt x="1676400" y="3214688"/>
                </a:cubicBezTo>
                <a:cubicBezTo>
                  <a:pt x="1676400" y="3206797"/>
                  <a:pt x="1682797" y="3200400"/>
                  <a:pt x="1690688" y="3200400"/>
                </a:cubicBezTo>
                <a:cubicBezTo>
                  <a:pt x="1698578" y="3200400"/>
                  <a:pt x="1704975" y="3206797"/>
                  <a:pt x="1704975" y="3214688"/>
                </a:cubicBezTo>
                <a:close/>
                <a:moveTo>
                  <a:pt x="1704975" y="3367088"/>
                </a:moveTo>
                <a:cubicBezTo>
                  <a:pt x="1704975" y="3374978"/>
                  <a:pt x="1698578" y="3381375"/>
                  <a:pt x="1690688" y="3381375"/>
                </a:cubicBezTo>
                <a:cubicBezTo>
                  <a:pt x="1682797" y="3381375"/>
                  <a:pt x="1676400" y="3374978"/>
                  <a:pt x="1676400" y="3367088"/>
                </a:cubicBezTo>
                <a:cubicBezTo>
                  <a:pt x="1676400" y="3359197"/>
                  <a:pt x="1682797" y="3352800"/>
                  <a:pt x="1690688" y="3352800"/>
                </a:cubicBezTo>
                <a:cubicBezTo>
                  <a:pt x="1698578" y="3352800"/>
                  <a:pt x="1704975" y="3359197"/>
                  <a:pt x="1704975" y="3367088"/>
                </a:cubicBezTo>
                <a:close/>
                <a:moveTo>
                  <a:pt x="1704975" y="3519488"/>
                </a:moveTo>
                <a:cubicBezTo>
                  <a:pt x="1704975" y="3527378"/>
                  <a:pt x="1698578" y="3533775"/>
                  <a:pt x="1690688" y="3533775"/>
                </a:cubicBezTo>
                <a:cubicBezTo>
                  <a:pt x="1682797" y="3533775"/>
                  <a:pt x="1676400" y="3527378"/>
                  <a:pt x="1676400" y="3519488"/>
                </a:cubicBezTo>
                <a:cubicBezTo>
                  <a:pt x="1676400" y="3511597"/>
                  <a:pt x="1682797" y="3505200"/>
                  <a:pt x="1690688" y="3505200"/>
                </a:cubicBezTo>
                <a:cubicBezTo>
                  <a:pt x="1698578" y="3505200"/>
                  <a:pt x="1704975" y="3511597"/>
                  <a:pt x="1704975" y="3519488"/>
                </a:cubicBezTo>
                <a:close/>
                <a:moveTo>
                  <a:pt x="1704975" y="3671888"/>
                </a:moveTo>
                <a:cubicBezTo>
                  <a:pt x="1704975" y="3679778"/>
                  <a:pt x="1698578" y="3686175"/>
                  <a:pt x="1690688" y="3686175"/>
                </a:cubicBezTo>
                <a:cubicBezTo>
                  <a:pt x="1682797" y="3686175"/>
                  <a:pt x="1676400" y="3679778"/>
                  <a:pt x="1676400" y="3671888"/>
                </a:cubicBezTo>
                <a:cubicBezTo>
                  <a:pt x="1676400" y="3663997"/>
                  <a:pt x="1682797" y="3657600"/>
                  <a:pt x="1690688" y="3657600"/>
                </a:cubicBezTo>
                <a:cubicBezTo>
                  <a:pt x="1698578" y="3657600"/>
                  <a:pt x="1704975" y="3663997"/>
                  <a:pt x="1704975" y="3671888"/>
                </a:cubicBezTo>
                <a:close/>
                <a:moveTo>
                  <a:pt x="1704975" y="3824288"/>
                </a:moveTo>
                <a:cubicBezTo>
                  <a:pt x="1704975" y="3832178"/>
                  <a:pt x="1698578" y="3838575"/>
                  <a:pt x="1690688" y="3838575"/>
                </a:cubicBezTo>
                <a:cubicBezTo>
                  <a:pt x="1682797" y="3838575"/>
                  <a:pt x="1676400" y="3832178"/>
                  <a:pt x="1676400" y="3824288"/>
                </a:cubicBezTo>
                <a:cubicBezTo>
                  <a:pt x="1676400" y="3816397"/>
                  <a:pt x="1682797" y="3810000"/>
                  <a:pt x="1690688" y="3810000"/>
                </a:cubicBezTo>
                <a:cubicBezTo>
                  <a:pt x="1698578" y="3810000"/>
                  <a:pt x="1704975" y="3816397"/>
                  <a:pt x="1704975" y="3824288"/>
                </a:cubicBezTo>
                <a:close/>
                <a:moveTo>
                  <a:pt x="1704975" y="3976688"/>
                </a:moveTo>
                <a:cubicBezTo>
                  <a:pt x="1704975" y="3984578"/>
                  <a:pt x="1698578" y="3990975"/>
                  <a:pt x="1690688" y="3990975"/>
                </a:cubicBezTo>
                <a:cubicBezTo>
                  <a:pt x="1682797" y="3990975"/>
                  <a:pt x="1676400" y="3984578"/>
                  <a:pt x="1676400" y="3976688"/>
                </a:cubicBezTo>
                <a:cubicBezTo>
                  <a:pt x="1676400" y="3968797"/>
                  <a:pt x="1682797" y="3962400"/>
                  <a:pt x="1690688" y="3962400"/>
                </a:cubicBezTo>
                <a:cubicBezTo>
                  <a:pt x="1698578" y="3962400"/>
                  <a:pt x="1704975" y="3968797"/>
                  <a:pt x="1704975" y="3976688"/>
                </a:cubicBezTo>
                <a:close/>
                <a:moveTo>
                  <a:pt x="1704975" y="4129088"/>
                </a:moveTo>
                <a:cubicBezTo>
                  <a:pt x="1704975" y="4136978"/>
                  <a:pt x="1698578" y="4143375"/>
                  <a:pt x="1690688" y="4143375"/>
                </a:cubicBezTo>
                <a:cubicBezTo>
                  <a:pt x="1682797" y="4143375"/>
                  <a:pt x="1676400" y="4136978"/>
                  <a:pt x="1676400" y="4129088"/>
                </a:cubicBezTo>
                <a:cubicBezTo>
                  <a:pt x="1676400" y="4121197"/>
                  <a:pt x="1682797" y="4114800"/>
                  <a:pt x="1690688" y="4114800"/>
                </a:cubicBezTo>
                <a:cubicBezTo>
                  <a:pt x="1698578" y="4114800"/>
                  <a:pt x="1704975" y="4121197"/>
                  <a:pt x="1704975" y="4129088"/>
                </a:cubicBezTo>
                <a:close/>
                <a:moveTo>
                  <a:pt x="1704975" y="4281488"/>
                </a:moveTo>
                <a:cubicBezTo>
                  <a:pt x="1704975" y="4289378"/>
                  <a:pt x="1698578" y="4295775"/>
                  <a:pt x="1690688" y="4295775"/>
                </a:cubicBezTo>
                <a:cubicBezTo>
                  <a:pt x="1682797" y="4295775"/>
                  <a:pt x="1676400" y="4289378"/>
                  <a:pt x="1676400" y="4281488"/>
                </a:cubicBezTo>
                <a:cubicBezTo>
                  <a:pt x="1676400" y="4273597"/>
                  <a:pt x="1682797" y="4267200"/>
                  <a:pt x="1690688" y="4267200"/>
                </a:cubicBezTo>
                <a:cubicBezTo>
                  <a:pt x="1698578" y="4267200"/>
                  <a:pt x="1704975" y="4273597"/>
                  <a:pt x="1704975" y="4281488"/>
                </a:cubicBezTo>
                <a:close/>
                <a:moveTo>
                  <a:pt x="1704975" y="4433888"/>
                </a:moveTo>
                <a:cubicBezTo>
                  <a:pt x="1704975" y="4441778"/>
                  <a:pt x="1698578" y="4448175"/>
                  <a:pt x="1690688" y="4448175"/>
                </a:cubicBezTo>
                <a:cubicBezTo>
                  <a:pt x="1682797" y="4448175"/>
                  <a:pt x="1676400" y="4441778"/>
                  <a:pt x="1676400" y="4433888"/>
                </a:cubicBezTo>
                <a:cubicBezTo>
                  <a:pt x="1676400" y="4425997"/>
                  <a:pt x="1682797" y="4419600"/>
                  <a:pt x="1690688" y="4419600"/>
                </a:cubicBezTo>
                <a:cubicBezTo>
                  <a:pt x="1698578" y="4419600"/>
                  <a:pt x="1704975" y="4425997"/>
                  <a:pt x="1704975" y="4433888"/>
                </a:cubicBezTo>
                <a:close/>
                <a:moveTo>
                  <a:pt x="1704975" y="4586288"/>
                </a:moveTo>
                <a:cubicBezTo>
                  <a:pt x="1704975" y="4594178"/>
                  <a:pt x="1698578" y="4600575"/>
                  <a:pt x="1690688" y="4600575"/>
                </a:cubicBezTo>
                <a:cubicBezTo>
                  <a:pt x="1682797" y="4600575"/>
                  <a:pt x="1676400" y="4594178"/>
                  <a:pt x="1676400" y="4586288"/>
                </a:cubicBezTo>
                <a:cubicBezTo>
                  <a:pt x="1676400" y="4578397"/>
                  <a:pt x="1682797" y="4572000"/>
                  <a:pt x="1690688" y="4572000"/>
                </a:cubicBezTo>
                <a:cubicBezTo>
                  <a:pt x="1698578" y="4572000"/>
                  <a:pt x="1704975" y="4578397"/>
                  <a:pt x="1704975" y="4586288"/>
                </a:cubicBezTo>
                <a:close/>
                <a:moveTo>
                  <a:pt x="1704975" y="4738688"/>
                </a:moveTo>
                <a:cubicBezTo>
                  <a:pt x="1704975" y="4746578"/>
                  <a:pt x="1698578" y="4752975"/>
                  <a:pt x="1690688" y="4752975"/>
                </a:cubicBezTo>
                <a:cubicBezTo>
                  <a:pt x="1682797" y="4752975"/>
                  <a:pt x="1676400" y="4746578"/>
                  <a:pt x="1676400" y="4738688"/>
                </a:cubicBezTo>
                <a:cubicBezTo>
                  <a:pt x="1676400" y="4730797"/>
                  <a:pt x="1682797" y="4724400"/>
                  <a:pt x="1690688" y="4724400"/>
                </a:cubicBezTo>
                <a:cubicBezTo>
                  <a:pt x="1698578" y="4724400"/>
                  <a:pt x="1704975" y="4730797"/>
                  <a:pt x="1704975" y="4738688"/>
                </a:cubicBezTo>
                <a:close/>
                <a:moveTo>
                  <a:pt x="1857375" y="14288"/>
                </a:moveTo>
                <a:cubicBezTo>
                  <a:pt x="1857375" y="22178"/>
                  <a:pt x="1850978" y="28575"/>
                  <a:pt x="1843088" y="28575"/>
                </a:cubicBezTo>
                <a:cubicBezTo>
                  <a:pt x="1835197" y="28575"/>
                  <a:pt x="1828800" y="22178"/>
                  <a:pt x="1828800" y="14288"/>
                </a:cubicBezTo>
                <a:cubicBezTo>
                  <a:pt x="1828800" y="6397"/>
                  <a:pt x="1835197" y="0"/>
                  <a:pt x="1843088" y="0"/>
                </a:cubicBezTo>
                <a:cubicBezTo>
                  <a:pt x="1850978" y="0"/>
                  <a:pt x="1857375" y="6397"/>
                  <a:pt x="1857375" y="14288"/>
                </a:cubicBezTo>
                <a:close/>
                <a:moveTo>
                  <a:pt x="1857375" y="166688"/>
                </a:moveTo>
                <a:cubicBezTo>
                  <a:pt x="1857375" y="174578"/>
                  <a:pt x="1850978" y="180975"/>
                  <a:pt x="1843088" y="180975"/>
                </a:cubicBezTo>
                <a:cubicBezTo>
                  <a:pt x="1835197" y="180975"/>
                  <a:pt x="1828800" y="174578"/>
                  <a:pt x="1828800" y="166688"/>
                </a:cubicBezTo>
                <a:cubicBezTo>
                  <a:pt x="1828800" y="158797"/>
                  <a:pt x="1835197" y="152400"/>
                  <a:pt x="1843088" y="152400"/>
                </a:cubicBezTo>
                <a:cubicBezTo>
                  <a:pt x="1850978" y="152400"/>
                  <a:pt x="1857375" y="158797"/>
                  <a:pt x="1857375" y="166688"/>
                </a:cubicBezTo>
                <a:close/>
                <a:moveTo>
                  <a:pt x="1857375" y="319088"/>
                </a:moveTo>
                <a:cubicBezTo>
                  <a:pt x="1857375" y="326978"/>
                  <a:pt x="1850978" y="333375"/>
                  <a:pt x="1843088" y="333375"/>
                </a:cubicBezTo>
                <a:cubicBezTo>
                  <a:pt x="1835197" y="333375"/>
                  <a:pt x="1828800" y="326978"/>
                  <a:pt x="1828800" y="319088"/>
                </a:cubicBezTo>
                <a:cubicBezTo>
                  <a:pt x="1828800" y="311197"/>
                  <a:pt x="1835197" y="304800"/>
                  <a:pt x="1843088" y="304800"/>
                </a:cubicBezTo>
                <a:cubicBezTo>
                  <a:pt x="1850978" y="304800"/>
                  <a:pt x="1857375" y="311197"/>
                  <a:pt x="1857375" y="319088"/>
                </a:cubicBezTo>
                <a:close/>
                <a:moveTo>
                  <a:pt x="1857375" y="471488"/>
                </a:moveTo>
                <a:cubicBezTo>
                  <a:pt x="1857375" y="479378"/>
                  <a:pt x="1850978" y="485775"/>
                  <a:pt x="1843088" y="485775"/>
                </a:cubicBezTo>
                <a:cubicBezTo>
                  <a:pt x="1835197" y="485775"/>
                  <a:pt x="1828800" y="479378"/>
                  <a:pt x="1828800" y="471488"/>
                </a:cubicBezTo>
                <a:cubicBezTo>
                  <a:pt x="1828800" y="463597"/>
                  <a:pt x="1835197" y="457200"/>
                  <a:pt x="1843088" y="457200"/>
                </a:cubicBezTo>
                <a:cubicBezTo>
                  <a:pt x="1850978" y="457200"/>
                  <a:pt x="1857375" y="463597"/>
                  <a:pt x="1857375" y="471488"/>
                </a:cubicBezTo>
                <a:close/>
                <a:moveTo>
                  <a:pt x="1857375" y="623888"/>
                </a:moveTo>
                <a:cubicBezTo>
                  <a:pt x="1857375" y="631778"/>
                  <a:pt x="1850978" y="638175"/>
                  <a:pt x="1843088" y="638175"/>
                </a:cubicBezTo>
                <a:cubicBezTo>
                  <a:pt x="1835197" y="638175"/>
                  <a:pt x="1828800" y="631778"/>
                  <a:pt x="1828800" y="623888"/>
                </a:cubicBezTo>
                <a:cubicBezTo>
                  <a:pt x="1828800" y="615997"/>
                  <a:pt x="1835197" y="609600"/>
                  <a:pt x="1843088" y="609600"/>
                </a:cubicBezTo>
                <a:cubicBezTo>
                  <a:pt x="1850978" y="609600"/>
                  <a:pt x="1857375" y="615997"/>
                  <a:pt x="1857375" y="623888"/>
                </a:cubicBezTo>
                <a:close/>
                <a:moveTo>
                  <a:pt x="1857375" y="776288"/>
                </a:moveTo>
                <a:cubicBezTo>
                  <a:pt x="1857375" y="784178"/>
                  <a:pt x="1850978" y="790575"/>
                  <a:pt x="1843088" y="790575"/>
                </a:cubicBezTo>
                <a:cubicBezTo>
                  <a:pt x="1835197" y="790575"/>
                  <a:pt x="1828800" y="784178"/>
                  <a:pt x="1828800" y="776288"/>
                </a:cubicBezTo>
                <a:cubicBezTo>
                  <a:pt x="1828800" y="768397"/>
                  <a:pt x="1835197" y="762000"/>
                  <a:pt x="1843088" y="762000"/>
                </a:cubicBezTo>
                <a:cubicBezTo>
                  <a:pt x="1850978" y="762000"/>
                  <a:pt x="1857375" y="768397"/>
                  <a:pt x="1857375" y="776288"/>
                </a:cubicBezTo>
                <a:close/>
                <a:moveTo>
                  <a:pt x="1857375" y="928688"/>
                </a:moveTo>
                <a:cubicBezTo>
                  <a:pt x="1857375" y="936578"/>
                  <a:pt x="1850978" y="942975"/>
                  <a:pt x="1843088" y="942975"/>
                </a:cubicBezTo>
                <a:cubicBezTo>
                  <a:pt x="1835197" y="942975"/>
                  <a:pt x="1828800" y="936578"/>
                  <a:pt x="1828800" y="928688"/>
                </a:cubicBezTo>
                <a:cubicBezTo>
                  <a:pt x="1828800" y="920797"/>
                  <a:pt x="1835197" y="914400"/>
                  <a:pt x="1843088" y="914400"/>
                </a:cubicBezTo>
                <a:cubicBezTo>
                  <a:pt x="1850978" y="914400"/>
                  <a:pt x="1857375" y="920797"/>
                  <a:pt x="1857375" y="928688"/>
                </a:cubicBezTo>
                <a:close/>
                <a:moveTo>
                  <a:pt x="1857375" y="1081088"/>
                </a:moveTo>
                <a:cubicBezTo>
                  <a:pt x="1857375" y="1088978"/>
                  <a:pt x="1850978" y="1095375"/>
                  <a:pt x="1843088" y="1095375"/>
                </a:cubicBezTo>
                <a:cubicBezTo>
                  <a:pt x="1835197" y="1095375"/>
                  <a:pt x="1828800" y="1088978"/>
                  <a:pt x="1828800" y="1081088"/>
                </a:cubicBezTo>
                <a:cubicBezTo>
                  <a:pt x="1828800" y="1073197"/>
                  <a:pt x="1835197" y="1066800"/>
                  <a:pt x="1843088" y="1066800"/>
                </a:cubicBezTo>
                <a:cubicBezTo>
                  <a:pt x="1850978" y="1066800"/>
                  <a:pt x="1857375" y="1073197"/>
                  <a:pt x="1857375" y="1081088"/>
                </a:cubicBezTo>
                <a:close/>
                <a:moveTo>
                  <a:pt x="1857375" y="1233488"/>
                </a:moveTo>
                <a:cubicBezTo>
                  <a:pt x="1857375" y="1241378"/>
                  <a:pt x="1850978" y="1247775"/>
                  <a:pt x="1843088" y="1247775"/>
                </a:cubicBezTo>
                <a:cubicBezTo>
                  <a:pt x="1835197" y="1247775"/>
                  <a:pt x="1828800" y="1241378"/>
                  <a:pt x="1828800" y="1233488"/>
                </a:cubicBezTo>
                <a:cubicBezTo>
                  <a:pt x="1828800" y="1225597"/>
                  <a:pt x="1835197" y="1219200"/>
                  <a:pt x="1843088" y="1219200"/>
                </a:cubicBezTo>
                <a:cubicBezTo>
                  <a:pt x="1850978" y="1219200"/>
                  <a:pt x="1857375" y="1225597"/>
                  <a:pt x="1857375" y="1233488"/>
                </a:cubicBezTo>
                <a:close/>
                <a:moveTo>
                  <a:pt x="1857375" y="1385888"/>
                </a:moveTo>
                <a:cubicBezTo>
                  <a:pt x="1857375" y="1393778"/>
                  <a:pt x="1850978" y="1400175"/>
                  <a:pt x="1843088" y="1400175"/>
                </a:cubicBezTo>
                <a:cubicBezTo>
                  <a:pt x="1835197" y="1400175"/>
                  <a:pt x="1828800" y="1393778"/>
                  <a:pt x="1828800" y="1385888"/>
                </a:cubicBezTo>
                <a:cubicBezTo>
                  <a:pt x="1828800" y="1377997"/>
                  <a:pt x="1835197" y="1371600"/>
                  <a:pt x="1843088" y="1371600"/>
                </a:cubicBezTo>
                <a:cubicBezTo>
                  <a:pt x="1850978" y="1371600"/>
                  <a:pt x="1857375" y="1377997"/>
                  <a:pt x="1857375" y="1385888"/>
                </a:cubicBezTo>
                <a:close/>
                <a:moveTo>
                  <a:pt x="1857375" y="1538288"/>
                </a:moveTo>
                <a:cubicBezTo>
                  <a:pt x="1857375" y="1546178"/>
                  <a:pt x="1850978" y="1552575"/>
                  <a:pt x="1843088" y="1552575"/>
                </a:cubicBezTo>
                <a:cubicBezTo>
                  <a:pt x="1835197" y="1552575"/>
                  <a:pt x="1828800" y="1546178"/>
                  <a:pt x="1828800" y="1538288"/>
                </a:cubicBezTo>
                <a:cubicBezTo>
                  <a:pt x="1828800" y="1530397"/>
                  <a:pt x="1835197" y="1524000"/>
                  <a:pt x="1843088" y="1524000"/>
                </a:cubicBezTo>
                <a:cubicBezTo>
                  <a:pt x="1850978" y="1524000"/>
                  <a:pt x="1857375" y="1530397"/>
                  <a:pt x="1857375" y="1538288"/>
                </a:cubicBezTo>
                <a:close/>
                <a:moveTo>
                  <a:pt x="1857375" y="1690688"/>
                </a:moveTo>
                <a:cubicBezTo>
                  <a:pt x="1857375" y="1698578"/>
                  <a:pt x="1850978" y="1704975"/>
                  <a:pt x="1843088" y="1704975"/>
                </a:cubicBezTo>
                <a:cubicBezTo>
                  <a:pt x="1835197" y="1704975"/>
                  <a:pt x="1828800" y="1698578"/>
                  <a:pt x="1828800" y="1690688"/>
                </a:cubicBezTo>
                <a:cubicBezTo>
                  <a:pt x="1828800" y="1682797"/>
                  <a:pt x="1835197" y="1676400"/>
                  <a:pt x="1843088" y="1676400"/>
                </a:cubicBezTo>
                <a:cubicBezTo>
                  <a:pt x="1850978" y="1676400"/>
                  <a:pt x="1857375" y="1682797"/>
                  <a:pt x="1857375" y="1690688"/>
                </a:cubicBezTo>
                <a:close/>
                <a:moveTo>
                  <a:pt x="1857375" y="1843088"/>
                </a:moveTo>
                <a:cubicBezTo>
                  <a:pt x="1857375" y="1850978"/>
                  <a:pt x="1850978" y="1857375"/>
                  <a:pt x="1843088" y="1857375"/>
                </a:cubicBezTo>
                <a:cubicBezTo>
                  <a:pt x="1835197" y="1857375"/>
                  <a:pt x="1828800" y="1850978"/>
                  <a:pt x="1828800" y="1843088"/>
                </a:cubicBezTo>
                <a:cubicBezTo>
                  <a:pt x="1828800" y="1835197"/>
                  <a:pt x="1835197" y="1828800"/>
                  <a:pt x="1843088" y="1828800"/>
                </a:cubicBezTo>
                <a:cubicBezTo>
                  <a:pt x="1850978" y="1828800"/>
                  <a:pt x="1857375" y="1835197"/>
                  <a:pt x="1857375" y="1843088"/>
                </a:cubicBezTo>
                <a:close/>
                <a:moveTo>
                  <a:pt x="1857375" y="1995488"/>
                </a:moveTo>
                <a:cubicBezTo>
                  <a:pt x="1857375" y="2003378"/>
                  <a:pt x="1850978" y="2009775"/>
                  <a:pt x="1843088" y="2009775"/>
                </a:cubicBezTo>
                <a:cubicBezTo>
                  <a:pt x="1835197" y="2009775"/>
                  <a:pt x="1828800" y="2003378"/>
                  <a:pt x="1828800" y="1995488"/>
                </a:cubicBezTo>
                <a:cubicBezTo>
                  <a:pt x="1828800" y="1987597"/>
                  <a:pt x="1835197" y="1981200"/>
                  <a:pt x="1843088" y="1981200"/>
                </a:cubicBezTo>
                <a:cubicBezTo>
                  <a:pt x="1850978" y="1981200"/>
                  <a:pt x="1857375" y="1987597"/>
                  <a:pt x="1857375" y="1995488"/>
                </a:cubicBezTo>
                <a:close/>
                <a:moveTo>
                  <a:pt x="1857375" y="2147888"/>
                </a:moveTo>
                <a:cubicBezTo>
                  <a:pt x="1857375" y="2155778"/>
                  <a:pt x="1850978" y="2162175"/>
                  <a:pt x="1843088" y="2162175"/>
                </a:cubicBezTo>
                <a:cubicBezTo>
                  <a:pt x="1835197" y="2162175"/>
                  <a:pt x="1828800" y="2155778"/>
                  <a:pt x="1828800" y="2147888"/>
                </a:cubicBezTo>
                <a:cubicBezTo>
                  <a:pt x="1828800" y="2139997"/>
                  <a:pt x="1835197" y="2133600"/>
                  <a:pt x="1843088" y="2133600"/>
                </a:cubicBezTo>
                <a:cubicBezTo>
                  <a:pt x="1850978" y="2133600"/>
                  <a:pt x="1857375" y="2139997"/>
                  <a:pt x="1857375" y="2147888"/>
                </a:cubicBezTo>
                <a:close/>
                <a:moveTo>
                  <a:pt x="1857375" y="2300288"/>
                </a:moveTo>
                <a:cubicBezTo>
                  <a:pt x="1857375" y="2308178"/>
                  <a:pt x="1850978" y="2314575"/>
                  <a:pt x="1843088" y="2314575"/>
                </a:cubicBezTo>
                <a:cubicBezTo>
                  <a:pt x="1835197" y="2314575"/>
                  <a:pt x="1828800" y="2308178"/>
                  <a:pt x="1828800" y="2300288"/>
                </a:cubicBezTo>
                <a:cubicBezTo>
                  <a:pt x="1828800" y="2292397"/>
                  <a:pt x="1835197" y="2286000"/>
                  <a:pt x="1843088" y="2286000"/>
                </a:cubicBezTo>
                <a:cubicBezTo>
                  <a:pt x="1850978" y="2286000"/>
                  <a:pt x="1857375" y="2292397"/>
                  <a:pt x="1857375" y="2300288"/>
                </a:cubicBezTo>
                <a:close/>
                <a:moveTo>
                  <a:pt x="1857375" y="2452688"/>
                </a:moveTo>
                <a:cubicBezTo>
                  <a:pt x="1857375" y="2460578"/>
                  <a:pt x="1850978" y="2466975"/>
                  <a:pt x="1843088" y="2466975"/>
                </a:cubicBezTo>
                <a:cubicBezTo>
                  <a:pt x="1835197" y="2466975"/>
                  <a:pt x="1828800" y="2460578"/>
                  <a:pt x="1828800" y="2452688"/>
                </a:cubicBezTo>
                <a:cubicBezTo>
                  <a:pt x="1828800" y="2444797"/>
                  <a:pt x="1835197" y="2438400"/>
                  <a:pt x="1843088" y="2438400"/>
                </a:cubicBezTo>
                <a:cubicBezTo>
                  <a:pt x="1850978" y="2438400"/>
                  <a:pt x="1857375" y="2444797"/>
                  <a:pt x="1857375" y="2452688"/>
                </a:cubicBezTo>
                <a:close/>
                <a:moveTo>
                  <a:pt x="1857375" y="2605088"/>
                </a:moveTo>
                <a:cubicBezTo>
                  <a:pt x="1857375" y="2612978"/>
                  <a:pt x="1850978" y="2619375"/>
                  <a:pt x="1843088" y="2619375"/>
                </a:cubicBezTo>
                <a:cubicBezTo>
                  <a:pt x="1835197" y="2619375"/>
                  <a:pt x="1828800" y="2612978"/>
                  <a:pt x="1828800" y="2605088"/>
                </a:cubicBezTo>
                <a:cubicBezTo>
                  <a:pt x="1828800" y="2597197"/>
                  <a:pt x="1835197" y="2590800"/>
                  <a:pt x="1843088" y="2590800"/>
                </a:cubicBezTo>
                <a:cubicBezTo>
                  <a:pt x="1850978" y="2590800"/>
                  <a:pt x="1857375" y="2597197"/>
                  <a:pt x="1857375" y="2605088"/>
                </a:cubicBezTo>
                <a:close/>
                <a:moveTo>
                  <a:pt x="1857375" y="2757488"/>
                </a:moveTo>
                <a:cubicBezTo>
                  <a:pt x="1857375" y="2765378"/>
                  <a:pt x="1850978" y="2771775"/>
                  <a:pt x="1843088" y="2771775"/>
                </a:cubicBezTo>
                <a:cubicBezTo>
                  <a:pt x="1835197" y="2771775"/>
                  <a:pt x="1828800" y="2765378"/>
                  <a:pt x="1828800" y="2757488"/>
                </a:cubicBezTo>
                <a:cubicBezTo>
                  <a:pt x="1828800" y="2749597"/>
                  <a:pt x="1835197" y="2743200"/>
                  <a:pt x="1843088" y="2743200"/>
                </a:cubicBezTo>
                <a:cubicBezTo>
                  <a:pt x="1850978" y="2743200"/>
                  <a:pt x="1857375" y="2749597"/>
                  <a:pt x="1857375" y="2757488"/>
                </a:cubicBezTo>
                <a:close/>
                <a:moveTo>
                  <a:pt x="1857375" y="2909888"/>
                </a:moveTo>
                <a:cubicBezTo>
                  <a:pt x="1857375" y="2917778"/>
                  <a:pt x="1850978" y="2924175"/>
                  <a:pt x="1843088" y="2924175"/>
                </a:cubicBezTo>
                <a:cubicBezTo>
                  <a:pt x="1835197" y="2924175"/>
                  <a:pt x="1828800" y="2917778"/>
                  <a:pt x="1828800" y="2909888"/>
                </a:cubicBezTo>
                <a:cubicBezTo>
                  <a:pt x="1828800" y="2901997"/>
                  <a:pt x="1835197" y="2895600"/>
                  <a:pt x="1843088" y="2895600"/>
                </a:cubicBezTo>
                <a:cubicBezTo>
                  <a:pt x="1850978" y="2895600"/>
                  <a:pt x="1857375" y="2901997"/>
                  <a:pt x="1857375" y="2909888"/>
                </a:cubicBezTo>
                <a:close/>
                <a:moveTo>
                  <a:pt x="1857375" y="3062288"/>
                </a:moveTo>
                <a:cubicBezTo>
                  <a:pt x="1857375" y="3070178"/>
                  <a:pt x="1850978" y="3076575"/>
                  <a:pt x="1843088" y="3076575"/>
                </a:cubicBezTo>
                <a:cubicBezTo>
                  <a:pt x="1835197" y="3076575"/>
                  <a:pt x="1828800" y="3070178"/>
                  <a:pt x="1828800" y="3062288"/>
                </a:cubicBezTo>
                <a:cubicBezTo>
                  <a:pt x="1828800" y="3054397"/>
                  <a:pt x="1835197" y="3048000"/>
                  <a:pt x="1843088" y="3048000"/>
                </a:cubicBezTo>
                <a:cubicBezTo>
                  <a:pt x="1850978" y="3048000"/>
                  <a:pt x="1857375" y="3054397"/>
                  <a:pt x="1857375" y="3062288"/>
                </a:cubicBezTo>
                <a:close/>
                <a:moveTo>
                  <a:pt x="1857375" y="3214688"/>
                </a:moveTo>
                <a:cubicBezTo>
                  <a:pt x="1857375" y="3222578"/>
                  <a:pt x="1850978" y="3228975"/>
                  <a:pt x="1843088" y="3228975"/>
                </a:cubicBezTo>
                <a:cubicBezTo>
                  <a:pt x="1835197" y="3228975"/>
                  <a:pt x="1828800" y="3222578"/>
                  <a:pt x="1828800" y="3214688"/>
                </a:cubicBezTo>
                <a:cubicBezTo>
                  <a:pt x="1828800" y="3206797"/>
                  <a:pt x="1835197" y="3200400"/>
                  <a:pt x="1843088" y="3200400"/>
                </a:cubicBezTo>
                <a:cubicBezTo>
                  <a:pt x="1850978" y="3200400"/>
                  <a:pt x="1857375" y="3206797"/>
                  <a:pt x="1857375" y="3214688"/>
                </a:cubicBezTo>
                <a:close/>
                <a:moveTo>
                  <a:pt x="1857375" y="3367088"/>
                </a:moveTo>
                <a:cubicBezTo>
                  <a:pt x="1857375" y="3374978"/>
                  <a:pt x="1850978" y="3381375"/>
                  <a:pt x="1843088" y="3381375"/>
                </a:cubicBezTo>
                <a:cubicBezTo>
                  <a:pt x="1835197" y="3381375"/>
                  <a:pt x="1828800" y="3374978"/>
                  <a:pt x="1828800" y="3367088"/>
                </a:cubicBezTo>
                <a:cubicBezTo>
                  <a:pt x="1828800" y="3359197"/>
                  <a:pt x="1835197" y="3352800"/>
                  <a:pt x="1843088" y="3352800"/>
                </a:cubicBezTo>
                <a:cubicBezTo>
                  <a:pt x="1850978" y="3352800"/>
                  <a:pt x="1857375" y="3359197"/>
                  <a:pt x="1857375" y="3367088"/>
                </a:cubicBezTo>
                <a:close/>
                <a:moveTo>
                  <a:pt x="1857375" y="3519488"/>
                </a:moveTo>
                <a:cubicBezTo>
                  <a:pt x="1857375" y="3527378"/>
                  <a:pt x="1850978" y="3533775"/>
                  <a:pt x="1843088" y="3533775"/>
                </a:cubicBezTo>
                <a:cubicBezTo>
                  <a:pt x="1835197" y="3533775"/>
                  <a:pt x="1828800" y="3527378"/>
                  <a:pt x="1828800" y="3519488"/>
                </a:cubicBezTo>
                <a:cubicBezTo>
                  <a:pt x="1828800" y="3511597"/>
                  <a:pt x="1835197" y="3505200"/>
                  <a:pt x="1843088" y="3505200"/>
                </a:cubicBezTo>
                <a:cubicBezTo>
                  <a:pt x="1850978" y="3505200"/>
                  <a:pt x="1857375" y="3511597"/>
                  <a:pt x="1857375" y="3519488"/>
                </a:cubicBezTo>
                <a:close/>
                <a:moveTo>
                  <a:pt x="1857375" y="3671888"/>
                </a:moveTo>
                <a:cubicBezTo>
                  <a:pt x="1857375" y="3679778"/>
                  <a:pt x="1850978" y="3686175"/>
                  <a:pt x="1843088" y="3686175"/>
                </a:cubicBezTo>
                <a:cubicBezTo>
                  <a:pt x="1835197" y="3686175"/>
                  <a:pt x="1828800" y="3679778"/>
                  <a:pt x="1828800" y="3671888"/>
                </a:cubicBezTo>
                <a:cubicBezTo>
                  <a:pt x="1828800" y="3663997"/>
                  <a:pt x="1835197" y="3657600"/>
                  <a:pt x="1843088" y="3657600"/>
                </a:cubicBezTo>
                <a:cubicBezTo>
                  <a:pt x="1850978" y="3657600"/>
                  <a:pt x="1857375" y="3663997"/>
                  <a:pt x="1857375" y="3671888"/>
                </a:cubicBezTo>
                <a:close/>
                <a:moveTo>
                  <a:pt x="1857375" y="3824288"/>
                </a:moveTo>
                <a:cubicBezTo>
                  <a:pt x="1857375" y="3832178"/>
                  <a:pt x="1850978" y="3838575"/>
                  <a:pt x="1843088" y="3838575"/>
                </a:cubicBezTo>
                <a:cubicBezTo>
                  <a:pt x="1835197" y="3838575"/>
                  <a:pt x="1828800" y="3832178"/>
                  <a:pt x="1828800" y="3824288"/>
                </a:cubicBezTo>
                <a:cubicBezTo>
                  <a:pt x="1828800" y="3816397"/>
                  <a:pt x="1835197" y="3810000"/>
                  <a:pt x="1843088" y="3810000"/>
                </a:cubicBezTo>
                <a:cubicBezTo>
                  <a:pt x="1850978" y="3810000"/>
                  <a:pt x="1857375" y="3816397"/>
                  <a:pt x="1857375" y="3824288"/>
                </a:cubicBezTo>
                <a:close/>
                <a:moveTo>
                  <a:pt x="1857375" y="3976688"/>
                </a:moveTo>
                <a:cubicBezTo>
                  <a:pt x="1857375" y="3984578"/>
                  <a:pt x="1850978" y="3990975"/>
                  <a:pt x="1843088" y="3990975"/>
                </a:cubicBezTo>
                <a:cubicBezTo>
                  <a:pt x="1835197" y="3990975"/>
                  <a:pt x="1828800" y="3984578"/>
                  <a:pt x="1828800" y="3976688"/>
                </a:cubicBezTo>
                <a:cubicBezTo>
                  <a:pt x="1828800" y="3968797"/>
                  <a:pt x="1835197" y="3962400"/>
                  <a:pt x="1843088" y="3962400"/>
                </a:cubicBezTo>
                <a:cubicBezTo>
                  <a:pt x="1850978" y="3962400"/>
                  <a:pt x="1857375" y="3968797"/>
                  <a:pt x="1857375" y="3976688"/>
                </a:cubicBezTo>
                <a:close/>
                <a:moveTo>
                  <a:pt x="1857375" y="4129088"/>
                </a:moveTo>
                <a:cubicBezTo>
                  <a:pt x="1857375" y="4136978"/>
                  <a:pt x="1850978" y="4143375"/>
                  <a:pt x="1843088" y="4143375"/>
                </a:cubicBezTo>
                <a:cubicBezTo>
                  <a:pt x="1835197" y="4143375"/>
                  <a:pt x="1828800" y="4136978"/>
                  <a:pt x="1828800" y="4129088"/>
                </a:cubicBezTo>
                <a:cubicBezTo>
                  <a:pt x="1828800" y="4121197"/>
                  <a:pt x="1835197" y="4114800"/>
                  <a:pt x="1843088" y="4114800"/>
                </a:cubicBezTo>
                <a:cubicBezTo>
                  <a:pt x="1850978" y="4114800"/>
                  <a:pt x="1857375" y="4121197"/>
                  <a:pt x="1857375" y="4129088"/>
                </a:cubicBezTo>
                <a:close/>
                <a:moveTo>
                  <a:pt x="1857375" y="4281488"/>
                </a:moveTo>
                <a:cubicBezTo>
                  <a:pt x="1857375" y="4289378"/>
                  <a:pt x="1850978" y="4295775"/>
                  <a:pt x="1843088" y="4295775"/>
                </a:cubicBezTo>
                <a:cubicBezTo>
                  <a:pt x="1835197" y="4295775"/>
                  <a:pt x="1828800" y="4289378"/>
                  <a:pt x="1828800" y="4281488"/>
                </a:cubicBezTo>
                <a:cubicBezTo>
                  <a:pt x="1828800" y="4273597"/>
                  <a:pt x="1835197" y="4267200"/>
                  <a:pt x="1843088" y="4267200"/>
                </a:cubicBezTo>
                <a:cubicBezTo>
                  <a:pt x="1850978" y="4267200"/>
                  <a:pt x="1857375" y="4273597"/>
                  <a:pt x="1857375" y="4281488"/>
                </a:cubicBezTo>
                <a:close/>
                <a:moveTo>
                  <a:pt x="1857375" y="4433888"/>
                </a:moveTo>
                <a:cubicBezTo>
                  <a:pt x="1857375" y="4441778"/>
                  <a:pt x="1850978" y="4448175"/>
                  <a:pt x="1843088" y="4448175"/>
                </a:cubicBezTo>
                <a:cubicBezTo>
                  <a:pt x="1835197" y="4448175"/>
                  <a:pt x="1828800" y="4441778"/>
                  <a:pt x="1828800" y="4433888"/>
                </a:cubicBezTo>
                <a:cubicBezTo>
                  <a:pt x="1828800" y="4425997"/>
                  <a:pt x="1835197" y="4419600"/>
                  <a:pt x="1843088" y="4419600"/>
                </a:cubicBezTo>
                <a:cubicBezTo>
                  <a:pt x="1850978" y="4419600"/>
                  <a:pt x="1857375" y="4425997"/>
                  <a:pt x="1857375" y="4433888"/>
                </a:cubicBezTo>
                <a:close/>
                <a:moveTo>
                  <a:pt x="1857375" y="4586288"/>
                </a:moveTo>
                <a:cubicBezTo>
                  <a:pt x="1857375" y="4594178"/>
                  <a:pt x="1850978" y="4600575"/>
                  <a:pt x="1843088" y="4600575"/>
                </a:cubicBezTo>
                <a:cubicBezTo>
                  <a:pt x="1835197" y="4600575"/>
                  <a:pt x="1828800" y="4594178"/>
                  <a:pt x="1828800" y="4586288"/>
                </a:cubicBezTo>
                <a:cubicBezTo>
                  <a:pt x="1828800" y="4578397"/>
                  <a:pt x="1835197" y="4572000"/>
                  <a:pt x="1843088" y="4572000"/>
                </a:cubicBezTo>
                <a:cubicBezTo>
                  <a:pt x="1850978" y="4572000"/>
                  <a:pt x="1857375" y="4578397"/>
                  <a:pt x="1857375" y="4586288"/>
                </a:cubicBezTo>
                <a:close/>
                <a:moveTo>
                  <a:pt x="1857375" y="4738688"/>
                </a:moveTo>
                <a:cubicBezTo>
                  <a:pt x="1857375" y="4746578"/>
                  <a:pt x="1850978" y="4752975"/>
                  <a:pt x="1843088" y="4752975"/>
                </a:cubicBezTo>
                <a:cubicBezTo>
                  <a:pt x="1835197" y="4752975"/>
                  <a:pt x="1828800" y="4746578"/>
                  <a:pt x="1828800" y="4738688"/>
                </a:cubicBezTo>
                <a:cubicBezTo>
                  <a:pt x="1828800" y="4730797"/>
                  <a:pt x="1835197" y="4724400"/>
                  <a:pt x="1843088" y="4724400"/>
                </a:cubicBezTo>
                <a:cubicBezTo>
                  <a:pt x="1850978" y="4724400"/>
                  <a:pt x="1857375" y="4730797"/>
                  <a:pt x="1857375" y="4738688"/>
                </a:cubicBezTo>
                <a:close/>
                <a:moveTo>
                  <a:pt x="2009775" y="14288"/>
                </a:moveTo>
                <a:cubicBezTo>
                  <a:pt x="2009775" y="22178"/>
                  <a:pt x="2003378" y="28575"/>
                  <a:pt x="1995488" y="28575"/>
                </a:cubicBezTo>
                <a:cubicBezTo>
                  <a:pt x="1987597" y="28575"/>
                  <a:pt x="1981200" y="22178"/>
                  <a:pt x="1981200" y="14288"/>
                </a:cubicBezTo>
                <a:cubicBezTo>
                  <a:pt x="1981200" y="6397"/>
                  <a:pt x="1987597" y="0"/>
                  <a:pt x="1995488" y="0"/>
                </a:cubicBezTo>
                <a:cubicBezTo>
                  <a:pt x="2003378" y="0"/>
                  <a:pt x="2009775" y="6397"/>
                  <a:pt x="2009775" y="14288"/>
                </a:cubicBezTo>
                <a:close/>
                <a:moveTo>
                  <a:pt x="2009775" y="166688"/>
                </a:moveTo>
                <a:cubicBezTo>
                  <a:pt x="2009775" y="174578"/>
                  <a:pt x="2003378" y="180975"/>
                  <a:pt x="1995488" y="180975"/>
                </a:cubicBezTo>
                <a:cubicBezTo>
                  <a:pt x="1987597" y="180975"/>
                  <a:pt x="1981200" y="174578"/>
                  <a:pt x="1981200" y="166688"/>
                </a:cubicBezTo>
                <a:cubicBezTo>
                  <a:pt x="1981200" y="158797"/>
                  <a:pt x="1987597" y="152400"/>
                  <a:pt x="1995488" y="152400"/>
                </a:cubicBezTo>
                <a:cubicBezTo>
                  <a:pt x="2003378" y="152400"/>
                  <a:pt x="2009775" y="158797"/>
                  <a:pt x="2009775" y="166688"/>
                </a:cubicBezTo>
                <a:close/>
                <a:moveTo>
                  <a:pt x="2009775" y="319088"/>
                </a:moveTo>
                <a:cubicBezTo>
                  <a:pt x="2009775" y="326978"/>
                  <a:pt x="2003378" y="333375"/>
                  <a:pt x="1995488" y="333375"/>
                </a:cubicBezTo>
                <a:cubicBezTo>
                  <a:pt x="1987597" y="333375"/>
                  <a:pt x="1981200" y="326978"/>
                  <a:pt x="1981200" y="319088"/>
                </a:cubicBezTo>
                <a:cubicBezTo>
                  <a:pt x="1981200" y="311197"/>
                  <a:pt x="1987597" y="304800"/>
                  <a:pt x="1995488" y="304800"/>
                </a:cubicBezTo>
                <a:cubicBezTo>
                  <a:pt x="2003378" y="304800"/>
                  <a:pt x="2009775" y="311197"/>
                  <a:pt x="2009775" y="319088"/>
                </a:cubicBezTo>
                <a:close/>
                <a:moveTo>
                  <a:pt x="2009775" y="471488"/>
                </a:moveTo>
                <a:cubicBezTo>
                  <a:pt x="2009775" y="479378"/>
                  <a:pt x="2003378" y="485775"/>
                  <a:pt x="1995488" y="485775"/>
                </a:cubicBezTo>
                <a:cubicBezTo>
                  <a:pt x="1987597" y="485775"/>
                  <a:pt x="1981200" y="479378"/>
                  <a:pt x="1981200" y="471488"/>
                </a:cubicBezTo>
                <a:cubicBezTo>
                  <a:pt x="1981200" y="463597"/>
                  <a:pt x="1987597" y="457200"/>
                  <a:pt x="1995488" y="457200"/>
                </a:cubicBezTo>
                <a:cubicBezTo>
                  <a:pt x="2003378" y="457200"/>
                  <a:pt x="2009775" y="463597"/>
                  <a:pt x="2009775" y="471488"/>
                </a:cubicBezTo>
                <a:close/>
                <a:moveTo>
                  <a:pt x="2009775" y="623888"/>
                </a:moveTo>
                <a:cubicBezTo>
                  <a:pt x="2009775" y="631778"/>
                  <a:pt x="2003378" y="638175"/>
                  <a:pt x="1995488" y="638175"/>
                </a:cubicBezTo>
                <a:cubicBezTo>
                  <a:pt x="1987597" y="638175"/>
                  <a:pt x="1981200" y="631778"/>
                  <a:pt x="1981200" y="623888"/>
                </a:cubicBezTo>
                <a:cubicBezTo>
                  <a:pt x="1981200" y="615997"/>
                  <a:pt x="1987597" y="609600"/>
                  <a:pt x="1995488" y="609600"/>
                </a:cubicBezTo>
                <a:cubicBezTo>
                  <a:pt x="2003378" y="609600"/>
                  <a:pt x="2009775" y="615997"/>
                  <a:pt x="2009775" y="623888"/>
                </a:cubicBezTo>
                <a:close/>
                <a:moveTo>
                  <a:pt x="2009775" y="776288"/>
                </a:moveTo>
                <a:cubicBezTo>
                  <a:pt x="2009775" y="784178"/>
                  <a:pt x="2003378" y="790575"/>
                  <a:pt x="1995488" y="790575"/>
                </a:cubicBezTo>
                <a:cubicBezTo>
                  <a:pt x="1987597" y="790575"/>
                  <a:pt x="1981200" y="784178"/>
                  <a:pt x="1981200" y="776288"/>
                </a:cubicBezTo>
                <a:cubicBezTo>
                  <a:pt x="1981200" y="768397"/>
                  <a:pt x="1987597" y="762000"/>
                  <a:pt x="1995488" y="762000"/>
                </a:cubicBezTo>
                <a:cubicBezTo>
                  <a:pt x="2003378" y="762000"/>
                  <a:pt x="2009775" y="768397"/>
                  <a:pt x="2009775" y="776288"/>
                </a:cubicBezTo>
                <a:close/>
                <a:moveTo>
                  <a:pt x="2009775" y="928688"/>
                </a:moveTo>
                <a:cubicBezTo>
                  <a:pt x="2009775" y="936578"/>
                  <a:pt x="2003378" y="942975"/>
                  <a:pt x="1995488" y="942975"/>
                </a:cubicBezTo>
                <a:cubicBezTo>
                  <a:pt x="1987597" y="942975"/>
                  <a:pt x="1981200" y="936578"/>
                  <a:pt x="1981200" y="928688"/>
                </a:cubicBezTo>
                <a:cubicBezTo>
                  <a:pt x="1981200" y="920797"/>
                  <a:pt x="1987597" y="914400"/>
                  <a:pt x="1995488" y="914400"/>
                </a:cubicBezTo>
                <a:cubicBezTo>
                  <a:pt x="2003378" y="914400"/>
                  <a:pt x="2009775" y="920797"/>
                  <a:pt x="2009775" y="928688"/>
                </a:cubicBezTo>
                <a:close/>
                <a:moveTo>
                  <a:pt x="2009775" y="1081088"/>
                </a:moveTo>
                <a:cubicBezTo>
                  <a:pt x="2009775" y="1088978"/>
                  <a:pt x="2003378" y="1095375"/>
                  <a:pt x="1995488" y="1095375"/>
                </a:cubicBezTo>
                <a:cubicBezTo>
                  <a:pt x="1987597" y="1095375"/>
                  <a:pt x="1981200" y="1088978"/>
                  <a:pt x="1981200" y="1081088"/>
                </a:cubicBezTo>
                <a:cubicBezTo>
                  <a:pt x="1981200" y="1073197"/>
                  <a:pt x="1987597" y="1066800"/>
                  <a:pt x="1995488" y="1066800"/>
                </a:cubicBezTo>
                <a:cubicBezTo>
                  <a:pt x="2003378" y="1066800"/>
                  <a:pt x="2009775" y="1073197"/>
                  <a:pt x="2009775" y="1081088"/>
                </a:cubicBezTo>
                <a:close/>
                <a:moveTo>
                  <a:pt x="2009775" y="1233488"/>
                </a:moveTo>
                <a:cubicBezTo>
                  <a:pt x="2009775" y="1241378"/>
                  <a:pt x="2003378" y="1247775"/>
                  <a:pt x="1995488" y="1247775"/>
                </a:cubicBezTo>
                <a:cubicBezTo>
                  <a:pt x="1987597" y="1247775"/>
                  <a:pt x="1981200" y="1241378"/>
                  <a:pt x="1981200" y="1233488"/>
                </a:cubicBezTo>
                <a:cubicBezTo>
                  <a:pt x="1981200" y="1225597"/>
                  <a:pt x="1987597" y="1219200"/>
                  <a:pt x="1995488" y="1219200"/>
                </a:cubicBezTo>
                <a:cubicBezTo>
                  <a:pt x="2003378" y="1219200"/>
                  <a:pt x="2009775" y="1225597"/>
                  <a:pt x="2009775" y="1233488"/>
                </a:cubicBezTo>
                <a:close/>
                <a:moveTo>
                  <a:pt x="2009775" y="1385888"/>
                </a:moveTo>
                <a:cubicBezTo>
                  <a:pt x="2009775" y="1393778"/>
                  <a:pt x="2003378" y="1400175"/>
                  <a:pt x="1995488" y="1400175"/>
                </a:cubicBezTo>
                <a:cubicBezTo>
                  <a:pt x="1987597" y="1400175"/>
                  <a:pt x="1981200" y="1393778"/>
                  <a:pt x="1981200" y="1385888"/>
                </a:cubicBezTo>
                <a:cubicBezTo>
                  <a:pt x="1981200" y="1377997"/>
                  <a:pt x="1987597" y="1371600"/>
                  <a:pt x="1995488" y="1371600"/>
                </a:cubicBezTo>
                <a:cubicBezTo>
                  <a:pt x="2003378" y="1371600"/>
                  <a:pt x="2009775" y="1377997"/>
                  <a:pt x="2009775" y="1385888"/>
                </a:cubicBezTo>
                <a:close/>
                <a:moveTo>
                  <a:pt x="2009775" y="1538288"/>
                </a:moveTo>
                <a:cubicBezTo>
                  <a:pt x="2009775" y="1546178"/>
                  <a:pt x="2003378" y="1552575"/>
                  <a:pt x="1995488" y="1552575"/>
                </a:cubicBezTo>
                <a:cubicBezTo>
                  <a:pt x="1987597" y="1552575"/>
                  <a:pt x="1981200" y="1546178"/>
                  <a:pt x="1981200" y="1538288"/>
                </a:cubicBezTo>
                <a:cubicBezTo>
                  <a:pt x="1981200" y="1530397"/>
                  <a:pt x="1987597" y="1524000"/>
                  <a:pt x="1995488" y="1524000"/>
                </a:cubicBezTo>
                <a:cubicBezTo>
                  <a:pt x="2003378" y="1524000"/>
                  <a:pt x="2009775" y="1530397"/>
                  <a:pt x="2009775" y="1538288"/>
                </a:cubicBezTo>
                <a:close/>
                <a:moveTo>
                  <a:pt x="2009775" y="1690688"/>
                </a:moveTo>
                <a:cubicBezTo>
                  <a:pt x="2009775" y="1698578"/>
                  <a:pt x="2003378" y="1704975"/>
                  <a:pt x="1995488" y="1704975"/>
                </a:cubicBezTo>
                <a:cubicBezTo>
                  <a:pt x="1987597" y="1704975"/>
                  <a:pt x="1981200" y="1698578"/>
                  <a:pt x="1981200" y="1690688"/>
                </a:cubicBezTo>
                <a:cubicBezTo>
                  <a:pt x="1981200" y="1682797"/>
                  <a:pt x="1987597" y="1676400"/>
                  <a:pt x="1995488" y="1676400"/>
                </a:cubicBezTo>
                <a:cubicBezTo>
                  <a:pt x="2003378" y="1676400"/>
                  <a:pt x="2009775" y="1682797"/>
                  <a:pt x="2009775" y="1690688"/>
                </a:cubicBezTo>
                <a:close/>
                <a:moveTo>
                  <a:pt x="2009775" y="1843088"/>
                </a:moveTo>
                <a:cubicBezTo>
                  <a:pt x="2009775" y="1850978"/>
                  <a:pt x="2003378" y="1857375"/>
                  <a:pt x="1995488" y="1857375"/>
                </a:cubicBezTo>
                <a:cubicBezTo>
                  <a:pt x="1987597" y="1857375"/>
                  <a:pt x="1981200" y="1850978"/>
                  <a:pt x="1981200" y="1843088"/>
                </a:cubicBezTo>
                <a:cubicBezTo>
                  <a:pt x="1981200" y="1835197"/>
                  <a:pt x="1987597" y="1828800"/>
                  <a:pt x="1995488" y="1828800"/>
                </a:cubicBezTo>
                <a:cubicBezTo>
                  <a:pt x="2003378" y="1828800"/>
                  <a:pt x="2009775" y="1835197"/>
                  <a:pt x="2009775" y="1843088"/>
                </a:cubicBezTo>
                <a:close/>
                <a:moveTo>
                  <a:pt x="2009775" y="1995488"/>
                </a:moveTo>
                <a:cubicBezTo>
                  <a:pt x="2009775" y="2003378"/>
                  <a:pt x="2003378" y="2009775"/>
                  <a:pt x="1995488" y="2009775"/>
                </a:cubicBezTo>
                <a:cubicBezTo>
                  <a:pt x="1987597" y="2009775"/>
                  <a:pt x="1981200" y="2003378"/>
                  <a:pt x="1981200" y="1995488"/>
                </a:cubicBezTo>
                <a:cubicBezTo>
                  <a:pt x="1981200" y="1987597"/>
                  <a:pt x="1987597" y="1981200"/>
                  <a:pt x="1995488" y="1981200"/>
                </a:cubicBezTo>
                <a:cubicBezTo>
                  <a:pt x="2003378" y="1981200"/>
                  <a:pt x="2009775" y="1987597"/>
                  <a:pt x="2009775" y="1995488"/>
                </a:cubicBezTo>
                <a:close/>
                <a:moveTo>
                  <a:pt x="2009775" y="2147888"/>
                </a:moveTo>
                <a:cubicBezTo>
                  <a:pt x="2009775" y="2155778"/>
                  <a:pt x="2003378" y="2162175"/>
                  <a:pt x="1995488" y="2162175"/>
                </a:cubicBezTo>
                <a:cubicBezTo>
                  <a:pt x="1987597" y="2162175"/>
                  <a:pt x="1981200" y="2155778"/>
                  <a:pt x="1981200" y="2147888"/>
                </a:cubicBezTo>
                <a:cubicBezTo>
                  <a:pt x="1981200" y="2139997"/>
                  <a:pt x="1987597" y="2133600"/>
                  <a:pt x="1995488" y="2133600"/>
                </a:cubicBezTo>
                <a:cubicBezTo>
                  <a:pt x="2003378" y="2133600"/>
                  <a:pt x="2009775" y="2139997"/>
                  <a:pt x="2009775" y="2147888"/>
                </a:cubicBezTo>
                <a:close/>
                <a:moveTo>
                  <a:pt x="2009775" y="2300288"/>
                </a:moveTo>
                <a:cubicBezTo>
                  <a:pt x="2009775" y="2308178"/>
                  <a:pt x="2003378" y="2314575"/>
                  <a:pt x="1995488" y="2314575"/>
                </a:cubicBezTo>
                <a:cubicBezTo>
                  <a:pt x="1987597" y="2314575"/>
                  <a:pt x="1981200" y="2308178"/>
                  <a:pt x="1981200" y="2300288"/>
                </a:cubicBezTo>
                <a:cubicBezTo>
                  <a:pt x="1981200" y="2292397"/>
                  <a:pt x="1987597" y="2286000"/>
                  <a:pt x="1995488" y="2286000"/>
                </a:cubicBezTo>
                <a:cubicBezTo>
                  <a:pt x="2003378" y="2286000"/>
                  <a:pt x="2009775" y="2292397"/>
                  <a:pt x="2009775" y="2300288"/>
                </a:cubicBezTo>
                <a:close/>
                <a:moveTo>
                  <a:pt x="2009775" y="2452688"/>
                </a:moveTo>
                <a:cubicBezTo>
                  <a:pt x="2009775" y="2460578"/>
                  <a:pt x="2003378" y="2466975"/>
                  <a:pt x="1995488" y="2466975"/>
                </a:cubicBezTo>
                <a:cubicBezTo>
                  <a:pt x="1987597" y="2466975"/>
                  <a:pt x="1981200" y="2460578"/>
                  <a:pt x="1981200" y="2452688"/>
                </a:cubicBezTo>
                <a:cubicBezTo>
                  <a:pt x="1981200" y="2444797"/>
                  <a:pt x="1987597" y="2438400"/>
                  <a:pt x="1995488" y="2438400"/>
                </a:cubicBezTo>
                <a:cubicBezTo>
                  <a:pt x="2003378" y="2438400"/>
                  <a:pt x="2009775" y="2444797"/>
                  <a:pt x="2009775" y="2452688"/>
                </a:cubicBezTo>
                <a:close/>
                <a:moveTo>
                  <a:pt x="2009775" y="2605088"/>
                </a:moveTo>
                <a:cubicBezTo>
                  <a:pt x="2009775" y="2612978"/>
                  <a:pt x="2003378" y="2619375"/>
                  <a:pt x="1995488" y="2619375"/>
                </a:cubicBezTo>
                <a:cubicBezTo>
                  <a:pt x="1987597" y="2619375"/>
                  <a:pt x="1981200" y="2612978"/>
                  <a:pt x="1981200" y="2605088"/>
                </a:cubicBezTo>
                <a:cubicBezTo>
                  <a:pt x="1981200" y="2597197"/>
                  <a:pt x="1987597" y="2590800"/>
                  <a:pt x="1995488" y="2590800"/>
                </a:cubicBezTo>
                <a:cubicBezTo>
                  <a:pt x="2003378" y="2590800"/>
                  <a:pt x="2009775" y="2597197"/>
                  <a:pt x="2009775" y="2605088"/>
                </a:cubicBezTo>
                <a:close/>
                <a:moveTo>
                  <a:pt x="2009775" y="2757488"/>
                </a:moveTo>
                <a:cubicBezTo>
                  <a:pt x="2009775" y="2765378"/>
                  <a:pt x="2003378" y="2771775"/>
                  <a:pt x="1995488" y="2771775"/>
                </a:cubicBezTo>
                <a:cubicBezTo>
                  <a:pt x="1987597" y="2771775"/>
                  <a:pt x="1981200" y="2765378"/>
                  <a:pt x="1981200" y="2757488"/>
                </a:cubicBezTo>
                <a:cubicBezTo>
                  <a:pt x="1981200" y="2749597"/>
                  <a:pt x="1987597" y="2743200"/>
                  <a:pt x="1995488" y="2743200"/>
                </a:cubicBezTo>
                <a:cubicBezTo>
                  <a:pt x="2003378" y="2743200"/>
                  <a:pt x="2009775" y="2749597"/>
                  <a:pt x="2009775" y="2757488"/>
                </a:cubicBezTo>
                <a:close/>
                <a:moveTo>
                  <a:pt x="2009775" y="2909888"/>
                </a:moveTo>
                <a:cubicBezTo>
                  <a:pt x="2009775" y="2917778"/>
                  <a:pt x="2003378" y="2924175"/>
                  <a:pt x="1995488" y="2924175"/>
                </a:cubicBezTo>
                <a:cubicBezTo>
                  <a:pt x="1987597" y="2924175"/>
                  <a:pt x="1981200" y="2917778"/>
                  <a:pt x="1981200" y="2909888"/>
                </a:cubicBezTo>
                <a:cubicBezTo>
                  <a:pt x="1981200" y="2901997"/>
                  <a:pt x="1987597" y="2895600"/>
                  <a:pt x="1995488" y="2895600"/>
                </a:cubicBezTo>
                <a:cubicBezTo>
                  <a:pt x="2003378" y="2895600"/>
                  <a:pt x="2009775" y="2901997"/>
                  <a:pt x="2009775" y="2909888"/>
                </a:cubicBezTo>
                <a:close/>
                <a:moveTo>
                  <a:pt x="2009775" y="3062288"/>
                </a:moveTo>
                <a:cubicBezTo>
                  <a:pt x="2009775" y="3070178"/>
                  <a:pt x="2003378" y="3076575"/>
                  <a:pt x="1995488" y="3076575"/>
                </a:cubicBezTo>
                <a:cubicBezTo>
                  <a:pt x="1987597" y="3076575"/>
                  <a:pt x="1981200" y="3070178"/>
                  <a:pt x="1981200" y="3062288"/>
                </a:cubicBezTo>
                <a:cubicBezTo>
                  <a:pt x="1981200" y="3054397"/>
                  <a:pt x="1987597" y="3048000"/>
                  <a:pt x="1995488" y="3048000"/>
                </a:cubicBezTo>
                <a:cubicBezTo>
                  <a:pt x="2003378" y="3048000"/>
                  <a:pt x="2009775" y="3054397"/>
                  <a:pt x="2009775" y="3062288"/>
                </a:cubicBezTo>
                <a:close/>
                <a:moveTo>
                  <a:pt x="2009775" y="3214688"/>
                </a:moveTo>
                <a:cubicBezTo>
                  <a:pt x="2009775" y="3222578"/>
                  <a:pt x="2003378" y="3228975"/>
                  <a:pt x="1995488" y="3228975"/>
                </a:cubicBezTo>
                <a:cubicBezTo>
                  <a:pt x="1987597" y="3228975"/>
                  <a:pt x="1981200" y="3222578"/>
                  <a:pt x="1981200" y="3214688"/>
                </a:cubicBezTo>
                <a:cubicBezTo>
                  <a:pt x="1981200" y="3206797"/>
                  <a:pt x="1987597" y="3200400"/>
                  <a:pt x="1995488" y="3200400"/>
                </a:cubicBezTo>
                <a:cubicBezTo>
                  <a:pt x="2003378" y="3200400"/>
                  <a:pt x="2009775" y="3206797"/>
                  <a:pt x="2009775" y="3214688"/>
                </a:cubicBezTo>
                <a:close/>
                <a:moveTo>
                  <a:pt x="2009775" y="3367088"/>
                </a:moveTo>
                <a:cubicBezTo>
                  <a:pt x="2009775" y="3374978"/>
                  <a:pt x="2003378" y="3381375"/>
                  <a:pt x="1995488" y="3381375"/>
                </a:cubicBezTo>
                <a:cubicBezTo>
                  <a:pt x="1987597" y="3381375"/>
                  <a:pt x="1981200" y="3374978"/>
                  <a:pt x="1981200" y="3367088"/>
                </a:cubicBezTo>
                <a:cubicBezTo>
                  <a:pt x="1981200" y="3359197"/>
                  <a:pt x="1987597" y="3352800"/>
                  <a:pt x="1995488" y="3352800"/>
                </a:cubicBezTo>
                <a:cubicBezTo>
                  <a:pt x="2003378" y="3352800"/>
                  <a:pt x="2009775" y="3359197"/>
                  <a:pt x="2009775" y="3367088"/>
                </a:cubicBezTo>
                <a:close/>
                <a:moveTo>
                  <a:pt x="2009775" y="3519488"/>
                </a:moveTo>
                <a:cubicBezTo>
                  <a:pt x="2009775" y="3527378"/>
                  <a:pt x="2003378" y="3533775"/>
                  <a:pt x="1995488" y="3533775"/>
                </a:cubicBezTo>
                <a:cubicBezTo>
                  <a:pt x="1987597" y="3533775"/>
                  <a:pt x="1981200" y="3527378"/>
                  <a:pt x="1981200" y="3519488"/>
                </a:cubicBezTo>
                <a:cubicBezTo>
                  <a:pt x="1981200" y="3511597"/>
                  <a:pt x="1987597" y="3505200"/>
                  <a:pt x="1995488" y="3505200"/>
                </a:cubicBezTo>
                <a:cubicBezTo>
                  <a:pt x="2003378" y="3505200"/>
                  <a:pt x="2009775" y="3511597"/>
                  <a:pt x="2009775" y="3519488"/>
                </a:cubicBezTo>
                <a:close/>
                <a:moveTo>
                  <a:pt x="2009775" y="3671888"/>
                </a:moveTo>
                <a:cubicBezTo>
                  <a:pt x="2009775" y="3679778"/>
                  <a:pt x="2003378" y="3686175"/>
                  <a:pt x="1995488" y="3686175"/>
                </a:cubicBezTo>
                <a:cubicBezTo>
                  <a:pt x="1987597" y="3686175"/>
                  <a:pt x="1981200" y="3679778"/>
                  <a:pt x="1981200" y="3671888"/>
                </a:cubicBezTo>
                <a:cubicBezTo>
                  <a:pt x="1981200" y="3663997"/>
                  <a:pt x="1987597" y="3657600"/>
                  <a:pt x="1995488" y="3657600"/>
                </a:cubicBezTo>
                <a:cubicBezTo>
                  <a:pt x="2003378" y="3657600"/>
                  <a:pt x="2009775" y="3663997"/>
                  <a:pt x="2009775" y="3671888"/>
                </a:cubicBezTo>
                <a:close/>
                <a:moveTo>
                  <a:pt x="2009775" y="3824288"/>
                </a:moveTo>
                <a:cubicBezTo>
                  <a:pt x="2009775" y="3832178"/>
                  <a:pt x="2003378" y="3838575"/>
                  <a:pt x="1995488" y="3838575"/>
                </a:cubicBezTo>
                <a:cubicBezTo>
                  <a:pt x="1987597" y="3838575"/>
                  <a:pt x="1981200" y="3832178"/>
                  <a:pt x="1981200" y="3824288"/>
                </a:cubicBezTo>
                <a:cubicBezTo>
                  <a:pt x="1981200" y="3816397"/>
                  <a:pt x="1987597" y="3810000"/>
                  <a:pt x="1995488" y="3810000"/>
                </a:cubicBezTo>
                <a:cubicBezTo>
                  <a:pt x="2003378" y="3810000"/>
                  <a:pt x="2009775" y="3816397"/>
                  <a:pt x="2009775" y="3824288"/>
                </a:cubicBezTo>
                <a:close/>
                <a:moveTo>
                  <a:pt x="2009775" y="3976688"/>
                </a:moveTo>
                <a:cubicBezTo>
                  <a:pt x="2009775" y="3984578"/>
                  <a:pt x="2003378" y="3990975"/>
                  <a:pt x="1995488" y="3990975"/>
                </a:cubicBezTo>
                <a:cubicBezTo>
                  <a:pt x="1987597" y="3990975"/>
                  <a:pt x="1981200" y="3984578"/>
                  <a:pt x="1981200" y="3976688"/>
                </a:cubicBezTo>
                <a:cubicBezTo>
                  <a:pt x="1981200" y="3968797"/>
                  <a:pt x="1987597" y="3962400"/>
                  <a:pt x="1995488" y="3962400"/>
                </a:cubicBezTo>
                <a:cubicBezTo>
                  <a:pt x="2003378" y="3962400"/>
                  <a:pt x="2009775" y="3968797"/>
                  <a:pt x="2009775" y="3976688"/>
                </a:cubicBezTo>
                <a:close/>
                <a:moveTo>
                  <a:pt x="2009775" y="4129088"/>
                </a:moveTo>
                <a:cubicBezTo>
                  <a:pt x="2009775" y="4136978"/>
                  <a:pt x="2003378" y="4143375"/>
                  <a:pt x="1995488" y="4143375"/>
                </a:cubicBezTo>
                <a:cubicBezTo>
                  <a:pt x="1987597" y="4143375"/>
                  <a:pt x="1981200" y="4136978"/>
                  <a:pt x="1981200" y="4129088"/>
                </a:cubicBezTo>
                <a:cubicBezTo>
                  <a:pt x="1981200" y="4121197"/>
                  <a:pt x="1987597" y="4114800"/>
                  <a:pt x="1995488" y="4114800"/>
                </a:cubicBezTo>
                <a:cubicBezTo>
                  <a:pt x="2003378" y="4114800"/>
                  <a:pt x="2009775" y="4121197"/>
                  <a:pt x="2009775" y="4129088"/>
                </a:cubicBezTo>
                <a:close/>
                <a:moveTo>
                  <a:pt x="2009775" y="4281488"/>
                </a:moveTo>
                <a:cubicBezTo>
                  <a:pt x="2009775" y="4289378"/>
                  <a:pt x="2003378" y="4295775"/>
                  <a:pt x="1995488" y="4295775"/>
                </a:cubicBezTo>
                <a:cubicBezTo>
                  <a:pt x="1987597" y="4295775"/>
                  <a:pt x="1981200" y="4289378"/>
                  <a:pt x="1981200" y="4281488"/>
                </a:cubicBezTo>
                <a:cubicBezTo>
                  <a:pt x="1981200" y="4273597"/>
                  <a:pt x="1987597" y="4267200"/>
                  <a:pt x="1995488" y="4267200"/>
                </a:cubicBezTo>
                <a:cubicBezTo>
                  <a:pt x="2003378" y="4267200"/>
                  <a:pt x="2009775" y="4273597"/>
                  <a:pt x="2009775" y="4281488"/>
                </a:cubicBezTo>
                <a:close/>
                <a:moveTo>
                  <a:pt x="2009775" y="4433888"/>
                </a:moveTo>
                <a:cubicBezTo>
                  <a:pt x="2009775" y="4441778"/>
                  <a:pt x="2003378" y="4448175"/>
                  <a:pt x="1995488" y="4448175"/>
                </a:cubicBezTo>
                <a:cubicBezTo>
                  <a:pt x="1987597" y="4448175"/>
                  <a:pt x="1981200" y="4441778"/>
                  <a:pt x="1981200" y="4433888"/>
                </a:cubicBezTo>
                <a:cubicBezTo>
                  <a:pt x="1981200" y="4425997"/>
                  <a:pt x="1987597" y="4419600"/>
                  <a:pt x="1995488" y="4419600"/>
                </a:cubicBezTo>
                <a:cubicBezTo>
                  <a:pt x="2003378" y="4419600"/>
                  <a:pt x="2009775" y="4425997"/>
                  <a:pt x="2009775" y="4433888"/>
                </a:cubicBezTo>
                <a:close/>
                <a:moveTo>
                  <a:pt x="2009775" y="4586288"/>
                </a:moveTo>
                <a:cubicBezTo>
                  <a:pt x="2009775" y="4594178"/>
                  <a:pt x="2003378" y="4600575"/>
                  <a:pt x="1995488" y="4600575"/>
                </a:cubicBezTo>
                <a:cubicBezTo>
                  <a:pt x="1987597" y="4600575"/>
                  <a:pt x="1981200" y="4594178"/>
                  <a:pt x="1981200" y="4586288"/>
                </a:cubicBezTo>
                <a:cubicBezTo>
                  <a:pt x="1981200" y="4578397"/>
                  <a:pt x="1987597" y="4572000"/>
                  <a:pt x="1995488" y="4572000"/>
                </a:cubicBezTo>
                <a:cubicBezTo>
                  <a:pt x="2003378" y="4572000"/>
                  <a:pt x="2009775" y="4578397"/>
                  <a:pt x="2009775" y="4586288"/>
                </a:cubicBezTo>
                <a:close/>
                <a:moveTo>
                  <a:pt x="2009775" y="4738688"/>
                </a:moveTo>
                <a:cubicBezTo>
                  <a:pt x="2009775" y="4746578"/>
                  <a:pt x="2003378" y="4752975"/>
                  <a:pt x="1995488" y="4752975"/>
                </a:cubicBezTo>
                <a:cubicBezTo>
                  <a:pt x="1987597" y="4752975"/>
                  <a:pt x="1981200" y="4746578"/>
                  <a:pt x="1981200" y="4738688"/>
                </a:cubicBezTo>
                <a:cubicBezTo>
                  <a:pt x="1981200" y="4730797"/>
                  <a:pt x="1987597" y="4724400"/>
                  <a:pt x="1995488" y="4724400"/>
                </a:cubicBezTo>
                <a:cubicBezTo>
                  <a:pt x="2003378" y="4724400"/>
                  <a:pt x="2009775" y="4730797"/>
                  <a:pt x="2009775" y="4738688"/>
                </a:cubicBezTo>
                <a:close/>
                <a:moveTo>
                  <a:pt x="2162175" y="14288"/>
                </a:moveTo>
                <a:cubicBezTo>
                  <a:pt x="2162175" y="22178"/>
                  <a:pt x="2155778" y="28575"/>
                  <a:pt x="2147888" y="28575"/>
                </a:cubicBezTo>
                <a:cubicBezTo>
                  <a:pt x="2139997" y="28575"/>
                  <a:pt x="2133600" y="22178"/>
                  <a:pt x="2133600" y="14288"/>
                </a:cubicBezTo>
                <a:cubicBezTo>
                  <a:pt x="2133600" y="6397"/>
                  <a:pt x="2139997" y="0"/>
                  <a:pt x="2147888" y="0"/>
                </a:cubicBezTo>
                <a:cubicBezTo>
                  <a:pt x="2155778" y="0"/>
                  <a:pt x="2162175" y="6397"/>
                  <a:pt x="2162175" y="14288"/>
                </a:cubicBezTo>
                <a:close/>
                <a:moveTo>
                  <a:pt x="2162175" y="166688"/>
                </a:moveTo>
                <a:cubicBezTo>
                  <a:pt x="2162175" y="174578"/>
                  <a:pt x="2155778" y="180975"/>
                  <a:pt x="2147888" y="180975"/>
                </a:cubicBezTo>
                <a:cubicBezTo>
                  <a:pt x="2139997" y="180975"/>
                  <a:pt x="2133600" y="174578"/>
                  <a:pt x="2133600" y="166688"/>
                </a:cubicBezTo>
                <a:cubicBezTo>
                  <a:pt x="2133600" y="158797"/>
                  <a:pt x="2139997" y="152400"/>
                  <a:pt x="2147888" y="152400"/>
                </a:cubicBezTo>
                <a:cubicBezTo>
                  <a:pt x="2155778" y="152400"/>
                  <a:pt x="2162175" y="158797"/>
                  <a:pt x="2162175" y="166688"/>
                </a:cubicBezTo>
                <a:close/>
                <a:moveTo>
                  <a:pt x="2162175" y="319088"/>
                </a:moveTo>
                <a:cubicBezTo>
                  <a:pt x="2162175" y="326978"/>
                  <a:pt x="2155778" y="333375"/>
                  <a:pt x="2147888" y="333375"/>
                </a:cubicBezTo>
                <a:cubicBezTo>
                  <a:pt x="2139997" y="333375"/>
                  <a:pt x="2133600" y="326978"/>
                  <a:pt x="2133600" y="319088"/>
                </a:cubicBezTo>
                <a:cubicBezTo>
                  <a:pt x="2133600" y="311197"/>
                  <a:pt x="2139997" y="304800"/>
                  <a:pt x="2147888" y="304800"/>
                </a:cubicBezTo>
                <a:cubicBezTo>
                  <a:pt x="2155778" y="304800"/>
                  <a:pt x="2162175" y="311197"/>
                  <a:pt x="2162175" y="319088"/>
                </a:cubicBezTo>
                <a:close/>
                <a:moveTo>
                  <a:pt x="2162175" y="471488"/>
                </a:moveTo>
                <a:cubicBezTo>
                  <a:pt x="2162175" y="479378"/>
                  <a:pt x="2155778" y="485775"/>
                  <a:pt x="2147888" y="485775"/>
                </a:cubicBezTo>
                <a:cubicBezTo>
                  <a:pt x="2139997" y="485775"/>
                  <a:pt x="2133600" y="479378"/>
                  <a:pt x="2133600" y="471488"/>
                </a:cubicBezTo>
                <a:cubicBezTo>
                  <a:pt x="2133600" y="463597"/>
                  <a:pt x="2139997" y="457200"/>
                  <a:pt x="2147888" y="457200"/>
                </a:cubicBezTo>
                <a:cubicBezTo>
                  <a:pt x="2155778" y="457200"/>
                  <a:pt x="2162175" y="463597"/>
                  <a:pt x="2162175" y="471488"/>
                </a:cubicBezTo>
                <a:close/>
                <a:moveTo>
                  <a:pt x="2162175" y="623888"/>
                </a:moveTo>
                <a:cubicBezTo>
                  <a:pt x="2162175" y="631778"/>
                  <a:pt x="2155778" y="638175"/>
                  <a:pt x="2147888" y="638175"/>
                </a:cubicBezTo>
                <a:cubicBezTo>
                  <a:pt x="2139997" y="638175"/>
                  <a:pt x="2133600" y="631778"/>
                  <a:pt x="2133600" y="623888"/>
                </a:cubicBezTo>
                <a:cubicBezTo>
                  <a:pt x="2133600" y="615997"/>
                  <a:pt x="2139997" y="609600"/>
                  <a:pt x="2147888" y="609600"/>
                </a:cubicBezTo>
                <a:cubicBezTo>
                  <a:pt x="2155778" y="609600"/>
                  <a:pt x="2162175" y="615997"/>
                  <a:pt x="2162175" y="623888"/>
                </a:cubicBezTo>
                <a:close/>
                <a:moveTo>
                  <a:pt x="2162175" y="776288"/>
                </a:moveTo>
                <a:cubicBezTo>
                  <a:pt x="2162175" y="784178"/>
                  <a:pt x="2155778" y="790575"/>
                  <a:pt x="2147888" y="790575"/>
                </a:cubicBezTo>
                <a:cubicBezTo>
                  <a:pt x="2139997" y="790575"/>
                  <a:pt x="2133600" y="784178"/>
                  <a:pt x="2133600" y="776288"/>
                </a:cubicBezTo>
                <a:cubicBezTo>
                  <a:pt x="2133600" y="768397"/>
                  <a:pt x="2139997" y="762000"/>
                  <a:pt x="2147888" y="762000"/>
                </a:cubicBezTo>
                <a:cubicBezTo>
                  <a:pt x="2155778" y="762000"/>
                  <a:pt x="2162175" y="768397"/>
                  <a:pt x="2162175" y="776288"/>
                </a:cubicBezTo>
                <a:close/>
                <a:moveTo>
                  <a:pt x="2162175" y="928688"/>
                </a:moveTo>
                <a:cubicBezTo>
                  <a:pt x="2162175" y="936578"/>
                  <a:pt x="2155778" y="942975"/>
                  <a:pt x="2147888" y="942975"/>
                </a:cubicBezTo>
                <a:cubicBezTo>
                  <a:pt x="2139997" y="942975"/>
                  <a:pt x="2133600" y="936578"/>
                  <a:pt x="2133600" y="928688"/>
                </a:cubicBezTo>
                <a:cubicBezTo>
                  <a:pt x="2133600" y="920797"/>
                  <a:pt x="2139997" y="914400"/>
                  <a:pt x="2147888" y="914400"/>
                </a:cubicBezTo>
                <a:cubicBezTo>
                  <a:pt x="2155778" y="914400"/>
                  <a:pt x="2162175" y="920797"/>
                  <a:pt x="2162175" y="928688"/>
                </a:cubicBezTo>
                <a:close/>
                <a:moveTo>
                  <a:pt x="2162175" y="1081088"/>
                </a:moveTo>
                <a:cubicBezTo>
                  <a:pt x="2162175" y="1088978"/>
                  <a:pt x="2155778" y="1095375"/>
                  <a:pt x="2147888" y="1095375"/>
                </a:cubicBezTo>
                <a:cubicBezTo>
                  <a:pt x="2139997" y="1095375"/>
                  <a:pt x="2133600" y="1088978"/>
                  <a:pt x="2133600" y="1081088"/>
                </a:cubicBezTo>
                <a:cubicBezTo>
                  <a:pt x="2133600" y="1073197"/>
                  <a:pt x="2139997" y="1066800"/>
                  <a:pt x="2147888" y="1066800"/>
                </a:cubicBezTo>
                <a:cubicBezTo>
                  <a:pt x="2155778" y="1066800"/>
                  <a:pt x="2162175" y="1073197"/>
                  <a:pt x="2162175" y="1081088"/>
                </a:cubicBezTo>
                <a:close/>
                <a:moveTo>
                  <a:pt x="2162175" y="1233488"/>
                </a:moveTo>
                <a:cubicBezTo>
                  <a:pt x="2162175" y="1241378"/>
                  <a:pt x="2155778" y="1247775"/>
                  <a:pt x="2147888" y="1247775"/>
                </a:cubicBezTo>
                <a:cubicBezTo>
                  <a:pt x="2139997" y="1247775"/>
                  <a:pt x="2133600" y="1241378"/>
                  <a:pt x="2133600" y="1233488"/>
                </a:cubicBezTo>
                <a:cubicBezTo>
                  <a:pt x="2133600" y="1225597"/>
                  <a:pt x="2139997" y="1219200"/>
                  <a:pt x="2147888" y="1219200"/>
                </a:cubicBezTo>
                <a:cubicBezTo>
                  <a:pt x="2155778" y="1219200"/>
                  <a:pt x="2162175" y="1225597"/>
                  <a:pt x="2162175" y="1233488"/>
                </a:cubicBezTo>
                <a:close/>
                <a:moveTo>
                  <a:pt x="2162175" y="1385888"/>
                </a:moveTo>
                <a:cubicBezTo>
                  <a:pt x="2162175" y="1393778"/>
                  <a:pt x="2155778" y="1400175"/>
                  <a:pt x="2147888" y="1400175"/>
                </a:cubicBezTo>
                <a:cubicBezTo>
                  <a:pt x="2139997" y="1400175"/>
                  <a:pt x="2133600" y="1393778"/>
                  <a:pt x="2133600" y="1385888"/>
                </a:cubicBezTo>
                <a:cubicBezTo>
                  <a:pt x="2133600" y="1377997"/>
                  <a:pt x="2139997" y="1371600"/>
                  <a:pt x="2147888" y="1371600"/>
                </a:cubicBezTo>
                <a:cubicBezTo>
                  <a:pt x="2155778" y="1371600"/>
                  <a:pt x="2162175" y="1377997"/>
                  <a:pt x="2162175" y="1385888"/>
                </a:cubicBezTo>
                <a:close/>
                <a:moveTo>
                  <a:pt x="2162175" y="1538288"/>
                </a:moveTo>
                <a:cubicBezTo>
                  <a:pt x="2162175" y="1546178"/>
                  <a:pt x="2155778" y="1552575"/>
                  <a:pt x="2147888" y="1552575"/>
                </a:cubicBezTo>
                <a:cubicBezTo>
                  <a:pt x="2139997" y="1552575"/>
                  <a:pt x="2133600" y="1546178"/>
                  <a:pt x="2133600" y="1538288"/>
                </a:cubicBezTo>
                <a:cubicBezTo>
                  <a:pt x="2133600" y="1530397"/>
                  <a:pt x="2139997" y="1524000"/>
                  <a:pt x="2147888" y="1524000"/>
                </a:cubicBezTo>
                <a:cubicBezTo>
                  <a:pt x="2155778" y="1524000"/>
                  <a:pt x="2162175" y="1530397"/>
                  <a:pt x="2162175" y="1538288"/>
                </a:cubicBezTo>
                <a:close/>
                <a:moveTo>
                  <a:pt x="2162175" y="1690688"/>
                </a:moveTo>
                <a:cubicBezTo>
                  <a:pt x="2162175" y="1698578"/>
                  <a:pt x="2155778" y="1704975"/>
                  <a:pt x="2147888" y="1704975"/>
                </a:cubicBezTo>
                <a:cubicBezTo>
                  <a:pt x="2139997" y="1704975"/>
                  <a:pt x="2133600" y="1698578"/>
                  <a:pt x="2133600" y="1690688"/>
                </a:cubicBezTo>
                <a:cubicBezTo>
                  <a:pt x="2133600" y="1682797"/>
                  <a:pt x="2139997" y="1676400"/>
                  <a:pt x="2147888" y="1676400"/>
                </a:cubicBezTo>
                <a:cubicBezTo>
                  <a:pt x="2155778" y="1676400"/>
                  <a:pt x="2162175" y="1682797"/>
                  <a:pt x="2162175" y="1690688"/>
                </a:cubicBezTo>
                <a:close/>
                <a:moveTo>
                  <a:pt x="2162175" y="1843088"/>
                </a:moveTo>
                <a:cubicBezTo>
                  <a:pt x="2162175" y="1850978"/>
                  <a:pt x="2155778" y="1857375"/>
                  <a:pt x="2147888" y="1857375"/>
                </a:cubicBezTo>
                <a:cubicBezTo>
                  <a:pt x="2139997" y="1857375"/>
                  <a:pt x="2133600" y="1850978"/>
                  <a:pt x="2133600" y="1843088"/>
                </a:cubicBezTo>
                <a:cubicBezTo>
                  <a:pt x="2133600" y="1835197"/>
                  <a:pt x="2139997" y="1828800"/>
                  <a:pt x="2147888" y="1828800"/>
                </a:cubicBezTo>
                <a:cubicBezTo>
                  <a:pt x="2155778" y="1828800"/>
                  <a:pt x="2162175" y="1835197"/>
                  <a:pt x="2162175" y="1843088"/>
                </a:cubicBezTo>
                <a:close/>
                <a:moveTo>
                  <a:pt x="2162175" y="1995488"/>
                </a:moveTo>
                <a:cubicBezTo>
                  <a:pt x="2162175" y="2003378"/>
                  <a:pt x="2155778" y="2009775"/>
                  <a:pt x="2147888" y="2009775"/>
                </a:cubicBezTo>
                <a:cubicBezTo>
                  <a:pt x="2139997" y="2009775"/>
                  <a:pt x="2133600" y="2003378"/>
                  <a:pt x="2133600" y="1995488"/>
                </a:cubicBezTo>
                <a:cubicBezTo>
                  <a:pt x="2133600" y="1987597"/>
                  <a:pt x="2139997" y="1981200"/>
                  <a:pt x="2147888" y="1981200"/>
                </a:cubicBezTo>
                <a:cubicBezTo>
                  <a:pt x="2155778" y="1981200"/>
                  <a:pt x="2162175" y="1987597"/>
                  <a:pt x="2162175" y="1995488"/>
                </a:cubicBezTo>
                <a:close/>
                <a:moveTo>
                  <a:pt x="2162175" y="2147888"/>
                </a:moveTo>
                <a:cubicBezTo>
                  <a:pt x="2162175" y="2155778"/>
                  <a:pt x="2155778" y="2162175"/>
                  <a:pt x="2147888" y="2162175"/>
                </a:cubicBezTo>
                <a:cubicBezTo>
                  <a:pt x="2139997" y="2162175"/>
                  <a:pt x="2133600" y="2155778"/>
                  <a:pt x="2133600" y="2147888"/>
                </a:cubicBezTo>
                <a:cubicBezTo>
                  <a:pt x="2133600" y="2139997"/>
                  <a:pt x="2139997" y="2133600"/>
                  <a:pt x="2147888" y="2133600"/>
                </a:cubicBezTo>
                <a:cubicBezTo>
                  <a:pt x="2155778" y="2133600"/>
                  <a:pt x="2162175" y="2139997"/>
                  <a:pt x="2162175" y="2147888"/>
                </a:cubicBezTo>
                <a:close/>
                <a:moveTo>
                  <a:pt x="2162175" y="2300288"/>
                </a:moveTo>
                <a:cubicBezTo>
                  <a:pt x="2162175" y="2308178"/>
                  <a:pt x="2155778" y="2314575"/>
                  <a:pt x="2147888" y="2314575"/>
                </a:cubicBezTo>
                <a:cubicBezTo>
                  <a:pt x="2139997" y="2314575"/>
                  <a:pt x="2133600" y="2308178"/>
                  <a:pt x="2133600" y="2300288"/>
                </a:cubicBezTo>
                <a:cubicBezTo>
                  <a:pt x="2133600" y="2292397"/>
                  <a:pt x="2139997" y="2286000"/>
                  <a:pt x="2147888" y="2286000"/>
                </a:cubicBezTo>
                <a:cubicBezTo>
                  <a:pt x="2155778" y="2286000"/>
                  <a:pt x="2162175" y="2292397"/>
                  <a:pt x="2162175" y="2300288"/>
                </a:cubicBezTo>
                <a:close/>
                <a:moveTo>
                  <a:pt x="2162175" y="2452688"/>
                </a:moveTo>
                <a:cubicBezTo>
                  <a:pt x="2162175" y="2460578"/>
                  <a:pt x="2155778" y="2466975"/>
                  <a:pt x="2147888" y="2466975"/>
                </a:cubicBezTo>
                <a:cubicBezTo>
                  <a:pt x="2139997" y="2466975"/>
                  <a:pt x="2133600" y="2460578"/>
                  <a:pt x="2133600" y="2452688"/>
                </a:cubicBezTo>
                <a:cubicBezTo>
                  <a:pt x="2133600" y="2444797"/>
                  <a:pt x="2139997" y="2438400"/>
                  <a:pt x="2147888" y="2438400"/>
                </a:cubicBezTo>
                <a:cubicBezTo>
                  <a:pt x="2155778" y="2438400"/>
                  <a:pt x="2162175" y="2444797"/>
                  <a:pt x="2162175" y="2452688"/>
                </a:cubicBezTo>
                <a:close/>
                <a:moveTo>
                  <a:pt x="2162175" y="2605088"/>
                </a:moveTo>
                <a:cubicBezTo>
                  <a:pt x="2162175" y="2612978"/>
                  <a:pt x="2155778" y="2619375"/>
                  <a:pt x="2147888" y="2619375"/>
                </a:cubicBezTo>
                <a:cubicBezTo>
                  <a:pt x="2139997" y="2619375"/>
                  <a:pt x="2133600" y="2612978"/>
                  <a:pt x="2133600" y="2605088"/>
                </a:cubicBezTo>
                <a:cubicBezTo>
                  <a:pt x="2133600" y="2597197"/>
                  <a:pt x="2139997" y="2590800"/>
                  <a:pt x="2147888" y="2590800"/>
                </a:cubicBezTo>
                <a:cubicBezTo>
                  <a:pt x="2155778" y="2590800"/>
                  <a:pt x="2162175" y="2597197"/>
                  <a:pt x="2162175" y="2605088"/>
                </a:cubicBezTo>
                <a:close/>
                <a:moveTo>
                  <a:pt x="2162175" y="2757488"/>
                </a:moveTo>
                <a:cubicBezTo>
                  <a:pt x="2162175" y="2765378"/>
                  <a:pt x="2155778" y="2771775"/>
                  <a:pt x="2147888" y="2771775"/>
                </a:cubicBezTo>
                <a:cubicBezTo>
                  <a:pt x="2139997" y="2771775"/>
                  <a:pt x="2133600" y="2765378"/>
                  <a:pt x="2133600" y="2757488"/>
                </a:cubicBezTo>
                <a:cubicBezTo>
                  <a:pt x="2133600" y="2749597"/>
                  <a:pt x="2139997" y="2743200"/>
                  <a:pt x="2147888" y="2743200"/>
                </a:cubicBezTo>
                <a:cubicBezTo>
                  <a:pt x="2155778" y="2743200"/>
                  <a:pt x="2162175" y="2749597"/>
                  <a:pt x="2162175" y="2757488"/>
                </a:cubicBezTo>
                <a:close/>
                <a:moveTo>
                  <a:pt x="2162175" y="2909888"/>
                </a:moveTo>
                <a:cubicBezTo>
                  <a:pt x="2162175" y="2917778"/>
                  <a:pt x="2155778" y="2924175"/>
                  <a:pt x="2147888" y="2924175"/>
                </a:cubicBezTo>
                <a:cubicBezTo>
                  <a:pt x="2139997" y="2924175"/>
                  <a:pt x="2133600" y="2917778"/>
                  <a:pt x="2133600" y="2909888"/>
                </a:cubicBezTo>
                <a:cubicBezTo>
                  <a:pt x="2133600" y="2901997"/>
                  <a:pt x="2139997" y="2895600"/>
                  <a:pt x="2147888" y="2895600"/>
                </a:cubicBezTo>
                <a:cubicBezTo>
                  <a:pt x="2155778" y="2895600"/>
                  <a:pt x="2162175" y="2901997"/>
                  <a:pt x="2162175" y="2909888"/>
                </a:cubicBezTo>
                <a:close/>
                <a:moveTo>
                  <a:pt x="2162175" y="3062288"/>
                </a:moveTo>
                <a:cubicBezTo>
                  <a:pt x="2162175" y="3070178"/>
                  <a:pt x="2155778" y="3076575"/>
                  <a:pt x="2147888" y="3076575"/>
                </a:cubicBezTo>
                <a:cubicBezTo>
                  <a:pt x="2139997" y="3076575"/>
                  <a:pt x="2133600" y="3070178"/>
                  <a:pt x="2133600" y="3062288"/>
                </a:cubicBezTo>
                <a:cubicBezTo>
                  <a:pt x="2133600" y="3054397"/>
                  <a:pt x="2139997" y="3048000"/>
                  <a:pt x="2147888" y="3048000"/>
                </a:cubicBezTo>
                <a:cubicBezTo>
                  <a:pt x="2155778" y="3048000"/>
                  <a:pt x="2162175" y="3054397"/>
                  <a:pt x="2162175" y="3062288"/>
                </a:cubicBezTo>
                <a:close/>
                <a:moveTo>
                  <a:pt x="2162175" y="3214688"/>
                </a:moveTo>
                <a:cubicBezTo>
                  <a:pt x="2162175" y="3222578"/>
                  <a:pt x="2155778" y="3228975"/>
                  <a:pt x="2147888" y="3228975"/>
                </a:cubicBezTo>
                <a:cubicBezTo>
                  <a:pt x="2139997" y="3228975"/>
                  <a:pt x="2133600" y="3222578"/>
                  <a:pt x="2133600" y="3214688"/>
                </a:cubicBezTo>
                <a:cubicBezTo>
                  <a:pt x="2133600" y="3206797"/>
                  <a:pt x="2139997" y="3200400"/>
                  <a:pt x="2147888" y="3200400"/>
                </a:cubicBezTo>
                <a:cubicBezTo>
                  <a:pt x="2155778" y="3200400"/>
                  <a:pt x="2162175" y="3206797"/>
                  <a:pt x="2162175" y="3214688"/>
                </a:cubicBezTo>
                <a:close/>
                <a:moveTo>
                  <a:pt x="2162175" y="3367088"/>
                </a:moveTo>
                <a:cubicBezTo>
                  <a:pt x="2162175" y="3374978"/>
                  <a:pt x="2155778" y="3381375"/>
                  <a:pt x="2147888" y="3381375"/>
                </a:cubicBezTo>
                <a:cubicBezTo>
                  <a:pt x="2139997" y="3381375"/>
                  <a:pt x="2133600" y="3374978"/>
                  <a:pt x="2133600" y="3367088"/>
                </a:cubicBezTo>
                <a:cubicBezTo>
                  <a:pt x="2133600" y="3359197"/>
                  <a:pt x="2139997" y="3352800"/>
                  <a:pt x="2147888" y="3352800"/>
                </a:cubicBezTo>
                <a:cubicBezTo>
                  <a:pt x="2155778" y="3352800"/>
                  <a:pt x="2162175" y="3359197"/>
                  <a:pt x="2162175" y="3367088"/>
                </a:cubicBezTo>
                <a:close/>
                <a:moveTo>
                  <a:pt x="2162175" y="3519488"/>
                </a:moveTo>
                <a:cubicBezTo>
                  <a:pt x="2162175" y="3527378"/>
                  <a:pt x="2155778" y="3533775"/>
                  <a:pt x="2147888" y="3533775"/>
                </a:cubicBezTo>
                <a:cubicBezTo>
                  <a:pt x="2139997" y="3533775"/>
                  <a:pt x="2133600" y="3527378"/>
                  <a:pt x="2133600" y="3519488"/>
                </a:cubicBezTo>
                <a:cubicBezTo>
                  <a:pt x="2133600" y="3511597"/>
                  <a:pt x="2139997" y="3505200"/>
                  <a:pt x="2147888" y="3505200"/>
                </a:cubicBezTo>
                <a:cubicBezTo>
                  <a:pt x="2155778" y="3505200"/>
                  <a:pt x="2162175" y="3511597"/>
                  <a:pt x="2162175" y="3519488"/>
                </a:cubicBezTo>
                <a:close/>
                <a:moveTo>
                  <a:pt x="2162175" y="3671888"/>
                </a:moveTo>
                <a:cubicBezTo>
                  <a:pt x="2162175" y="3679778"/>
                  <a:pt x="2155778" y="3686175"/>
                  <a:pt x="2147888" y="3686175"/>
                </a:cubicBezTo>
                <a:cubicBezTo>
                  <a:pt x="2139997" y="3686175"/>
                  <a:pt x="2133600" y="3679778"/>
                  <a:pt x="2133600" y="3671888"/>
                </a:cubicBezTo>
                <a:cubicBezTo>
                  <a:pt x="2133600" y="3663997"/>
                  <a:pt x="2139997" y="3657600"/>
                  <a:pt x="2147888" y="3657600"/>
                </a:cubicBezTo>
                <a:cubicBezTo>
                  <a:pt x="2155778" y="3657600"/>
                  <a:pt x="2162175" y="3663997"/>
                  <a:pt x="2162175" y="3671888"/>
                </a:cubicBezTo>
                <a:close/>
                <a:moveTo>
                  <a:pt x="2162175" y="3824288"/>
                </a:moveTo>
                <a:cubicBezTo>
                  <a:pt x="2162175" y="3832178"/>
                  <a:pt x="2155778" y="3838575"/>
                  <a:pt x="2147888" y="3838575"/>
                </a:cubicBezTo>
                <a:cubicBezTo>
                  <a:pt x="2139997" y="3838575"/>
                  <a:pt x="2133600" y="3832178"/>
                  <a:pt x="2133600" y="3824288"/>
                </a:cubicBezTo>
                <a:cubicBezTo>
                  <a:pt x="2133600" y="3816397"/>
                  <a:pt x="2139997" y="3810000"/>
                  <a:pt x="2147888" y="3810000"/>
                </a:cubicBezTo>
                <a:cubicBezTo>
                  <a:pt x="2155778" y="3810000"/>
                  <a:pt x="2162175" y="3816397"/>
                  <a:pt x="2162175" y="3824288"/>
                </a:cubicBezTo>
                <a:close/>
                <a:moveTo>
                  <a:pt x="2162175" y="3976688"/>
                </a:moveTo>
                <a:cubicBezTo>
                  <a:pt x="2162175" y="3984578"/>
                  <a:pt x="2155778" y="3990975"/>
                  <a:pt x="2147888" y="3990975"/>
                </a:cubicBezTo>
                <a:cubicBezTo>
                  <a:pt x="2139997" y="3990975"/>
                  <a:pt x="2133600" y="3984578"/>
                  <a:pt x="2133600" y="3976688"/>
                </a:cubicBezTo>
                <a:cubicBezTo>
                  <a:pt x="2133600" y="3968797"/>
                  <a:pt x="2139997" y="3962400"/>
                  <a:pt x="2147888" y="3962400"/>
                </a:cubicBezTo>
                <a:cubicBezTo>
                  <a:pt x="2155778" y="3962400"/>
                  <a:pt x="2162175" y="3968797"/>
                  <a:pt x="2162175" y="3976688"/>
                </a:cubicBezTo>
                <a:close/>
                <a:moveTo>
                  <a:pt x="2162175" y="4129088"/>
                </a:moveTo>
                <a:cubicBezTo>
                  <a:pt x="2162175" y="4136978"/>
                  <a:pt x="2155778" y="4143375"/>
                  <a:pt x="2147888" y="4143375"/>
                </a:cubicBezTo>
                <a:cubicBezTo>
                  <a:pt x="2139997" y="4143375"/>
                  <a:pt x="2133600" y="4136978"/>
                  <a:pt x="2133600" y="4129088"/>
                </a:cubicBezTo>
                <a:cubicBezTo>
                  <a:pt x="2133600" y="4121197"/>
                  <a:pt x="2139997" y="4114800"/>
                  <a:pt x="2147888" y="4114800"/>
                </a:cubicBezTo>
                <a:cubicBezTo>
                  <a:pt x="2155778" y="4114800"/>
                  <a:pt x="2162175" y="4121197"/>
                  <a:pt x="2162175" y="4129088"/>
                </a:cubicBezTo>
                <a:close/>
                <a:moveTo>
                  <a:pt x="2162175" y="4281488"/>
                </a:moveTo>
                <a:cubicBezTo>
                  <a:pt x="2162175" y="4289378"/>
                  <a:pt x="2155778" y="4295775"/>
                  <a:pt x="2147888" y="4295775"/>
                </a:cubicBezTo>
                <a:cubicBezTo>
                  <a:pt x="2139997" y="4295775"/>
                  <a:pt x="2133600" y="4289378"/>
                  <a:pt x="2133600" y="4281488"/>
                </a:cubicBezTo>
                <a:cubicBezTo>
                  <a:pt x="2133600" y="4273597"/>
                  <a:pt x="2139997" y="4267200"/>
                  <a:pt x="2147888" y="4267200"/>
                </a:cubicBezTo>
                <a:cubicBezTo>
                  <a:pt x="2155778" y="4267200"/>
                  <a:pt x="2162175" y="4273597"/>
                  <a:pt x="2162175" y="4281488"/>
                </a:cubicBezTo>
                <a:close/>
                <a:moveTo>
                  <a:pt x="2162175" y="4433888"/>
                </a:moveTo>
                <a:cubicBezTo>
                  <a:pt x="2162175" y="4441778"/>
                  <a:pt x="2155778" y="4448175"/>
                  <a:pt x="2147888" y="4448175"/>
                </a:cubicBezTo>
                <a:cubicBezTo>
                  <a:pt x="2139997" y="4448175"/>
                  <a:pt x="2133600" y="4441778"/>
                  <a:pt x="2133600" y="4433888"/>
                </a:cubicBezTo>
                <a:cubicBezTo>
                  <a:pt x="2133600" y="4425997"/>
                  <a:pt x="2139997" y="4419600"/>
                  <a:pt x="2147888" y="4419600"/>
                </a:cubicBezTo>
                <a:cubicBezTo>
                  <a:pt x="2155778" y="4419600"/>
                  <a:pt x="2162175" y="4425997"/>
                  <a:pt x="2162175" y="4433888"/>
                </a:cubicBezTo>
                <a:close/>
                <a:moveTo>
                  <a:pt x="2162175" y="4586288"/>
                </a:moveTo>
                <a:cubicBezTo>
                  <a:pt x="2162175" y="4594178"/>
                  <a:pt x="2155778" y="4600575"/>
                  <a:pt x="2147888" y="4600575"/>
                </a:cubicBezTo>
                <a:cubicBezTo>
                  <a:pt x="2139997" y="4600575"/>
                  <a:pt x="2133600" y="4594178"/>
                  <a:pt x="2133600" y="4586288"/>
                </a:cubicBezTo>
                <a:cubicBezTo>
                  <a:pt x="2133600" y="4578397"/>
                  <a:pt x="2139997" y="4572000"/>
                  <a:pt x="2147888" y="4572000"/>
                </a:cubicBezTo>
                <a:cubicBezTo>
                  <a:pt x="2155778" y="4572000"/>
                  <a:pt x="2162175" y="4578397"/>
                  <a:pt x="2162175" y="4586288"/>
                </a:cubicBezTo>
                <a:close/>
                <a:moveTo>
                  <a:pt x="2162175" y="4738688"/>
                </a:moveTo>
                <a:cubicBezTo>
                  <a:pt x="2162175" y="4746578"/>
                  <a:pt x="2155778" y="4752975"/>
                  <a:pt x="2147888" y="4752975"/>
                </a:cubicBezTo>
                <a:cubicBezTo>
                  <a:pt x="2139997" y="4752975"/>
                  <a:pt x="2133600" y="4746578"/>
                  <a:pt x="2133600" y="4738688"/>
                </a:cubicBezTo>
                <a:cubicBezTo>
                  <a:pt x="2133600" y="4730797"/>
                  <a:pt x="2139997" y="4724400"/>
                  <a:pt x="2147888" y="4724400"/>
                </a:cubicBezTo>
                <a:cubicBezTo>
                  <a:pt x="2155778" y="4724400"/>
                  <a:pt x="2162175" y="4730797"/>
                  <a:pt x="2162175" y="4738688"/>
                </a:cubicBezTo>
                <a:close/>
                <a:moveTo>
                  <a:pt x="2314575" y="14288"/>
                </a:moveTo>
                <a:cubicBezTo>
                  <a:pt x="2314575" y="22178"/>
                  <a:pt x="2308178" y="28575"/>
                  <a:pt x="2300288" y="28575"/>
                </a:cubicBezTo>
                <a:cubicBezTo>
                  <a:pt x="2292397" y="28575"/>
                  <a:pt x="2286000" y="22178"/>
                  <a:pt x="2286000" y="14288"/>
                </a:cubicBezTo>
                <a:cubicBezTo>
                  <a:pt x="2286000" y="6397"/>
                  <a:pt x="2292397" y="0"/>
                  <a:pt x="2300288" y="0"/>
                </a:cubicBezTo>
                <a:cubicBezTo>
                  <a:pt x="2308178" y="0"/>
                  <a:pt x="2314575" y="6397"/>
                  <a:pt x="2314575" y="14288"/>
                </a:cubicBezTo>
                <a:close/>
                <a:moveTo>
                  <a:pt x="2314575" y="166688"/>
                </a:moveTo>
                <a:cubicBezTo>
                  <a:pt x="2314575" y="174578"/>
                  <a:pt x="2308178" y="180975"/>
                  <a:pt x="2300288" y="180975"/>
                </a:cubicBezTo>
                <a:cubicBezTo>
                  <a:pt x="2292397" y="180975"/>
                  <a:pt x="2286000" y="174578"/>
                  <a:pt x="2286000" y="166688"/>
                </a:cubicBezTo>
                <a:cubicBezTo>
                  <a:pt x="2286000" y="158797"/>
                  <a:pt x="2292397" y="152400"/>
                  <a:pt x="2300288" y="152400"/>
                </a:cubicBezTo>
                <a:cubicBezTo>
                  <a:pt x="2308178" y="152400"/>
                  <a:pt x="2314575" y="158797"/>
                  <a:pt x="2314575" y="166688"/>
                </a:cubicBezTo>
                <a:close/>
                <a:moveTo>
                  <a:pt x="2314575" y="319088"/>
                </a:moveTo>
                <a:cubicBezTo>
                  <a:pt x="2314575" y="326978"/>
                  <a:pt x="2308178" y="333375"/>
                  <a:pt x="2300288" y="333375"/>
                </a:cubicBezTo>
                <a:cubicBezTo>
                  <a:pt x="2292397" y="333375"/>
                  <a:pt x="2286000" y="326978"/>
                  <a:pt x="2286000" y="319088"/>
                </a:cubicBezTo>
                <a:cubicBezTo>
                  <a:pt x="2286000" y="311197"/>
                  <a:pt x="2292397" y="304800"/>
                  <a:pt x="2300288" y="304800"/>
                </a:cubicBezTo>
                <a:cubicBezTo>
                  <a:pt x="2308178" y="304800"/>
                  <a:pt x="2314575" y="311197"/>
                  <a:pt x="2314575" y="319088"/>
                </a:cubicBezTo>
                <a:close/>
                <a:moveTo>
                  <a:pt x="2314575" y="471488"/>
                </a:moveTo>
                <a:cubicBezTo>
                  <a:pt x="2314575" y="479378"/>
                  <a:pt x="2308178" y="485775"/>
                  <a:pt x="2300288" y="485775"/>
                </a:cubicBezTo>
                <a:cubicBezTo>
                  <a:pt x="2292397" y="485775"/>
                  <a:pt x="2286000" y="479378"/>
                  <a:pt x="2286000" y="471488"/>
                </a:cubicBezTo>
                <a:cubicBezTo>
                  <a:pt x="2286000" y="463597"/>
                  <a:pt x="2292397" y="457200"/>
                  <a:pt x="2300288" y="457200"/>
                </a:cubicBezTo>
                <a:cubicBezTo>
                  <a:pt x="2308178" y="457200"/>
                  <a:pt x="2314575" y="463597"/>
                  <a:pt x="2314575" y="471488"/>
                </a:cubicBezTo>
                <a:close/>
                <a:moveTo>
                  <a:pt x="2314575" y="623888"/>
                </a:moveTo>
                <a:cubicBezTo>
                  <a:pt x="2314575" y="631778"/>
                  <a:pt x="2308178" y="638175"/>
                  <a:pt x="2300288" y="638175"/>
                </a:cubicBezTo>
                <a:cubicBezTo>
                  <a:pt x="2292397" y="638175"/>
                  <a:pt x="2286000" y="631778"/>
                  <a:pt x="2286000" y="623888"/>
                </a:cubicBezTo>
                <a:cubicBezTo>
                  <a:pt x="2286000" y="615997"/>
                  <a:pt x="2292397" y="609600"/>
                  <a:pt x="2300288" y="609600"/>
                </a:cubicBezTo>
                <a:cubicBezTo>
                  <a:pt x="2308178" y="609600"/>
                  <a:pt x="2314575" y="615997"/>
                  <a:pt x="2314575" y="623888"/>
                </a:cubicBezTo>
                <a:close/>
                <a:moveTo>
                  <a:pt x="2314575" y="776288"/>
                </a:moveTo>
                <a:cubicBezTo>
                  <a:pt x="2314575" y="784178"/>
                  <a:pt x="2308178" y="790575"/>
                  <a:pt x="2300288" y="790575"/>
                </a:cubicBezTo>
                <a:cubicBezTo>
                  <a:pt x="2292397" y="790575"/>
                  <a:pt x="2286000" y="784178"/>
                  <a:pt x="2286000" y="776288"/>
                </a:cubicBezTo>
                <a:cubicBezTo>
                  <a:pt x="2286000" y="768397"/>
                  <a:pt x="2292397" y="762000"/>
                  <a:pt x="2300288" y="762000"/>
                </a:cubicBezTo>
                <a:cubicBezTo>
                  <a:pt x="2308178" y="762000"/>
                  <a:pt x="2314575" y="768397"/>
                  <a:pt x="2314575" y="776288"/>
                </a:cubicBezTo>
                <a:close/>
                <a:moveTo>
                  <a:pt x="2314575" y="928688"/>
                </a:moveTo>
                <a:cubicBezTo>
                  <a:pt x="2314575" y="936578"/>
                  <a:pt x="2308178" y="942975"/>
                  <a:pt x="2300288" y="942975"/>
                </a:cubicBezTo>
                <a:cubicBezTo>
                  <a:pt x="2292397" y="942975"/>
                  <a:pt x="2286000" y="936578"/>
                  <a:pt x="2286000" y="928688"/>
                </a:cubicBezTo>
                <a:cubicBezTo>
                  <a:pt x="2286000" y="920797"/>
                  <a:pt x="2292397" y="914400"/>
                  <a:pt x="2300288" y="914400"/>
                </a:cubicBezTo>
                <a:cubicBezTo>
                  <a:pt x="2308178" y="914400"/>
                  <a:pt x="2314575" y="920797"/>
                  <a:pt x="2314575" y="928688"/>
                </a:cubicBezTo>
                <a:close/>
                <a:moveTo>
                  <a:pt x="2314575" y="1081088"/>
                </a:moveTo>
                <a:cubicBezTo>
                  <a:pt x="2314575" y="1088978"/>
                  <a:pt x="2308178" y="1095375"/>
                  <a:pt x="2300288" y="1095375"/>
                </a:cubicBezTo>
                <a:cubicBezTo>
                  <a:pt x="2292397" y="1095375"/>
                  <a:pt x="2286000" y="1088978"/>
                  <a:pt x="2286000" y="1081088"/>
                </a:cubicBezTo>
                <a:cubicBezTo>
                  <a:pt x="2286000" y="1073197"/>
                  <a:pt x="2292397" y="1066800"/>
                  <a:pt x="2300288" y="1066800"/>
                </a:cubicBezTo>
                <a:cubicBezTo>
                  <a:pt x="2308178" y="1066800"/>
                  <a:pt x="2314575" y="1073197"/>
                  <a:pt x="2314575" y="1081088"/>
                </a:cubicBezTo>
                <a:close/>
                <a:moveTo>
                  <a:pt x="2314575" y="1233488"/>
                </a:moveTo>
                <a:cubicBezTo>
                  <a:pt x="2314575" y="1241378"/>
                  <a:pt x="2308178" y="1247775"/>
                  <a:pt x="2300288" y="1247775"/>
                </a:cubicBezTo>
                <a:cubicBezTo>
                  <a:pt x="2292397" y="1247775"/>
                  <a:pt x="2286000" y="1241378"/>
                  <a:pt x="2286000" y="1233488"/>
                </a:cubicBezTo>
                <a:cubicBezTo>
                  <a:pt x="2286000" y="1225597"/>
                  <a:pt x="2292397" y="1219200"/>
                  <a:pt x="2300288" y="1219200"/>
                </a:cubicBezTo>
                <a:cubicBezTo>
                  <a:pt x="2308178" y="1219200"/>
                  <a:pt x="2314575" y="1225597"/>
                  <a:pt x="2314575" y="1233488"/>
                </a:cubicBezTo>
                <a:close/>
                <a:moveTo>
                  <a:pt x="2314575" y="1385888"/>
                </a:moveTo>
                <a:cubicBezTo>
                  <a:pt x="2314575" y="1393778"/>
                  <a:pt x="2308178" y="1400175"/>
                  <a:pt x="2300288" y="1400175"/>
                </a:cubicBezTo>
                <a:cubicBezTo>
                  <a:pt x="2292397" y="1400175"/>
                  <a:pt x="2286000" y="1393778"/>
                  <a:pt x="2286000" y="1385888"/>
                </a:cubicBezTo>
                <a:cubicBezTo>
                  <a:pt x="2286000" y="1377997"/>
                  <a:pt x="2292397" y="1371600"/>
                  <a:pt x="2300288" y="1371600"/>
                </a:cubicBezTo>
                <a:cubicBezTo>
                  <a:pt x="2308178" y="1371600"/>
                  <a:pt x="2314575" y="1377997"/>
                  <a:pt x="2314575" y="1385888"/>
                </a:cubicBezTo>
                <a:close/>
                <a:moveTo>
                  <a:pt x="2314575" y="1538288"/>
                </a:moveTo>
                <a:cubicBezTo>
                  <a:pt x="2314575" y="1546178"/>
                  <a:pt x="2308178" y="1552575"/>
                  <a:pt x="2300288" y="1552575"/>
                </a:cubicBezTo>
                <a:cubicBezTo>
                  <a:pt x="2292397" y="1552575"/>
                  <a:pt x="2286000" y="1546178"/>
                  <a:pt x="2286000" y="1538288"/>
                </a:cubicBezTo>
                <a:cubicBezTo>
                  <a:pt x="2286000" y="1530397"/>
                  <a:pt x="2292397" y="1524000"/>
                  <a:pt x="2300288" y="1524000"/>
                </a:cubicBezTo>
                <a:cubicBezTo>
                  <a:pt x="2308178" y="1524000"/>
                  <a:pt x="2314575" y="1530397"/>
                  <a:pt x="2314575" y="1538288"/>
                </a:cubicBezTo>
                <a:close/>
                <a:moveTo>
                  <a:pt x="2314575" y="1690688"/>
                </a:moveTo>
                <a:cubicBezTo>
                  <a:pt x="2314575" y="1698578"/>
                  <a:pt x="2308178" y="1704975"/>
                  <a:pt x="2300288" y="1704975"/>
                </a:cubicBezTo>
                <a:cubicBezTo>
                  <a:pt x="2292397" y="1704975"/>
                  <a:pt x="2286000" y="1698578"/>
                  <a:pt x="2286000" y="1690688"/>
                </a:cubicBezTo>
                <a:cubicBezTo>
                  <a:pt x="2286000" y="1682797"/>
                  <a:pt x="2292397" y="1676400"/>
                  <a:pt x="2300288" y="1676400"/>
                </a:cubicBezTo>
                <a:cubicBezTo>
                  <a:pt x="2308178" y="1676400"/>
                  <a:pt x="2314575" y="1682797"/>
                  <a:pt x="2314575" y="1690688"/>
                </a:cubicBezTo>
                <a:close/>
                <a:moveTo>
                  <a:pt x="2314575" y="1843088"/>
                </a:moveTo>
                <a:cubicBezTo>
                  <a:pt x="2314575" y="1850978"/>
                  <a:pt x="2308178" y="1857375"/>
                  <a:pt x="2300288" y="1857375"/>
                </a:cubicBezTo>
                <a:cubicBezTo>
                  <a:pt x="2292397" y="1857375"/>
                  <a:pt x="2286000" y="1850978"/>
                  <a:pt x="2286000" y="1843088"/>
                </a:cubicBezTo>
                <a:cubicBezTo>
                  <a:pt x="2286000" y="1835197"/>
                  <a:pt x="2292397" y="1828800"/>
                  <a:pt x="2300288" y="1828800"/>
                </a:cubicBezTo>
                <a:cubicBezTo>
                  <a:pt x="2308178" y="1828800"/>
                  <a:pt x="2314575" y="1835197"/>
                  <a:pt x="2314575" y="1843088"/>
                </a:cubicBezTo>
                <a:close/>
                <a:moveTo>
                  <a:pt x="2314575" y="1995488"/>
                </a:moveTo>
                <a:cubicBezTo>
                  <a:pt x="2314575" y="2003378"/>
                  <a:pt x="2308178" y="2009775"/>
                  <a:pt x="2300288" y="2009775"/>
                </a:cubicBezTo>
                <a:cubicBezTo>
                  <a:pt x="2292397" y="2009775"/>
                  <a:pt x="2286000" y="2003378"/>
                  <a:pt x="2286000" y="1995488"/>
                </a:cubicBezTo>
                <a:cubicBezTo>
                  <a:pt x="2286000" y="1987597"/>
                  <a:pt x="2292397" y="1981200"/>
                  <a:pt x="2300288" y="1981200"/>
                </a:cubicBezTo>
                <a:cubicBezTo>
                  <a:pt x="2308178" y="1981200"/>
                  <a:pt x="2314575" y="1987597"/>
                  <a:pt x="2314575" y="1995488"/>
                </a:cubicBezTo>
                <a:close/>
                <a:moveTo>
                  <a:pt x="2314575" y="2147888"/>
                </a:moveTo>
                <a:cubicBezTo>
                  <a:pt x="2314575" y="2155778"/>
                  <a:pt x="2308178" y="2162175"/>
                  <a:pt x="2300288" y="2162175"/>
                </a:cubicBezTo>
                <a:cubicBezTo>
                  <a:pt x="2292397" y="2162175"/>
                  <a:pt x="2286000" y="2155778"/>
                  <a:pt x="2286000" y="2147888"/>
                </a:cubicBezTo>
                <a:cubicBezTo>
                  <a:pt x="2286000" y="2139997"/>
                  <a:pt x="2292397" y="2133600"/>
                  <a:pt x="2300288" y="2133600"/>
                </a:cubicBezTo>
                <a:cubicBezTo>
                  <a:pt x="2308178" y="2133600"/>
                  <a:pt x="2314575" y="2139997"/>
                  <a:pt x="2314575" y="2147888"/>
                </a:cubicBezTo>
                <a:close/>
                <a:moveTo>
                  <a:pt x="2314575" y="2300288"/>
                </a:moveTo>
                <a:cubicBezTo>
                  <a:pt x="2314575" y="2308178"/>
                  <a:pt x="2308178" y="2314575"/>
                  <a:pt x="2300288" y="2314575"/>
                </a:cubicBezTo>
                <a:cubicBezTo>
                  <a:pt x="2292397" y="2314575"/>
                  <a:pt x="2286000" y="2308178"/>
                  <a:pt x="2286000" y="2300288"/>
                </a:cubicBezTo>
                <a:cubicBezTo>
                  <a:pt x="2286000" y="2292397"/>
                  <a:pt x="2292397" y="2286000"/>
                  <a:pt x="2300288" y="2286000"/>
                </a:cubicBezTo>
                <a:cubicBezTo>
                  <a:pt x="2308178" y="2286000"/>
                  <a:pt x="2314575" y="2292397"/>
                  <a:pt x="2314575" y="2300288"/>
                </a:cubicBezTo>
                <a:close/>
                <a:moveTo>
                  <a:pt x="2314575" y="2452688"/>
                </a:moveTo>
                <a:cubicBezTo>
                  <a:pt x="2314575" y="2460578"/>
                  <a:pt x="2308178" y="2466975"/>
                  <a:pt x="2300288" y="2466975"/>
                </a:cubicBezTo>
                <a:cubicBezTo>
                  <a:pt x="2292397" y="2466975"/>
                  <a:pt x="2286000" y="2460578"/>
                  <a:pt x="2286000" y="2452688"/>
                </a:cubicBezTo>
                <a:cubicBezTo>
                  <a:pt x="2286000" y="2444797"/>
                  <a:pt x="2292397" y="2438400"/>
                  <a:pt x="2300288" y="2438400"/>
                </a:cubicBezTo>
                <a:cubicBezTo>
                  <a:pt x="2308178" y="2438400"/>
                  <a:pt x="2314575" y="2444797"/>
                  <a:pt x="2314575" y="2452688"/>
                </a:cubicBezTo>
                <a:close/>
                <a:moveTo>
                  <a:pt x="2314575" y="2605088"/>
                </a:moveTo>
                <a:cubicBezTo>
                  <a:pt x="2314575" y="2612978"/>
                  <a:pt x="2308178" y="2619375"/>
                  <a:pt x="2300288" y="2619375"/>
                </a:cubicBezTo>
                <a:cubicBezTo>
                  <a:pt x="2292397" y="2619375"/>
                  <a:pt x="2286000" y="2612978"/>
                  <a:pt x="2286000" y="2605088"/>
                </a:cubicBezTo>
                <a:cubicBezTo>
                  <a:pt x="2286000" y="2597197"/>
                  <a:pt x="2292397" y="2590800"/>
                  <a:pt x="2300288" y="2590800"/>
                </a:cubicBezTo>
                <a:cubicBezTo>
                  <a:pt x="2308178" y="2590800"/>
                  <a:pt x="2314575" y="2597197"/>
                  <a:pt x="2314575" y="2605088"/>
                </a:cubicBezTo>
                <a:close/>
                <a:moveTo>
                  <a:pt x="2314575" y="2757488"/>
                </a:moveTo>
                <a:cubicBezTo>
                  <a:pt x="2314575" y="2765378"/>
                  <a:pt x="2308178" y="2771775"/>
                  <a:pt x="2300288" y="2771775"/>
                </a:cubicBezTo>
                <a:cubicBezTo>
                  <a:pt x="2292397" y="2771775"/>
                  <a:pt x="2286000" y="2765378"/>
                  <a:pt x="2286000" y="2757488"/>
                </a:cubicBezTo>
                <a:cubicBezTo>
                  <a:pt x="2286000" y="2749597"/>
                  <a:pt x="2292397" y="2743200"/>
                  <a:pt x="2300288" y="2743200"/>
                </a:cubicBezTo>
                <a:cubicBezTo>
                  <a:pt x="2308178" y="2743200"/>
                  <a:pt x="2314575" y="2749597"/>
                  <a:pt x="2314575" y="2757488"/>
                </a:cubicBezTo>
                <a:close/>
                <a:moveTo>
                  <a:pt x="2314575" y="2909888"/>
                </a:moveTo>
                <a:cubicBezTo>
                  <a:pt x="2314575" y="2917778"/>
                  <a:pt x="2308178" y="2924175"/>
                  <a:pt x="2300288" y="2924175"/>
                </a:cubicBezTo>
                <a:cubicBezTo>
                  <a:pt x="2292397" y="2924175"/>
                  <a:pt x="2286000" y="2917778"/>
                  <a:pt x="2286000" y="2909888"/>
                </a:cubicBezTo>
                <a:cubicBezTo>
                  <a:pt x="2286000" y="2901997"/>
                  <a:pt x="2292397" y="2895600"/>
                  <a:pt x="2300288" y="2895600"/>
                </a:cubicBezTo>
                <a:cubicBezTo>
                  <a:pt x="2308178" y="2895600"/>
                  <a:pt x="2314575" y="2901997"/>
                  <a:pt x="2314575" y="2909888"/>
                </a:cubicBezTo>
                <a:close/>
                <a:moveTo>
                  <a:pt x="2314575" y="3062288"/>
                </a:moveTo>
                <a:cubicBezTo>
                  <a:pt x="2314575" y="3070178"/>
                  <a:pt x="2308178" y="3076575"/>
                  <a:pt x="2300288" y="3076575"/>
                </a:cubicBezTo>
                <a:cubicBezTo>
                  <a:pt x="2292397" y="3076575"/>
                  <a:pt x="2286000" y="3070178"/>
                  <a:pt x="2286000" y="3062288"/>
                </a:cubicBezTo>
                <a:cubicBezTo>
                  <a:pt x="2286000" y="3054397"/>
                  <a:pt x="2292397" y="3048000"/>
                  <a:pt x="2300288" y="3048000"/>
                </a:cubicBezTo>
                <a:cubicBezTo>
                  <a:pt x="2308178" y="3048000"/>
                  <a:pt x="2314575" y="3054397"/>
                  <a:pt x="2314575" y="3062288"/>
                </a:cubicBezTo>
                <a:close/>
                <a:moveTo>
                  <a:pt x="2314575" y="3214688"/>
                </a:moveTo>
                <a:cubicBezTo>
                  <a:pt x="2314575" y="3222578"/>
                  <a:pt x="2308178" y="3228975"/>
                  <a:pt x="2300288" y="3228975"/>
                </a:cubicBezTo>
                <a:cubicBezTo>
                  <a:pt x="2292397" y="3228975"/>
                  <a:pt x="2286000" y="3222578"/>
                  <a:pt x="2286000" y="3214688"/>
                </a:cubicBezTo>
                <a:cubicBezTo>
                  <a:pt x="2286000" y="3206797"/>
                  <a:pt x="2292397" y="3200400"/>
                  <a:pt x="2300288" y="3200400"/>
                </a:cubicBezTo>
                <a:cubicBezTo>
                  <a:pt x="2308178" y="3200400"/>
                  <a:pt x="2314575" y="3206797"/>
                  <a:pt x="2314575" y="3214688"/>
                </a:cubicBezTo>
                <a:close/>
                <a:moveTo>
                  <a:pt x="2314575" y="3367088"/>
                </a:moveTo>
                <a:cubicBezTo>
                  <a:pt x="2314575" y="3374978"/>
                  <a:pt x="2308178" y="3381375"/>
                  <a:pt x="2300288" y="3381375"/>
                </a:cubicBezTo>
                <a:cubicBezTo>
                  <a:pt x="2292397" y="3381375"/>
                  <a:pt x="2286000" y="3374978"/>
                  <a:pt x="2286000" y="3367088"/>
                </a:cubicBezTo>
                <a:cubicBezTo>
                  <a:pt x="2286000" y="3359197"/>
                  <a:pt x="2292397" y="3352800"/>
                  <a:pt x="2300288" y="3352800"/>
                </a:cubicBezTo>
                <a:cubicBezTo>
                  <a:pt x="2308178" y="3352800"/>
                  <a:pt x="2314575" y="3359197"/>
                  <a:pt x="2314575" y="3367088"/>
                </a:cubicBezTo>
                <a:close/>
                <a:moveTo>
                  <a:pt x="2314575" y="3519488"/>
                </a:moveTo>
                <a:cubicBezTo>
                  <a:pt x="2314575" y="3527378"/>
                  <a:pt x="2308178" y="3533775"/>
                  <a:pt x="2300288" y="3533775"/>
                </a:cubicBezTo>
                <a:cubicBezTo>
                  <a:pt x="2292397" y="3533775"/>
                  <a:pt x="2286000" y="3527378"/>
                  <a:pt x="2286000" y="3519488"/>
                </a:cubicBezTo>
                <a:cubicBezTo>
                  <a:pt x="2286000" y="3511597"/>
                  <a:pt x="2292397" y="3505200"/>
                  <a:pt x="2300288" y="3505200"/>
                </a:cubicBezTo>
                <a:cubicBezTo>
                  <a:pt x="2308178" y="3505200"/>
                  <a:pt x="2314575" y="3511597"/>
                  <a:pt x="2314575" y="3519488"/>
                </a:cubicBezTo>
                <a:close/>
                <a:moveTo>
                  <a:pt x="2314575" y="3671888"/>
                </a:moveTo>
                <a:cubicBezTo>
                  <a:pt x="2314575" y="3679778"/>
                  <a:pt x="2308178" y="3686175"/>
                  <a:pt x="2300288" y="3686175"/>
                </a:cubicBezTo>
                <a:cubicBezTo>
                  <a:pt x="2292397" y="3686175"/>
                  <a:pt x="2286000" y="3679778"/>
                  <a:pt x="2286000" y="3671888"/>
                </a:cubicBezTo>
                <a:cubicBezTo>
                  <a:pt x="2286000" y="3663997"/>
                  <a:pt x="2292397" y="3657600"/>
                  <a:pt x="2300288" y="3657600"/>
                </a:cubicBezTo>
                <a:cubicBezTo>
                  <a:pt x="2308178" y="3657600"/>
                  <a:pt x="2314575" y="3663997"/>
                  <a:pt x="2314575" y="3671888"/>
                </a:cubicBezTo>
                <a:close/>
                <a:moveTo>
                  <a:pt x="2314575" y="3824288"/>
                </a:moveTo>
                <a:cubicBezTo>
                  <a:pt x="2314575" y="3832178"/>
                  <a:pt x="2308178" y="3838575"/>
                  <a:pt x="2300288" y="3838575"/>
                </a:cubicBezTo>
                <a:cubicBezTo>
                  <a:pt x="2292397" y="3838575"/>
                  <a:pt x="2286000" y="3832178"/>
                  <a:pt x="2286000" y="3824288"/>
                </a:cubicBezTo>
                <a:cubicBezTo>
                  <a:pt x="2286000" y="3816397"/>
                  <a:pt x="2292397" y="3810000"/>
                  <a:pt x="2300288" y="3810000"/>
                </a:cubicBezTo>
                <a:cubicBezTo>
                  <a:pt x="2308178" y="3810000"/>
                  <a:pt x="2314575" y="3816397"/>
                  <a:pt x="2314575" y="3824288"/>
                </a:cubicBezTo>
                <a:close/>
                <a:moveTo>
                  <a:pt x="2314575" y="3976688"/>
                </a:moveTo>
                <a:cubicBezTo>
                  <a:pt x="2314575" y="3984578"/>
                  <a:pt x="2308178" y="3990975"/>
                  <a:pt x="2300288" y="3990975"/>
                </a:cubicBezTo>
                <a:cubicBezTo>
                  <a:pt x="2292397" y="3990975"/>
                  <a:pt x="2286000" y="3984578"/>
                  <a:pt x="2286000" y="3976688"/>
                </a:cubicBezTo>
                <a:cubicBezTo>
                  <a:pt x="2286000" y="3968797"/>
                  <a:pt x="2292397" y="3962400"/>
                  <a:pt x="2300288" y="3962400"/>
                </a:cubicBezTo>
                <a:cubicBezTo>
                  <a:pt x="2308178" y="3962400"/>
                  <a:pt x="2314575" y="3968797"/>
                  <a:pt x="2314575" y="3976688"/>
                </a:cubicBezTo>
                <a:close/>
                <a:moveTo>
                  <a:pt x="2314575" y="4129088"/>
                </a:moveTo>
                <a:cubicBezTo>
                  <a:pt x="2314575" y="4136978"/>
                  <a:pt x="2308178" y="4143375"/>
                  <a:pt x="2300288" y="4143375"/>
                </a:cubicBezTo>
                <a:cubicBezTo>
                  <a:pt x="2292397" y="4143375"/>
                  <a:pt x="2286000" y="4136978"/>
                  <a:pt x="2286000" y="4129088"/>
                </a:cubicBezTo>
                <a:cubicBezTo>
                  <a:pt x="2286000" y="4121197"/>
                  <a:pt x="2292397" y="4114800"/>
                  <a:pt x="2300288" y="4114800"/>
                </a:cubicBezTo>
                <a:cubicBezTo>
                  <a:pt x="2308178" y="4114800"/>
                  <a:pt x="2314575" y="4121197"/>
                  <a:pt x="2314575" y="4129088"/>
                </a:cubicBezTo>
                <a:close/>
                <a:moveTo>
                  <a:pt x="2314575" y="4281488"/>
                </a:moveTo>
                <a:cubicBezTo>
                  <a:pt x="2314575" y="4289378"/>
                  <a:pt x="2308178" y="4295775"/>
                  <a:pt x="2300288" y="4295775"/>
                </a:cubicBezTo>
                <a:cubicBezTo>
                  <a:pt x="2292397" y="4295775"/>
                  <a:pt x="2286000" y="4289378"/>
                  <a:pt x="2286000" y="4281488"/>
                </a:cubicBezTo>
                <a:cubicBezTo>
                  <a:pt x="2286000" y="4273597"/>
                  <a:pt x="2292397" y="4267200"/>
                  <a:pt x="2300288" y="4267200"/>
                </a:cubicBezTo>
                <a:cubicBezTo>
                  <a:pt x="2308178" y="4267200"/>
                  <a:pt x="2314575" y="4273597"/>
                  <a:pt x="2314575" y="4281488"/>
                </a:cubicBezTo>
                <a:close/>
                <a:moveTo>
                  <a:pt x="2314575" y="4433888"/>
                </a:moveTo>
                <a:cubicBezTo>
                  <a:pt x="2314575" y="4441778"/>
                  <a:pt x="2308178" y="4448175"/>
                  <a:pt x="2300288" y="4448175"/>
                </a:cubicBezTo>
                <a:cubicBezTo>
                  <a:pt x="2292397" y="4448175"/>
                  <a:pt x="2286000" y="4441778"/>
                  <a:pt x="2286000" y="4433888"/>
                </a:cubicBezTo>
                <a:cubicBezTo>
                  <a:pt x="2286000" y="4425997"/>
                  <a:pt x="2292397" y="4419600"/>
                  <a:pt x="2300288" y="4419600"/>
                </a:cubicBezTo>
                <a:cubicBezTo>
                  <a:pt x="2308178" y="4419600"/>
                  <a:pt x="2314575" y="4425997"/>
                  <a:pt x="2314575" y="4433888"/>
                </a:cubicBezTo>
                <a:close/>
                <a:moveTo>
                  <a:pt x="2314575" y="4586288"/>
                </a:moveTo>
                <a:cubicBezTo>
                  <a:pt x="2314575" y="4594178"/>
                  <a:pt x="2308178" y="4600575"/>
                  <a:pt x="2300288" y="4600575"/>
                </a:cubicBezTo>
                <a:cubicBezTo>
                  <a:pt x="2292397" y="4600575"/>
                  <a:pt x="2286000" y="4594178"/>
                  <a:pt x="2286000" y="4586288"/>
                </a:cubicBezTo>
                <a:cubicBezTo>
                  <a:pt x="2286000" y="4578397"/>
                  <a:pt x="2292397" y="4572000"/>
                  <a:pt x="2300288" y="4572000"/>
                </a:cubicBezTo>
                <a:cubicBezTo>
                  <a:pt x="2308178" y="4572000"/>
                  <a:pt x="2314575" y="4578397"/>
                  <a:pt x="2314575" y="4586288"/>
                </a:cubicBezTo>
                <a:close/>
                <a:moveTo>
                  <a:pt x="2314575" y="4738688"/>
                </a:moveTo>
                <a:cubicBezTo>
                  <a:pt x="2314575" y="4746578"/>
                  <a:pt x="2308178" y="4752975"/>
                  <a:pt x="2300288" y="4752975"/>
                </a:cubicBezTo>
                <a:cubicBezTo>
                  <a:pt x="2292397" y="4752975"/>
                  <a:pt x="2286000" y="4746578"/>
                  <a:pt x="2286000" y="4738688"/>
                </a:cubicBezTo>
                <a:cubicBezTo>
                  <a:pt x="2286000" y="4730797"/>
                  <a:pt x="2292397" y="4724400"/>
                  <a:pt x="2300288" y="4724400"/>
                </a:cubicBezTo>
                <a:cubicBezTo>
                  <a:pt x="2308178" y="4724400"/>
                  <a:pt x="2314575" y="4730797"/>
                  <a:pt x="2314575" y="4738688"/>
                </a:cubicBezTo>
                <a:close/>
                <a:moveTo>
                  <a:pt x="2466975" y="14288"/>
                </a:moveTo>
                <a:cubicBezTo>
                  <a:pt x="2466975" y="22178"/>
                  <a:pt x="2460578" y="28575"/>
                  <a:pt x="2452688" y="28575"/>
                </a:cubicBezTo>
                <a:cubicBezTo>
                  <a:pt x="2444797" y="28575"/>
                  <a:pt x="2438400" y="22178"/>
                  <a:pt x="2438400" y="14288"/>
                </a:cubicBezTo>
                <a:cubicBezTo>
                  <a:pt x="2438400" y="6397"/>
                  <a:pt x="2444797" y="0"/>
                  <a:pt x="2452688" y="0"/>
                </a:cubicBezTo>
                <a:cubicBezTo>
                  <a:pt x="2460578" y="0"/>
                  <a:pt x="2466975" y="6397"/>
                  <a:pt x="2466975" y="14288"/>
                </a:cubicBezTo>
                <a:close/>
                <a:moveTo>
                  <a:pt x="2466975" y="166688"/>
                </a:moveTo>
                <a:cubicBezTo>
                  <a:pt x="2466975" y="174578"/>
                  <a:pt x="2460578" y="180975"/>
                  <a:pt x="2452688" y="180975"/>
                </a:cubicBezTo>
                <a:cubicBezTo>
                  <a:pt x="2444797" y="180975"/>
                  <a:pt x="2438400" y="174578"/>
                  <a:pt x="2438400" y="166688"/>
                </a:cubicBezTo>
                <a:cubicBezTo>
                  <a:pt x="2438400" y="158797"/>
                  <a:pt x="2444797" y="152400"/>
                  <a:pt x="2452688" y="152400"/>
                </a:cubicBezTo>
                <a:cubicBezTo>
                  <a:pt x="2460578" y="152400"/>
                  <a:pt x="2466975" y="158797"/>
                  <a:pt x="2466975" y="166688"/>
                </a:cubicBezTo>
                <a:close/>
                <a:moveTo>
                  <a:pt x="2466975" y="319088"/>
                </a:moveTo>
                <a:cubicBezTo>
                  <a:pt x="2466975" y="326978"/>
                  <a:pt x="2460578" y="333375"/>
                  <a:pt x="2452688" y="333375"/>
                </a:cubicBezTo>
                <a:cubicBezTo>
                  <a:pt x="2444797" y="333375"/>
                  <a:pt x="2438400" y="326978"/>
                  <a:pt x="2438400" y="319088"/>
                </a:cubicBezTo>
                <a:cubicBezTo>
                  <a:pt x="2438400" y="311197"/>
                  <a:pt x="2444797" y="304800"/>
                  <a:pt x="2452688" y="304800"/>
                </a:cubicBezTo>
                <a:cubicBezTo>
                  <a:pt x="2460578" y="304800"/>
                  <a:pt x="2466975" y="311197"/>
                  <a:pt x="2466975" y="319088"/>
                </a:cubicBezTo>
                <a:close/>
                <a:moveTo>
                  <a:pt x="2466975" y="471488"/>
                </a:moveTo>
                <a:cubicBezTo>
                  <a:pt x="2466975" y="479378"/>
                  <a:pt x="2460578" y="485775"/>
                  <a:pt x="2452688" y="485775"/>
                </a:cubicBezTo>
                <a:cubicBezTo>
                  <a:pt x="2444797" y="485775"/>
                  <a:pt x="2438400" y="479378"/>
                  <a:pt x="2438400" y="471488"/>
                </a:cubicBezTo>
                <a:cubicBezTo>
                  <a:pt x="2438400" y="463597"/>
                  <a:pt x="2444797" y="457200"/>
                  <a:pt x="2452688" y="457200"/>
                </a:cubicBezTo>
                <a:cubicBezTo>
                  <a:pt x="2460578" y="457200"/>
                  <a:pt x="2466975" y="463597"/>
                  <a:pt x="2466975" y="471488"/>
                </a:cubicBezTo>
                <a:close/>
                <a:moveTo>
                  <a:pt x="2466975" y="623888"/>
                </a:moveTo>
                <a:cubicBezTo>
                  <a:pt x="2466975" y="631778"/>
                  <a:pt x="2460578" y="638175"/>
                  <a:pt x="2452688" y="638175"/>
                </a:cubicBezTo>
                <a:cubicBezTo>
                  <a:pt x="2444797" y="638175"/>
                  <a:pt x="2438400" y="631778"/>
                  <a:pt x="2438400" y="623888"/>
                </a:cubicBezTo>
                <a:cubicBezTo>
                  <a:pt x="2438400" y="615997"/>
                  <a:pt x="2444797" y="609600"/>
                  <a:pt x="2452688" y="609600"/>
                </a:cubicBezTo>
                <a:cubicBezTo>
                  <a:pt x="2460578" y="609600"/>
                  <a:pt x="2466975" y="615997"/>
                  <a:pt x="2466975" y="623888"/>
                </a:cubicBezTo>
                <a:close/>
                <a:moveTo>
                  <a:pt x="2466975" y="776288"/>
                </a:moveTo>
                <a:cubicBezTo>
                  <a:pt x="2466975" y="784178"/>
                  <a:pt x="2460578" y="790575"/>
                  <a:pt x="2452688" y="790575"/>
                </a:cubicBezTo>
                <a:cubicBezTo>
                  <a:pt x="2444797" y="790575"/>
                  <a:pt x="2438400" y="784178"/>
                  <a:pt x="2438400" y="776288"/>
                </a:cubicBezTo>
                <a:cubicBezTo>
                  <a:pt x="2438400" y="768397"/>
                  <a:pt x="2444797" y="762000"/>
                  <a:pt x="2452688" y="762000"/>
                </a:cubicBezTo>
                <a:cubicBezTo>
                  <a:pt x="2460578" y="762000"/>
                  <a:pt x="2466975" y="768397"/>
                  <a:pt x="2466975" y="776288"/>
                </a:cubicBezTo>
                <a:close/>
                <a:moveTo>
                  <a:pt x="2466975" y="928688"/>
                </a:moveTo>
                <a:cubicBezTo>
                  <a:pt x="2466975" y="936578"/>
                  <a:pt x="2460578" y="942975"/>
                  <a:pt x="2452688" y="942975"/>
                </a:cubicBezTo>
                <a:cubicBezTo>
                  <a:pt x="2444797" y="942975"/>
                  <a:pt x="2438400" y="936578"/>
                  <a:pt x="2438400" y="928688"/>
                </a:cubicBezTo>
                <a:cubicBezTo>
                  <a:pt x="2438400" y="920797"/>
                  <a:pt x="2444797" y="914400"/>
                  <a:pt x="2452688" y="914400"/>
                </a:cubicBezTo>
                <a:cubicBezTo>
                  <a:pt x="2460578" y="914400"/>
                  <a:pt x="2466975" y="920797"/>
                  <a:pt x="2466975" y="928688"/>
                </a:cubicBezTo>
                <a:close/>
                <a:moveTo>
                  <a:pt x="2466975" y="1081088"/>
                </a:moveTo>
                <a:cubicBezTo>
                  <a:pt x="2466975" y="1088978"/>
                  <a:pt x="2460578" y="1095375"/>
                  <a:pt x="2452688" y="1095375"/>
                </a:cubicBezTo>
                <a:cubicBezTo>
                  <a:pt x="2444797" y="1095375"/>
                  <a:pt x="2438400" y="1088978"/>
                  <a:pt x="2438400" y="1081088"/>
                </a:cubicBezTo>
                <a:cubicBezTo>
                  <a:pt x="2438400" y="1073197"/>
                  <a:pt x="2444797" y="1066800"/>
                  <a:pt x="2452688" y="1066800"/>
                </a:cubicBezTo>
                <a:cubicBezTo>
                  <a:pt x="2460578" y="1066800"/>
                  <a:pt x="2466975" y="1073197"/>
                  <a:pt x="2466975" y="1081088"/>
                </a:cubicBezTo>
                <a:close/>
                <a:moveTo>
                  <a:pt x="2466975" y="1233488"/>
                </a:moveTo>
                <a:cubicBezTo>
                  <a:pt x="2466975" y="1241378"/>
                  <a:pt x="2460578" y="1247775"/>
                  <a:pt x="2452688" y="1247775"/>
                </a:cubicBezTo>
                <a:cubicBezTo>
                  <a:pt x="2444797" y="1247775"/>
                  <a:pt x="2438400" y="1241378"/>
                  <a:pt x="2438400" y="1233488"/>
                </a:cubicBezTo>
                <a:cubicBezTo>
                  <a:pt x="2438400" y="1225597"/>
                  <a:pt x="2444797" y="1219200"/>
                  <a:pt x="2452688" y="1219200"/>
                </a:cubicBezTo>
                <a:cubicBezTo>
                  <a:pt x="2460578" y="1219200"/>
                  <a:pt x="2466975" y="1225597"/>
                  <a:pt x="2466975" y="1233488"/>
                </a:cubicBezTo>
                <a:close/>
                <a:moveTo>
                  <a:pt x="2466975" y="1385888"/>
                </a:moveTo>
                <a:cubicBezTo>
                  <a:pt x="2466975" y="1393778"/>
                  <a:pt x="2460578" y="1400175"/>
                  <a:pt x="2452688" y="1400175"/>
                </a:cubicBezTo>
                <a:cubicBezTo>
                  <a:pt x="2444797" y="1400175"/>
                  <a:pt x="2438400" y="1393778"/>
                  <a:pt x="2438400" y="1385888"/>
                </a:cubicBezTo>
                <a:cubicBezTo>
                  <a:pt x="2438400" y="1377997"/>
                  <a:pt x="2444797" y="1371600"/>
                  <a:pt x="2452688" y="1371600"/>
                </a:cubicBezTo>
                <a:cubicBezTo>
                  <a:pt x="2460578" y="1371600"/>
                  <a:pt x="2466975" y="1377997"/>
                  <a:pt x="2466975" y="1385888"/>
                </a:cubicBezTo>
                <a:close/>
                <a:moveTo>
                  <a:pt x="2466975" y="1538288"/>
                </a:moveTo>
                <a:cubicBezTo>
                  <a:pt x="2466975" y="1546178"/>
                  <a:pt x="2460578" y="1552575"/>
                  <a:pt x="2452688" y="1552575"/>
                </a:cubicBezTo>
                <a:cubicBezTo>
                  <a:pt x="2444797" y="1552575"/>
                  <a:pt x="2438400" y="1546178"/>
                  <a:pt x="2438400" y="1538288"/>
                </a:cubicBezTo>
                <a:cubicBezTo>
                  <a:pt x="2438400" y="1530397"/>
                  <a:pt x="2444797" y="1524000"/>
                  <a:pt x="2452688" y="1524000"/>
                </a:cubicBezTo>
                <a:cubicBezTo>
                  <a:pt x="2460578" y="1524000"/>
                  <a:pt x="2466975" y="1530397"/>
                  <a:pt x="2466975" y="1538288"/>
                </a:cubicBezTo>
                <a:close/>
                <a:moveTo>
                  <a:pt x="2466975" y="1690688"/>
                </a:moveTo>
                <a:cubicBezTo>
                  <a:pt x="2466975" y="1698578"/>
                  <a:pt x="2460578" y="1704975"/>
                  <a:pt x="2452688" y="1704975"/>
                </a:cubicBezTo>
                <a:cubicBezTo>
                  <a:pt x="2444797" y="1704975"/>
                  <a:pt x="2438400" y="1698578"/>
                  <a:pt x="2438400" y="1690688"/>
                </a:cubicBezTo>
                <a:cubicBezTo>
                  <a:pt x="2438400" y="1682797"/>
                  <a:pt x="2444797" y="1676400"/>
                  <a:pt x="2452688" y="1676400"/>
                </a:cubicBezTo>
                <a:cubicBezTo>
                  <a:pt x="2460578" y="1676400"/>
                  <a:pt x="2466975" y="1682797"/>
                  <a:pt x="2466975" y="1690688"/>
                </a:cubicBezTo>
                <a:close/>
                <a:moveTo>
                  <a:pt x="2466975" y="1843088"/>
                </a:moveTo>
                <a:cubicBezTo>
                  <a:pt x="2466975" y="1850978"/>
                  <a:pt x="2460578" y="1857375"/>
                  <a:pt x="2452688" y="1857375"/>
                </a:cubicBezTo>
                <a:cubicBezTo>
                  <a:pt x="2444797" y="1857375"/>
                  <a:pt x="2438400" y="1850978"/>
                  <a:pt x="2438400" y="1843088"/>
                </a:cubicBezTo>
                <a:cubicBezTo>
                  <a:pt x="2438400" y="1835197"/>
                  <a:pt x="2444797" y="1828800"/>
                  <a:pt x="2452688" y="1828800"/>
                </a:cubicBezTo>
                <a:cubicBezTo>
                  <a:pt x="2460578" y="1828800"/>
                  <a:pt x="2466975" y="1835197"/>
                  <a:pt x="2466975" y="1843088"/>
                </a:cubicBezTo>
                <a:close/>
                <a:moveTo>
                  <a:pt x="2466975" y="1995488"/>
                </a:moveTo>
                <a:cubicBezTo>
                  <a:pt x="2466975" y="2003378"/>
                  <a:pt x="2460578" y="2009775"/>
                  <a:pt x="2452688" y="2009775"/>
                </a:cubicBezTo>
                <a:cubicBezTo>
                  <a:pt x="2444797" y="2009775"/>
                  <a:pt x="2438400" y="2003378"/>
                  <a:pt x="2438400" y="1995488"/>
                </a:cubicBezTo>
                <a:cubicBezTo>
                  <a:pt x="2438400" y="1987597"/>
                  <a:pt x="2444797" y="1981200"/>
                  <a:pt x="2452688" y="1981200"/>
                </a:cubicBezTo>
                <a:cubicBezTo>
                  <a:pt x="2460578" y="1981200"/>
                  <a:pt x="2466975" y="1987597"/>
                  <a:pt x="2466975" y="1995488"/>
                </a:cubicBezTo>
                <a:close/>
                <a:moveTo>
                  <a:pt x="2466975" y="2147888"/>
                </a:moveTo>
                <a:cubicBezTo>
                  <a:pt x="2466975" y="2155778"/>
                  <a:pt x="2460578" y="2162175"/>
                  <a:pt x="2452688" y="2162175"/>
                </a:cubicBezTo>
                <a:cubicBezTo>
                  <a:pt x="2444797" y="2162175"/>
                  <a:pt x="2438400" y="2155778"/>
                  <a:pt x="2438400" y="2147888"/>
                </a:cubicBezTo>
                <a:cubicBezTo>
                  <a:pt x="2438400" y="2139997"/>
                  <a:pt x="2444797" y="2133600"/>
                  <a:pt x="2452688" y="2133600"/>
                </a:cubicBezTo>
                <a:cubicBezTo>
                  <a:pt x="2460578" y="2133600"/>
                  <a:pt x="2466975" y="2139997"/>
                  <a:pt x="2466975" y="2147888"/>
                </a:cubicBezTo>
                <a:close/>
                <a:moveTo>
                  <a:pt x="2466975" y="2300288"/>
                </a:moveTo>
                <a:cubicBezTo>
                  <a:pt x="2466975" y="2308178"/>
                  <a:pt x="2460578" y="2314575"/>
                  <a:pt x="2452688" y="2314575"/>
                </a:cubicBezTo>
                <a:cubicBezTo>
                  <a:pt x="2444797" y="2314575"/>
                  <a:pt x="2438400" y="2308178"/>
                  <a:pt x="2438400" y="2300288"/>
                </a:cubicBezTo>
                <a:cubicBezTo>
                  <a:pt x="2438400" y="2292397"/>
                  <a:pt x="2444797" y="2286000"/>
                  <a:pt x="2452688" y="2286000"/>
                </a:cubicBezTo>
                <a:cubicBezTo>
                  <a:pt x="2460578" y="2286000"/>
                  <a:pt x="2466975" y="2292397"/>
                  <a:pt x="2466975" y="2300288"/>
                </a:cubicBezTo>
                <a:close/>
                <a:moveTo>
                  <a:pt x="2466975" y="2452688"/>
                </a:moveTo>
                <a:cubicBezTo>
                  <a:pt x="2466975" y="2460578"/>
                  <a:pt x="2460578" y="2466975"/>
                  <a:pt x="2452688" y="2466975"/>
                </a:cubicBezTo>
                <a:cubicBezTo>
                  <a:pt x="2444797" y="2466975"/>
                  <a:pt x="2438400" y="2460578"/>
                  <a:pt x="2438400" y="2452688"/>
                </a:cubicBezTo>
                <a:cubicBezTo>
                  <a:pt x="2438400" y="2444797"/>
                  <a:pt x="2444797" y="2438400"/>
                  <a:pt x="2452688" y="2438400"/>
                </a:cubicBezTo>
                <a:cubicBezTo>
                  <a:pt x="2460578" y="2438400"/>
                  <a:pt x="2466975" y="2444797"/>
                  <a:pt x="2466975" y="2452688"/>
                </a:cubicBezTo>
                <a:close/>
                <a:moveTo>
                  <a:pt x="2466975" y="2605088"/>
                </a:moveTo>
                <a:cubicBezTo>
                  <a:pt x="2466975" y="2612978"/>
                  <a:pt x="2460578" y="2619375"/>
                  <a:pt x="2452688" y="2619375"/>
                </a:cubicBezTo>
                <a:cubicBezTo>
                  <a:pt x="2444797" y="2619375"/>
                  <a:pt x="2438400" y="2612978"/>
                  <a:pt x="2438400" y="2605088"/>
                </a:cubicBezTo>
                <a:cubicBezTo>
                  <a:pt x="2438400" y="2597197"/>
                  <a:pt x="2444797" y="2590800"/>
                  <a:pt x="2452688" y="2590800"/>
                </a:cubicBezTo>
                <a:cubicBezTo>
                  <a:pt x="2460578" y="2590800"/>
                  <a:pt x="2466975" y="2597197"/>
                  <a:pt x="2466975" y="2605088"/>
                </a:cubicBezTo>
                <a:close/>
                <a:moveTo>
                  <a:pt x="2466975" y="2757488"/>
                </a:moveTo>
                <a:cubicBezTo>
                  <a:pt x="2466975" y="2765378"/>
                  <a:pt x="2460578" y="2771775"/>
                  <a:pt x="2452688" y="2771775"/>
                </a:cubicBezTo>
                <a:cubicBezTo>
                  <a:pt x="2444797" y="2771775"/>
                  <a:pt x="2438400" y="2765378"/>
                  <a:pt x="2438400" y="2757488"/>
                </a:cubicBezTo>
                <a:cubicBezTo>
                  <a:pt x="2438400" y="2749597"/>
                  <a:pt x="2444797" y="2743200"/>
                  <a:pt x="2452688" y="2743200"/>
                </a:cubicBezTo>
                <a:cubicBezTo>
                  <a:pt x="2460578" y="2743200"/>
                  <a:pt x="2466975" y="2749597"/>
                  <a:pt x="2466975" y="2757488"/>
                </a:cubicBezTo>
                <a:close/>
                <a:moveTo>
                  <a:pt x="2466975" y="2909888"/>
                </a:moveTo>
                <a:cubicBezTo>
                  <a:pt x="2466975" y="2917778"/>
                  <a:pt x="2460578" y="2924175"/>
                  <a:pt x="2452688" y="2924175"/>
                </a:cubicBezTo>
                <a:cubicBezTo>
                  <a:pt x="2444797" y="2924175"/>
                  <a:pt x="2438400" y="2917778"/>
                  <a:pt x="2438400" y="2909888"/>
                </a:cubicBezTo>
                <a:cubicBezTo>
                  <a:pt x="2438400" y="2901997"/>
                  <a:pt x="2444797" y="2895600"/>
                  <a:pt x="2452688" y="2895600"/>
                </a:cubicBezTo>
                <a:cubicBezTo>
                  <a:pt x="2460578" y="2895600"/>
                  <a:pt x="2466975" y="2901997"/>
                  <a:pt x="2466975" y="2909888"/>
                </a:cubicBezTo>
                <a:close/>
                <a:moveTo>
                  <a:pt x="2466975" y="3062288"/>
                </a:moveTo>
                <a:cubicBezTo>
                  <a:pt x="2466975" y="3070178"/>
                  <a:pt x="2460578" y="3076575"/>
                  <a:pt x="2452688" y="3076575"/>
                </a:cubicBezTo>
                <a:cubicBezTo>
                  <a:pt x="2444797" y="3076575"/>
                  <a:pt x="2438400" y="3070178"/>
                  <a:pt x="2438400" y="3062288"/>
                </a:cubicBezTo>
                <a:cubicBezTo>
                  <a:pt x="2438400" y="3054397"/>
                  <a:pt x="2444797" y="3048000"/>
                  <a:pt x="2452688" y="3048000"/>
                </a:cubicBezTo>
                <a:cubicBezTo>
                  <a:pt x="2460578" y="3048000"/>
                  <a:pt x="2466975" y="3054397"/>
                  <a:pt x="2466975" y="3062288"/>
                </a:cubicBezTo>
                <a:close/>
                <a:moveTo>
                  <a:pt x="2466975" y="3214688"/>
                </a:moveTo>
                <a:cubicBezTo>
                  <a:pt x="2466975" y="3222578"/>
                  <a:pt x="2460578" y="3228975"/>
                  <a:pt x="2452688" y="3228975"/>
                </a:cubicBezTo>
                <a:cubicBezTo>
                  <a:pt x="2444797" y="3228975"/>
                  <a:pt x="2438400" y="3222578"/>
                  <a:pt x="2438400" y="3214688"/>
                </a:cubicBezTo>
                <a:cubicBezTo>
                  <a:pt x="2438400" y="3206797"/>
                  <a:pt x="2444797" y="3200400"/>
                  <a:pt x="2452688" y="3200400"/>
                </a:cubicBezTo>
                <a:cubicBezTo>
                  <a:pt x="2460578" y="3200400"/>
                  <a:pt x="2466975" y="3206797"/>
                  <a:pt x="2466975" y="3214688"/>
                </a:cubicBezTo>
                <a:close/>
                <a:moveTo>
                  <a:pt x="2466975" y="3367088"/>
                </a:moveTo>
                <a:cubicBezTo>
                  <a:pt x="2466975" y="3374978"/>
                  <a:pt x="2460578" y="3381375"/>
                  <a:pt x="2452688" y="3381375"/>
                </a:cubicBezTo>
                <a:cubicBezTo>
                  <a:pt x="2444797" y="3381375"/>
                  <a:pt x="2438400" y="3374978"/>
                  <a:pt x="2438400" y="3367088"/>
                </a:cubicBezTo>
                <a:cubicBezTo>
                  <a:pt x="2438400" y="3359197"/>
                  <a:pt x="2444797" y="3352800"/>
                  <a:pt x="2452688" y="3352800"/>
                </a:cubicBezTo>
                <a:cubicBezTo>
                  <a:pt x="2460578" y="3352800"/>
                  <a:pt x="2466975" y="3359197"/>
                  <a:pt x="2466975" y="3367088"/>
                </a:cubicBezTo>
                <a:close/>
                <a:moveTo>
                  <a:pt x="2466975" y="3519488"/>
                </a:moveTo>
                <a:cubicBezTo>
                  <a:pt x="2466975" y="3527378"/>
                  <a:pt x="2460578" y="3533775"/>
                  <a:pt x="2452688" y="3533775"/>
                </a:cubicBezTo>
                <a:cubicBezTo>
                  <a:pt x="2444797" y="3533775"/>
                  <a:pt x="2438400" y="3527378"/>
                  <a:pt x="2438400" y="3519488"/>
                </a:cubicBezTo>
                <a:cubicBezTo>
                  <a:pt x="2438400" y="3511597"/>
                  <a:pt x="2444797" y="3505200"/>
                  <a:pt x="2452688" y="3505200"/>
                </a:cubicBezTo>
                <a:cubicBezTo>
                  <a:pt x="2460578" y="3505200"/>
                  <a:pt x="2466975" y="3511597"/>
                  <a:pt x="2466975" y="3519488"/>
                </a:cubicBezTo>
                <a:close/>
                <a:moveTo>
                  <a:pt x="2466975" y="3671888"/>
                </a:moveTo>
                <a:cubicBezTo>
                  <a:pt x="2466975" y="3679778"/>
                  <a:pt x="2460578" y="3686175"/>
                  <a:pt x="2452688" y="3686175"/>
                </a:cubicBezTo>
                <a:cubicBezTo>
                  <a:pt x="2444797" y="3686175"/>
                  <a:pt x="2438400" y="3679778"/>
                  <a:pt x="2438400" y="3671888"/>
                </a:cubicBezTo>
                <a:cubicBezTo>
                  <a:pt x="2438400" y="3663997"/>
                  <a:pt x="2444797" y="3657600"/>
                  <a:pt x="2452688" y="3657600"/>
                </a:cubicBezTo>
                <a:cubicBezTo>
                  <a:pt x="2460578" y="3657600"/>
                  <a:pt x="2466975" y="3663997"/>
                  <a:pt x="2466975" y="3671888"/>
                </a:cubicBezTo>
                <a:close/>
                <a:moveTo>
                  <a:pt x="2466975" y="3824288"/>
                </a:moveTo>
                <a:cubicBezTo>
                  <a:pt x="2466975" y="3832178"/>
                  <a:pt x="2460578" y="3838575"/>
                  <a:pt x="2452688" y="3838575"/>
                </a:cubicBezTo>
                <a:cubicBezTo>
                  <a:pt x="2444797" y="3838575"/>
                  <a:pt x="2438400" y="3832178"/>
                  <a:pt x="2438400" y="3824288"/>
                </a:cubicBezTo>
                <a:cubicBezTo>
                  <a:pt x="2438400" y="3816397"/>
                  <a:pt x="2444797" y="3810000"/>
                  <a:pt x="2452688" y="3810000"/>
                </a:cubicBezTo>
                <a:cubicBezTo>
                  <a:pt x="2460578" y="3810000"/>
                  <a:pt x="2466975" y="3816397"/>
                  <a:pt x="2466975" y="3824288"/>
                </a:cubicBezTo>
                <a:close/>
                <a:moveTo>
                  <a:pt x="2466975" y="3976688"/>
                </a:moveTo>
                <a:cubicBezTo>
                  <a:pt x="2466975" y="3984578"/>
                  <a:pt x="2460578" y="3990975"/>
                  <a:pt x="2452688" y="3990975"/>
                </a:cubicBezTo>
                <a:cubicBezTo>
                  <a:pt x="2444797" y="3990975"/>
                  <a:pt x="2438400" y="3984578"/>
                  <a:pt x="2438400" y="3976688"/>
                </a:cubicBezTo>
                <a:cubicBezTo>
                  <a:pt x="2438400" y="3968797"/>
                  <a:pt x="2444797" y="3962400"/>
                  <a:pt x="2452688" y="3962400"/>
                </a:cubicBezTo>
                <a:cubicBezTo>
                  <a:pt x="2460578" y="3962400"/>
                  <a:pt x="2466975" y="3968797"/>
                  <a:pt x="2466975" y="3976688"/>
                </a:cubicBezTo>
                <a:close/>
                <a:moveTo>
                  <a:pt x="2466975" y="4129088"/>
                </a:moveTo>
                <a:cubicBezTo>
                  <a:pt x="2466975" y="4136978"/>
                  <a:pt x="2460578" y="4143375"/>
                  <a:pt x="2452688" y="4143375"/>
                </a:cubicBezTo>
                <a:cubicBezTo>
                  <a:pt x="2444797" y="4143375"/>
                  <a:pt x="2438400" y="4136978"/>
                  <a:pt x="2438400" y="4129088"/>
                </a:cubicBezTo>
                <a:cubicBezTo>
                  <a:pt x="2438400" y="4121197"/>
                  <a:pt x="2444797" y="4114800"/>
                  <a:pt x="2452688" y="4114800"/>
                </a:cubicBezTo>
                <a:cubicBezTo>
                  <a:pt x="2460578" y="4114800"/>
                  <a:pt x="2466975" y="4121197"/>
                  <a:pt x="2466975" y="4129088"/>
                </a:cubicBezTo>
                <a:close/>
                <a:moveTo>
                  <a:pt x="2466975" y="4281488"/>
                </a:moveTo>
                <a:cubicBezTo>
                  <a:pt x="2466975" y="4289378"/>
                  <a:pt x="2460578" y="4295775"/>
                  <a:pt x="2452688" y="4295775"/>
                </a:cubicBezTo>
                <a:cubicBezTo>
                  <a:pt x="2444797" y="4295775"/>
                  <a:pt x="2438400" y="4289378"/>
                  <a:pt x="2438400" y="4281488"/>
                </a:cubicBezTo>
                <a:cubicBezTo>
                  <a:pt x="2438400" y="4273597"/>
                  <a:pt x="2444797" y="4267200"/>
                  <a:pt x="2452688" y="4267200"/>
                </a:cubicBezTo>
                <a:cubicBezTo>
                  <a:pt x="2460578" y="4267200"/>
                  <a:pt x="2466975" y="4273597"/>
                  <a:pt x="2466975" y="4281488"/>
                </a:cubicBezTo>
                <a:close/>
                <a:moveTo>
                  <a:pt x="2466975" y="4433888"/>
                </a:moveTo>
                <a:cubicBezTo>
                  <a:pt x="2466975" y="4441778"/>
                  <a:pt x="2460578" y="4448175"/>
                  <a:pt x="2452688" y="4448175"/>
                </a:cubicBezTo>
                <a:cubicBezTo>
                  <a:pt x="2444797" y="4448175"/>
                  <a:pt x="2438400" y="4441778"/>
                  <a:pt x="2438400" y="4433888"/>
                </a:cubicBezTo>
                <a:cubicBezTo>
                  <a:pt x="2438400" y="4425997"/>
                  <a:pt x="2444797" y="4419600"/>
                  <a:pt x="2452688" y="4419600"/>
                </a:cubicBezTo>
                <a:cubicBezTo>
                  <a:pt x="2460578" y="4419600"/>
                  <a:pt x="2466975" y="4425997"/>
                  <a:pt x="2466975" y="4433888"/>
                </a:cubicBezTo>
                <a:close/>
                <a:moveTo>
                  <a:pt x="2466975" y="4586288"/>
                </a:moveTo>
                <a:cubicBezTo>
                  <a:pt x="2466975" y="4594178"/>
                  <a:pt x="2460578" y="4600575"/>
                  <a:pt x="2452688" y="4600575"/>
                </a:cubicBezTo>
                <a:cubicBezTo>
                  <a:pt x="2444797" y="4600575"/>
                  <a:pt x="2438400" y="4594178"/>
                  <a:pt x="2438400" y="4586288"/>
                </a:cubicBezTo>
                <a:cubicBezTo>
                  <a:pt x="2438400" y="4578397"/>
                  <a:pt x="2444797" y="4572000"/>
                  <a:pt x="2452688" y="4572000"/>
                </a:cubicBezTo>
                <a:cubicBezTo>
                  <a:pt x="2460578" y="4572000"/>
                  <a:pt x="2466975" y="4578397"/>
                  <a:pt x="2466975" y="4586288"/>
                </a:cubicBezTo>
                <a:close/>
                <a:moveTo>
                  <a:pt x="2466975" y="4738688"/>
                </a:moveTo>
                <a:cubicBezTo>
                  <a:pt x="2466975" y="4746578"/>
                  <a:pt x="2460578" y="4752975"/>
                  <a:pt x="2452688" y="4752975"/>
                </a:cubicBezTo>
                <a:cubicBezTo>
                  <a:pt x="2444797" y="4752975"/>
                  <a:pt x="2438400" y="4746578"/>
                  <a:pt x="2438400" y="4738688"/>
                </a:cubicBezTo>
                <a:cubicBezTo>
                  <a:pt x="2438400" y="4730797"/>
                  <a:pt x="2444797" y="4724400"/>
                  <a:pt x="2452688" y="4724400"/>
                </a:cubicBezTo>
                <a:cubicBezTo>
                  <a:pt x="2460578" y="4724400"/>
                  <a:pt x="2466975" y="4730797"/>
                  <a:pt x="2466975" y="4738688"/>
                </a:cubicBezTo>
                <a:close/>
                <a:moveTo>
                  <a:pt x="2619375" y="14288"/>
                </a:moveTo>
                <a:cubicBezTo>
                  <a:pt x="2619375" y="22178"/>
                  <a:pt x="2612978" y="28575"/>
                  <a:pt x="2605088" y="28575"/>
                </a:cubicBezTo>
                <a:cubicBezTo>
                  <a:pt x="2597197" y="28575"/>
                  <a:pt x="2590800" y="22178"/>
                  <a:pt x="2590800" y="14288"/>
                </a:cubicBezTo>
                <a:cubicBezTo>
                  <a:pt x="2590800" y="6397"/>
                  <a:pt x="2597197" y="0"/>
                  <a:pt x="2605088" y="0"/>
                </a:cubicBezTo>
                <a:cubicBezTo>
                  <a:pt x="2612978" y="0"/>
                  <a:pt x="2619375" y="6397"/>
                  <a:pt x="2619375" y="14288"/>
                </a:cubicBezTo>
                <a:close/>
                <a:moveTo>
                  <a:pt x="2619375" y="166688"/>
                </a:moveTo>
                <a:cubicBezTo>
                  <a:pt x="2619375" y="174578"/>
                  <a:pt x="2612978" y="180975"/>
                  <a:pt x="2605088" y="180975"/>
                </a:cubicBezTo>
                <a:cubicBezTo>
                  <a:pt x="2597197" y="180975"/>
                  <a:pt x="2590800" y="174578"/>
                  <a:pt x="2590800" y="166688"/>
                </a:cubicBezTo>
                <a:cubicBezTo>
                  <a:pt x="2590800" y="158797"/>
                  <a:pt x="2597197" y="152400"/>
                  <a:pt x="2605088" y="152400"/>
                </a:cubicBezTo>
                <a:cubicBezTo>
                  <a:pt x="2612978" y="152400"/>
                  <a:pt x="2619375" y="158797"/>
                  <a:pt x="2619375" y="166688"/>
                </a:cubicBezTo>
                <a:close/>
                <a:moveTo>
                  <a:pt x="2619375" y="319088"/>
                </a:moveTo>
                <a:cubicBezTo>
                  <a:pt x="2619375" y="326978"/>
                  <a:pt x="2612978" y="333375"/>
                  <a:pt x="2605088" y="333375"/>
                </a:cubicBezTo>
                <a:cubicBezTo>
                  <a:pt x="2597197" y="333375"/>
                  <a:pt x="2590800" y="326978"/>
                  <a:pt x="2590800" y="319088"/>
                </a:cubicBezTo>
                <a:cubicBezTo>
                  <a:pt x="2590800" y="311197"/>
                  <a:pt x="2597197" y="304800"/>
                  <a:pt x="2605088" y="304800"/>
                </a:cubicBezTo>
                <a:cubicBezTo>
                  <a:pt x="2612978" y="304800"/>
                  <a:pt x="2619375" y="311197"/>
                  <a:pt x="2619375" y="319088"/>
                </a:cubicBezTo>
                <a:close/>
                <a:moveTo>
                  <a:pt x="2619375" y="471488"/>
                </a:moveTo>
                <a:cubicBezTo>
                  <a:pt x="2619375" y="479378"/>
                  <a:pt x="2612978" y="485775"/>
                  <a:pt x="2605088" y="485775"/>
                </a:cubicBezTo>
                <a:cubicBezTo>
                  <a:pt x="2597197" y="485775"/>
                  <a:pt x="2590800" y="479378"/>
                  <a:pt x="2590800" y="471488"/>
                </a:cubicBezTo>
                <a:cubicBezTo>
                  <a:pt x="2590800" y="463597"/>
                  <a:pt x="2597197" y="457200"/>
                  <a:pt x="2605088" y="457200"/>
                </a:cubicBezTo>
                <a:cubicBezTo>
                  <a:pt x="2612978" y="457200"/>
                  <a:pt x="2619375" y="463597"/>
                  <a:pt x="2619375" y="471488"/>
                </a:cubicBezTo>
                <a:close/>
                <a:moveTo>
                  <a:pt x="2619375" y="623888"/>
                </a:moveTo>
                <a:cubicBezTo>
                  <a:pt x="2619375" y="631778"/>
                  <a:pt x="2612978" y="638175"/>
                  <a:pt x="2605088" y="638175"/>
                </a:cubicBezTo>
                <a:cubicBezTo>
                  <a:pt x="2597197" y="638175"/>
                  <a:pt x="2590800" y="631778"/>
                  <a:pt x="2590800" y="623888"/>
                </a:cubicBezTo>
                <a:cubicBezTo>
                  <a:pt x="2590800" y="615997"/>
                  <a:pt x="2597197" y="609600"/>
                  <a:pt x="2605088" y="609600"/>
                </a:cubicBezTo>
                <a:cubicBezTo>
                  <a:pt x="2612978" y="609600"/>
                  <a:pt x="2619375" y="615997"/>
                  <a:pt x="2619375" y="623888"/>
                </a:cubicBezTo>
                <a:close/>
                <a:moveTo>
                  <a:pt x="2619375" y="776288"/>
                </a:moveTo>
                <a:cubicBezTo>
                  <a:pt x="2619375" y="784178"/>
                  <a:pt x="2612978" y="790575"/>
                  <a:pt x="2605088" y="790575"/>
                </a:cubicBezTo>
                <a:cubicBezTo>
                  <a:pt x="2597197" y="790575"/>
                  <a:pt x="2590800" y="784178"/>
                  <a:pt x="2590800" y="776288"/>
                </a:cubicBezTo>
                <a:cubicBezTo>
                  <a:pt x="2590800" y="768397"/>
                  <a:pt x="2597197" y="762000"/>
                  <a:pt x="2605088" y="762000"/>
                </a:cubicBezTo>
                <a:cubicBezTo>
                  <a:pt x="2612978" y="762000"/>
                  <a:pt x="2619375" y="768397"/>
                  <a:pt x="2619375" y="776288"/>
                </a:cubicBezTo>
                <a:close/>
                <a:moveTo>
                  <a:pt x="2619375" y="928688"/>
                </a:moveTo>
                <a:cubicBezTo>
                  <a:pt x="2619375" y="936578"/>
                  <a:pt x="2612978" y="942975"/>
                  <a:pt x="2605088" y="942975"/>
                </a:cubicBezTo>
                <a:cubicBezTo>
                  <a:pt x="2597197" y="942975"/>
                  <a:pt x="2590800" y="936578"/>
                  <a:pt x="2590800" y="928688"/>
                </a:cubicBezTo>
                <a:cubicBezTo>
                  <a:pt x="2590800" y="920797"/>
                  <a:pt x="2597197" y="914400"/>
                  <a:pt x="2605088" y="914400"/>
                </a:cubicBezTo>
                <a:cubicBezTo>
                  <a:pt x="2612978" y="914400"/>
                  <a:pt x="2619375" y="920797"/>
                  <a:pt x="2619375" y="928688"/>
                </a:cubicBezTo>
                <a:close/>
                <a:moveTo>
                  <a:pt x="2619375" y="1081088"/>
                </a:moveTo>
                <a:cubicBezTo>
                  <a:pt x="2619375" y="1088978"/>
                  <a:pt x="2612978" y="1095375"/>
                  <a:pt x="2605088" y="1095375"/>
                </a:cubicBezTo>
                <a:cubicBezTo>
                  <a:pt x="2597197" y="1095375"/>
                  <a:pt x="2590800" y="1088978"/>
                  <a:pt x="2590800" y="1081088"/>
                </a:cubicBezTo>
                <a:cubicBezTo>
                  <a:pt x="2590800" y="1073197"/>
                  <a:pt x="2597197" y="1066800"/>
                  <a:pt x="2605088" y="1066800"/>
                </a:cubicBezTo>
                <a:cubicBezTo>
                  <a:pt x="2612978" y="1066800"/>
                  <a:pt x="2619375" y="1073197"/>
                  <a:pt x="2619375" y="1081088"/>
                </a:cubicBezTo>
                <a:close/>
                <a:moveTo>
                  <a:pt x="2619375" y="1233488"/>
                </a:moveTo>
                <a:cubicBezTo>
                  <a:pt x="2619375" y="1241378"/>
                  <a:pt x="2612978" y="1247775"/>
                  <a:pt x="2605088" y="1247775"/>
                </a:cubicBezTo>
                <a:cubicBezTo>
                  <a:pt x="2597197" y="1247775"/>
                  <a:pt x="2590800" y="1241378"/>
                  <a:pt x="2590800" y="1233488"/>
                </a:cubicBezTo>
                <a:cubicBezTo>
                  <a:pt x="2590800" y="1225597"/>
                  <a:pt x="2597197" y="1219200"/>
                  <a:pt x="2605088" y="1219200"/>
                </a:cubicBezTo>
                <a:cubicBezTo>
                  <a:pt x="2612978" y="1219200"/>
                  <a:pt x="2619375" y="1225597"/>
                  <a:pt x="2619375" y="1233488"/>
                </a:cubicBezTo>
                <a:close/>
                <a:moveTo>
                  <a:pt x="2619375" y="1385888"/>
                </a:moveTo>
                <a:cubicBezTo>
                  <a:pt x="2619375" y="1393778"/>
                  <a:pt x="2612978" y="1400175"/>
                  <a:pt x="2605088" y="1400175"/>
                </a:cubicBezTo>
                <a:cubicBezTo>
                  <a:pt x="2597197" y="1400175"/>
                  <a:pt x="2590800" y="1393778"/>
                  <a:pt x="2590800" y="1385888"/>
                </a:cubicBezTo>
                <a:cubicBezTo>
                  <a:pt x="2590800" y="1377997"/>
                  <a:pt x="2597197" y="1371600"/>
                  <a:pt x="2605088" y="1371600"/>
                </a:cubicBezTo>
                <a:cubicBezTo>
                  <a:pt x="2612978" y="1371600"/>
                  <a:pt x="2619375" y="1377997"/>
                  <a:pt x="2619375" y="1385888"/>
                </a:cubicBezTo>
                <a:close/>
                <a:moveTo>
                  <a:pt x="2619375" y="1538288"/>
                </a:moveTo>
                <a:cubicBezTo>
                  <a:pt x="2619375" y="1546178"/>
                  <a:pt x="2612978" y="1552575"/>
                  <a:pt x="2605088" y="1552575"/>
                </a:cubicBezTo>
                <a:cubicBezTo>
                  <a:pt x="2597197" y="1552575"/>
                  <a:pt x="2590800" y="1546178"/>
                  <a:pt x="2590800" y="1538288"/>
                </a:cubicBezTo>
                <a:cubicBezTo>
                  <a:pt x="2590800" y="1530397"/>
                  <a:pt x="2597197" y="1524000"/>
                  <a:pt x="2605088" y="1524000"/>
                </a:cubicBezTo>
                <a:cubicBezTo>
                  <a:pt x="2612978" y="1524000"/>
                  <a:pt x="2619375" y="1530397"/>
                  <a:pt x="2619375" y="1538288"/>
                </a:cubicBezTo>
                <a:close/>
                <a:moveTo>
                  <a:pt x="2619375" y="1690688"/>
                </a:moveTo>
                <a:cubicBezTo>
                  <a:pt x="2619375" y="1698578"/>
                  <a:pt x="2612978" y="1704975"/>
                  <a:pt x="2605088" y="1704975"/>
                </a:cubicBezTo>
                <a:cubicBezTo>
                  <a:pt x="2597197" y="1704975"/>
                  <a:pt x="2590800" y="1698578"/>
                  <a:pt x="2590800" y="1690688"/>
                </a:cubicBezTo>
                <a:cubicBezTo>
                  <a:pt x="2590800" y="1682797"/>
                  <a:pt x="2597197" y="1676400"/>
                  <a:pt x="2605088" y="1676400"/>
                </a:cubicBezTo>
                <a:cubicBezTo>
                  <a:pt x="2612978" y="1676400"/>
                  <a:pt x="2619375" y="1682797"/>
                  <a:pt x="2619375" y="1690688"/>
                </a:cubicBezTo>
                <a:close/>
                <a:moveTo>
                  <a:pt x="2619375" y="1843088"/>
                </a:moveTo>
                <a:cubicBezTo>
                  <a:pt x="2619375" y="1850978"/>
                  <a:pt x="2612978" y="1857375"/>
                  <a:pt x="2605088" y="1857375"/>
                </a:cubicBezTo>
                <a:cubicBezTo>
                  <a:pt x="2597197" y="1857375"/>
                  <a:pt x="2590800" y="1850978"/>
                  <a:pt x="2590800" y="1843088"/>
                </a:cubicBezTo>
                <a:cubicBezTo>
                  <a:pt x="2590800" y="1835197"/>
                  <a:pt x="2597197" y="1828800"/>
                  <a:pt x="2605088" y="1828800"/>
                </a:cubicBezTo>
                <a:cubicBezTo>
                  <a:pt x="2612978" y="1828800"/>
                  <a:pt x="2619375" y="1835197"/>
                  <a:pt x="2619375" y="1843088"/>
                </a:cubicBezTo>
                <a:close/>
                <a:moveTo>
                  <a:pt x="2619375" y="1995488"/>
                </a:moveTo>
                <a:cubicBezTo>
                  <a:pt x="2619375" y="2003378"/>
                  <a:pt x="2612978" y="2009775"/>
                  <a:pt x="2605088" y="2009775"/>
                </a:cubicBezTo>
                <a:cubicBezTo>
                  <a:pt x="2597197" y="2009775"/>
                  <a:pt x="2590800" y="2003378"/>
                  <a:pt x="2590800" y="1995488"/>
                </a:cubicBezTo>
                <a:cubicBezTo>
                  <a:pt x="2590800" y="1987597"/>
                  <a:pt x="2597197" y="1981200"/>
                  <a:pt x="2605088" y="1981200"/>
                </a:cubicBezTo>
                <a:cubicBezTo>
                  <a:pt x="2612978" y="1981200"/>
                  <a:pt x="2619375" y="1987597"/>
                  <a:pt x="2619375" y="1995488"/>
                </a:cubicBezTo>
                <a:close/>
                <a:moveTo>
                  <a:pt x="2619375" y="2147888"/>
                </a:moveTo>
                <a:cubicBezTo>
                  <a:pt x="2619375" y="2155778"/>
                  <a:pt x="2612978" y="2162175"/>
                  <a:pt x="2605088" y="2162175"/>
                </a:cubicBezTo>
                <a:cubicBezTo>
                  <a:pt x="2597197" y="2162175"/>
                  <a:pt x="2590800" y="2155778"/>
                  <a:pt x="2590800" y="2147888"/>
                </a:cubicBezTo>
                <a:cubicBezTo>
                  <a:pt x="2590800" y="2139997"/>
                  <a:pt x="2597197" y="2133600"/>
                  <a:pt x="2605088" y="2133600"/>
                </a:cubicBezTo>
                <a:cubicBezTo>
                  <a:pt x="2612978" y="2133600"/>
                  <a:pt x="2619375" y="2139997"/>
                  <a:pt x="2619375" y="2147888"/>
                </a:cubicBezTo>
                <a:close/>
                <a:moveTo>
                  <a:pt x="2619375" y="2300288"/>
                </a:moveTo>
                <a:cubicBezTo>
                  <a:pt x="2619375" y="2308178"/>
                  <a:pt x="2612978" y="2314575"/>
                  <a:pt x="2605088" y="2314575"/>
                </a:cubicBezTo>
                <a:cubicBezTo>
                  <a:pt x="2597197" y="2314575"/>
                  <a:pt x="2590800" y="2308178"/>
                  <a:pt x="2590800" y="2300288"/>
                </a:cubicBezTo>
                <a:cubicBezTo>
                  <a:pt x="2590800" y="2292397"/>
                  <a:pt x="2597197" y="2286000"/>
                  <a:pt x="2605088" y="2286000"/>
                </a:cubicBezTo>
                <a:cubicBezTo>
                  <a:pt x="2612978" y="2286000"/>
                  <a:pt x="2619375" y="2292397"/>
                  <a:pt x="2619375" y="2300288"/>
                </a:cubicBezTo>
                <a:close/>
                <a:moveTo>
                  <a:pt x="2619375" y="2452688"/>
                </a:moveTo>
                <a:cubicBezTo>
                  <a:pt x="2619375" y="2460578"/>
                  <a:pt x="2612978" y="2466975"/>
                  <a:pt x="2605088" y="2466975"/>
                </a:cubicBezTo>
                <a:cubicBezTo>
                  <a:pt x="2597197" y="2466975"/>
                  <a:pt x="2590800" y="2460578"/>
                  <a:pt x="2590800" y="2452688"/>
                </a:cubicBezTo>
                <a:cubicBezTo>
                  <a:pt x="2590800" y="2444797"/>
                  <a:pt x="2597197" y="2438400"/>
                  <a:pt x="2605088" y="2438400"/>
                </a:cubicBezTo>
                <a:cubicBezTo>
                  <a:pt x="2612978" y="2438400"/>
                  <a:pt x="2619375" y="2444797"/>
                  <a:pt x="2619375" y="2452688"/>
                </a:cubicBezTo>
                <a:close/>
                <a:moveTo>
                  <a:pt x="2619375" y="2605088"/>
                </a:moveTo>
                <a:cubicBezTo>
                  <a:pt x="2619375" y="2612978"/>
                  <a:pt x="2612978" y="2619375"/>
                  <a:pt x="2605088" y="2619375"/>
                </a:cubicBezTo>
                <a:cubicBezTo>
                  <a:pt x="2597197" y="2619375"/>
                  <a:pt x="2590800" y="2612978"/>
                  <a:pt x="2590800" y="2605088"/>
                </a:cubicBezTo>
                <a:cubicBezTo>
                  <a:pt x="2590800" y="2597197"/>
                  <a:pt x="2597197" y="2590800"/>
                  <a:pt x="2605088" y="2590800"/>
                </a:cubicBezTo>
                <a:cubicBezTo>
                  <a:pt x="2612978" y="2590800"/>
                  <a:pt x="2619375" y="2597197"/>
                  <a:pt x="2619375" y="2605088"/>
                </a:cubicBezTo>
                <a:close/>
                <a:moveTo>
                  <a:pt x="2619375" y="2757488"/>
                </a:moveTo>
                <a:cubicBezTo>
                  <a:pt x="2619375" y="2765378"/>
                  <a:pt x="2612978" y="2771775"/>
                  <a:pt x="2605088" y="2771775"/>
                </a:cubicBezTo>
                <a:cubicBezTo>
                  <a:pt x="2597197" y="2771775"/>
                  <a:pt x="2590800" y="2765378"/>
                  <a:pt x="2590800" y="2757488"/>
                </a:cubicBezTo>
                <a:cubicBezTo>
                  <a:pt x="2590800" y="2749597"/>
                  <a:pt x="2597197" y="2743200"/>
                  <a:pt x="2605088" y="2743200"/>
                </a:cubicBezTo>
                <a:cubicBezTo>
                  <a:pt x="2612978" y="2743200"/>
                  <a:pt x="2619375" y="2749597"/>
                  <a:pt x="2619375" y="2757488"/>
                </a:cubicBezTo>
                <a:close/>
                <a:moveTo>
                  <a:pt x="2619375" y="2909888"/>
                </a:moveTo>
                <a:cubicBezTo>
                  <a:pt x="2619375" y="2917778"/>
                  <a:pt x="2612978" y="2924175"/>
                  <a:pt x="2605088" y="2924175"/>
                </a:cubicBezTo>
                <a:cubicBezTo>
                  <a:pt x="2597197" y="2924175"/>
                  <a:pt x="2590800" y="2917778"/>
                  <a:pt x="2590800" y="2909888"/>
                </a:cubicBezTo>
                <a:cubicBezTo>
                  <a:pt x="2590800" y="2901997"/>
                  <a:pt x="2597197" y="2895600"/>
                  <a:pt x="2605088" y="2895600"/>
                </a:cubicBezTo>
                <a:cubicBezTo>
                  <a:pt x="2612978" y="2895600"/>
                  <a:pt x="2619375" y="2901997"/>
                  <a:pt x="2619375" y="2909888"/>
                </a:cubicBezTo>
                <a:close/>
                <a:moveTo>
                  <a:pt x="2619375" y="3062288"/>
                </a:moveTo>
                <a:cubicBezTo>
                  <a:pt x="2619375" y="3070178"/>
                  <a:pt x="2612978" y="3076575"/>
                  <a:pt x="2605088" y="3076575"/>
                </a:cubicBezTo>
                <a:cubicBezTo>
                  <a:pt x="2597197" y="3076575"/>
                  <a:pt x="2590800" y="3070178"/>
                  <a:pt x="2590800" y="3062288"/>
                </a:cubicBezTo>
                <a:cubicBezTo>
                  <a:pt x="2590800" y="3054397"/>
                  <a:pt x="2597197" y="3048000"/>
                  <a:pt x="2605088" y="3048000"/>
                </a:cubicBezTo>
                <a:cubicBezTo>
                  <a:pt x="2612978" y="3048000"/>
                  <a:pt x="2619375" y="3054397"/>
                  <a:pt x="2619375" y="3062288"/>
                </a:cubicBezTo>
                <a:close/>
                <a:moveTo>
                  <a:pt x="2619375" y="3214688"/>
                </a:moveTo>
                <a:cubicBezTo>
                  <a:pt x="2619375" y="3222578"/>
                  <a:pt x="2612978" y="3228975"/>
                  <a:pt x="2605088" y="3228975"/>
                </a:cubicBezTo>
                <a:cubicBezTo>
                  <a:pt x="2597197" y="3228975"/>
                  <a:pt x="2590800" y="3222578"/>
                  <a:pt x="2590800" y="3214688"/>
                </a:cubicBezTo>
                <a:cubicBezTo>
                  <a:pt x="2590800" y="3206797"/>
                  <a:pt x="2597197" y="3200400"/>
                  <a:pt x="2605088" y="3200400"/>
                </a:cubicBezTo>
                <a:cubicBezTo>
                  <a:pt x="2612978" y="3200400"/>
                  <a:pt x="2619375" y="3206797"/>
                  <a:pt x="2619375" y="3214688"/>
                </a:cubicBezTo>
                <a:close/>
                <a:moveTo>
                  <a:pt x="2619375" y="3367088"/>
                </a:moveTo>
                <a:cubicBezTo>
                  <a:pt x="2619375" y="3374978"/>
                  <a:pt x="2612978" y="3381375"/>
                  <a:pt x="2605088" y="3381375"/>
                </a:cubicBezTo>
                <a:cubicBezTo>
                  <a:pt x="2597197" y="3381375"/>
                  <a:pt x="2590800" y="3374978"/>
                  <a:pt x="2590800" y="3367088"/>
                </a:cubicBezTo>
                <a:cubicBezTo>
                  <a:pt x="2590800" y="3359197"/>
                  <a:pt x="2597197" y="3352800"/>
                  <a:pt x="2605088" y="3352800"/>
                </a:cubicBezTo>
                <a:cubicBezTo>
                  <a:pt x="2612978" y="3352800"/>
                  <a:pt x="2619375" y="3359197"/>
                  <a:pt x="2619375" y="3367088"/>
                </a:cubicBezTo>
                <a:close/>
                <a:moveTo>
                  <a:pt x="2619375" y="3519488"/>
                </a:moveTo>
                <a:cubicBezTo>
                  <a:pt x="2619375" y="3527378"/>
                  <a:pt x="2612978" y="3533775"/>
                  <a:pt x="2605088" y="3533775"/>
                </a:cubicBezTo>
                <a:cubicBezTo>
                  <a:pt x="2597197" y="3533775"/>
                  <a:pt x="2590800" y="3527378"/>
                  <a:pt x="2590800" y="3519488"/>
                </a:cubicBezTo>
                <a:cubicBezTo>
                  <a:pt x="2590800" y="3511597"/>
                  <a:pt x="2597197" y="3505200"/>
                  <a:pt x="2605088" y="3505200"/>
                </a:cubicBezTo>
                <a:cubicBezTo>
                  <a:pt x="2612978" y="3505200"/>
                  <a:pt x="2619375" y="3511597"/>
                  <a:pt x="2619375" y="3519488"/>
                </a:cubicBezTo>
                <a:close/>
                <a:moveTo>
                  <a:pt x="2619375" y="3671888"/>
                </a:moveTo>
                <a:cubicBezTo>
                  <a:pt x="2619375" y="3679778"/>
                  <a:pt x="2612978" y="3686175"/>
                  <a:pt x="2605088" y="3686175"/>
                </a:cubicBezTo>
                <a:cubicBezTo>
                  <a:pt x="2597197" y="3686175"/>
                  <a:pt x="2590800" y="3679778"/>
                  <a:pt x="2590800" y="3671888"/>
                </a:cubicBezTo>
                <a:cubicBezTo>
                  <a:pt x="2590800" y="3663997"/>
                  <a:pt x="2597197" y="3657600"/>
                  <a:pt x="2605088" y="3657600"/>
                </a:cubicBezTo>
                <a:cubicBezTo>
                  <a:pt x="2612978" y="3657600"/>
                  <a:pt x="2619375" y="3663997"/>
                  <a:pt x="2619375" y="3671888"/>
                </a:cubicBezTo>
                <a:close/>
                <a:moveTo>
                  <a:pt x="2619375" y="3824288"/>
                </a:moveTo>
                <a:cubicBezTo>
                  <a:pt x="2619375" y="3832178"/>
                  <a:pt x="2612978" y="3838575"/>
                  <a:pt x="2605088" y="3838575"/>
                </a:cubicBezTo>
                <a:cubicBezTo>
                  <a:pt x="2597197" y="3838575"/>
                  <a:pt x="2590800" y="3832178"/>
                  <a:pt x="2590800" y="3824288"/>
                </a:cubicBezTo>
                <a:cubicBezTo>
                  <a:pt x="2590800" y="3816397"/>
                  <a:pt x="2597197" y="3810000"/>
                  <a:pt x="2605088" y="3810000"/>
                </a:cubicBezTo>
                <a:cubicBezTo>
                  <a:pt x="2612978" y="3810000"/>
                  <a:pt x="2619375" y="3816397"/>
                  <a:pt x="2619375" y="3824288"/>
                </a:cubicBezTo>
                <a:close/>
                <a:moveTo>
                  <a:pt x="2619375" y="3976688"/>
                </a:moveTo>
                <a:cubicBezTo>
                  <a:pt x="2619375" y="3984578"/>
                  <a:pt x="2612978" y="3990975"/>
                  <a:pt x="2605088" y="3990975"/>
                </a:cubicBezTo>
                <a:cubicBezTo>
                  <a:pt x="2597197" y="3990975"/>
                  <a:pt x="2590800" y="3984578"/>
                  <a:pt x="2590800" y="3976688"/>
                </a:cubicBezTo>
                <a:cubicBezTo>
                  <a:pt x="2590800" y="3968797"/>
                  <a:pt x="2597197" y="3962400"/>
                  <a:pt x="2605088" y="3962400"/>
                </a:cubicBezTo>
                <a:cubicBezTo>
                  <a:pt x="2612978" y="3962400"/>
                  <a:pt x="2619375" y="3968797"/>
                  <a:pt x="2619375" y="3976688"/>
                </a:cubicBezTo>
                <a:close/>
                <a:moveTo>
                  <a:pt x="2619375" y="4129088"/>
                </a:moveTo>
                <a:cubicBezTo>
                  <a:pt x="2619375" y="4136978"/>
                  <a:pt x="2612978" y="4143375"/>
                  <a:pt x="2605088" y="4143375"/>
                </a:cubicBezTo>
                <a:cubicBezTo>
                  <a:pt x="2597197" y="4143375"/>
                  <a:pt x="2590800" y="4136978"/>
                  <a:pt x="2590800" y="4129088"/>
                </a:cubicBezTo>
                <a:cubicBezTo>
                  <a:pt x="2590800" y="4121197"/>
                  <a:pt x="2597197" y="4114800"/>
                  <a:pt x="2605088" y="4114800"/>
                </a:cubicBezTo>
                <a:cubicBezTo>
                  <a:pt x="2612978" y="4114800"/>
                  <a:pt x="2619375" y="4121197"/>
                  <a:pt x="2619375" y="4129088"/>
                </a:cubicBezTo>
                <a:close/>
                <a:moveTo>
                  <a:pt x="2619375" y="4281488"/>
                </a:moveTo>
                <a:cubicBezTo>
                  <a:pt x="2619375" y="4289378"/>
                  <a:pt x="2612978" y="4295775"/>
                  <a:pt x="2605088" y="4295775"/>
                </a:cubicBezTo>
                <a:cubicBezTo>
                  <a:pt x="2597197" y="4295775"/>
                  <a:pt x="2590800" y="4289378"/>
                  <a:pt x="2590800" y="4281488"/>
                </a:cubicBezTo>
                <a:cubicBezTo>
                  <a:pt x="2590800" y="4273597"/>
                  <a:pt x="2597197" y="4267200"/>
                  <a:pt x="2605088" y="4267200"/>
                </a:cubicBezTo>
                <a:cubicBezTo>
                  <a:pt x="2612978" y="4267200"/>
                  <a:pt x="2619375" y="4273597"/>
                  <a:pt x="2619375" y="4281488"/>
                </a:cubicBezTo>
                <a:close/>
                <a:moveTo>
                  <a:pt x="2619375" y="4433888"/>
                </a:moveTo>
                <a:cubicBezTo>
                  <a:pt x="2619375" y="4441778"/>
                  <a:pt x="2612978" y="4448175"/>
                  <a:pt x="2605088" y="4448175"/>
                </a:cubicBezTo>
                <a:cubicBezTo>
                  <a:pt x="2597197" y="4448175"/>
                  <a:pt x="2590800" y="4441778"/>
                  <a:pt x="2590800" y="4433888"/>
                </a:cubicBezTo>
                <a:cubicBezTo>
                  <a:pt x="2590800" y="4425997"/>
                  <a:pt x="2597197" y="4419600"/>
                  <a:pt x="2605088" y="4419600"/>
                </a:cubicBezTo>
                <a:cubicBezTo>
                  <a:pt x="2612978" y="4419600"/>
                  <a:pt x="2619375" y="4425997"/>
                  <a:pt x="2619375" y="4433888"/>
                </a:cubicBezTo>
                <a:close/>
                <a:moveTo>
                  <a:pt x="2619375" y="4586288"/>
                </a:moveTo>
                <a:cubicBezTo>
                  <a:pt x="2619375" y="4594178"/>
                  <a:pt x="2612978" y="4600575"/>
                  <a:pt x="2605088" y="4600575"/>
                </a:cubicBezTo>
                <a:cubicBezTo>
                  <a:pt x="2597197" y="4600575"/>
                  <a:pt x="2590800" y="4594178"/>
                  <a:pt x="2590800" y="4586288"/>
                </a:cubicBezTo>
                <a:cubicBezTo>
                  <a:pt x="2590800" y="4578397"/>
                  <a:pt x="2597197" y="4572000"/>
                  <a:pt x="2605088" y="4572000"/>
                </a:cubicBezTo>
                <a:cubicBezTo>
                  <a:pt x="2612978" y="4572000"/>
                  <a:pt x="2619375" y="4578397"/>
                  <a:pt x="2619375" y="4586288"/>
                </a:cubicBezTo>
                <a:close/>
                <a:moveTo>
                  <a:pt x="2619375" y="4738688"/>
                </a:moveTo>
                <a:cubicBezTo>
                  <a:pt x="2619375" y="4746578"/>
                  <a:pt x="2612978" y="4752975"/>
                  <a:pt x="2605088" y="4752975"/>
                </a:cubicBezTo>
                <a:cubicBezTo>
                  <a:pt x="2597197" y="4752975"/>
                  <a:pt x="2590800" y="4746578"/>
                  <a:pt x="2590800" y="4738688"/>
                </a:cubicBezTo>
                <a:cubicBezTo>
                  <a:pt x="2590800" y="4730797"/>
                  <a:pt x="2597197" y="4724400"/>
                  <a:pt x="2605088" y="4724400"/>
                </a:cubicBezTo>
                <a:cubicBezTo>
                  <a:pt x="2612978" y="4724400"/>
                  <a:pt x="2619375" y="4730797"/>
                  <a:pt x="2619375" y="4738688"/>
                </a:cubicBezTo>
                <a:close/>
                <a:moveTo>
                  <a:pt x="2771775" y="14288"/>
                </a:moveTo>
                <a:cubicBezTo>
                  <a:pt x="2771775" y="22178"/>
                  <a:pt x="2765378" y="28575"/>
                  <a:pt x="2757488" y="28575"/>
                </a:cubicBezTo>
                <a:cubicBezTo>
                  <a:pt x="2749597" y="28575"/>
                  <a:pt x="2743200" y="22178"/>
                  <a:pt x="2743200" y="14288"/>
                </a:cubicBezTo>
                <a:cubicBezTo>
                  <a:pt x="2743200" y="6397"/>
                  <a:pt x="2749597" y="0"/>
                  <a:pt x="2757488" y="0"/>
                </a:cubicBezTo>
                <a:cubicBezTo>
                  <a:pt x="2765378" y="0"/>
                  <a:pt x="2771775" y="6397"/>
                  <a:pt x="2771775" y="14288"/>
                </a:cubicBezTo>
                <a:close/>
                <a:moveTo>
                  <a:pt x="2771775" y="166688"/>
                </a:moveTo>
                <a:cubicBezTo>
                  <a:pt x="2771775" y="174578"/>
                  <a:pt x="2765378" y="180975"/>
                  <a:pt x="2757488" y="180975"/>
                </a:cubicBezTo>
                <a:cubicBezTo>
                  <a:pt x="2749597" y="180975"/>
                  <a:pt x="2743200" y="174578"/>
                  <a:pt x="2743200" y="166688"/>
                </a:cubicBezTo>
                <a:cubicBezTo>
                  <a:pt x="2743200" y="158797"/>
                  <a:pt x="2749597" y="152400"/>
                  <a:pt x="2757488" y="152400"/>
                </a:cubicBezTo>
                <a:cubicBezTo>
                  <a:pt x="2765378" y="152400"/>
                  <a:pt x="2771775" y="158797"/>
                  <a:pt x="2771775" y="166688"/>
                </a:cubicBezTo>
                <a:close/>
                <a:moveTo>
                  <a:pt x="2771775" y="319088"/>
                </a:moveTo>
                <a:cubicBezTo>
                  <a:pt x="2771775" y="326978"/>
                  <a:pt x="2765378" y="333375"/>
                  <a:pt x="2757488" y="333375"/>
                </a:cubicBezTo>
                <a:cubicBezTo>
                  <a:pt x="2749597" y="333375"/>
                  <a:pt x="2743200" y="326978"/>
                  <a:pt x="2743200" y="319088"/>
                </a:cubicBezTo>
                <a:cubicBezTo>
                  <a:pt x="2743200" y="311197"/>
                  <a:pt x="2749597" y="304800"/>
                  <a:pt x="2757488" y="304800"/>
                </a:cubicBezTo>
                <a:cubicBezTo>
                  <a:pt x="2765378" y="304800"/>
                  <a:pt x="2771775" y="311197"/>
                  <a:pt x="2771775" y="319088"/>
                </a:cubicBezTo>
                <a:close/>
                <a:moveTo>
                  <a:pt x="2771775" y="471488"/>
                </a:moveTo>
                <a:cubicBezTo>
                  <a:pt x="2771775" y="479378"/>
                  <a:pt x="2765378" y="485775"/>
                  <a:pt x="2757488" y="485775"/>
                </a:cubicBezTo>
                <a:cubicBezTo>
                  <a:pt x="2749597" y="485775"/>
                  <a:pt x="2743200" y="479378"/>
                  <a:pt x="2743200" y="471488"/>
                </a:cubicBezTo>
                <a:cubicBezTo>
                  <a:pt x="2743200" y="463597"/>
                  <a:pt x="2749597" y="457200"/>
                  <a:pt x="2757488" y="457200"/>
                </a:cubicBezTo>
                <a:cubicBezTo>
                  <a:pt x="2765378" y="457200"/>
                  <a:pt x="2771775" y="463597"/>
                  <a:pt x="2771775" y="471488"/>
                </a:cubicBezTo>
                <a:close/>
                <a:moveTo>
                  <a:pt x="2771775" y="623888"/>
                </a:moveTo>
                <a:cubicBezTo>
                  <a:pt x="2771775" y="631778"/>
                  <a:pt x="2765378" y="638175"/>
                  <a:pt x="2757488" y="638175"/>
                </a:cubicBezTo>
                <a:cubicBezTo>
                  <a:pt x="2749597" y="638175"/>
                  <a:pt x="2743200" y="631778"/>
                  <a:pt x="2743200" y="623888"/>
                </a:cubicBezTo>
                <a:cubicBezTo>
                  <a:pt x="2743200" y="615997"/>
                  <a:pt x="2749597" y="609600"/>
                  <a:pt x="2757488" y="609600"/>
                </a:cubicBezTo>
                <a:cubicBezTo>
                  <a:pt x="2765378" y="609600"/>
                  <a:pt x="2771775" y="615997"/>
                  <a:pt x="2771775" y="623888"/>
                </a:cubicBezTo>
                <a:close/>
                <a:moveTo>
                  <a:pt x="2771775" y="776288"/>
                </a:moveTo>
                <a:cubicBezTo>
                  <a:pt x="2771775" y="784178"/>
                  <a:pt x="2765378" y="790575"/>
                  <a:pt x="2757488" y="790575"/>
                </a:cubicBezTo>
                <a:cubicBezTo>
                  <a:pt x="2749597" y="790575"/>
                  <a:pt x="2743200" y="784178"/>
                  <a:pt x="2743200" y="776288"/>
                </a:cubicBezTo>
                <a:cubicBezTo>
                  <a:pt x="2743200" y="768397"/>
                  <a:pt x="2749597" y="762000"/>
                  <a:pt x="2757488" y="762000"/>
                </a:cubicBezTo>
                <a:cubicBezTo>
                  <a:pt x="2765378" y="762000"/>
                  <a:pt x="2771775" y="768397"/>
                  <a:pt x="2771775" y="776288"/>
                </a:cubicBezTo>
                <a:close/>
                <a:moveTo>
                  <a:pt x="2771775" y="928688"/>
                </a:moveTo>
                <a:cubicBezTo>
                  <a:pt x="2771775" y="936578"/>
                  <a:pt x="2765378" y="942975"/>
                  <a:pt x="2757488" y="942975"/>
                </a:cubicBezTo>
                <a:cubicBezTo>
                  <a:pt x="2749597" y="942975"/>
                  <a:pt x="2743200" y="936578"/>
                  <a:pt x="2743200" y="928688"/>
                </a:cubicBezTo>
                <a:cubicBezTo>
                  <a:pt x="2743200" y="920797"/>
                  <a:pt x="2749597" y="914400"/>
                  <a:pt x="2757488" y="914400"/>
                </a:cubicBezTo>
                <a:cubicBezTo>
                  <a:pt x="2765378" y="914400"/>
                  <a:pt x="2771775" y="920797"/>
                  <a:pt x="2771775" y="928688"/>
                </a:cubicBezTo>
                <a:close/>
                <a:moveTo>
                  <a:pt x="2771775" y="1081088"/>
                </a:moveTo>
                <a:cubicBezTo>
                  <a:pt x="2771775" y="1088978"/>
                  <a:pt x="2765378" y="1095375"/>
                  <a:pt x="2757488" y="1095375"/>
                </a:cubicBezTo>
                <a:cubicBezTo>
                  <a:pt x="2749597" y="1095375"/>
                  <a:pt x="2743200" y="1088978"/>
                  <a:pt x="2743200" y="1081088"/>
                </a:cubicBezTo>
                <a:cubicBezTo>
                  <a:pt x="2743200" y="1073197"/>
                  <a:pt x="2749597" y="1066800"/>
                  <a:pt x="2757488" y="1066800"/>
                </a:cubicBezTo>
                <a:cubicBezTo>
                  <a:pt x="2765378" y="1066800"/>
                  <a:pt x="2771775" y="1073197"/>
                  <a:pt x="2771775" y="1081088"/>
                </a:cubicBezTo>
                <a:close/>
                <a:moveTo>
                  <a:pt x="2771775" y="1233488"/>
                </a:moveTo>
                <a:cubicBezTo>
                  <a:pt x="2771775" y="1241378"/>
                  <a:pt x="2765378" y="1247775"/>
                  <a:pt x="2757488" y="1247775"/>
                </a:cubicBezTo>
                <a:cubicBezTo>
                  <a:pt x="2749597" y="1247775"/>
                  <a:pt x="2743200" y="1241378"/>
                  <a:pt x="2743200" y="1233488"/>
                </a:cubicBezTo>
                <a:cubicBezTo>
                  <a:pt x="2743200" y="1225597"/>
                  <a:pt x="2749597" y="1219200"/>
                  <a:pt x="2757488" y="1219200"/>
                </a:cubicBezTo>
                <a:cubicBezTo>
                  <a:pt x="2765378" y="1219200"/>
                  <a:pt x="2771775" y="1225597"/>
                  <a:pt x="2771775" y="1233488"/>
                </a:cubicBezTo>
                <a:close/>
                <a:moveTo>
                  <a:pt x="2771775" y="1385888"/>
                </a:moveTo>
                <a:cubicBezTo>
                  <a:pt x="2771775" y="1393778"/>
                  <a:pt x="2765378" y="1400175"/>
                  <a:pt x="2757488" y="1400175"/>
                </a:cubicBezTo>
                <a:cubicBezTo>
                  <a:pt x="2749597" y="1400175"/>
                  <a:pt x="2743200" y="1393778"/>
                  <a:pt x="2743200" y="1385888"/>
                </a:cubicBezTo>
                <a:cubicBezTo>
                  <a:pt x="2743200" y="1377997"/>
                  <a:pt x="2749597" y="1371600"/>
                  <a:pt x="2757488" y="1371600"/>
                </a:cubicBezTo>
                <a:cubicBezTo>
                  <a:pt x="2765378" y="1371600"/>
                  <a:pt x="2771775" y="1377997"/>
                  <a:pt x="2771775" y="1385888"/>
                </a:cubicBezTo>
                <a:close/>
                <a:moveTo>
                  <a:pt x="2771775" y="1538288"/>
                </a:moveTo>
                <a:cubicBezTo>
                  <a:pt x="2771775" y="1546178"/>
                  <a:pt x="2765378" y="1552575"/>
                  <a:pt x="2757488" y="1552575"/>
                </a:cubicBezTo>
                <a:cubicBezTo>
                  <a:pt x="2749597" y="1552575"/>
                  <a:pt x="2743200" y="1546178"/>
                  <a:pt x="2743200" y="1538288"/>
                </a:cubicBezTo>
                <a:cubicBezTo>
                  <a:pt x="2743200" y="1530397"/>
                  <a:pt x="2749597" y="1524000"/>
                  <a:pt x="2757488" y="1524000"/>
                </a:cubicBezTo>
                <a:cubicBezTo>
                  <a:pt x="2765378" y="1524000"/>
                  <a:pt x="2771775" y="1530397"/>
                  <a:pt x="2771775" y="1538288"/>
                </a:cubicBezTo>
                <a:close/>
                <a:moveTo>
                  <a:pt x="2771775" y="1690688"/>
                </a:moveTo>
                <a:cubicBezTo>
                  <a:pt x="2771775" y="1698578"/>
                  <a:pt x="2765378" y="1704975"/>
                  <a:pt x="2757488" y="1704975"/>
                </a:cubicBezTo>
                <a:cubicBezTo>
                  <a:pt x="2749597" y="1704975"/>
                  <a:pt x="2743200" y="1698578"/>
                  <a:pt x="2743200" y="1690688"/>
                </a:cubicBezTo>
                <a:cubicBezTo>
                  <a:pt x="2743200" y="1682797"/>
                  <a:pt x="2749597" y="1676400"/>
                  <a:pt x="2757488" y="1676400"/>
                </a:cubicBezTo>
                <a:cubicBezTo>
                  <a:pt x="2765378" y="1676400"/>
                  <a:pt x="2771775" y="1682797"/>
                  <a:pt x="2771775" y="1690688"/>
                </a:cubicBezTo>
                <a:close/>
                <a:moveTo>
                  <a:pt x="2771775" y="1843088"/>
                </a:moveTo>
                <a:cubicBezTo>
                  <a:pt x="2771775" y="1850978"/>
                  <a:pt x="2765378" y="1857375"/>
                  <a:pt x="2757488" y="1857375"/>
                </a:cubicBezTo>
                <a:cubicBezTo>
                  <a:pt x="2749597" y="1857375"/>
                  <a:pt x="2743200" y="1850978"/>
                  <a:pt x="2743200" y="1843088"/>
                </a:cubicBezTo>
                <a:cubicBezTo>
                  <a:pt x="2743200" y="1835197"/>
                  <a:pt x="2749597" y="1828800"/>
                  <a:pt x="2757488" y="1828800"/>
                </a:cubicBezTo>
                <a:cubicBezTo>
                  <a:pt x="2765378" y="1828800"/>
                  <a:pt x="2771775" y="1835197"/>
                  <a:pt x="2771775" y="1843088"/>
                </a:cubicBezTo>
                <a:close/>
                <a:moveTo>
                  <a:pt x="2771775" y="1995488"/>
                </a:moveTo>
                <a:cubicBezTo>
                  <a:pt x="2771775" y="2003378"/>
                  <a:pt x="2765378" y="2009775"/>
                  <a:pt x="2757488" y="2009775"/>
                </a:cubicBezTo>
                <a:cubicBezTo>
                  <a:pt x="2749597" y="2009775"/>
                  <a:pt x="2743200" y="2003378"/>
                  <a:pt x="2743200" y="1995488"/>
                </a:cubicBezTo>
                <a:cubicBezTo>
                  <a:pt x="2743200" y="1987597"/>
                  <a:pt x="2749597" y="1981200"/>
                  <a:pt x="2757488" y="1981200"/>
                </a:cubicBezTo>
                <a:cubicBezTo>
                  <a:pt x="2765378" y="1981200"/>
                  <a:pt x="2771775" y="1987597"/>
                  <a:pt x="2771775" y="1995488"/>
                </a:cubicBezTo>
                <a:close/>
                <a:moveTo>
                  <a:pt x="2771775" y="2147888"/>
                </a:moveTo>
                <a:cubicBezTo>
                  <a:pt x="2771775" y="2155778"/>
                  <a:pt x="2765378" y="2162175"/>
                  <a:pt x="2757488" y="2162175"/>
                </a:cubicBezTo>
                <a:cubicBezTo>
                  <a:pt x="2749597" y="2162175"/>
                  <a:pt x="2743200" y="2155778"/>
                  <a:pt x="2743200" y="2147888"/>
                </a:cubicBezTo>
                <a:cubicBezTo>
                  <a:pt x="2743200" y="2139997"/>
                  <a:pt x="2749597" y="2133600"/>
                  <a:pt x="2757488" y="2133600"/>
                </a:cubicBezTo>
                <a:cubicBezTo>
                  <a:pt x="2765378" y="2133600"/>
                  <a:pt x="2771775" y="2139997"/>
                  <a:pt x="2771775" y="2147888"/>
                </a:cubicBezTo>
                <a:close/>
                <a:moveTo>
                  <a:pt x="2771775" y="2300288"/>
                </a:moveTo>
                <a:cubicBezTo>
                  <a:pt x="2771775" y="2308178"/>
                  <a:pt x="2765378" y="2314575"/>
                  <a:pt x="2757488" y="2314575"/>
                </a:cubicBezTo>
                <a:cubicBezTo>
                  <a:pt x="2749597" y="2314575"/>
                  <a:pt x="2743200" y="2308178"/>
                  <a:pt x="2743200" y="2300288"/>
                </a:cubicBezTo>
                <a:cubicBezTo>
                  <a:pt x="2743200" y="2292397"/>
                  <a:pt x="2749597" y="2286000"/>
                  <a:pt x="2757488" y="2286000"/>
                </a:cubicBezTo>
                <a:cubicBezTo>
                  <a:pt x="2765378" y="2286000"/>
                  <a:pt x="2771775" y="2292397"/>
                  <a:pt x="2771775" y="2300288"/>
                </a:cubicBezTo>
                <a:close/>
                <a:moveTo>
                  <a:pt x="2771775" y="2452688"/>
                </a:moveTo>
                <a:cubicBezTo>
                  <a:pt x="2771775" y="2460578"/>
                  <a:pt x="2765378" y="2466975"/>
                  <a:pt x="2757488" y="2466975"/>
                </a:cubicBezTo>
                <a:cubicBezTo>
                  <a:pt x="2749597" y="2466975"/>
                  <a:pt x="2743200" y="2460578"/>
                  <a:pt x="2743200" y="2452688"/>
                </a:cubicBezTo>
                <a:cubicBezTo>
                  <a:pt x="2743200" y="2444797"/>
                  <a:pt x="2749597" y="2438400"/>
                  <a:pt x="2757488" y="2438400"/>
                </a:cubicBezTo>
                <a:cubicBezTo>
                  <a:pt x="2765378" y="2438400"/>
                  <a:pt x="2771775" y="2444797"/>
                  <a:pt x="2771775" y="2452688"/>
                </a:cubicBezTo>
                <a:close/>
                <a:moveTo>
                  <a:pt x="2771775" y="2605088"/>
                </a:moveTo>
                <a:cubicBezTo>
                  <a:pt x="2771775" y="2612978"/>
                  <a:pt x="2765378" y="2619375"/>
                  <a:pt x="2757488" y="2619375"/>
                </a:cubicBezTo>
                <a:cubicBezTo>
                  <a:pt x="2749597" y="2619375"/>
                  <a:pt x="2743200" y="2612978"/>
                  <a:pt x="2743200" y="2605088"/>
                </a:cubicBezTo>
                <a:cubicBezTo>
                  <a:pt x="2743200" y="2597197"/>
                  <a:pt x="2749597" y="2590800"/>
                  <a:pt x="2757488" y="2590800"/>
                </a:cubicBezTo>
                <a:cubicBezTo>
                  <a:pt x="2765378" y="2590800"/>
                  <a:pt x="2771775" y="2597197"/>
                  <a:pt x="2771775" y="2605088"/>
                </a:cubicBezTo>
                <a:close/>
                <a:moveTo>
                  <a:pt x="2771775" y="2757488"/>
                </a:moveTo>
                <a:cubicBezTo>
                  <a:pt x="2771775" y="2765378"/>
                  <a:pt x="2765378" y="2771775"/>
                  <a:pt x="2757488" y="2771775"/>
                </a:cubicBezTo>
                <a:cubicBezTo>
                  <a:pt x="2749597" y="2771775"/>
                  <a:pt x="2743200" y="2765378"/>
                  <a:pt x="2743200" y="2757488"/>
                </a:cubicBezTo>
                <a:cubicBezTo>
                  <a:pt x="2743200" y="2749597"/>
                  <a:pt x="2749597" y="2743200"/>
                  <a:pt x="2757488" y="2743200"/>
                </a:cubicBezTo>
                <a:cubicBezTo>
                  <a:pt x="2765378" y="2743200"/>
                  <a:pt x="2771775" y="2749597"/>
                  <a:pt x="2771775" y="2757488"/>
                </a:cubicBezTo>
                <a:close/>
                <a:moveTo>
                  <a:pt x="2771775" y="2909888"/>
                </a:moveTo>
                <a:cubicBezTo>
                  <a:pt x="2771775" y="2917778"/>
                  <a:pt x="2765378" y="2924175"/>
                  <a:pt x="2757488" y="2924175"/>
                </a:cubicBezTo>
                <a:cubicBezTo>
                  <a:pt x="2749597" y="2924175"/>
                  <a:pt x="2743200" y="2917778"/>
                  <a:pt x="2743200" y="2909888"/>
                </a:cubicBezTo>
                <a:cubicBezTo>
                  <a:pt x="2743200" y="2901997"/>
                  <a:pt x="2749597" y="2895600"/>
                  <a:pt x="2757488" y="2895600"/>
                </a:cubicBezTo>
                <a:cubicBezTo>
                  <a:pt x="2765378" y="2895600"/>
                  <a:pt x="2771775" y="2901997"/>
                  <a:pt x="2771775" y="2909888"/>
                </a:cubicBezTo>
                <a:close/>
                <a:moveTo>
                  <a:pt x="2771775" y="3062288"/>
                </a:moveTo>
                <a:cubicBezTo>
                  <a:pt x="2771775" y="3070178"/>
                  <a:pt x="2765378" y="3076575"/>
                  <a:pt x="2757488" y="3076575"/>
                </a:cubicBezTo>
                <a:cubicBezTo>
                  <a:pt x="2749597" y="3076575"/>
                  <a:pt x="2743200" y="3070178"/>
                  <a:pt x="2743200" y="3062288"/>
                </a:cubicBezTo>
                <a:cubicBezTo>
                  <a:pt x="2743200" y="3054397"/>
                  <a:pt x="2749597" y="3048000"/>
                  <a:pt x="2757488" y="3048000"/>
                </a:cubicBezTo>
                <a:cubicBezTo>
                  <a:pt x="2765378" y="3048000"/>
                  <a:pt x="2771775" y="3054397"/>
                  <a:pt x="2771775" y="3062288"/>
                </a:cubicBezTo>
                <a:close/>
                <a:moveTo>
                  <a:pt x="2771775" y="3214688"/>
                </a:moveTo>
                <a:cubicBezTo>
                  <a:pt x="2771775" y="3222578"/>
                  <a:pt x="2765378" y="3228975"/>
                  <a:pt x="2757488" y="3228975"/>
                </a:cubicBezTo>
                <a:cubicBezTo>
                  <a:pt x="2749597" y="3228975"/>
                  <a:pt x="2743200" y="3222578"/>
                  <a:pt x="2743200" y="3214688"/>
                </a:cubicBezTo>
                <a:cubicBezTo>
                  <a:pt x="2743200" y="3206797"/>
                  <a:pt x="2749597" y="3200400"/>
                  <a:pt x="2757488" y="3200400"/>
                </a:cubicBezTo>
                <a:cubicBezTo>
                  <a:pt x="2765378" y="3200400"/>
                  <a:pt x="2771775" y="3206797"/>
                  <a:pt x="2771775" y="3214688"/>
                </a:cubicBezTo>
                <a:close/>
                <a:moveTo>
                  <a:pt x="2771775" y="3367088"/>
                </a:moveTo>
                <a:cubicBezTo>
                  <a:pt x="2771775" y="3374978"/>
                  <a:pt x="2765378" y="3381375"/>
                  <a:pt x="2757488" y="3381375"/>
                </a:cubicBezTo>
                <a:cubicBezTo>
                  <a:pt x="2749597" y="3381375"/>
                  <a:pt x="2743200" y="3374978"/>
                  <a:pt x="2743200" y="3367088"/>
                </a:cubicBezTo>
                <a:cubicBezTo>
                  <a:pt x="2743200" y="3359197"/>
                  <a:pt x="2749597" y="3352800"/>
                  <a:pt x="2757488" y="3352800"/>
                </a:cubicBezTo>
                <a:cubicBezTo>
                  <a:pt x="2765378" y="3352800"/>
                  <a:pt x="2771775" y="3359197"/>
                  <a:pt x="2771775" y="3367088"/>
                </a:cubicBezTo>
                <a:close/>
                <a:moveTo>
                  <a:pt x="2771775" y="3519488"/>
                </a:moveTo>
                <a:cubicBezTo>
                  <a:pt x="2771775" y="3527378"/>
                  <a:pt x="2765378" y="3533775"/>
                  <a:pt x="2757488" y="3533775"/>
                </a:cubicBezTo>
                <a:cubicBezTo>
                  <a:pt x="2749597" y="3533775"/>
                  <a:pt x="2743200" y="3527378"/>
                  <a:pt x="2743200" y="3519488"/>
                </a:cubicBezTo>
                <a:cubicBezTo>
                  <a:pt x="2743200" y="3511597"/>
                  <a:pt x="2749597" y="3505200"/>
                  <a:pt x="2757488" y="3505200"/>
                </a:cubicBezTo>
                <a:cubicBezTo>
                  <a:pt x="2765378" y="3505200"/>
                  <a:pt x="2771775" y="3511597"/>
                  <a:pt x="2771775" y="3519488"/>
                </a:cubicBezTo>
                <a:close/>
                <a:moveTo>
                  <a:pt x="2771775" y="3671888"/>
                </a:moveTo>
                <a:cubicBezTo>
                  <a:pt x="2771775" y="3679778"/>
                  <a:pt x="2765378" y="3686175"/>
                  <a:pt x="2757488" y="3686175"/>
                </a:cubicBezTo>
                <a:cubicBezTo>
                  <a:pt x="2749597" y="3686175"/>
                  <a:pt x="2743200" y="3679778"/>
                  <a:pt x="2743200" y="3671888"/>
                </a:cubicBezTo>
                <a:cubicBezTo>
                  <a:pt x="2743200" y="3663997"/>
                  <a:pt x="2749597" y="3657600"/>
                  <a:pt x="2757488" y="3657600"/>
                </a:cubicBezTo>
                <a:cubicBezTo>
                  <a:pt x="2765378" y="3657600"/>
                  <a:pt x="2771775" y="3663997"/>
                  <a:pt x="2771775" y="3671888"/>
                </a:cubicBezTo>
                <a:close/>
                <a:moveTo>
                  <a:pt x="2771775" y="3824288"/>
                </a:moveTo>
                <a:cubicBezTo>
                  <a:pt x="2771775" y="3832178"/>
                  <a:pt x="2765378" y="3838575"/>
                  <a:pt x="2757488" y="3838575"/>
                </a:cubicBezTo>
                <a:cubicBezTo>
                  <a:pt x="2749597" y="3838575"/>
                  <a:pt x="2743200" y="3832178"/>
                  <a:pt x="2743200" y="3824288"/>
                </a:cubicBezTo>
                <a:cubicBezTo>
                  <a:pt x="2743200" y="3816397"/>
                  <a:pt x="2749597" y="3810000"/>
                  <a:pt x="2757488" y="3810000"/>
                </a:cubicBezTo>
                <a:cubicBezTo>
                  <a:pt x="2765378" y="3810000"/>
                  <a:pt x="2771775" y="3816397"/>
                  <a:pt x="2771775" y="3824288"/>
                </a:cubicBezTo>
                <a:close/>
                <a:moveTo>
                  <a:pt x="2771775" y="3976688"/>
                </a:moveTo>
                <a:cubicBezTo>
                  <a:pt x="2771775" y="3984578"/>
                  <a:pt x="2765378" y="3990975"/>
                  <a:pt x="2757488" y="3990975"/>
                </a:cubicBezTo>
                <a:cubicBezTo>
                  <a:pt x="2749597" y="3990975"/>
                  <a:pt x="2743200" y="3984578"/>
                  <a:pt x="2743200" y="3976688"/>
                </a:cubicBezTo>
                <a:cubicBezTo>
                  <a:pt x="2743200" y="3968797"/>
                  <a:pt x="2749597" y="3962400"/>
                  <a:pt x="2757488" y="3962400"/>
                </a:cubicBezTo>
                <a:cubicBezTo>
                  <a:pt x="2765378" y="3962400"/>
                  <a:pt x="2771775" y="3968797"/>
                  <a:pt x="2771775" y="3976688"/>
                </a:cubicBezTo>
                <a:close/>
                <a:moveTo>
                  <a:pt x="2771775" y="4129088"/>
                </a:moveTo>
                <a:cubicBezTo>
                  <a:pt x="2771775" y="4136978"/>
                  <a:pt x="2765378" y="4143375"/>
                  <a:pt x="2757488" y="4143375"/>
                </a:cubicBezTo>
                <a:cubicBezTo>
                  <a:pt x="2749597" y="4143375"/>
                  <a:pt x="2743200" y="4136978"/>
                  <a:pt x="2743200" y="4129088"/>
                </a:cubicBezTo>
                <a:cubicBezTo>
                  <a:pt x="2743200" y="4121197"/>
                  <a:pt x="2749597" y="4114800"/>
                  <a:pt x="2757488" y="4114800"/>
                </a:cubicBezTo>
                <a:cubicBezTo>
                  <a:pt x="2765378" y="4114800"/>
                  <a:pt x="2771775" y="4121197"/>
                  <a:pt x="2771775" y="4129088"/>
                </a:cubicBezTo>
                <a:close/>
                <a:moveTo>
                  <a:pt x="2771775" y="4281488"/>
                </a:moveTo>
                <a:cubicBezTo>
                  <a:pt x="2771775" y="4289378"/>
                  <a:pt x="2765378" y="4295775"/>
                  <a:pt x="2757488" y="4295775"/>
                </a:cubicBezTo>
                <a:cubicBezTo>
                  <a:pt x="2749597" y="4295775"/>
                  <a:pt x="2743200" y="4289378"/>
                  <a:pt x="2743200" y="4281488"/>
                </a:cubicBezTo>
                <a:cubicBezTo>
                  <a:pt x="2743200" y="4273597"/>
                  <a:pt x="2749597" y="4267200"/>
                  <a:pt x="2757488" y="4267200"/>
                </a:cubicBezTo>
                <a:cubicBezTo>
                  <a:pt x="2765378" y="4267200"/>
                  <a:pt x="2771775" y="4273597"/>
                  <a:pt x="2771775" y="4281488"/>
                </a:cubicBezTo>
                <a:close/>
                <a:moveTo>
                  <a:pt x="2771775" y="4433888"/>
                </a:moveTo>
                <a:cubicBezTo>
                  <a:pt x="2771775" y="4441778"/>
                  <a:pt x="2765378" y="4448175"/>
                  <a:pt x="2757488" y="4448175"/>
                </a:cubicBezTo>
                <a:cubicBezTo>
                  <a:pt x="2749597" y="4448175"/>
                  <a:pt x="2743200" y="4441778"/>
                  <a:pt x="2743200" y="4433888"/>
                </a:cubicBezTo>
                <a:cubicBezTo>
                  <a:pt x="2743200" y="4425997"/>
                  <a:pt x="2749597" y="4419600"/>
                  <a:pt x="2757488" y="4419600"/>
                </a:cubicBezTo>
                <a:cubicBezTo>
                  <a:pt x="2765378" y="4419600"/>
                  <a:pt x="2771775" y="4425997"/>
                  <a:pt x="2771775" y="4433888"/>
                </a:cubicBezTo>
                <a:close/>
                <a:moveTo>
                  <a:pt x="2771775" y="4586288"/>
                </a:moveTo>
                <a:cubicBezTo>
                  <a:pt x="2771775" y="4594178"/>
                  <a:pt x="2765378" y="4600575"/>
                  <a:pt x="2757488" y="4600575"/>
                </a:cubicBezTo>
                <a:cubicBezTo>
                  <a:pt x="2749597" y="4600575"/>
                  <a:pt x="2743200" y="4594178"/>
                  <a:pt x="2743200" y="4586288"/>
                </a:cubicBezTo>
                <a:cubicBezTo>
                  <a:pt x="2743200" y="4578397"/>
                  <a:pt x="2749597" y="4572000"/>
                  <a:pt x="2757488" y="4572000"/>
                </a:cubicBezTo>
                <a:cubicBezTo>
                  <a:pt x="2765378" y="4572000"/>
                  <a:pt x="2771775" y="4578397"/>
                  <a:pt x="2771775" y="4586288"/>
                </a:cubicBezTo>
                <a:close/>
                <a:moveTo>
                  <a:pt x="2771775" y="4738688"/>
                </a:moveTo>
                <a:cubicBezTo>
                  <a:pt x="2771775" y="4746578"/>
                  <a:pt x="2765378" y="4752975"/>
                  <a:pt x="2757488" y="4752975"/>
                </a:cubicBezTo>
                <a:cubicBezTo>
                  <a:pt x="2749597" y="4752975"/>
                  <a:pt x="2743200" y="4746578"/>
                  <a:pt x="2743200" y="4738688"/>
                </a:cubicBezTo>
                <a:cubicBezTo>
                  <a:pt x="2743200" y="4730797"/>
                  <a:pt x="2749597" y="4724400"/>
                  <a:pt x="2757488" y="4724400"/>
                </a:cubicBezTo>
                <a:cubicBezTo>
                  <a:pt x="2765378" y="4724400"/>
                  <a:pt x="2771775" y="4730797"/>
                  <a:pt x="2771775" y="4738688"/>
                </a:cubicBezTo>
                <a:close/>
                <a:moveTo>
                  <a:pt x="2924175" y="14288"/>
                </a:moveTo>
                <a:cubicBezTo>
                  <a:pt x="2924175" y="22178"/>
                  <a:pt x="2917778" y="28575"/>
                  <a:pt x="2909888" y="28575"/>
                </a:cubicBezTo>
                <a:cubicBezTo>
                  <a:pt x="2901997" y="28575"/>
                  <a:pt x="2895600" y="22178"/>
                  <a:pt x="2895600" y="14288"/>
                </a:cubicBezTo>
                <a:cubicBezTo>
                  <a:pt x="2895600" y="6397"/>
                  <a:pt x="2901997" y="0"/>
                  <a:pt x="2909888" y="0"/>
                </a:cubicBezTo>
                <a:cubicBezTo>
                  <a:pt x="2917778" y="0"/>
                  <a:pt x="2924175" y="6397"/>
                  <a:pt x="2924175" y="14288"/>
                </a:cubicBezTo>
                <a:close/>
                <a:moveTo>
                  <a:pt x="2924175" y="166688"/>
                </a:moveTo>
                <a:cubicBezTo>
                  <a:pt x="2924175" y="174578"/>
                  <a:pt x="2917778" y="180975"/>
                  <a:pt x="2909888" y="180975"/>
                </a:cubicBezTo>
                <a:cubicBezTo>
                  <a:pt x="2901997" y="180975"/>
                  <a:pt x="2895600" y="174578"/>
                  <a:pt x="2895600" y="166688"/>
                </a:cubicBezTo>
                <a:cubicBezTo>
                  <a:pt x="2895600" y="158797"/>
                  <a:pt x="2901997" y="152400"/>
                  <a:pt x="2909888" y="152400"/>
                </a:cubicBezTo>
                <a:cubicBezTo>
                  <a:pt x="2917778" y="152400"/>
                  <a:pt x="2924175" y="158797"/>
                  <a:pt x="2924175" y="166688"/>
                </a:cubicBezTo>
                <a:close/>
                <a:moveTo>
                  <a:pt x="2924175" y="319088"/>
                </a:moveTo>
                <a:cubicBezTo>
                  <a:pt x="2924175" y="326978"/>
                  <a:pt x="2917778" y="333375"/>
                  <a:pt x="2909888" y="333375"/>
                </a:cubicBezTo>
                <a:cubicBezTo>
                  <a:pt x="2901997" y="333375"/>
                  <a:pt x="2895600" y="326978"/>
                  <a:pt x="2895600" y="319088"/>
                </a:cubicBezTo>
                <a:cubicBezTo>
                  <a:pt x="2895600" y="311197"/>
                  <a:pt x="2901997" y="304800"/>
                  <a:pt x="2909888" y="304800"/>
                </a:cubicBezTo>
                <a:cubicBezTo>
                  <a:pt x="2917778" y="304800"/>
                  <a:pt x="2924175" y="311197"/>
                  <a:pt x="2924175" y="319088"/>
                </a:cubicBezTo>
                <a:close/>
                <a:moveTo>
                  <a:pt x="2924175" y="471488"/>
                </a:moveTo>
                <a:cubicBezTo>
                  <a:pt x="2924175" y="479378"/>
                  <a:pt x="2917778" y="485775"/>
                  <a:pt x="2909888" y="485775"/>
                </a:cubicBezTo>
                <a:cubicBezTo>
                  <a:pt x="2901997" y="485775"/>
                  <a:pt x="2895600" y="479378"/>
                  <a:pt x="2895600" y="471488"/>
                </a:cubicBezTo>
                <a:cubicBezTo>
                  <a:pt x="2895600" y="463597"/>
                  <a:pt x="2901997" y="457200"/>
                  <a:pt x="2909888" y="457200"/>
                </a:cubicBezTo>
                <a:cubicBezTo>
                  <a:pt x="2917778" y="457200"/>
                  <a:pt x="2924175" y="463597"/>
                  <a:pt x="2924175" y="471488"/>
                </a:cubicBezTo>
                <a:close/>
                <a:moveTo>
                  <a:pt x="2924175" y="623888"/>
                </a:moveTo>
                <a:cubicBezTo>
                  <a:pt x="2924175" y="631778"/>
                  <a:pt x="2917778" y="638175"/>
                  <a:pt x="2909888" y="638175"/>
                </a:cubicBezTo>
                <a:cubicBezTo>
                  <a:pt x="2901997" y="638175"/>
                  <a:pt x="2895600" y="631778"/>
                  <a:pt x="2895600" y="623888"/>
                </a:cubicBezTo>
                <a:cubicBezTo>
                  <a:pt x="2895600" y="615997"/>
                  <a:pt x="2901997" y="609600"/>
                  <a:pt x="2909888" y="609600"/>
                </a:cubicBezTo>
                <a:cubicBezTo>
                  <a:pt x="2917778" y="609600"/>
                  <a:pt x="2924175" y="615997"/>
                  <a:pt x="2924175" y="623888"/>
                </a:cubicBezTo>
                <a:close/>
                <a:moveTo>
                  <a:pt x="2924175" y="776288"/>
                </a:moveTo>
                <a:cubicBezTo>
                  <a:pt x="2924175" y="784178"/>
                  <a:pt x="2917778" y="790575"/>
                  <a:pt x="2909888" y="790575"/>
                </a:cubicBezTo>
                <a:cubicBezTo>
                  <a:pt x="2901997" y="790575"/>
                  <a:pt x="2895600" y="784178"/>
                  <a:pt x="2895600" y="776288"/>
                </a:cubicBezTo>
                <a:cubicBezTo>
                  <a:pt x="2895600" y="768397"/>
                  <a:pt x="2901997" y="762000"/>
                  <a:pt x="2909888" y="762000"/>
                </a:cubicBezTo>
                <a:cubicBezTo>
                  <a:pt x="2917778" y="762000"/>
                  <a:pt x="2924175" y="768397"/>
                  <a:pt x="2924175" y="776288"/>
                </a:cubicBezTo>
                <a:close/>
                <a:moveTo>
                  <a:pt x="2924175" y="928688"/>
                </a:moveTo>
                <a:cubicBezTo>
                  <a:pt x="2924175" y="936578"/>
                  <a:pt x="2917778" y="942975"/>
                  <a:pt x="2909888" y="942975"/>
                </a:cubicBezTo>
                <a:cubicBezTo>
                  <a:pt x="2901997" y="942975"/>
                  <a:pt x="2895600" y="936578"/>
                  <a:pt x="2895600" y="928688"/>
                </a:cubicBezTo>
                <a:cubicBezTo>
                  <a:pt x="2895600" y="920797"/>
                  <a:pt x="2901997" y="914400"/>
                  <a:pt x="2909888" y="914400"/>
                </a:cubicBezTo>
                <a:cubicBezTo>
                  <a:pt x="2917778" y="914400"/>
                  <a:pt x="2924175" y="920797"/>
                  <a:pt x="2924175" y="928688"/>
                </a:cubicBezTo>
                <a:close/>
                <a:moveTo>
                  <a:pt x="2924175" y="1081088"/>
                </a:moveTo>
                <a:cubicBezTo>
                  <a:pt x="2924175" y="1088978"/>
                  <a:pt x="2917778" y="1095375"/>
                  <a:pt x="2909888" y="1095375"/>
                </a:cubicBezTo>
                <a:cubicBezTo>
                  <a:pt x="2901997" y="1095375"/>
                  <a:pt x="2895600" y="1088978"/>
                  <a:pt x="2895600" y="1081088"/>
                </a:cubicBezTo>
                <a:cubicBezTo>
                  <a:pt x="2895600" y="1073197"/>
                  <a:pt x="2901997" y="1066800"/>
                  <a:pt x="2909888" y="1066800"/>
                </a:cubicBezTo>
                <a:cubicBezTo>
                  <a:pt x="2917778" y="1066800"/>
                  <a:pt x="2924175" y="1073197"/>
                  <a:pt x="2924175" y="1081088"/>
                </a:cubicBezTo>
                <a:close/>
                <a:moveTo>
                  <a:pt x="2924175" y="1233488"/>
                </a:moveTo>
                <a:cubicBezTo>
                  <a:pt x="2924175" y="1241378"/>
                  <a:pt x="2917778" y="1247775"/>
                  <a:pt x="2909888" y="1247775"/>
                </a:cubicBezTo>
                <a:cubicBezTo>
                  <a:pt x="2901997" y="1247775"/>
                  <a:pt x="2895600" y="1241378"/>
                  <a:pt x="2895600" y="1233488"/>
                </a:cubicBezTo>
                <a:cubicBezTo>
                  <a:pt x="2895600" y="1225597"/>
                  <a:pt x="2901997" y="1219200"/>
                  <a:pt x="2909888" y="1219200"/>
                </a:cubicBezTo>
                <a:cubicBezTo>
                  <a:pt x="2917778" y="1219200"/>
                  <a:pt x="2924175" y="1225597"/>
                  <a:pt x="2924175" y="1233488"/>
                </a:cubicBezTo>
                <a:close/>
                <a:moveTo>
                  <a:pt x="2924175" y="1385888"/>
                </a:moveTo>
                <a:cubicBezTo>
                  <a:pt x="2924175" y="1393778"/>
                  <a:pt x="2917778" y="1400175"/>
                  <a:pt x="2909888" y="1400175"/>
                </a:cubicBezTo>
                <a:cubicBezTo>
                  <a:pt x="2901997" y="1400175"/>
                  <a:pt x="2895600" y="1393778"/>
                  <a:pt x="2895600" y="1385888"/>
                </a:cubicBezTo>
                <a:cubicBezTo>
                  <a:pt x="2895600" y="1377997"/>
                  <a:pt x="2901997" y="1371600"/>
                  <a:pt x="2909888" y="1371600"/>
                </a:cubicBezTo>
                <a:cubicBezTo>
                  <a:pt x="2917778" y="1371600"/>
                  <a:pt x="2924175" y="1377997"/>
                  <a:pt x="2924175" y="1385888"/>
                </a:cubicBezTo>
                <a:close/>
                <a:moveTo>
                  <a:pt x="2924175" y="1538288"/>
                </a:moveTo>
                <a:cubicBezTo>
                  <a:pt x="2924175" y="1546178"/>
                  <a:pt x="2917778" y="1552575"/>
                  <a:pt x="2909888" y="1552575"/>
                </a:cubicBezTo>
                <a:cubicBezTo>
                  <a:pt x="2901997" y="1552575"/>
                  <a:pt x="2895600" y="1546178"/>
                  <a:pt x="2895600" y="1538288"/>
                </a:cubicBezTo>
                <a:cubicBezTo>
                  <a:pt x="2895600" y="1530397"/>
                  <a:pt x="2901997" y="1524000"/>
                  <a:pt x="2909888" y="1524000"/>
                </a:cubicBezTo>
                <a:cubicBezTo>
                  <a:pt x="2917778" y="1524000"/>
                  <a:pt x="2924175" y="1530397"/>
                  <a:pt x="2924175" y="1538288"/>
                </a:cubicBezTo>
                <a:close/>
                <a:moveTo>
                  <a:pt x="2924175" y="1690688"/>
                </a:moveTo>
                <a:cubicBezTo>
                  <a:pt x="2924175" y="1698578"/>
                  <a:pt x="2917778" y="1704975"/>
                  <a:pt x="2909888" y="1704975"/>
                </a:cubicBezTo>
                <a:cubicBezTo>
                  <a:pt x="2901997" y="1704975"/>
                  <a:pt x="2895600" y="1698578"/>
                  <a:pt x="2895600" y="1690688"/>
                </a:cubicBezTo>
                <a:cubicBezTo>
                  <a:pt x="2895600" y="1682797"/>
                  <a:pt x="2901997" y="1676400"/>
                  <a:pt x="2909888" y="1676400"/>
                </a:cubicBezTo>
                <a:cubicBezTo>
                  <a:pt x="2917778" y="1676400"/>
                  <a:pt x="2924175" y="1682797"/>
                  <a:pt x="2924175" y="1690688"/>
                </a:cubicBezTo>
                <a:close/>
                <a:moveTo>
                  <a:pt x="2924175" y="1843088"/>
                </a:moveTo>
                <a:cubicBezTo>
                  <a:pt x="2924175" y="1850978"/>
                  <a:pt x="2917778" y="1857375"/>
                  <a:pt x="2909888" y="1857375"/>
                </a:cubicBezTo>
                <a:cubicBezTo>
                  <a:pt x="2901997" y="1857375"/>
                  <a:pt x="2895600" y="1850978"/>
                  <a:pt x="2895600" y="1843088"/>
                </a:cubicBezTo>
                <a:cubicBezTo>
                  <a:pt x="2895600" y="1835197"/>
                  <a:pt x="2901997" y="1828800"/>
                  <a:pt x="2909888" y="1828800"/>
                </a:cubicBezTo>
                <a:cubicBezTo>
                  <a:pt x="2917778" y="1828800"/>
                  <a:pt x="2924175" y="1835197"/>
                  <a:pt x="2924175" y="1843088"/>
                </a:cubicBezTo>
                <a:close/>
                <a:moveTo>
                  <a:pt x="2924175" y="1995488"/>
                </a:moveTo>
                <a:cubicBezTo>
                  <a:pt x="2924175" y="2003378"/>
                  <a:pt x="2917778" y="2009775"/>
                  <a:pt x="2909888" y="2009775"/>
                </a:cubicBezTo>
                <a:cubicBezTo>
                  <a:pt x="2901997" y="2009775"/>
                  <a:pt x="2895600" y="2003378"/>
                  <a:pt x="2895600" y="1995488"/>
                </a:cubicBezTo>
                <a:cubicBezTo>
                  <a:pt x="2895600" y="1987597"/>
                  <a:pt x="2901997" y="1981200"/>
                  <a:pt x="2909888" y="1981200"/>
                </a:cubicBezTo>
                <a:cubicBezTo>
                  <a:pt x="2917778" y="1981200"/>
                  <a:pt x="2924175" y="1987597"/>
                  <a:pt x="2924175" y="1995488"/>
                </a:cubicBezTo>
                <a:close/>
                <a:moveTo>
                  <a:pt x="2924175" y="2147888"/>
                </a:moveTo>
                <a:cubicBezTo>
                  <a:pt x="2924175" y="2155778"/>
                  <a:pt x="2917778" y="2162175"/>
                  <a:pt x="2909888" y="2162175"/>
                </a:cubicBezTo>
                <a:cubicBezTo>
                  <a:pt x="2901997" y="2162175"/>
                  <a:pt x="2895600" y="2155778"/>
                  <a:pt x="2895600" y="2147888"/>
                </a:cubicBezTo>
                <a:cubicBezTo>
                  <a:pt x="2895600" y="2139997"/>
                  <a:pt x="2901997" y="2133600"/>
                  <a:pt x="2909888" y="2133600"/>
                </a:cubicBezTo>
                <a:cubicBezTo>
                  <a:pt x="2917778" y="2133600"/>
                  <a:pt x="2924175" y="2139997"/>
                  <a:pt x="2924175" y="2147888"/>
                </a:cubicBezTo>
                <a:close/>
                <a:moveTo>
                  <a:pt x="2924175" y="2300288"/>
                </a:moveTo>
                <a:cubicBezTo>
                  <a:pt x="2924175" y="2308178"/>
                  <a:pt x="2917778" y="2314575"/>
                  <a:pt x="2909888" y="2314575"/>
                </a:cubicBezTo>
                <a:cubicBezTo>
                  <a:pt x="2901997" y="2314575"/>
                  <a:pt x="2895600" y="2308178"/>
                  <a:pt x="2895600" y="2300288"/>
                </a:cubicBezTo>
                <a:cubicBezTo>
                  <a:pt x="2895600" y="2292397"/>
                  <a:pt x="2901997" y="2286000"/>
                  <a:pt x="2909888" y="2286000"/>
                </a:cubicBezTo>
                <a:cubicBezTo>
                  <a:pt x="2917778" y="2286000"/>
                  <a:pt x="2924175" y="2292397"/>
                  <a:pt x="2924175" y="2300288"/>
                </a:cubicBezTo>
                <a:close/>
                <a:moveTo>
                  <a:pt x="2924175" y="2452688"/>
                </a:moveTo>
                <a:cubicBezTo>
                  <a:pt x="2924175" y="2460578"/>
                  <a:pt x="2917778" y="2466975"/>
                  <a:pt x="2909888" y="2466975"/>
                </a:cubicBezTo>
                <a:cubicBezTo>
                  <a:pt x="2901997" y="2466975"/>
                  <a:pt x="2895600" y="2460578"/>
                  <a:pt x="2895600" y="2452688"/>
                </a:cubicBezTo>
                <a:cubicBezTo>
                  <a:pt x="2895600" y="2444797"/>
                  <a:pt x="2901997" y="2438400"/>
                  <a:pt x="2909888" y="2438400"/>
                </a:cubicBezTo>
                <a:cubicBezTo>
                  <a:pt x="2917778" y="2438400"/>
                  <a:pt x="2924175" y="2444797"/>
                  <a:pt x="2924175" y="2452688"/>
                </a:cubicBezTo>
                <a:close/>
                <a:moveTo>
                  <a:pt x="2924175" y="2605088"/>
                </a:moveTo>
                <a:cubicBezTo>
                  <a:pt x="2924175" y="2612978"/>
                  <a:pt x="2917778" y="2619375"/>
                  <a:pt x="2909888" y="2619375"/>
                </a:cubicBezTo>
                <a:cubicBezTo>
                  <a:pt x="2901997" y="2619375"/>
                  <a:pt x="2895600" y="2612978"/>
                  <a:pt x="2895600" y="2605088"/>
                </a:cubicBezTo>
                <a:cubicBezTo>
                  <a:pt x="2895600" y="2597197"/>
                  <a:pt x="2901997" y="2590800"/>
                  <a:pt x="2909888" y="2590800"/>
                </a:cubicBezTo>
                <a:cubicBezTo>
                  <a:pt x="2917778" y="2590800"/>
                  <a:pt x="2924175" y="2597197"/>
                  <a:pt x="2924175" y="2605088"/>
                </a:cubicBezTo>
                <a:close/>
                <a:moveTo>
                  <a:pt x="2924175" y="2757488"/>
                </a:moveTo>
                <a:cubicBezTo>
                  <a:pt x="2924175" y="2765378"/>
                  <a:pt x="2917778" y="2771775"/>
                  <a:pt x="2909888" y="2771775"/>
                </a:cubicBezTo>
                <a:cubicBezTo>
                  <a:pt x="2901997" y="2771775"/>
                  <a:pt x="2895600" y="2765378"/>
                  <a:pt x="2895600" y="2757488"/>
                </a:cubicBezTo>
                <a:cubicBezTo>
                  <a:pt x="2895600" y="2749597"/>
                  <a:pt x="2901997" y="2743200"/>
                  <a:pt x="2909888" y="2743200"/>
                </a:cubicBezTo>
                <a:cubicBezTo>
                  <a:pt x="2917778" y="2743200"/>
                  <a:pt x="2924175" y="2749597"/>
                  <a:pt x="2924175" y="2757488"/>
                </a:cubicBezTo>
                <a:close/>
                <a:moveTo>
                  <a:pt x="2924175" y="2909888"/>
                </a:moveTo>
                <a:cubicBezTo>
                  <a:pt x="2924175" y="2917778"/>
                  <a:pt x="2917778" y="2924175"/>
                  <a:pt x="2909888" y="2924175"/>
                </a:cubicBezTo>
                <a:cubicBezTo>
                  <a:pt x="2901997" y="2924175"/>
                  <a:pt x="2895600" y="2917778"/>
                  <a:pt x="2895600" y="2909888"/>
                </a:cubicBezTo>
                <a:cubicBezTo>
                  <a:pt x="2895600" y="2901997"/>
                  <a:pt x="2901997" y="2895600"/>
                  <a:pt x="2909888" y="2895600"/>
                </a:cubicBezTo>
                <a:cubicBezTo>
                  <a:pt x="2917778" y="2895600"/>
                  <a:pt x="2924175" y="2901997"/>
                  <a:pt x="2924175" y="2909888"/>
                </a:cubicBezTo>
                <a:close/>
                <a:moveTo>
                  <a:pt x="2924175" y="3062288"/>
                </a:moveTo>
                <a:cubicBezTo>
                  <a:pt x="2924175" y="3070178"/>
                  <a:pt x="2917778" y="3076575"/>
                  <a:pt x="2909888" y="3076575"/>
                </a:cubicBezTo>
                <a:cubicBezTo>
                  <a:pt x="2901997" y="3076575"/>
                  <a:pt x="2895600" y="3070178"/>
                  <a:pt x="2895600" y="3062288"/>
                </a:cubicBezTo>
                <a:cubicBezTo>
                  <a:pt x="2895600" y="3054397"/>
                  <a:pt x="2901997" y="3048000"/>
                  <a:pt x="2909888" y="3048000"/>
                </a:cubicBezTo>
                <a:cubicBezTo>
                  <a:pt x="2917778" y="3048000"/>
                  <a:pt x="2924175" y="3054397"/>
                  <a:pt x="2924175" y="3062288"/>
                </a:cubicBezTo>
                <a:close/>
                <a:moveTo>
                  <a:pt x="2924175" y="3214688"/>
                </a:moveTo>
                <a:cubicBezTo>
                  <a:pt x="2924175" y="3222578"/>
                  <a:pt x="2917778" y="3228975"/>
                  <a:pt x="2909888" y="3228975"/>
                </a:cubicBezTo>
                <a:cubicBezTo>
                  <a:pt x="2901997" y="3228975"/>
                  <a:pt x="2895600" y="3222578"/>
                  <a:pt x="2895600" y="3214688"/>
                </a:cubicBezTo>
                <a:cubicBezTo>
                  <a:pt x="2895600" y="3206797"/>
                  <a:pt x="2901997" y="3200400"/>
                  <a:pt x="2909888" y="3200400"/>
                </a:cubicBezTo>
                <a:cubicBezTo>
                  <a:pt x="2917778" y="3200400"/>
                  <a:pt x="2924175" y="3206797"/>
                  <a:pt x="2924175" y="3214688"/>
                </a:cubicBezTo>
                <a:close/>
                <a:moveTo>
                  <a:pt x="2924175" y="3367088"/>
                </a:moveTo>
                <a:cubicBezTo>
                  <a:pt x="2924175" y="3374978"/>
                  <a:pt x="2917778" y="3381375"/>
                  <a:pt x="2909888" y="3381375"/>
                </a:cubicBezTo>
                <a:cubicBezTo>
                  <a:pt x="2901997" y="3381375"/>
                  <a:pt x="2895600" y="3374978"/>
                  <a:pt x="2895600" y="3367088"/>
                </a:cubicBezTo>
                <a:cubicBezTo>
                  <a:pt x="2895600" y="3359197"/>
                  <a:pt x="2901997" y="3352800"/>
                  <a:pt x="2909888" y="3352800"/>
                </a:cubicBezTo>
                <a:cubicBezTo>
                  <a:pt x="2917778" y="3352800"/>
                  <a:pt x="2924175" y="3359197"/>
                  <a:pt x="2924175" y="3367088"/>
                </a:cubicBezTo>
                <a:close/>
                <a:moveTo>
                  <a:pt x="2924175" y="3519488"/>
                </a:moveTo>
                <a:cubicBezTo>
                  <a:pt x="2924175" y="3527378"/>
                  <a:pt x="2917778" y="3533775"/>
                  <a:pt x="2909888" y="3533775"/>
                </a:cubicBezTo>
                <a:cubicBezTo>
                  <a:pt x="2901997" y="3533775"/>
                  <a:pt x="2895600" y="3527378"/>
                  <a:pt x="2895600" y="3519488"/>
                </a:cubicBezTo>
                <a:cubicBezTo>
                  <a:pt x="2895600" y="3511597"/>
                  <a:pt x="2901997" y="3505200"/>
                  <a:pt x="2909888" y="3505200"/>
                </a:cubicBezTo>
                <a:cubicBezTo>
                  <a:pt x="2917778" y="3505200"/>
                  <a:pt x="2924175" y="3511597"/>
                  <a:pt x="2924175" y="3519488"/>
                </a:cubicBezTo>
                <a:close/>
                <a:moveTo>
                  <a:pt x="2924175" y="3671888"/>
                </a:moveTo>
                <a:cubicBezTo>
                  <a:pt x="2924175" y="3679778"/>
                  <a:pt x="2917778" y="3686175"/>
                  <a:pt x="2909888" y="3686175"/>
                </a:cubicBezTo>
                <a:cubicBezTo>
                  <a:pt x="2901997" y="3686175"/>
                  <a:pt x="2895600" y="3679778"/>
                  <a:pt x="2895600" y="3671888"/>
                </a:cubicBezTo>
                <a:cubicBezTo>
                  <a:pt x="2895600" y="3663997"/>
                  <a:pt x="2901997" y="3657600"/>
                  <a:pt x="2909888" y="3657600"/>
                </a:cubicBezTo>
                <a:cubicBezTo>
                  <a:pt x="2917778" y="3657600"/>
                  <a:pt x="2924175" y="3663997"/>
                  <a:pt x="2924175" y="3671888"/>
                </a:cubicBezTo>
                <a:close/>
                <a:moveTo>
                  <a:pt x="2924175" y="3824288"/>
                </a:moveTo>
                <a:cubicBezTo>
                  <a:pt x="2924175" y="3832178"/>
                  <a:pt x="2917778" y="3838575"/>
                  <a:pt x="2909888" y="3838575"/>
                </a:cubicBezTo>
                <a:cubicBezTo>
                  <a:pt x="2901997" y="3838575"/>
                  <a:pt x="2895600" y="3832178"/>
                  <a:pt x="2895600" y="3824288"/>
                </a:cubicBezTo>
                <a:cubicBezTo>
                  <a:pt x="2895600" y="3816397"/>
                  <a:pt x="2901997" y="3810000"/>
                  <a:pt x="2909888" y="3810000"/>
                </a:cubicBezTo>
                <a:cubicBezTo>
                  <a:pt x="2917778" y="3810000"/>
                  <a:pt x="2924175" y="3816397"/>
                  <a:pt x="2924175" y="3824288"/>
                </a:cubicBezTo>
                <a:close/>
                <a:moveTo>
                  <a:pt x="2924175" y="3976688"/>
                </a:moveTo>
                <a:cubicBezTo>
                  <a:pt x="2924175" y="3984578"/>
                  <a:pt x="2917778" y="3990975"/>
                  <a:pt x="2909888" y="3990975"/>
                </a:cubicBezTo>
                <a:cubicBezTo>
                  <a:pt x="2901997" y="3990975"/>
                  <a:pt x="2895600" y="3984578"/>
                  <a:pt x="2895600" y="3976688"/>
                </a:cubicBezTo>
                <a:cubicBezTo>
                  <a:pt x="2895600" y="3968797"/>
                  <a:pt x="2901997" y="3962400"/>
                  <a:pt x="2909888" y="3962400"/>
                </a:cubicBezTo>
                <a:cubicBezTo>
                  <a:pt x="2917778" y="3962400"/>
                  <a:pt x="2924175" y="3968797"/>
                  <a:pt x="2924175" y="3976688"/>
                </a:cubicBezTo>
                <a:close/>
                <a:moveTo>
                  <a:pt x="2924175" y="4129088"/>
                </a:moveTo>
                <a:cubicBezTo>
                  <a:pt x="2924175" y="4136978"/>
                  <a:pt x="2917778" y="4143375"/>
                  <a:pt x="2909888" y="4143375"/>
                </a:cubicBezTo>
                <a:cubicBezTo>
                  <a:pt x="2901997" y="4143375"/>
                  <a:pt x="2895600" y="4136978"/>
                  <a:pt x="2895600" y="4129088"/>
                </a:cubicBezTo>
                <a:cubicBezTo>
                  <a:pt x="2895600" y="4121197"/>
                  <a:pt x="2901997" y="4114800"/>
                  <a:pt x="2909888" y="4114800"/>
                </a:cubicBezTo>
                <a:cubicBezTo>
                  <a:pt x="2917778" y="4114800"/>
                  <a:pt x="2924175" y="4121197"/>
                  <a:pt x="2924175" y="4129088"/>
                </a:cubicBezTo>
                <a:close/>
                <a:moveTo>
                  <a:pt x="2924175" y="4281488"/>
                </a:moveTo>
                <a:cubicBezTo>
                  <a:pt x="2924175" y="4289378"/>
                  <a:pt x="2917778" y="4295775"/>
                  <a:pt x="2909888" y="4295775"/>
                </a:cubicBezTo>
                <a:cubicBezTo>
                  <a:pt x="2901997" y="4295775"/>
                  <a:pt x="2895600" y="4289378"/>
                  <a:pt x="2895600" y="4281488"/>
                </a:cubicBezTo>
                <a:cubicBezTo>
                  <a:pt x="2895600" y="4273597"/>
                  <a:pt x="2901997" y="4267200"/>
                  <a:pt x="2909888" y="4267200"/>
                </a:cubicBezTo>
                <a:cubicBezTo>
                  <a:pt x="2917778" y="4267200"/>
                  <a:pt x="2924175" y="4273597"/>
                  <a:pt x="2924175" y="4281488"/>
                </a:cubicBezTo>
                <a:close/>
                <a:moveTo>
                  <a:pt x="2924175" y="4433888"/>
                </a:moveTo>
                <a:cubicBezTo>
                  <a:pt x="2924175" y="4441778"/>
                  <a:pt x="2917778" y="4448175"/>
                  <a:pt x="2909888" y="4448175"/>
                </a:cubicBezTo>
                <a:cubicBezTo>
                  <a:pt x="2901997" y="4448175"/>
                  <a:pt x="2895600" y="4441778"/>
                  <a:pt x="2895600" y="4433888"/>
                </a:cubicBezTo>
                <a:cubicBezTo>
                  <a:pt x="2895600" y="4425997"/>
                  <a:pt x="2901997" y="4419600"/>
                  <a:pt x="2909888" y="4419600"/>
                </a:cubicBezTo>
                <a:cubicBezTo>
                  <a:pt x="2917778" y="4419600"/>
                  <a:pt x="2924175" y="4425997"/>
                  <a:pt x="2924175" y="4433888"/>
                </a:cubicBezTo>
                <a:close/>
                <a:moveTo>
                  <a:pt x="2924175" y="4586288"/>
                </a:moveTo>
                <a:cubicBezTo>
                  <a:pt x="2924175" y="4594178"/>
                  <a:pt x="2917778" y="4600575"/>
                  <a:pt x="2909888" y="4600575"/>
                </a:cubicBezTo>
                <a:cubicBezTo>
                  <a:pt x="2901997" y="4600575"/>
                  <a:pt x="2895600" y="4594178"/>
                  <a:pt x="2895600" y="4586288"/>
                </a:cubicBezTo>
                <a:cubicBezTo>
                  <a:pt x="2895600" y="4578397"/>
                  <a:pt x="2901997" y="4572000"/>
                  <a:pt x="2909888" y="4572000"/>
                </a:cubicBezTo>
                <a:cubicBezTo>
                  <a:pt x="2917778" y="4572000"/>
                  <a:pt x="2924175" y="4578397"/>
                  <a:pt x="2924175" y="4586288"/>
                </a:cubicBezTo>
                <a:close/>
                <a:moveTo>
                  <a:pt x="2924175" y="4738688"/>
                </a:moveTo>
                <a:cubicBezTo>
                  <a:pt x="2924175" y="4746578"/>
                  <a:pt x="2917778" y="4752975"/>
                  <a:pt x="2909888" y="4752975"/>
                </a:cubicBezTo>
                <a:cubicBezTo>
                  <a:pt x="2901997" y="4752975"/>
                  <a:pt x="2895600" y="4746578"/>
                  <a:pt x="2895600" y="4738688"/>
                </a:cubicBezTo>
                <a:cubicBezTo>
                  <a:pt x="2895600" y="4730797"/>
                  <a:pt x="2901997" y="4724400"/>
                  <a:pt x="2909888" y="4724400"/>
                </a:cubicBezTo>
                <a:cubicBezTo>
                  <a:pt x="2917778" y="4724400"/>
                  <a:pt x="2924175" y="4730797"/>
                  <a:pt x="2924175" y="4738688"/>
                </a:cubicBezTo>
                <a:close/>
                <a:moveTo>
                  <a:pt x="3076575" y="14288"/>
                </a:moveTo>
                <a:cubicBezTo>
                  <a:pt x="3076575" y="22178"/>
                  <a:pt x="3070178" y="28575"/>
                  <a:pt x="3062288" y="28575"/>
                </a:cubicBezTo>
                <a:cubicBezTo>
                  <a:pt x="3054397" y="28575"/>
                  <a:pt x="3048000" y="22178"/>
                  <a:pt x="3048000" y="14288"/>
                </a:cubicBezTo>
                <a:cubicBezTo>
                  <a:pt x="3048000" y="6397"/>
                  <a:pt x="3054397" y="0"/>
                  <a:pt x="3062288" y="0"/>
                </a:cubicBezTo>
                <a:cubicBezTo>
                  <a:pt x="3070178" y="0"/>
                  <a:pt x="3076575" y="6397"/>
                  <a:pt x="3076575" y="14288"/>
                </a:cubicBezTo>
                <a:close/>
                <a:moveTo>
                  <a:pt x="3076575" y="166688"/>
                </a:moveTo>
                <a:cubicBezTo>
                  <a:pt x="3076575" y="174578"/>
                  <a:pt x="3070178" y="180975"/>
                  <a:pt x="3062288" y="180975"/>
                </a:cubicBezTo>
                <a:cubicBezTo>
                  <a:pt x="3054397" y="180975"/>
                  <a:pt x="3048000" y="174578"/>
                  <a:pt x="3048000" y="166688"/>
                </a:cubicBezTo>
                <a:cubicBezTo>
                  <a:pt x="3048000" y="158797"/>
                  <a:pt x="3054397" y="152400"/>
                  <a:pt x="3062288" y="152400"/>
                </a:cubicBezTo>
                <a:cubicBezTo>
                  <a:pt x="3070178" y="152400"/>
                  <a:pt x="3076575" y="158797"/>
                  <a:pt x="3076575" y="166688"/>
                </a:cubicBezTo>
                <a:close/>
                <a:moveTo>
                  <a:pt x="3076575" y="319088"/>
                </a:moveTo>
                <a:cubicBezTo>
                  <a:pt x="3076575" y="326978"/>
                  <a:pt x="3070178" y="333375"/>
                  <a:pt x="3062288" y="333375"/>
                </a:cubicBezTo>
                <a:cubicBezTo>
                  <a:pt x="3054397" y="333375"/>
                  <a:pt x="3048000" y="326978"/>
                  <a:pt x="3048000" y="319088"/>
                </a:cubicBezTo>
                <a:cubicBezTo>
                  <a:pt x="3048000" y="311197"/>
                  <a:pt x="3054397" y="304800"/>
                  <a:pt x="3062288" y="304800"/>
                </a:cubicBezTo>
                <a:cubicBezTo>
                  <a:pt x="3070178" y="304800"/>
                  <a:pt x="3076575" y="311197"/>
                  <a:pt x="3076575" y="319088"/>
                </a:cubicBezTo>
                <a:close/>
                <a:moveTo>
                  <a:pt x="3076575" y="471488"/>
                </a:moveTo>
                <a:cubicBezTo>
                  <a:pt x="3076575" y="479378"/>
                  <a:pt x="3070178" y="485775"/>
                  <a:pt x="3062288" y="485775"/>
                </a:cubicBezTo>
                <a:cubicBezTo>
                  <a:pt x="3054397" y="485775"/>
                  <a:pt x="3048000" y="479378"/>
                  <a:pt x="3048000" y="471488"/>
                </a:cubicBezTo>
                <a:cubicBezTo>
                  <a:pt x="3048000" y="463597"/>
                  <a:pt x="3054397" y="457200"/>
                  <a:pt x="3062288" y="457200"/>
                </a:cubicBezTo>
                <a:cubicBezTo>
                  <a:pt x="3070178" y="457200"/>
                  <a:pt x="3076575" y="463597"/>
                  <a:pt x="3076575" y="471488"/>
                </a:cubicBezTo>
                <a:close/>
                <a:moveTo>
                  <a:pt x="3076575" y="623888"/>
                </a:moveTo>
                <a:cubicBezTo>
                  <a:pt x="3076575" y="631778"/>
                  <a:pt x="3070178" y="638175"/>
                  <a:pt x="3062288" y="638175"/>
                </a:cubicBezTo>
                <a:cubicBezTo>
                  <a:pt x="3054397" y="638175"/>
                  <a:pt x="3048000" y="631778"/>
                  <a:pt x="3048000" y="623888"/>
                </a:cubicBezTo>
                <a:cubicBezTo>
                  <a:pt x="3048000" y="615997"/>
                  <a:pt x="3054397" y="609600"/>
                  <a:pt x="3062288" y="609600"/>
                </a:cubicBezTo>
                <a:cubicBezTo>
                  <a:pt x="3070178" y="609600"/>
                  <a:pt x="3076575" y="615997"/>
                  <a:pt x="3076575" y="623888"/>
                </a:cubicBezTo>
                <a:close/>
                <a:moveTo>
                  <a:pt x="3076575" y="776288"/>
                </a:moveTo>
                <a:cubicBezTo>
                  <a:pt x="3076575" y="784178"/>
                  <a:pt x="3070178" y="790575"/>
                  <a:pt x="3062288" y="790575"/>
                </a:cubicBezTo>
                <a:cubicBezTo>
                  <a:pt x="3054397" y="790575"/>
                  <a:pt x="3048000" y="784178"/>
                  <a:pt x="3048000" y="776288"/>
                </a:cubicBezTo>
                <a:cubicBezTo>
                  <a:pt x="3048000" y="768397"/>
                  <a:pt x="3054397" y="762000"/>
                  <a:pt x="3062288" y="762000"/>
                </a:cubicBezTo>
                <a:cubicBezTo>
                  <a:pt x="3070178" y="762000"/>
                  <a:pt x="3076575" y="768397"/>
                  <a:pt x="3076575" y="776288"/>
                </a:cubicBezTo>
                <a:close/>
                <a:moveTo>
                  <a:pt x="3076575" y="928688"/>
                </a:moveTo>
                <a:cubicBezTo>
                  <a:pt x="3076575" y="936578"/>
                  <a:pt x="3070178" y="942975"/>
                  <a:pt x="3062288" y="942975"/>
                </a:cubicBezTo>
                <a:cubicBezTo>
                  <a:pt x="3054397" y="942975"/>
                  <a:pt x="3048000" y="936578"/>
                  <a:pt x="3048000" y="928688"/>
                </a:cubicBezTo>
                <a:cubicBezTo>
                  <a:pt x="3048000" y="920797"/>
                  <a:pt x="3054397" y="914400"/>
                  <a:pt x="3062288" y="914400"/>
                </a:cubicBezTo>
                <a:cubicBezTo>
                  <a:pt x="3070178" y="914400"/>
                  <a:pt x="3076575" y="920797"/>
                  <a:pt x="3076575" y="928688"/>
                </a:cubicBezTo>
                <a:close/>
                <a:moveTo>
                  <a:pt x="3076575" y="1081088"/>
                </a:moveTo>
                <a:cubicBezTo>
                  <a:pt x="3076575" y="1088978"/>
                  <a:pt x="3070178" y="1095375"/>
                  <a:pt x="3062288" y="1095375"/>
                </a:cubicBezTo>
                <a:cubicBezTo>
                  <a:pt x="3054397" y="1095375"/>
                  <a:pt x="3048000" y="1088978"/>
                  <a:pt x="3048000" y="1081088"/>
                </a:cubicBezTo>
                <a:cubicBezTo>
                  <a:pt x="3048000" y="1073197"/>
                  <a:pt x="3054397" y="1066800"/>
                  <a:pt x="3062288" y="1066800"/>
                </a:cubicBezTo>
                <a:cubicBezTo>
                  <a:pt x="3070178" y="1066800"/>
                  <a:pt x="3076575" y="1073197"/>
                  <a:pt x="3076575" y="1081088"/>
                </a:cubicBezTo>
                <a:close/>
                <a:moveTo>
                  <a:pt x="3076575" y="1233488"/>
                </a:moveTo>
                <a:cubicBezTo>
                  <a:pt x="3076575" y="1241378"/>
                  <a:pt x="3070178" y="1247775"/>
                  <a:pt x="3062288" y="1247775"/>
                </a:cubicBezTo>
                <a:cubicBezTo>
                  <a:pt x="3054397" y="1247775"/>
                  <a:pt x="3048000" y="1241378"/>
                  <a:pt x="3048000" y="1233488"/>
                </a:cubicBezTo>
                <a:cubicBezTo>
                  <a:pt x="3048000" y="1225597"/>
                  <a:pt x="3054397" y="1219200"/>
                  <a:pt x="3062288" y="1219200"/>
                </a:cubicBezTo>
                <a:cubicBezTo>
                  <a:pt x="3070178" y="1219200"/>
                  <a:pt x="3076575" y="1225597"/>
                  <a:pt x="3076575" y="1233488"/>
                </a:cubicBezTo>
                <a:close/>
                <a:moveTo>
                  <a:pt x="3076575" y="1385888"/>
                </a:moveTo>
                <a:cubicBezTo>
                  <a:pt x="3076575" y="1393778"/>
                  <a:pt x="3070178" y="1400175"/>
                  <a:pt x="3062288" y="1400175"/>
                </a:cubicBezTo>
                <a:cubicBezTo>
                  <a:pt x="3054397" y="1400175"/>
                  <a:pt x="3048000" y="1393778"/>
                  <a:pt x="3048000" y="1385888"/>
                </a:cubicBezTo>
                <a:cubicBezTo>
                  <a:pt x="3048000" y="1377997"/>
                  <a:pt x="3054397" y="1371600"/>
                  <a:pt x="3062288" y="1371600"/>
                </a:cubicBezTo>
                <a:cubicBezTo>
                  <a:pt x="3070178" y="1371600"/>
                  <a:pt x="3076575" y="1377997"/>
                  <a:pt x="3076575" y="1385888"/>
                </a:cubicBezTo>
                <a:close/>
                <a:moveTo>
                  <a:pt x="3076575" y="1538288"/>
                </a:moveTo>
                <a:cubicBezTo>
                  <a:pt x="3076575" y="1546178"/>
                  <a:pt x="3070178" y="1552575"/>
                  <a:pt x="3062288" y="1552575"/>
                </a:cubicBezTo>
                <a:cubicBezTo>
                  <a:pt x="3054397" y="1552575"/>
                  <a:pt x="3048000" y="1546178"/>
                  <a:pt x="3048000" y="1538288"/>
                </a:cubicBezTo>
                <a:cubicBezTo>
                  <a:pt x="3048000" y="1530397"/>
                  <a:pt x="3054397" y="1524000"/>
                  <a:pt x="3062288" y="1524000"/>
                </a:cubicBezTo>
                <a:cubicBezTo>
                  <a:pt x="3070178" y="1524000"/>
                  <a:pt x="3076575" y="1530397"/>
                  <a:pt x="3076575" y="1538288"/>
                </a:cubicBezTo>
                <a:close/>
                <a:moveTo>
                  <a:pt x="3076575" y="1690688"/>
                </a:moveTo>
                <a:cubicBezTo>
                  <a:pt x="3076575" y="1698578"/>
                  <a:pt x="3070178" y="1704975"/>
                  <a:pt x="3062288" y="1704975"/>
                </a:cubicBezTo>
                <a:cubicBezTo>
                  <a:pt x="3054397" y="1704975"/>
                  <a:pt x="3048000" y="1698578"/>
                  <a:pt x="3048000" y="1690688"/>
                </a:cubicBezTo>
                <a:cubicBezTo>
                  <a:pt x="3048000" y="1682797"/>
                  <a:pt x="3054397" y="1676400"/>
                  <a:pt x="3062288" y="1676400"/>
                </a:cubicBezTo>
                <a:cubicBezTo>
                  <a:pt x="3070178" y="1676400"/>
                  <a:pt x="3076575" y="1682797"/>
                  <a:pt x="3076575" y="1690688"/>
                </a:cubicBezTo>
                <a:close/>
                <a:moveTo>
                  <a:pt x="3076575" y="1843088"/>
                </a:moveTo>
                <a:cubicBezTo>
                  <a:pt x="3076575" y="1850978"/>
                  <a:pt x="3070178" y="1857375"/>
                  <a:pt x="3062288" y="1857375"/>
                </a:cubicBezTo>
                <a:cubicBezTo>
                  <a:pt x="3054397" y="1857375"/>
                  <a:pt x="3048000" y="1850978"/>
                  <a:pt x="3048000" y="1843088"/>
                </a:cubicBezTo>
                <a:cubicBezTo>
                  <a:pt x="3048000" y="1835197"/>
                  <a:pt x="3054397" y="1828800"/>
                  <a:pt x="3062288" y="1828800"/>
                </a:cubicBezTo>
                <a:cubicBezTo>
                  <a:pt x="3070178" y="1828800"/>
                  <a:pt x="3076575" y="1835197"/>
                  <a:pt x="3076575" y="1843088"/>
                </a:cubicBezTo>
                <a:close/>
                <a:moveTo>
                  <a:pt x="3076575" y="1995488"/>
                </a:moveTo>
                <a:cubicBezTo>
                  <a:pt x="3076575" y="2003378"/>
                  <a:pt x="3070178" y="2009775"/>
                  <a:pt x="3062288" y="2009775"/>
                </a:cubicBezTo>
                <a:cubicBezTo>
                  <a:pt x="3054397" y="2009775"/>
                  <a:pt x="3048000" y="2003378"/>
                  <a:pt x="3048000" y="1995488"/>
                </a:cubicBezTo>
                <a:cubicBezTo>
                  <a:pt x="3048000" y="1987597"/>
                  <a:pt x="3054397" y="1981200"/>
                  <a:pt x="3062288" y="1981200"/>
                </a:cubicBezTo>
                <a:cubicBezTo>
                  <a:pt x="3070178" y="1981200"/>
                  <a:pt x="3076575" y="1987597"/>
                  <a:pt x="3076575" y="1995488"/>
                </a:cubicBezTo>
                <a:close/>
                <a:moveTo>
                  <a:pt x="3076575" y="2147888"/>
                </a:moveTo>
                <a:cubicBezTo>
                  <a:pt x="3076575" y="2155778"/>
                  <a:pt x="3070178" y="2162175"/>
                  <a:pt x="3062288" y="2162175"/>
                </a:cubicBezTo>
                <a:cubicBezTo>
                  <a:pt x="3054397" y="2162175"/>
                  <a:pt x="3048000" y="2155778"/>
                  <a:pt x="3048000" y="2147888"/>
                </a:cubicBezTo>
                <a:cubicBezTo>
                  <a:pt x="3048000" y="2139997"/>
                  <a:pt x="3054397" y="2133600"/>
                  <a:pt x="3062288" y="2133600"/>
                </a:cubicBezTo>
                <a:cubicBezTo>
                  <a:pt x="3070178" y="2133600"/>
                  <a:pt x="3076575" y="2139997"/>
                  <a:pt x="3076575" y="2147888"/>
                </a:cubicBezTo>
                <a:close/>
                <a:moveTo>
                  <a:pt x="3076575" y="2300288"/>
                </a:moveTo>
                <a:cubicBezTo>
                  <a:pt x="3076575" y="2308178"/>
                  <a:pt x="3070178" y="2314575"/>
                  <a:pt x="3062288" y="2314575"/>
                </a:cubicBezTo>
                <a:cubicBezTo>
                  <a:pt x="3054397" y="2314575"/>
                  <a:pt x="3048000" y="2308178"/>
                  <a:pt x="3048000" y="2300288"/>
                </a:cubicBezTo>
                <a:cubicBezTo>
                  <a:pt x="3048000" y="2292397"/>
                  <a:pt x="3054397" y="2286000"/>
                  <a:pt x="3062288" y="2286000"/>
                </a:cubicBezTo>
                <a:cubicBezTo>
                  <a:pt x="3070178" y="2286000"/>
                  <a:pt x="3076575" y="2292397"/>
                  <a:pt x="3076575" y="2300288"/>
                </a:cubicBezTo>
                <a:close/>
                <a:moveTo>
                  <a:pt x="3076575" y="2452688"/>
                </a:moveTo>
                <a:cubicBezTo>
                  <a:pt x="3076575" y="2460578"/>
                  <a:pt x="3070178" y="2466975"/>
                  <a:pt x="3062288" y="2466975"/>
                </a:cubicBezTo>
                <a:cubicBezTo>
                  <a:pt x="3054397" y="2466975"/>
                  <a:pt x="3048000" y="2460578"/>
                  <a:pt x="3048000" y="2452688"/>
                </a:cubicBezTo>
                <a:cubicBezTo>
                  <a:pt x="3048000" y="2444797"/>
                  <a:pt x="3054397" y="2438400"/>
                  <a:pt x="3062288" y="2438400"/>
                </a:cubicBezTo>
                <a:cubicBezTo>
                  <a:pt x="3070178" y="2438400"/>
                  <a:pt x="3076575" y="2444797"/>
                  <a:pt x="3076575" y="2452688"/>
                </a:cubicBezTo>
                <a:close/>
                <a:moveTo>
                  <a:pt x="3076575" y="2605088"/>
                </a:moveTo>
                <a:cubicBezTo>
                  <a:pt x="3076575" y="2612978"/>
                  <a:pt x="3070178" y="2619375"/>
                  <a:pt x="3062288" y="2619375"/>
                </a:cubicBezTo>
                <a:cubicBezTo>
                  <a:pt x="3054397" y="2619375"/>
                  <a:pt x="3048000" y="2612978"/>
                  <a:pt x="3048000" y="2605088"/>
                </a:cubicBezTo>
                <a:cubicBezTo>
                  <a:pt x="3048000" y="2597197"/>
                  <a:pt x="3054397" y="2590800"/>
                  <a:pt x="3062288" y="2590800"/>
                </a:cubicBezTo>
                <a:cubicBezTo>
                  <a:pt x="3070178" y="2590800"/>
                  <a:pt x="3076575" y="2597197"/>
                  <a:pt x="3076575" y="2605088"/>
                </a:cubicBezTo>
                <a:close/>
                <a:moveTo>
                  <a:pt x="3076575" y="2757488"/>
                </a:moveTo>
                <a:cubicBezTo>
                  <a:pt x="3076575" y="2765378"/>
                  <a:pt x="3070178" y="2771775"/>
                  <a:pt x="3062288" y="2771775"/>
                </a:cubicBezTo>
                <a:cubicBezTo>
                  <a:pt x="3054397" y="2771775"/>
                  <a:pt x="3048000" y="2765378"/>
                  <a:pt x="3048000" y="2757488"/>
                </a:cubicBezTo>
                <a:cubicBezTo>
                  <a:pt x="3048000" y="2749597"/>
                  <a:pt x="3054397" y="2743200"/>
                  <a:pt x="3062288" y="2743200"/>
                </a:cubicBezTo>
                <a:cubicBezTo>
                  <a:pt x="3070178" y="2743200"/>
                  <a:pt x="3076575" y="2749597"/>
                  <a:pt x="3076575" y="2757488"/>
                </a:cubicBezTo>
                <a:close/>
                <a:moveTo>
                  <a:pt x="3076575" y="2909888"/>
                </a:moveTo>
                <a:cubicBezTo>
                  <a:pt x="3076575" y="2917778"/>
                  <a:pt x="3070178" y="2924175"/>
                  <a:pt x="3062288" y="2924175"/>
                </a:cubicBezTo>
                <a:cubicBezTo>
                  <a:pt x="3054397" y="2924175"/>
                  <a:pt x="3048000" y="2917778"/>
                  <a:pt x="3048000" y="2909888"/>
                </a:cubicBezTo>
                <a:cubicBezTo>
                  <a:pt x="3048000" y="2901997"/>
                  <a:pt x="3054397" y="2895600"/>
                  <a:pt x="3062288" y="2895600"/>
                </a:cubicBezTo>
                <a:cubicBezTo>
                  <a:pt x="3070178" y="2895600"/>
                  <a:pt x="3076575" y="2901997"/>
                  <a:pt x="3076575" y="2909888"/>
                </a:cubicBezTo>
                <a:close/>
                <a:moveTo>
                  <a:pt x="3076575" y="3062288"/>
                </a:moveTo>
                <a:cubicBezTo>
                  <a:pt x="3076575" y="3070178"/>
                  <a:pt x="3070178" y="3076575"/>
                  <a:pt x="3062288" y="3076575"/>
                </a:cubicBezTo>
                <a:cubicBezTo>
                  <a:pt x="3054397" y="3076575"/>
                  <a:pt x="3048000" y="3070178"/>
                  <a:pt x="3048000" y="3062288"/>
                </a:cubicBezTo>
                <a:cubicBezTo>
                  <a:pt x="3048000" y="3054397"/>
                  <a:pt x="3054397" y="3048000"/>
                  <a:pt x="3062288" y="3048000"/>
                </a:cubicBezTo>
                <a:cubicBezTo>
                  <a:pt x="3070178" y="3048000"/>
                  <a:pt x="3076575" y="3054397"/>
                  <a:pt x="3076575" y="3062288"/>
                </a:cubicBezTo>
                <a:close/>
                <a:moveTo>
                  <a:pt x="3076575" y="3214688"/>
                </a:moveTo>
                <a:cubicBezTo>
                  <a:pt x="3076575" y="3222578"/>
                  <a:pt x="3070178" y="3228975"/>
                  <a:pt x="3062288" y="3228975"/>
                </a:cubicBezTo>
                <a:cubicBezTo>
                  <a:pt x="3054397" y="3228975"/>
                  <a:pt x="3048000" y="3222578"/>
                  <a:pt x="3048000" y="3214688"/>
                </a:cubicBezTo>
                <a:cubicBezTo>
                  <a:pt x="3048000" y="3206797"/>
                  <a:pt x="3054397" y="3200400"/>
                  <a:pt x="3062288" y="3200400"/>
                </a:cubicBezTo>
                <a:cubicBezTo>
                  <a:pt x="3070178" y="3200400"/>
                  <a:pt x="3076575" y="3206797"/>
                  <a:pt x="3076575" y="3214688"/>
                </a:cubicBezTo>
                <a:close/>
                <a:moveTo>
                  <a:pt x="3076575" y="3367088"/>
                </a:moveTo>
                <a:cubicBezTo>
                  <a:pt x="3076575" y="3374978"/>
                  <a:pt x="3070178" y="3381375"/>
                  <a:pt x="3062288" y="3381375"/>
                </a:cubicBezTo>
                <a:cubicBezTo>
                  <a:pt x="3054397" y="3381375"/>
                  <a:pt x="3048000" y="3374978"/>
                  <a:pt x="3048000" y="3367088"/>
                </a:cubicBezTo>
                <a:cubicBezTo>
                  <a:pt x="3048000" y="3359197"/>
                  <a:pt x="3054397" y="3352800"/>
                  <a:pt x="3062288" y="3352800"/>
                </a:cubicBezTo>
                <a:cubicBezTo>
                  <a:pt x="3070178" y="3352800"/>
                  <a:pt x="3076575" y="3359197"/>
                  <a:pt x="3076575" y="3367088"/>
                </a:cubicBezTo>
                <a:close/>
                <a:moveTo>
                  <a:pt x="3076575" y="3519488"/>
                </a:moveTo>
                <a:cubicBezTo>
                  <a:pt x="3076575" y="3527378"/>
                  <a:pt x="3070178" y="3533775"/>
                  <a:pt x="3062288" y="3533775"/>
                </a:cubicBezTo>
                <a:cubicBezTo>
                  <a:pt x="3054397" y="3533775"/>
                  <a:pt x="3048000" y="3527378"/>
                  <a:pt x="3048000" y="3519488"/>
                </a:cubicBezTo>
                <a:cubicBezTo>
                  <a:pt x="3048000" y="3511597"/>
                  <a:pt x="3054397" y="3505200"/>
                  <a:pt x="3062288" y="3505200"/>
                </a:cubicBezTo>
                <a:cubicBezTo>
                  <a:pt x="3070178" y="3505200"/>
                  <a:pt x="3076575" y="3511597"/>
                  <a:pt x="3076575" y="3519488"/>
                </a:cubicBezTo>
                <a:close/>
                <a:moveTo>
                  <a:pt x="3076575" y="3671888"/>
                </a:moveTo>
                <a:cubicBezTo>
                  <a:pt x="3076575" y="3679778"/>
                  <a:pt x="3070178" y="3686175"/>
                  <a:pt x="3062288" y="3686175"/>
                </a:cubicBezTo>
                <a:cubicBezTo>
                  <a:pt x="3054397" y="3686175"/>
                  <a:pt x="3048000" y="3679778"/>
                  <a:pt x="3048000" y="3671888"/>
                </a:cubicBezTo>
                <a:cubicBezTo>
                  <a:pt x="3048000" y="3663997"/>
                  <a:pt x="3054397" y="3657600"/>
                  <a:pt x="3062288" y="3657600"/>
                </a:cubicBezTo>
                <a:cubicBezTo>
                  <a:pt x="3070178" y="3657600"/>
                  <a:pt x="3076575" y="3663997"/>
                  <a:pt x="3076575" y="3671888"/>
                </a:cubicBezTo>
                <a:close/>
                <a:moveTo>
                  <a:pt x="3076575" y="3824288"/>
                </a:moveTo>
                <a:cubicBezTo>
                  <a:pt x="3076575" y="3832178"/>
                  <a:pt x="3070178" y="3838575"/>
                  <a:pt x="3062288" y="3838575"/>
                </a:cubicBezTo>
                <a:cubicBezTo>
                  <a:pt x="3054397" y="3838575"/>
                  <a:pt x="3048000" y="3832178"/>
                  <a:pt x="3048000" y="3824288"/>
                </a:cubicBezTo>
                <a:cubicBezTo>
                  <a:pt x="3048000" y="3816397"/>
                  <a:pt x="3054397" y="3810000"/>
                  <a:pt x="3062288" y="3810000"/>
                </a:cubicBezTo>
                <a:cubicBezTo>
                  <a:pt x="3070178" y="3810000"/>
                  <a:pt x="3076575" y="3816397"/>
                  <a:pt x="3076575" y="3824288"/>
                </a:cubicBezTo>
                <a:close/>
                <a:moveTo>
                  <a:pt x="3076575" y="3976688"/>
                </a:moveTo>
                <a:cubicBezTo>
                  <a:pt x="3076575" y="3984578"/>
                  <a:pt x="3070178" y="3990975"/>
                  <a:pt x="3062288" y="3990975"/>
                </a:cubicBezTo>
                <a:cubicBezTo>
                  <a:pt x="3054397" y="3990975"/>
                  <a:pt x="3048000" y="3984578"/>
                  <a:pt x="3048000" y="3976688"/>
                </a:cubicBezTo>
                <a:cubicBezTo>
                  <a:pt x="3048000" y="3968797"/>
                  <a:pt x="3054397" y="3962400"/>
                  <a:pt x="3062288" y="3962400"/>
                </a:cubicBezTo>
                <a:cubicBezTo>
                  <a:pt x="3070178" y="3962400"/>
                  <a:pt x="3076575" y="3968797"/>
                  <a:pt x="3076575" y="3976688"/>
                </a:cubicBezTo>
                <a:close/>
                <a:moveTo>
                  <a:pt x="3076575" y="4129088"/>
                </a:moveTo>
                <a:cubicBezTo>
                  <a:pt x="3076575" y="4136978"/>
                  <a:pt x="3070178" y="4143375"/>
                  <a:pt x="3062288" y="4143375"/>
                </a:cubicBezTo>
                <a:cubicBezTo>
                  <a:pt x="3054397" y="4143375"/>
                  <a:pt x="3048000" y="4136978"/>
                  <a:pt x="3048000" y="4129088"/>
                </a:cubicBezTo>
                <a:cubicBezTo>
                  <a:pt x="3048000" y="4121197"/>
                  <a:pt x="3054397" y="4114800"/>
                  <a:pt x="3062288" y="4114800"/>
                </a:cubicBezTo>
                <a:cubicBezTo>
                  <a:pt x="3070178" y="4114800"/>
                  <a:pt x="3076575" y="4121197"/>
                  <a:pt x="3076575" y="4129088"/>
                </a:cubicBezTo>
                <a:close/>
                <a:moveTo>
                  <a:pt x="3076575" y="4281488"/>
                </a:moveTo>
                <a:cubicBezTo>
                  <a:pt x="3076575" y="4289378"/>
                  <a:pt x="3070178" y="4295775"/>
                  <a:pt x="3062288" y="4295775"/>
                </a:cubicBezTo>
                <a:cubicBezTo>
                  <a:pt x="3054397" y="4295775"/>
                  <a:pt x="3048000" y="4289378"/>
                  <a:pt x="3048000" y="4281488"/>
                </a:cubicBezTo>
                <a:cubicBezTo>
                  <a:pt x="3048000" y="4273597"/>
                  <a:pt x="3054397" y="4267200"/>
                  <a:pt x="3062288" y="4267200"/>
                </a:cubicBezTo>
                <a:cubicBezTo>
                  <a:pt x="3070178" y="4267200"/>
                  <a:pt x="3076575" y="4273597"/>
                  <a:pt x="3076575" y="4281488"/>
                </a:cubicBezTo>
                <a:close/>
                <a:moveTo>
                  <a:pt x="3076575" y="4433888"/>
                </a:moveTo>
                <a:cubicBezTo>
                  <a:pt x="3076575" y="4441778"/>
                  <a:pt x="3070178" y="4448175"/>
                  <a:pt x="3062288" y="4448175"/>
                </a:cubicBezTo>
                <a:cubicBezTo>
                  <a:pt x="3054397" y="4448175"/>
                  <a:pt x="3048000" y="4441778"/>
                  <a:pt x="3048000" y="4433888"/>
                </a:cubicBezTo>
                <a:cubicBezTo>
                  <a:pt x="3048000" y="4425997"/>
                  <a:pt x="3054397" y="4419600"/>
                  <a:pt x="3062288" y="4419600"/>
                </a:cubicBezTo>
                <a:cubicBezTo>
                  <a:pt x="3070178" y="4419600"/>
                  <a:pt x="3076575" y="4425997"/>
                  <a:pt x="3076575" y="4433888"/>
                </a:cubicBezTo>
                <a:close/>
                <a:moveTo>
                  <a:pt x="3076575" y="4586288"/>
                </a:moveTo>
                <a:cubicBezTo>
                  <a:pt x="3076575" y="4594178"/>
                  <a:pt x="3070178" y="4600575"/>
                  <a:pt x="3062288" y="4600575"/>
                </a:cubicBezTo>
                <a:cubicBezTo>
                  <a:pt x="3054397" y="4600575"/>
                  <a:pt x="3048000" y="4594178"/>
                  <a:pt x="3048000" y="4586288"/>
                </a:cubicBezTo>
                <a:cubicBezTo>
                  <a:pt x="3048000" y="4578397"/>
                  <a:pt x="3054397" y="4572000"/>
                  <a:pt x="3062288" y="4572000"/>
                </a:cubicBezTo>
                <a:cubicBezTo>
                  <a:pt x="3070178" y="4572000"/>
                  <a:pt x="3076575" y="4578397"/>
                  <a:pt x="3076575" y="4586288"/>
                </a:cubicBezTo>
                <a:close/>
                <a:moveTo>
                  <a:pt x="3076575" y="4738688"/>
                </a:moveTo>
                <a:cubicBezTo>
                  <a:pt x="3076575" y="4746578"/>
                  <a:pt x="3070178" y="4752975"/>
                  <a:pt x="3062288" y="4752975"/>
                </a:cubicBezTo>
                <a:cubicBezTo>
                  <a:pt x="3054397" y="4752975"/>
                  <a:pt x="3048000" y="4746578"/>
                  <a:pt x="3048000" y="4738688"/>
                </a:cubicBezTo>
                <a:cubicBezTo>
                  <a:pt x="3048000" y="4730797"/>
                  <a:pt x="3054397" y="4724400"/>
                  <a:pt x="3062288" y="4724400"/>
                </a:cubicBezTo>
                <a:cubicBezTo>
                  <a:pt x="3070178" y="4724400"/>
                  <a:pt x="3076575" y="4730797"/>
                  <a:pt x="3076575" y="4738688"/>
                </a:cubicBezTo>
                <a:close/>
                <a:moveTo>
                  <a:pt x="3228975" y="14288"/>
                </a:moveTo>
                <a:cubicBezTo>
                  <a:pt x="3228975" y="22178"/>
                  <a:pt x="3222578" y="28575"/>
                  <a:pt x="3214688" y="28575"/>
                </a:cubicBezTo>
                <a:cubicBezTo>
                  <a:pt x="3206797" y="28575"/>
                  <a:pt x="3200400" y="22178"/>
                  <a:pt x="3200400" y="14288"/>
                </a:cubicBezTo>
                <a:cubicBezTo>
                  <a:pt x="3200400" y="6397"/>
                  <a:pt x="3206797" y="0"/>
                  <a:pt x="3214688" y="0"/>
                </a:cubicBezTo>
                <a:cubicBezTo>
                  <a:pt x="3222578" y="0"/>
                  <a:pt x="3228975" y="6397"/>
                  <a:pt x="3228975" y="14288"/>
                </a:cubicBezTo>
                <a:close/>
                <a:moveTo>
                  <a:pt x="3228975" y="166688"/>
                </a:moveTo>
                <a:cubicBezTo>
                  <a:pt x="3228975" y="174578"/>
                  <a:pt x="3222578" y="180975"/>
                  <a:pt x="3214688" y="180975"/>
                </a:cubicBezTo>
                <a:cubicBezTo>
                  <a:pt x="3206797" y="180975"/>
                  <a:pt x="3200400" y="174578"/>
                  <a:pt x="3200400" y="166688"/>
                </a:cubicBezTo>
                <a:cubicBezTo>
                  <a:pt x="3200400" y="158797"/>
                  <a:pt x="3206797" y="152400"/>
                  <a:pt x="3214688" y="152400"/>
                </a:cubicBezTo>
                <a:cubicBezTo>
                  <a:pt x="3222578" y="152400"/>
                  <a:pt x="3228975" y="158797"/>
                  <a:pt x="3228975" y="166688"/>
                </a:cubicBezTo>
                <a:close/>
                <a:moveTo>
                  <a:pt x="3228975" y="319088"/>
                </a:moveTo>
                <a:cubicBezTo>
                  <a:pt x="3228975" y="326978"/>
                  <a:pt x="3222578" y="333375"/>
                  <a:pt x="3214688" y="333375"/>
                </a:cubicBezTo>
                <a:cubicBezTo>
                  <a:pt x="3206797" y="333375"/>
                  <a:pt x="3200400" y="326978"/>
                  <a:pt x="3200400" y="319088"/>
                </a:cubicBezTo>
                <a:cubicBezTo>
                  <a:pt x="3200400" y="311197"/>
                  <a:pt x="3206797" y="304800"/>
                  <a:pt x="3214688" y="304800"/>
                </a:cubicBezTo>
                <a:cubicBezTo>
                  <a:pt x="3222578" y="304800"/>
                  <a:pt x="3228975" y="311197"/>
                  <a:pt x="3228975" y="319088"/>
                </a:cubicBezTo>
                <a:close/>
                <a:moveTo>
                  <a:pt x="3228975" y="471488"/>
                </a:moveTo>
                <a:cubicBezTo>
                  <a:pt x="3228975" y="479378"/>
                  <a:pt x="3222578" y="485775"/>
                  <a:pt x="3214688" y="485775"/>
                </a:cubicBezTo>
                <a:cubicBezTo>
                  <a:pt x="3206797" y="485775"/>
                  <a:pt x="3200400" y="479378"/>
                  <a:pt x="3200400" y="471488"/>
                </a:cubicBezTo>
                <a:cubicBezTo>
                  <a:pt x="3200400" y="463597"/>
                  <a:pt x="3206797" y="457200"/>
                  <a:pt x="3214688" y="457200"/>
                </a:cubicBezTo>
                <a:cubicBezTo>
                  <a:pt x="3222578" y="457200"/>
                  <a:pt x="3228975" y="463597"/>
                  <a:pt x="3228975" y="471488"/>
                </a:cubicBezTo>
                <a:close/>
                <a:moveTo>
                  <a:pt x="3228975" y="623888"/>
                </a:moveTo>
                <a:cubicBezTo>
                  <a:pt x="3228975" y="631778"/>
                  <a:pt x="3222578" y="638175"/>
                  <a:pt x="3214688" y="638175"/>
                </a:cubicBezTo>
                <a:cubicBezTo>
                  <a:pt x="3206797" y="638175"/>
                  <a:pt x="3200400" y="631778"/>
                  <a:pt x="3200400" y="623888"/>
                </a:cubicBezTo>
                <a:cubicBezTo>
                  <a:pt x="3200400" y="615997"/>
                  <a:pt x="3206797" y="609600"/>
                  <a:pt x="3214688" y="609600"/>
                </a:cubicBezTo>
                <a:cubicBezTo>
                  <a:pt x="3222578" y="609600"/>
                  <a:pt x="3228975" y="615997"/>
                  <a:pt x="3228975" y="623888"/>
                </a:cubicBezTo>
                <a:close/>
                <a:moveTo>
                  <a:pt x="3228975" y="776288"/>
                </a:moveTo>
                <a:cubicBezTo>
                  <a:pt x="3228975" y="784178"/>
                  <a:pt x="3222578" y="790575"/>
                  <a:pt x="3214688" y="790575"/>
                </a:cubicBezTo>
                <a:cubicBezTo>
                  <a:pt x="3206797" y="790575"/>
                  <a:pt x="3200400" y="784178"/>
                  <a:pt x="3200400" y="776288"/>
                </a:cubicBezTo>
                <a:cubicBezTo>
                  <a:pt x="3200400" y="768397"/>
                  <a:pt x="3206797" y="762000"/>
                  <a:pt x="3214688" y="762000"/>
                </a:cubicBezTo>
                <a:cubicBezTo>
                  <a:pt x="3222578" y="762000"/>
                  <a:pt x="3228975" y="768397"/>
                  <a:pt x="3228975" y="776288"/>
                </a:cubicBezTo>
                <a:close/>
                <a:moveTo>
                  <a:pt x="3228975" y="928688"/>
                </a:moveTo>
                <a:cubicBezTo>
                  <a:pt x="3228975" y="936578"/>
                  <a:pt x="3222578" y="942975"/>
                  <a:pt x="3214688" y="942975"/>
                </a:cubicBezTo>
                <a:cubicBezTo>
                  <a:pt x="3206797" y="942975"/>
                  <a:pt x="3200400" y="936578"/>
                  <a:pt x="3200400" y="928688"/>
                </a:cubicBezTo>
                <a:cubicBezTo>
                  <a:pt x="3200400" y="920797"/>
                  <a:pt x="3206797" y="914400"/>
                  <a:pt x="3214688" y="914400"/>
                </a:cubicBezTo>
                <a:cubicBezTo>
                  <a:pt x="3222578" y="914400"/>
                  <a:pt x="3228975" y="920797"/>
                  <a:pt x="3228975" y="928688"/>
                </a:cubicBezTo>
                <a:close/>
                <a:moveTo>
                  <a:pt x="3228975" y="1081088"/>
                </a:moveTo>
                <a:cubicBezTo>
                  <a:pt x="3228975" y="1088978"/>
                  <a:pt x="3222578" y="1095375"/>
                  <a:pt x="3214688" y="1095375"/>
                </a:cubicBezTo>
                <a:cubicBezTo>
                  <a:pt x="3206797" y="1095375"/>
                  <a:pt x="3200400" y="1088978"/>
                  <a:pt x="3200400" y="1081088"/>
                </a:cubicBezTo>
                <a:cubicBezTo>
                  <a:pt x="3200400" y="1073197"/>
                  <a:pt x="3206797" y="1066800"/>
                  <a:pt x="3214688" y="1066800"/>
                </a:cubicBezTo>
                <a:cubicBezTo>
                  <a:pt x="3222578" y="1066800"/>
                  <a:pt x="3228975" y="1073197"/>
                  <a:pt x="3228975" y="1081088"/>
                </a:cubicBezTo>
                <a:close/>
                <a:moveTo>
                  <a:pt x="3228975" y="1233488"/>
                </a:moveTo>
                <a:cubicBezTo>
                  <a:pt x="3228975" y="1241378"/>
                  <a:pt x="3222578" y="1247775"/>
                  <a:pt x="3214688" y="1247775"/>
                </a:cubicBezTo>
                <a:cubicBezTo>
                  <a:pt x="3206797" y="1247775"/>
                  <a:pt x="3200400" y="1241378"/>
                  <a:pt x="3200400" y="1233488"/>
                </a:cubicBezTo>
                <a:cubicBezTo>
                  <a:pt x="3200400" y="1225597"/>
                  <a:pt x="3206797" y="1219200"/>
                  <a:pt x="3214688" y="1219200"/>
                </a:cubicBezTo>
                <a:cubicBezTo>
                  <a:pt x="3222578" y="1219200"/>
                  <a:pt x="3228975" y="1225597"/>
                  <a:pt x="3228975" y="1233488"/>
                </a:cubicBezTo>
                <a:close/>
                <a:moveTo>
                  <a:pt x="3228975" y="1385888"/>
                </a:moveTo>
                <a:cubicBezTo>
                  <a:pt x="3228975" y="1393778"/>
                  <a:pt x="3222578" y="1400175"/>
                  <a:pt x="3214688" y="1400175"/>
                </a:cubicBezTo>
                <a:cubicBezTo>
                  <a:pt x="3206797" y="1400175"/>
                  <a:pt x="3200400" y="1393778"/>
                  <a:pt x="3200400" y="1385888"/>
                </a:cubicBezTo>
                <a:cubicBezTo>
                  <a:pt x="3200400" y="1377997"/>
                  <a:pt x="3206797" y="1371600"/>
                  <a:pt x="3214688" y="1371600"/>
                </a:cubicBezTo>
                <a:cubicBezTo>
                  <a:pt x="3222578" y="1371600"/>
                  <a:pt x="3228975" y="1377997"/>
                  <a:pt x="3228975" y="1385888"/>
                </a:cubicBezTo>
                <a:close/>
                <a:moveTo>
                  <a:pt x="3228975" y="1538288"/>
                </a:moveTo>
                <a:cubicBezTo>
                  <a:pt x="3228975" y="1546178"/>
                  <a:pt x="3222578" y="1552575"/>
                  <a:pt x="3214688" y="1552575"/>
                </a:cubicBezTo>
                <a:cubicBezTo>
                  <a:pt x="3206797" y="1552575"/>
                  <a:pt x="3200400" y="1546178"/>
                  <a:pt x="3200400" y="1538288"/>
                </a:cubicBezTo>
                <a:cubicBezTo>
                  <a:pt x="3200400" y="1530397"/>
                  <a:pt x="3206797" y="1524000"/>
                  <a:pt x="3214688" y="1524000"/>
                </a:cubicBezTo>
                <a:cubicBezTo>
                  <a:pt x="3222578" y="1524000"/>
                  <a:pt x="3228975" y="1530397"/>
                  <a:pt x="3228975" y="1538288"/>
                </a:cubicBezTo>
                <a:close/>
                <a:moveTo>
                  <a:pt x="3228975" y="1690688"/>
                </a:moveTo>
                <a:cubicBezTo>
                  <a:pt x="3228975" y="1698578"/>
                  <a:pt x="3222578" y="1704975"/>
                  <a:pt x="3214688" y="1704975"/>
                </a:cubicBezTo>
                <a:cubicBezTo>
                  <a:pt x="3206797" y="1704975"/>
                  <a:pt x="3200400" y="1698578"/>
                  <a:pt x="3200400" y="1690688"/>
                </a:cubicBezTo>
                <a:cubicBezTo>
                  <a:pt x="3200400" y="1682797"/>
                  <a:pt x="3206797" y="1676400"/>
                  <a:pt x="3214688" y="1676400"/>
                </a:cubicBezTo>
                <a:cubicBezTo>
                  <a:pt x="3222578" y="1676400"/>
                  <a:pt x="3228975" y="1682797"/>
                  <a:pt x="3228975" y="1690688"/>
                </a:cubicBezTo>
                <a:close/>
                <a:moveTo>
                  <a:pt x="3228975" y="1843088"/>
                </a:moveTo>
                <a:cubicBezTo>
                  <a:pt x="3228975" y="1850978"/>
                  <a:pt x="3222578" y="1857375"/>
                  <a:pt x="3214688" y="1857375"/>
                </a:cubicBezTo>
                <a:cubicBezTo>
                  <a:pt x="3206797" y="1857375"/>
                  <a:pt x="3200400" y="1850978"/>
                  <a:pt x="3200400" y="1843088"/>
                </a:cubicBezTo>
                <a:cubicBezTo>
                  <a:pt x="3200400" y="1835197"/>
                  <a:pt x="3206797" y="1828800"/>
                  <a:pt x="3214688" y="1828800"/>
                </a:cubicBezTo>
                <a:cubicBezTo>
                  <a:pt x="3222578" y="1828800"/>
                  <a:pt x="3228975" y="1835197"/>
                  <a:pt x="3228975" y="1843088"/>
                </a:cubicBezTo>
                <a:close/>
                <a:moveTo>
                  <a:pt x="3228975" y="1995488"/>
                </a:moveTo>
                <a:cubicBezTo>
                  <a:pt x="3228975" y="2003378"/>
                  <a:pt x="3222578" y="2009775"/>
                  <a:pt x="3214688" y="2009775"/>
                </a:cubicBezTo>
                <a:cubicBezTo>
                  <a:pt x="3206797" y="2009775"/>
                  <a:pt x="3200400" y="2003378"/>
                  <a:pt x="3200400" y="1995488"/>
                </a:cubicBezTo>
                <a:cubicBezTo>
                  <a:pt x="3200400" y="1987597"/>
                  <a:pt x="3206797" y="1981200"/>
                  <a:pt x="3214688" y="1981200"/>
                </a:cubicBezTo>
                <a:cubicBezTo>
                  <a:pt x="3222578" y="1981200"/>
                  <a:pt x="3228975" y="1987597"/>
                  <a:pt x="3228975" y="1995488"/>
                </a:cubicBezTo>
                <a:close/>
                <a:moveTo>
                  <a:pt x="3228975" y="2147888"/>
                </a:moveTo>
                <a:cubicBezTo>
                  <a:pt x="3228975" y="2155778"/>
                  <a:pt x="3222578" y="2162175"/>
                  <a:pt x="3214688" y="2162175"/>
                </a:cubicBezTo>
                <a:cubicBezTo>
                  <a:pt x="3206797" y="2162175"/>
                  <a:pt x="3200400" y="2155778"/>
                  <a:pt x="3200400" y="2147888"/>
                </a:cubicBezTo>
                <a:cubicBezTo>
                  <a:pt x="3200400" y="2139997"/>
                  <a:pt x="3206797" y="2133600"/>
                  <a:pt x="3214688" y="2133600"/>
                </a:cubicBezTo>
                <a:cubicBezTo>
                  <a:pt x="3222578" y="2133600"/>
                  <a:pt x="3228975" y="2139997"/>
                  <a:pt x="3228975" y="2147888"/>
                </a:cubicBezTo>
                <a:close/>
                <a:moveTo>
                  <a:pt x="3228975" y="2300288"/>
                </a:moveTo>
                <a:cubicBezTo>
                  <a:pt x="3228975" y="2308178"/>
                  <a:pt x="3222578" y="2314575"/>
                  <a:pt x="3214688" y="2314575"/>
                </a:cubicBezTo>
                <a:cubicBezTo>
                  <a:pt x="3206797" y="2314575"/>
                  <a:pt x="3200400" y="2308178"/>
                  <a:pt x="3200400" y="2300288"/>
                </a:cubicBezTo>
                <a:cubicBezTo>
                  <a:pt x="3200400" y="2292397"/>
                  <a:pt x="3206797" y="2286000"/>
                  <a:pt x="3214688" y="2286000"/>
                </a:cubicBezTo>
                <a:cubicBezTo>
                  <a:pt x="3222578" y="2286000"/>
                  <a:pt x="3228975" y="2292397"/>
                  <a:pt x="3228975" y="2300288"/>
                </a:cubicBezTo>
                <a:close/>
                <a:moveTo>
                  <a:pt x="3228975" y="2452688"/>
                </a:moveTo>
                <a:cubicBezTo>
                  <a:pt x="3228975" y="2460578"/>
                  <a:pt x="3222578" y="2466975"/>
                  <a:pt x="3214688" y="2466975"/>
                </a:cubicBezTo>
                <a:cubicBezTo>
                  <a:pt x="3206797" y="2466975"/>
                  <a:pt x="3200400" y="2460578"/>
                  <a:pt x="3200400" y="2452688"/>
                </a:cubicBezTo>
                <a:cubicBezTo>
                  <a:pt x="3200400" y="2444797"/>
                  <a:pt x="3206797" y="2438400"/>
                  <a:pt x="3214688" y="2438400"/>
                </a:cubicBezTo>
                <a:cubicBezTo>
                  <a:pt x="3222578" y="2438400"/>
                  <a:pt x="3228975" y="2444797"/>
                  <a:pt x="3228975" y="2452688"/>
                </a:cubicBezTo>
                <a:close/>
                <a:moveTo>
                  <a:pt x="3228975" y="2605088"/>
                </a:moveTo>
                <a:cubicBezTo>
                  <a:pt x="3228975" y="2612978"/>
                  <a:pt x="3222578" y="2619375"/>
                  <a:pt x="3214688" y="2619375"/>
                </a:cubicBezTo>
                <a:cubicBezTo>
                  <a:pt x="3206797" y="2619375"/>
                  <a:pt x="3200400" y="2612978"/>
                  <a:pt x="3200400" y="2605088"/>
                </a:cubicBezTo>
                <a:cubicBezTo>
                  <a:pt x="3200400" y="2597197"/>
                  <a:pt x="3206797" y="2590800"/>
                  <a:pt x="3214688" y="2590800"/>
                </a:cubicBezTo>
                <a:cubicBezTo>
                  <a:pt x="3222578" y="2590800"/>
                  <a:pt x="3228975" y="2597197"/>
                  <a:pt x="3228975" y="2605088"/>
                </a:cubicBezTo>
                <a:close/>
                <a:moveTo>
                  <a:pt x="3228975" y="2757488"/>
                </a:moveTo>
                <a:cubicBezTo>
                  <a:pt x="3228975" y="2765378"/>
                  <a:pt x="3222578" y="2771775"/>
                  <a:pt x="3214688" y="2771775"/>
                </a:cubicBezTo>
                <a:cubicBezTo>
                  <a:pt x="3206797" y="2771775"/>
                  <a:pt x="3200400" y="2765378"/>
                  <a:pt x="3200400" y="2757488"/>
                </a:cubicBezTo>
                <a:cubicBezTo>
                  <a:pt x="3200400" y="2749597"/>
                  <a:pt x="3206797" y="2743200"/>
                  <a:pt x="3214688" y="2743200"/>
                </a:cubicBezTo>
                <a:cubicBezTo>
                  <a:pt x="3222578" y="2743200"/>
                  <a:pt x="3228975" y="2749597"/>
                  <a:pt x="3228975" y="2757488"/>
                </a:cubicBezTo>
                <a:close/>
                <a:moveTo>
                  <a:pt x="3228975" y="2909888"/>
                </a:moveTo>
                <a:cubicBezTo>
                  <a:pt x="3228975" y="2917778"/>
                  <a:pt x="3222578" y="2924175"/>
                  <a:pt x="3214688" y="2924175"/>
                </a:cubicBezTo>
                <a:cubicBezTo>
                  <a:pt x="3206797" y="2924175"/>
                  <a:pt x="3200400" y="2917778"/>
                  <a:pt x="3200400" y="2909888"/>
                </a:cubicBezTo>
                <a:cubicBezTo>
                  <a:pt x="3200400" y="2901997"/>
                  <a:pt x="3206797" y="2895600"/>
                  <a:pt x="3214688" y="2895600"/>
                </a:cubicBezTo>
                <a:cubicBezTo>
                  <a:pt x="3222578" y="2895600"/>
                  <a:pt x="3228975" y="2901997"/>
                  <a:pt x="3228975" y="2909888"/>
                </a:cubicBezTo>
                <a:close/>
                <a:moveTo>
                  <a:pt x="3228975" y="3062288"/>
                </a:moveTo>
                <a:cubicBezTo>
                  <a:pt x="3228975" y="3070178"/>
                  <a:pt x="3222578" y="3076575"/>
                  <a:pt x="3214688" y="3076575"/>
                </a:cubicBezTo>
                <a:cubicBezTo>
                  <a:pt x="3206797" y="3076575"/>
                  <a:pt x="3200400" y="3070178"/>
                  <a:pt x="3200400" y="3062288"/>
                </a:cubicBezTo>
                <a:cubicBezTo>
                  <a:pt x="3200400" y="3054397"/>
                  <a:pt x="3206797" y="3048000"/>
                  <a:pt x="3214688" y="3048000"/>
                </a:cubicBezTo>
                <a:cubicBezTo>
                  <a:pt x="3222578" y="3048000"/>
                  <a:pt x="3228975" y="3054397"/>
                  <a:pt x="3228975" y="3062288"/>
                </a:cubicBezTo>
                <a:close/>
                <a:moveTo>
                  <a:pt x="3228975" y="3214688"/>
                </a:moveTo>
                <a:cubicBezTo>
                  <a:pt x="3228975" y="3222578"/>
                  <a:pt x="3222578" y="3228975"/>
                  <a:pt x="3214688" y="3228975"/>
                </a:cubicBezTo>
                <a:cubicBezTo>
                  <a:pt x="3206797" y="3228975"/>
                  <a:pt x="3200400" y="3222578"/>
                  <a:pt x="3200400" y="3214688"/>
                </a:cubicBezTo>
                <a:cubicBezTo>
                  <a:pt x="3200400" y="3206797"/>
                  <a:pt x="3206797" y="3200400"/>
                  <a:pt x="3214688" y="3200400"/>
                </a:cubicBezTo>
                <a:cubicBezTo>
                  <a:pt x="3222578" y="3200400"/>
                  <a:pt x="3228975" y="3206797"/>
                  <a:pt x="3228975" y="3214688"/>
                </a:cubicBezTo>
                <a:close/>
                <a:moveTo>
                  <a:pt x="3228975" y="3367088"/>
                </a:moveTo>
                <a:cubicBezTo>
                  <a:pt x="3228975" y="3374978"/>
                  <a:pt x="3222578" y="3381375"/>
                  <a:pt x="3214688" y="3381375"/>
                </a:cubicBezTo>
                <a:cubicBezTo>
                  <a:pt x="3206797" y="3381375"/>
                  <a:pt x="3200400" y="3374978"/>
                  <a:pt x="3200400" y="3367088"/>
                </a:cubicBezTo>
                <a:cubicBezTo>
                  <a:pt x="3200400" y="3359197"/>
                  <a:pt x="3206797" y="3352800"/>
                  <a:pt x="3214688" y="3352800"/>
                </a:cubicBezTo>
                <a:cubicBezTo>
                  <a:pt x="3222578" y="3352800"/>
                  <a:pt x="3228975" y="3359197"/>
                  <a:pt x="3228975" y="3367088"/>
                </a:cubicBezTo>
                <a:close/>
                <a:moveTo>
                  <a:pt x="3228975" y="3519488"/>
                </a:moveTo>
                <a:cubicBezTo>
                  <a:pt x="3228975" y="3527378"/>
                  <a:pt x="3222578" y="3533775"/>
                  <a:pt x="3214688" y="3533775"/>
                </a:cubicBezTo>
                <a:cubicBezTo>
                  <a:pt x="3206797" y="3533775"/>
                  <a:pt x="3200400" y="3527378"/>
                  <a:pt x="3200400" y="3519488"/>
                </a:cubicBezTo>
                <a:cubicBezTo>
                  <a:pt x="3200400" y="3511597"/>
                  <a:pt x="3206797" y="3505200"/>
                  <a:pt x="3214688" y="3505200"/>
                </a:cubicBezTo>
                <a:cubicBezTo>
                  <a:pt x="3222578" y="3505200"/>
                  <a:pt x="3228975" y="3511597"/>
                  <a:pt x="3228975" y="3519488"/>
                </a:cubicBezTo>
                <a:close/>
                <a:moveTo>
                  <a:pt x="3228975" y="3671888"/>
                </a:moveTo>
                <a:cubicBezTo>
                  <a:pt x="3228975" y="3679778"/>
                  <a:pt x="3222578" y="3686175"/>
                  <a:pt x="3214688" y="3686175"/>
                </a:cubicBezTo>
                <a:cubicBezTo>
                  <a:pt x="3206797" y="3686175"/>
                  <a:pt x="3200400" y="3679778"/>
                  <a:pt x="3200400" y="3671888"/>
                </a:cubicBezTo>
                <a:cubicBezTo>
                  <a:pt x="3200400" y="3663997"/>
                  <a:pt x="3206797" y="3657600"/>
                  <a:pt x="3214688" y="3657600"/>
                </a:cubicBezTo>
                <a:cubicBezTo>
                  <a:pt x="3222578" y="3657600"/>
                  <a:pt x="3228975" y="3663997"/>
                  <a:pt x="3228975" y="3671888"/>
                </a:cubicBezTo>
                <a:close/>
                <a:moveTo>
                  <a:pt x="3228975" y="3824288"/>
                </a:moveTo>
                <a:cubicBezTo>
                  <a:pt x="3228975" y="3832178"/>
                  <a:pt x="3222578" y="3838575"/>
                  <a:pt x="3214688" y="3838575"/>
                </a:cubicBezTo>
                <a:cubicBezTo>
                  <a:pt x="3206797" y="3838575"/>
                  <a:pt x="3200400" y="3832178"/>
                  <a:pt x="3200400" y="3824288"/>
                </a:cubicBezTo>
                <a:cubicBezTo>
                  <a:pt x="3200400" y="3816397"/>
                  <a:pt x="3206797" y="3810000"/>
                  <a:pt x="3214688" y="3810000"/>
                </a:cubicBezTo>
                <a:cubicBezTo>
                  <a:pt x="3222578" y="3810000"/>
                  <a:pt x="3228975" y="3816397"/>
                  <a:pt x="3228975" y="3824288"/>
                </a:cubicBezTo>
                <a:close/>
                <a:moveTo>
                  <a:pt x="3228975" y="3976688"/>
                </a:moveTo>
                <a:cubicBezTo>
                  <a:pt x="3228975" y="3984578"/>
                  <a:pt x="3222578" y="3990975"/>
                  <a:pt x="3214688" y="3990975"/>
                </a:cubicBezTo>
                <a:cubicBezTo>
                  <a:pt x="3206797" y="3990975"/>
                  <a:pt x="3200400" y="3984578"/>
                  <a:pt x="3200400" y="3976688"/>
                </a:cubicBezTo>
                <a:cubicBezTo>
                  <a:pt x="3200400" y="3968797"/>
                  <a:pt x="3206797" y="3962400"/>
                  <a:pt x="3214688" y="3962400"/>
                </a:cubicBezTo>
                <a:cubicBezTo>
                  <a:pt x="3222578" y="3962400"/>
                  <a:pt x="3228975" y="3968797"/>
                  <a:pt x="3228975" y="3976688"/>
                </a:cubicBezTo>
                <a:close/>
                <a:moveTo>
                  <a:pt x="3228975" y="4129088"/>
                </a:moveTo>
                <a:cubicBezTo>
                  <a:pt x="3228975" y="4136978"/>
                  <a:pt x="3222578" y="4143375"/>
                  <a:pt x="3214688" y="4143375"/>
                </a:cubicBezTo>
                <a:cubicBezTo>
                  <a:pt x="3206797" y="4143375"/>
                  <a:pt x="3200400" y="4136978"/>
                  <a:pt x="3200400" y="4129088"/>
                </a:cubicBezTo>
                <a:cubicBezTo>
                  <a:pt x="3200400" y="4121197"/>
                  <a:pt x="3206797" y="4114800"/>
                  <a:pt x="3214688" y="4114800"/>
                </a:cubicBezTo>
                <a:cubicBezTo>
                  <a:pt x="3222578" y="4114800"/>
                  <a:pt x="3228975" y="4121197"/>
                  <a:pt x="3228975" y="4129088"/>
                </a:cubicBezTo>
                <a:close/>
                <a:moveTo>
                  <a:pt x="3228975" y="4281488"/>
                </a:moveTo>
                <a:cubicBezTo>
                  <a:pt x="3228975" y="4289378"/>
                  <a:pt x="3222578" y="4295775"/>
                  <a:pt x="3214688" y="4295775"/>
                </a:cubicBezTo>
                <a:cubicBezTo>
                  <a:pt x="3206797" y="4295775"/>
                  <a:pt x="3200400" y="4289378"/>
                  <a:pt x="3200400" y="4281488"/>
                </a:cubicBezTo>
                <a:cubicBezTo>
                  <a:pt x="3200400" y="4273597"/>
                  <a:pt x="3206797" y="4267200"/>
                  <a:pt x="3214688" y="4267200"/>
                </a:cubicBezTo>
                <a:cubicBezTo>
                  <a:pt x="3222578" y="4267200"/>
                  <a:pt x="3228975" y="4273597"/>
                  <a:pt x="3228975" y="4281488"/>
                </a:cubicBezTo>
                <a:close/>
                <a:moveTo>
                  <a:pt x="3228975" y="4433888"/>
                </a:moveTo>
                <a:cubicBezTo>
                  <a:pt x="3228975" y="4441778"/>
                  <a:pt x="3222578" y="4448175"/>
                  <a:pt x="3214688" y="4448175"/>
                </a:cubicBezTo>
                <a:cubicBezTo>
                  <a:pt x="3206797" y="4448175"/>
                  <a:pt x="3200400" y="4441778"/>
                  <a:pt x="3200400" y="4433888"/>
                </a:cubicBezTo>
                <a:cubicBezTo>
                  <a:pt x="3200400" y="4425997"/>
                  <a:pt x="3206797" y="4419600"/>
                  <a:pt x="3214688" y="4419600"/>
                </a:cubicBezTo>
                <a:cubicBezTo>
                  <a:pt x="3222578" y="4419600"/>
                  <a:pt x="3228975" y="4425997"/>
                  <a:pt x="3228975" y="4433888"/>
                </a:cubicBezTo>
                <a:close/>
                <a:moveTo>
                  <a:pt x="3228975" y="4586288"/>
                </a:moveTo>
                <a:cubicBezTo>
                  <a:pt x="3228975" y="4594178"/>
                  <a:pt x="3222578" y="4600575"/>
                  <a:pt x="3214688" y="4600575"/>
                </a:cubicBezTo>
                <a:cubicBezTo>
                  <a:pt x="3206797" y="4600575"/>
                  <a:pt x="3200400" y="4594178"/>
                  <a:pt x="3200400" y="4586288"/>
                </a:cubicBezTo>
                <a:cubicBezTo>
                  <a:pt x="3200400" y="4578397"/>
                  <a:pt x="3206797" y="4572000"/>
                  <a:pt x="3214688" y="4572000"/>
                </a:cubicBezTo>
                <a:cubicBezTo>
                  <a:pt x="3222578" y="4572000"/>
                  <a:pt x="3228975" y="4578397"/>
                  <a:pt x="3228975" y="4586288"/>
                </a:cubicBezTo>
                <a:close/>
                <a:moveTo>
                  <a:pt x="3228975" y="4738688"/>
                </a:moveTo>
                <a:cubicBezTo>
                  <a:pt x="3228975" y="4746578"/>
                  <a:pt x="3222578" y="4752975"/>
                  <a:pt x="3214688" y="4752975"/>
                </a:cubicBezTo>
                <a:cubicBezTo>
                  <a:pt x="3206797" y="4752975"/>
                  <a:pt x="3200400" y="4746578"/>
                  <a:pt x="3200400" y="4738688"/>
                </a:cubicBezTo>
                <a:cubicBezTo>
                  <a:pt x="3200400" y="4730797"/>
                  <a:pt x="3206797" y="4724400"/>
                  <a:pt x="3214688" y="4724400"/>
                </a:cubicBezTo>
                <a:cubicBezTo>
                  <a:pt x="3222578" y="4724400"/>
                  <a:pt x="3228975" y="4730797"/>
                  <a:pt x="3228975" y="4738688"/>
                </a:cubicBezTo>
                <a:close/>
                <a:moveTo>
                  <a:pt x="3381375" y="14288"/>
                </a:moveTo>
                <a:cubicBezTo>
                  <a:pt x="3381375" y="22178"/>
                  <a:pt x="3374978" y="28575"/>
                  <a:pt x="3367088" y="28575"/>
                </a:cubicBezTo>
                <a:cubicBezTo>
                  <a:pt x="3359197" y="28575"/>
                  <a:pt x="3352800" y="22178"/>
                  <a:pt x="3352800" y="14288"/>
                </a:cubicBezTo>
                <a:cubicBezTo>
                  <a:pt x="3352800" y="6397"/>
                  <a:pt x="3359197" y="0"/>
                  <a:pt x="3367088" y="0"/>
                </a:cubicBezTo>
                <a:cubicBezTo>
                  <a:pt x="3374978" y="0"/>
                  <a:pt x="3381375" y="6397"/>
                  <a:pt x="3381375" y="14288"/>
                </a:cubicBezTo>
                <a:close/>
                <a:moveTo>
                  <a:pt x="3381375" y="166688"/>
                </a:moveTo>
                <a:cubicBezTo>
                  <a:pt x="3381375" y="174578"/>
                  <a:pt x="3374978" y="180975"/>
                  <a:pt x="3367088" y="180975"/>
                </a:cubicBezTo>
                <a:cubicBezTo>
                  <a:pt x="3359197" y="180975"/>
                  <a:pt x="3352800" y="174578"/>
                  <a:pt x="3352800" y="166688"/>
                </a:cubicBezTo>
                <a:cubicBezTo>
                  <a:pt x="3352800" y="158797"/>
                  <a:pt x="3359197" y="152400"/>
                  <a:pt x="3367088" y="152400"/>
                </a:cubicBezTo>
                <a:cubicBezTo>
                  <a:pt x="3374978" y="152400"/>
                  <a:pt x="3381375" y="158797"/>
                  <a:pt x="3381375" y="166688"/>
                </a:cubicBezTo>
                <a:close/>
                <a:moveTo>
                  <a:pt x="3381375" y="319088"/>
                </a:moveTo>
                <a:cubicBezTo>
                  <a:pt x="3381375" y="326978"/>
                  <a:pt x="3374978" y="333375"/>
                  <a:pt x="3367088" y="333375"/>
                </a:cubicBezTo>
                <a:cubicBezTo>
                  <a:pt x="3359197" y="333375"/>
                  <a:pt x="3352800" y="326978"/>
                  <a:pt x="3352800" y="319088"/>
                </a:cubicBezTo>
                <a:cubicBezTo>
                  <a:pt x="3352800" y="311197"/>
                  <a:pt x="3359197" y="304800"/>
                  <a:pt x="3367088" y="304800"/>
                </a:cubicBezTo>
                <a:cubicBezTo>
                  <a:pt x="3374978" y="304800"/>
                  <a:pt x="3381375" y="311197"/>
                  <a:pt x="3381375" y="319088"/>
                </a:cubicBezTo>
                <a:close/>
                <a:moveTo>
                  <a:pt x="3381375" y="471488"/>
                </a:moveTo>
                <a:cubicBezTo>
                  <a:pt x="3381375" y="479378"/>
                  <a:pt x="3374978" y="485775"/>
                  <a:pt x="3367088" y="485775"/>
                </a:cubicBezTo>
                <a:cubicBezTo>
                  <a:pt x="3359197" y="485775"/>
                  <a:pt x="3352800" y="479378"/>
                  <a:pt x="3352800" y="471488"/>
                </a:cubicBezTo>
                <a:cubicBezTo>
                  <a:pt x="3352800" y="463597"/>
                  <a:pt x="3359197" y="457200"/>
                  <a:pt x="3367088" y="457200"/>
                </a:cubicBezTo>
                <a:cubicBezTo>
                  <a:pt x="3374978" y="457200"/>
                  <a:pt x="3381375" y="463597"/>
                  <a:pt x="3381375" y="471488"/>
                </a:cubicBezTo>
                <a:close/>
                <a:moveTo>
                  <a:pt x="3381375" y="623888"/>
                </a:moveTo>
                <a:cubicBezTo>
                  <a:pt x="3381375" y="631778"/>
                  <a:pt x="3374978" y="638175"/>
                  <a:pt x="3367088" y="638175"/>
                </a:cubicBezTo>
                <a:cubicBezTo>
                  <a:pt x="3359197" y="638175"/>
                  <a:pt x="3352800" y="631778"/>
                  <a:pt x="3352800" y="623888"/>
                </a:cubicBezTo>
                <a:cubicBezTo>
                  <a:pt x="3352800" y="615997"/>
                  <a:pt x="3359197" y="609600"/>
                  <a:pt x="3367088" y="609600"/>
                </a:cubicBezTo>
                <a:cubicBezTo>
                  <a:pt x="3374978" y="609600"/>
                  <a:pt x="3381375" y="615997"/>
                  <a:pt x="3381375" y="623888"/>
                </a:cubicBezTo>
                <a:close/>
                <a:moveTo>
                  <a:pt x="3381375" y="776288"/>
                </a:moveTo>
                <a:cubicBezTo>
                  <a:pt x="3381375" y="784178"/>
                  <a:pt x="3374978" y="790575"/>
                  <a:pt x="3367088" y="790575"/>
                </a:cubicBezTo>
                <a:cubicBezTo>
                  <a:pt x="3359197" y="790575"/>
                  <a:pt x="3352800" y="784178"/>
                  <a:pt x="3352800" y="776288"/>
                </a:cubicBezTo>
                <a:cubicBezTo>
                  <a:pt x="3352800" y="768397"/>
                  <a:pt x="3359197" y="762000"/>
                  <a:pt x="3367088" y="762000"/>
                </a:cubicBezTo>
                <a:cubicBezTo>
                  <a:pt x="3374978" y="762000"/>
                  <a:pt x="3381375" y="768397"/>
                  <a:pt x="3381375" y="776288"/>
                </a:cubicBezTo>
                <a:close/>
                <a:moveTo>
                  <a:pt x="3381375" y="928688"/>
                </a:moveTo>
                <a:cubicBezTo>
                  <a:pt x="3381375" y="936578"/>
                  <a:pt x="3374978" y="942975"/>
                  <a:pt x="3367088" y="942975"/>
                </a:cubicBezTo>
                <a:cubicBezTo>
                  <a:pt x="3359197" y="942975"/>
                  <a:pt x="3352800" y="936578"/>
                  <a:pt x="3352800" y="928688"/>
                </a:cubicBezTo>
                <a:cubicBezTo>
                  <a:pt x="3352800" y="920797"/>
                  <a:pt x="3359197" y="914400"/>
                  <a:pt x="3367088" y="914400"/>
                </a:cubicBezTo>
                <a:cubicBezTo>
                  <a:pt x="3374978" y="914400"/>
                  <a:pt x="3381375" y="920797"/>
                  <a:pt x="3381375" y="928688"/>
                </a:cubicBezTo>
                <a:close/>
                <a:moveTo>
                  <a:pt x="3381375" y="1081088"/>
                </a:moveTo>
                <a:cubicBezTo>
                  <a:pt x="3381375" y="1088978"/>
                  <a:pt x="3374978" y="1095375"/>
                  <a:pt x="3367088" y="1095375"/>
                </a:cubicBezTo>
                <a:cubicBezTo>
                  <a:pt x="3359197" y="1095375"/>
                  <a:pt x="3352800" y="1088978"/>
                  <a:pt x="3352800" y="1081088"/>
                </a:cubicBezTo>
                <a:cubicBezTo>
                  <a:pt x="3352800" y="1073197"/>
                  <a:pt x="3359197" y="1066800"/>
                  <a:pt x="3367088" y="1066800"/>
                </a:cubicBezTo>
                <a:cubicBezTo>
                  <a:pt x="3374978" y="1066800"/>
                  <a:pt x="3381375" y="1073197"/>
                  <a:pt x="3381375" y="1081088"/>
                </a:cubicBezTo>
                <a:close/>
                <a:moveTo>
                  <a:pt x="3381375" y="1233488"/>
                </a:moveTo>
                <a:cubicBezTo>
                  <a:pt x="3381375" y="1241378"/>
                  <a:pt x="3374978" y="1247775"/>
                  <a:pt x="3367088" y="1247775"/>
                </a:cubicBezTo>
                <a:cubicBezTo>
                  <a:pt x="3359197" y="1247775"/>
                  <a:pt x="3352800" y="1241378"/>
                  <a:pt x="3352800" y="1233488"/>
                </a:cubicBezTo>
                <a:cubicBezTo>
                  <a:pt x="3352800" y="1225597"/>
                  <a:pt x="3359197" y="1219200"/>
                  <a:pt x="3367088" y="1219200"/>
                </a:cubicBezTo>
                <a:cubicBezTo>
                  <a:pt x="3374978" y="1219200"/>
                  <a:pt x="3381375" y="1225597"/>
                  <a:pt x="3381375" y="1233488"/>
                </a:cubicBezTo>
                <a:close/>
                <a:moveTo>
                  <a:pt x="3381375" y="1385888"/>
                </a:moveTo>
                <a:cubicBezTo>
                  <a:pt x="3381375" y="1393778"/>
                  <a:pt x="3374978" y="1400175"/>
                  <a:pt x="3367088" y="1400175"/>
                </a:cubicBezTo>
                <a:cubicBezTo>
                  <a:pt x="3359197" y="1400175"/>
                  <a:pt x="3352800" y="1393778"/>
                  <a:pt x="3352800" y="1385888"/>
                </a:cubicBezTo>
                <a:cubicBezTo>
                  <a:pt x="3352800" y="1377997"/>
                  <a:pt x="3359197" y="1371600"/>
                  <a:pt x="3367088" y="1371600"/>
                </a:cubicBezTo>
                <a:cubicBezTo>
                  <a:pt x="3374978" y="1371600"/>
                  <a:pt x="3381375" y="1377997"/>
                  <a:pt x="3381375" y="1385888"/>
                </a:cubicBezTo>
                <a:close/>
                <a:moveTo>
                  <a:pt x="3381375" y="1538288"/>
                </a:moveTo>
                <a:cubicBezTo>
                  <a:pt x="3381375" y="1546178"/>
                  <a:pt x="3374978" y="1552575"/>
                  <a:pt x="3367088" y="1552575"/>
                </a:cubicBezTo>
                <a:cubicBezTo>
                  <a:pt x="3359197" y="1552575"/>
                  <a:pt x="3352800" y="1546178"/>
                  <a:pt x="3352800" y="1538288"/>
                </a:cubicBezTo>
                <a:cubicBezTo>
                  <a:pt x="3352800" y="1530397"/>
                  <a:pt x="3359197" y="1524000"/>
                  <a:pt x="3367088" y="1524000"/>
                </a:cubicBezTo>
                <a:cubicBezTo>
                  <a:pt x="3374978" y="1524000"/>
                  <a:pt x="3381375" y="1530397"/>
                  <a:pt x="3381375" y="1538288"/>
                </a:cubicBezTo>
                <a:close/>
                <a:moveTo>
                  <a:pt x="3381375" y="1690688"/>
                </a:moveTo>
                <a:cubicBezTo>
                  <a:pt x="3381375" y="1698578"/>
                  <a:pt x="3374978" y="1704975"/>
                  <a:pt x="3367088" y="1704975"/>
                </a:cubicBezTo>
                <a:cubicBezTo>
                  <a:pt x="3359197" y="1704975"/>
                  <a:pt x="3352800" y="1698578"/>
                  <a:pt x="3352800" y="1690688"/>
                </a:cubicBezTo>
                <a:cubicBezTo>
                  <a:pt x="3352800" y="1682797"/>
                  <a:pt x="3359197" y="1676400"/>
                  <a:pt x="3367088" y="1676400"/>
                </a:cubicBezTo>
                <a:cubicBezTo>
                  <a:pt x="3374978" y="1676400"/>
                  <a:pt x="3381375" y="1682797"/>
                  <a:pt x="3381375" y="1690688"/>
                </a:cubicBezTo>
                <a:close/>
                <a:moveTo>
                  <a:pt x="3381375" y="1843088"/>
                </a:moveTo>
                <a:cubicBezTo>
                  <a:pt x="3381375" y="1850978"/>
                  <a:pt x="3374978" y="1857375"/>
                  <a:pt x="3367088" y="1857375"/>
                </a:cubicBezTo>
                <a:cubicBezTo>
                  <a:pt x="3359197" y="1857375"/>
                  <a:pt x="3352800" y="1850978"/>
                  <a:pt x="3352800" y="1843088"/>
                </a:cubicBezTo>
                <a:cubicBezTo>
                  <a:pt x="3352800" y="1835197"/>
                  <a:pt x="3359197" y="1828800"/>
                  <a:pt x="3367088" y="1828800"/>
                </a:cubicBezTo>
                <a:cubicBezTo>
                  <a:pt x="3374978" y="1828800"/>
                  <a:pt x="3381375" y="1835197"/>
                  <a:pt x="3381375" y="1843088"/>
                </a:cubicBezTo>
                <a:close/>
                <a:moveTo>
                  <a:pt x="3381375" y="1995488"/>
                </a:moveTo>
                <a:cubicBezTo>
                  <a:pt x="3381375" y="2003378"/>
                  <a:pt x="3374978" y="2009775"/>
                  <a:pt x="3367088" y="2009775"/>
                </a:cubicBezTo>
                <a:cubicBezTo>
                  <a:pt x="3359197" y="2009775"/>
                  <a:pt x="3352800" y="2003378"/>
                  <a:pt x="3352800" y="1995488"/>
                </a:cubicBezTo>
                <a:cubicBezTo>
                  <a:pt x="3352800" y="1987597"/>
                  <a:pt x="3359197" y="1981200"/>
                  <a:pt x="3367088" y="1981200"/>
                </a:cubicBezTo>
                <a:cubicBezTo>
                  <a:pt x="3374978" y="1981200"/>
                  <a:pt x="3381375" y="1987597"/>
                  <a:pt x="3381375" y="1995488"/>
                </a:cubicBezTo>
                <a:close/>
                <a:moveTo>
                  <a:pt x="3381375" y="2147888"/>
                </a:moveTo>
                <a:cubicBezTo>
                  <a:pt x="3381375" y="2155778"/>
                  <a:pt x="3374978" y="2162175"/>
                  <a:pt x="3367088" y="2162175"/>
                </a:cubicBezTo>
                <a:cubicBezTo>
                  <a:pt x="3359197" y="2162175"/>
                  <a:pt x="3352800" y="2155778"/>
                  <a:pt x="3352800" y="2147888"/>
                </a:cubicBezTo>
                <a:cubicBezTo>
                  <a:pt x="3352800" y="2139997"/>
                  <a:pt x="3359197" y="2133600"/>
                  <a:pt x="3367088" y="2133600"/>
                </a:cubicBezTo>
                <a:cubicBezTo>
                  <a:pt x="3374978" y="2133600"/>
                  <a:pt x="3381375" y="2139997"/>
                  <a:pt x="3381375" y="2147888"/>
                </a:cubicBezTo>
                <a:close/>
                <a:moveTo>
                  <a:pt x="3381375" y="2300288"/>
                </a:moveTo>
                <a:cubicBezTo>
                  <a:pt x="3381375" y="2308178"/>
                  <a:pt x="3374978" y="2314575"/>
                  <a:pt x="3367088" y="2314575"/>
                </a:cubicBezTo>
                <a:cubicBezTo>
                  <a:pt x="3359197" y="2314575"/>
                  <a:pt x="3352800" y="2308178"/>
                  <a:pt x="3352800" y="2300288"/>
                </a:cubicBezTo>
                <a:cubicBezTo>
                  <a:pt x="3352800" y="2292397"/>
                  <a:pt x="3359197" y="2286000"/>
                  <a:pt x="3367088" y="2286000"/>
                </a:cubicBezTo>
                <a:cubicBezTo>
                  <a:pt x="3374978" y="2286000"/>
                  <a:pt x="3381375" y="2292397"/>
                  <a:pt x="3381375" y="2300288"/>
                </a:cubicBezTo>
                <a:close/>
                <a:moveTo>
                  <a:pt x="3381375" y="2452688"/>
                </a:moveTo>
                <a:cubicBezTo>
                  <a:pt x="3381375" y="2460578"/>
                  <a:pt x="3374978" y="2466975"/>
                  <a:pt x="3367088" y="2466975"/>
                </a:cubicBezTo>
                <a:cubicBezTo>
                  <a:pt x="3359197" y="2466975"/>
                  <a:pt x="3352800" y="2460578"/>
                  <a:pt x="3352800" y="2452688"/>
                </a:cubicBezTo>
                <a:cubicBezTo>
                  <a:pt x="3352800" y="2444797"/>
                  <a:pt x="3359197" y="2438400"/>
                  <a:pt x="3367088" y="2438400"/>
                </a:cubicBezTo>
                <a:cubicBezTo>
                  <a:pt x="3374978" y="2438400"/>
                  <a:pt x="3381375" y="2444797"/>
                  <a:pt x="3381375" y="2452688"/>
                </a:cubicBezTo>
                <a:close/>
                <a:moveTo>
                  <a:pt x="3381375" y="2605088"/>
                </a:moveTo>
                <a:cubicBezTo>
                  <a:pt x="3381375" y="2612978"/>
                  <a:pt x="3374978" y="2619375"/>
                  <a:pt x="3367088" y="2619375"/>
                </a:cubicBezTo>
                <a:cubicBezTo>
                  <a:pt x="3359197" y="2619375"/>
                  <a:pt x="3352800" y="2612978"/>
                  <a:pt x="3352800" y="2605088"/>
                </a:cubicBezTo>
                <a:cubicBezTo>
                  <a:pt x="3352800" y="2597197"/>
                  <a:pt x="3359197" y="2590800"/>
                  <a:pt x="3367088" y="2590800"/>
                </a:cubicBezTo>
                <a:cubicBezTo>
                  <a:pt x="3374978" y="2590800"/>
                  <a:pt x="3381375" y="2597197"/>
                  <a:pt x="3381375" y="2605088"/>
                </a:cubicBezTo>
                <a:close/>
                <a:moveTo>
                  <a:pt x="3381375" y="2757488"/>
                </a:moveTo>
                <a:cubicBezTo>
                  <a:pt x="3381375" y="2765378"/>
                  <a:pt x="3374978" y="2771775"/>
                  <a:pt x="3367088" y="2771775"/>
                </a:cubicBezTo>
                <a:cubicBezTo>
                  <a:pt x="3359197" y="2771775"/>
                  <a:pt x="3352800" y="2765378"/>
                  <a:pt x="3352800" y="2757488"/>
                </a:cubicBezTo>
                <a:cubicBezTo>
                  <a:pt x="3352800" y="2749597"/>
                  <a:pt x="3359197" y="2743200"/>
                  <a:pt x="3367088" y="2743200"/>
                </a:cubicBezTo>
                <a:cubicBezTo>
                  <a:pt x="3374978" y="2743200"/>
                  <a:pt x="3381375" y="2749597"/>
                  <a:pt x="3381375" y="2757488"/>
                </a:cubicBezTo>
                <a:close/>
                <a:moveTo>
                  <a:pt x="3381375" y="2909888"/>
                </a:moveTo>
                <a:cubicBezTo>
                  <a:pt x="3381375" y="2917778"/>
                  <a:pt x="3374978" y="2924175"/>
                  <a:pt x="3367088" y="2924175"/>
                </a:cubicBezTo>
                <a:cubicBezTo>
                  <a:pt x="3359197" y="2924175"/>
                  <a:pt x="3352800" y="2917778"/>
                  <a:pt x="3352800" y="2909888"/>
                </a:cubicBezTo>
                <a:cubicBezTo>
                  <a:pt x="3352800" y="2901997"/>
                  <a:pt x="3359197" y="2895600"/>
                  <a:pt x="3367088" y="2895600"/>
                </a:cubicBezTo>
                <a:cubicBezTo>
                  <a:pt x="3374978" y="2895600"/>
                  <a:pt x="3381375" y="2901997"/>
                  <a:pt x="3381375" y="2909888"/>
                </a:cubicBezTo>
                <a:close/>
                <a:moveTo>
                  <a:pt x="3381375" y="3062288"/>
                </a:moveTo>
                <a:cubicBezTo>
                  <a:pt x="3381375" y="3070178"/>
                  <a:pt x="3374978" y="3076575"/>
                  <a:pt x="3367088" y="3076575"/>
                </a:cubicBezTo>
                <a:cubicBezTo>
                  <a:pt x="3359197" y="3076575"/>
                  <a:pt x="3352800" y="3070178"/>
                  <a:pt x="3352800" y="3062288"/>
                </a:cubicBezTo>
                <a:cubicBezTo>
                  <a:pt x="3352800" y="3054397"/>
                  <a:pt x="3359197" y="3048000"/>
                  <a:pt x="3367088" y="3048000"/>
                </a:cubicBezTo>
                <a:cubicBezTo>
                  <a:pt x="3374978" y="3048000"/>
                  <a:pt x="3381375" y="3054397"/>
                  <a:pt x="3381375" y="3062288"/>
                </a:cubicBezTo>
                <a:close/>
                <a:moveTo>
                  <a:pt x="3381375" y="3214688"/>
                </a:moveTo>
                <a:cubicBezTo>
                  <a:pt x="3381375" y="3222578"/>
                  <a:pt x="3374978" y="3228975"/>
                  <a:pt x="3367088" y="3228975"/>
                </a:cubicBezTo>
                <a:cubicBezTo>
                  <a:pt x="3359197" y="3228975"/>
                  <a:pt x="3352800" y="3222578"/>
                  <a:pt x="3352800" y="3214688"/>
                </a:cubicBezTo>
                <a:cubicBezTo>
                  <a:pt x="3352800" y="3206797"/>
                  <a:pt x="3359197" y="3200400"/>
                  <a:pt x="3367088" y="3200400"/>
                </a:cubicBezTo>
                <a:cubicBezTo>
                  <a:pt x="3374978" y="3200400"/>
                  <a:pt x="3381375" y="3206797"/>
                  <a:pt x="3381375" y="3214688"/>
                </a:cubicBezTo>
                <a:close/>
                <a:moveTo>
                  <a:pt x="3381375" y="3367088"/>
                </a:moveTo>
                <a:cubicBezTo>
                  <a:pt x="3381375" y="3374978"/>
                  <a:pt x="3374978" y="3381375"/>
                  <a:pt x="3367088" y="3381375"/>
                </a:cubicBezTo>
                <a:cubicBezTo>
                  <a:pt x="3359197" y="3381375"/>
                  <a:pt x="3352800" y="3374978"/>
                  <a:pt x="3352800" y="3367088"/>
                </a:cubicBezTo>
                <a:cubicBezTo>
                  <a:pt x="3352800" y="3359197"/>
                  <a:pt x="3359197" y="3352800"/>
                  <a:pt x="3367088" y="3352800"/>
                </a:cubicBezTo>
                <a:cubicBezTo>
                  <a:pt x="3374978" y="3352800"/>
                  <a:pt x="3381375" y="3359197"/>
                  <a:pt x="3381375" y="3367088"/>
                </a:cubicBezTo>
                <a:close/>
                <a:moveTo>
                  <a:pt x="3381375" y="3519488"/>
                </a:moveTo>
                <a:cubicBezTo>
                  <a:pt x="3381375" y="3527378"/>
                  <a:pt x="3374978" y="3533775"/>
                  <a:pt x="3367088" y="3533775"/>
                </a:cubicBezTo>
                <a:cubicBezTo>
                  <a:pt x="3359197" y="3533775"/>
                  <a:pt x="3352800" y="3527378"/>
                  <a:pt x="3352800" y="3519488"/>
                </a:cubicBezTo>
                <a:cubicBezTo>
                  <a:pt x="3352800" y="3511597"/>
                  <a:pt x="3359197" y="3505200"/>
                  <a:pt x="3367088" y="3505200"/>
                </a:cubicBezTo>
                <a:cubicBezTo>
                  <a:pt x="3374978" y="3505200"/>
                  <a:pt x="3381375" y="3511597"/>
                  <a:pt x="3381375" y="3519488"/>
                </a:cubicBezTo>
                <a:close/>
                <a:moveTo>
                  <a:pt x="3381375" y="3671888"/>
                </a:moveTo>
                <a:cubicBezTo>
                  <a:pt x="3381375" y="3679778"/>
                  <a:pt x="3374978" y="3686175"/>
                  <a:pt x="3367088" y="3686175"/>
                </a:cubicBezTo>
                <a:cubicBezTo>
                  <a:pt x="3359197" y="3686175"/>
                  <a:pt x="3352800" y="3679778"/>
                  <a:pt x="3352800" y="3671888"/>
                </a:cubicBezTo>
                <a:cubicBezTo>
                  <a:pt x="3352800" y="3663997"/>
                  <a:pt x="3359197" y="3657600"/>
                  <a:pt x="3367088" y="3657600"/>
                </a:cubicBezTo>
                <a:cubicBezTo>
                  <a:pt x="3374978" y="3657600"/>
                  <a:pt x="3381375" y="3663997"/>
                  <a:pt x="3381375" y="3671888"/>
                </a:cubicBezTo>
                <a:close/>
                <a:moveTo>
                  <a:pt x="3381375" y="3824288"/>
                </a:moveTo>
                <a:cubicBezTo>
                  <a:pt x="3381375" y="3832178"/>
                  <a:pt x="3374978" y="3838575"/>
                  <a:pt x="3367088" y="3838575"/>
                </a:cubicBezTo>
                <a:cubicBezTo>
                  <a:pt x="3359197" y="3838575"/>
                  <a:pt x="3352800" y="3832178"/>
                  <a:pt x="3352800" y="3824288"/>
                </a:cubicBezTo>
                <a:cubicBezTo>
                  <a:pt x="3352800" y="3816397"/>
                  <a:pt x="3359197" y="3810000"/>
                  <a:pt x="3367088" y="3810000"/>
                </a:cubicBezTo>
                <a:cubicBezTo>
                  <a:pt x="3374978" y="3810000"/>
                  <a:pt x="3381375" y="3816397"/>
                  <a:pt x="3381375" y="3824288"/>
                </a:cubicBezTo>
                <a:close/>
                <a:moveTo>
                  <a:pt x="3381375" y="3976688"/>
                </a:moveTo>
                <a:cubicBezTo>
                  <a:pt x="3381375" y="3984578"/>
                  <a:pt x="3374978" y="3990975"/>
                  <a:pt x="3367088" y="3990975"/>
                </a:cubicBezTo>
                <a:cubicBezTo>
                  <a:pt x="3359197" y="3990975"/>
                  <a:pt x="3352800" y="3984578"/>
                  <a:pt x="3352800" y="3976688"/>
                </a:cubicBezTo>
                <a:cubicBezTo>
                  <a:pt x="3352800" y="3968797"/>
                  <a:pt x="3359197" y="3962400"/>
                  <a:pt x="3367088" y="3962400"/>
                </a:cubicBezTo>
                <a:cubicBezTo>
                  <a:pt x="3374978" y="3962400"/>
                  <a:pt x="3381375" y="3968797"/>
                  <a:pt x="3381375" y="3976688"/>
                </a:cubicBezTo>
                <a:close/>
                <a:moveTo>
                  <a:pt x="3381375" y="4129088"/>
                </a:moveTo>
                <a:cubicBezTo>
                  <a:pt x="3381375" y="4136978"/>
                  <a:pt x="3374978" y="4143375"/>
                  <a:pt x="3367088" y="4143375"/>
                </a:cubicBezTo>
                <a:cubicBezTo>
                  <a:pt x="3359197" y="4143375"/>
                  <a:pt x="3352800" y="4136978"/>
                  <a:pt x="3352800" y="4129088"/>
                </a:cubicBezTo>
                <a:cubicBezTo>
                  <a:pt x="3352800" y="4121197"/>
                  <a:pt x="3359197" y="4114800"/>
                  <a:pt x="3367088" y="4114800"/>
                </a:cubicBezTo>
                <a:cubicBezTo>
                  <a:pt x="3374978" y="4114800"/>
                  <a:pt x="3381375" y="4121197"/>
                  <a:pt x="3381375" y="4129088"/>
                </a:cubicBezTo>
                <a:close/>
                <a:moveTo>
                  <a:pt x="3381375" y="4281488"/>
                </a:moveTo>
                <a:cubicBezTo>
                  <a:pt x="3381375" y="4289378"/>
                  <a:pt x="3374978" y="4295775"/>
                  <a:pt x="3367088" y="4295775"/>
                </a:cubicBezTo>
                <a:cubicBezTo>
                  <a:pt x="3359197" y="4295775"/>
                  <a:pt x="3352800" y="4289378"/>
                  <a:pt x="3352800" y="4281488"/>
                </a:cubicBezTo>
                <a:cubicBezTo>
                  <a:pt x="3352800" y="4273597"/>
                  <a:pt x="3359197" y="4267200"/>
                  <a:pt x="3367088" y="4267200"/>
                </a:cubicBezTo>
                <a:cubicBezTo>
                  <a:pt x="3374978" y="4267200"/>
                  <a:pt x="3381375" y="4273597"/>
                  <a:pt x="3381375" y="4281488"/>
                </a:cubicBezTo>
                <a:close/>
                <a:moveTo>
                  <a:pt x="3381375" y="4433888"/>
                </a:moveTo>
                <a:cubicBezTo>
                  <a:pt x="3381375" y="4441778"/>
                  <a:pt x="3374978" y="4448175"/>
                  <a:pt x="3367088" y="4448175"/>
                </a:cubicBezTo>
                <a:cubicBezTo>
                  <a:pt x="3359197" y="4448175"/>
                  <a:pt x="3352800" y="4441778"/>
                  <a:pt x="3352800" y="4433888"/>
                </a:cubicBezTo>
                <a:cubicBezTo>
                  <a:pt x="3352800" y="4425997"/>
                  <a:pt x="3359197" y="4419600"/>
                  <a:pt x="3367088" y="4419600"/>
                </a:cubicBezTo>
                <a:cubicBezTo>
                  <a:pt x="3374978" y="4419600"/>
                  <a:pt x="3381375" y="4425997"/>
                  <a:pt x="3381375" y="4433888"/>
                </a:cubicBezTo>
                <a:close/>
                <a:moveTo>
                  <a:pt x="3381375" y="4586288"/>
                </a:moveTo>
                <a:cubicBezTo>
                  <a:pt x="3381375" y="4594178"/>
                  <a:pt x="3374978" y="4600575"/>
                  <a:pt x="3367088" y="4600575"/>
                </a:cubicBezTo>
                <a:cubicBezTo>
                  <a:pt x="3359197" y="4600575"/>
                  <a:pt x="3352800" y="4594178"/>
                  <a:pt x="3352800" y="4586288"/>
                </a:cubicBezTo>
                <a:cubicBezTo>
                  <a:pt x="3352800" y="4578397"/>
                  <a:pt x="3359197" y="4572000"/>
                  <a:pt x="3367088" y="4572000"/>
                </a:cubicBezTo>
                <a:cubicBezTo>
                  <a:pt x="3374978" y="4572000"/>
                  <a:pt x="3381375" y="4578397"/>
                  <a:pt x="3381375" y="4586288"/>
                </a:cubicBezTo>
                <a:close/>
                <a:moveTo>
                  <a:pt x="3381375" y="4738688"/>
                </a:moveTo>
                <a:cubicBezTo>
                  <a:pt x="3381375" y="4746578"/>
                  <a:pt x="3374978" y="4752975"/>
                  <a:pt x="3367088" y="4752975"/>
                </a:cubicBezTo>
                <a:cubicBezTo>
                  <a:pt x="3359197" y="4752975"/>
                  <a:pt x="3352800" y="4746578"/>
                  <a:pt x="3352800" y="4738688"/>
                </a:cubicBezTo>
                <a:cubicBezTo>
                  <a:pt x="3352800" y="4730797"/>
                  <a:pt x="3359197" y="4724400"/>
                  <a:pt x="3367088" y="4724400"/>
                </a:cubicBezTo>
                <a:cubicBezTo>
                  <a:pt x="3374978" y="4724400"/>
                  <a:pt x="3381375" y="4730797"/>
                  <a:pt x="3381375" y="4738688"/>
                </a:cubicBezTo>
                <a:close/>
                <a:moveTo>
                  <a:pt x="3533775" y="14288"/>
                </a:moveTo>
                <a:cubicBezTo>
                  <a:pt x="3533775" y="22178"/>
                  <a:pt x="3527378" y="28575"/>
                  <a:pt x="3519488" y="28575"/>
                </a:cubicBezTo>
                <a:cubicBezTo>
                  <a:pt x="3511597" y="28575"/>
                  <a:pt x="3505200" y="22178"/>
                  <a:pt x="3505200" y="14288"/>
                </a:cubicBezTo>
                <a:cubicBezTo>
                  <a:pt x="3505200" y="6397"/>
                  <a:pt x="3511597" y="0"/>
                  <a:pt x="3519488" y="0"/>
                </a:cubicBezTo>
                <a:cubicBezTo>
                  <a:pt x="3527378" y="0"/>
                  <a:pt x="3533775" y="6397"/>
                  <a:pt x="3533775" y="14288"/>
                </a:cubicBezTo>
                <a:close/>
                <a:moveTo>
                  <a:pt x="3533775" y="166688"/>
                </a:moveTo>
                <a:cubicBezTo>
                  <a:pt x="3533775" y="174578"/>
                  <a:pt x="3527378" y="180975"/>
                  <a:pt x="3519488" y="180975"/>
                </a:cubicBezTo>
                <a:cubicBezTo>
                  <a:pt x="3511597" y="180975"/>
                  <a:pt x="3505200" y="174578"/>
                  <a:pt x="3505200" y="166688"/>
                </a:cubicBezTo>
                <a:cubicBezTo>
                  <a:pt x="3505200" y="158797"/>
                  <a:pt x="3511597" y="152400"/>
                  <a:pt x="3519488" y="152400"/>
                </a:cubicBezTo>
                <a:cubicBezTo>
                  <a:pt x="3527378" y="152400"/>
                  <a:pt x="3533775" y="158797"/>
                  <a:pt x="3533775" y="166688"/>
                </a:cubicBezTo>
                <a:close/>
                <a:moveTo>
                  <a:pt x="3533775" y="319088"/>
                </a:moveTo>
                <a:cubicBezTo>
                  <a:pt x="3533775" y="326978"/>
                  <a:pt x="3527378" y="333375"/>
                  <a:pt x="3519488" y="333375"/>
                </a:cubicBezTo>
                <a:cubicBezTo>
                  <a:pt x="3511597" y="333375"/>
                  <a:pt x="3505200" y="326978"/>
                  <a:pt x="3505200" y="319088"/>
                </a:cubicBezTo>
                <a:cubicBezTo>
                  <a:pt x="3505200" y="311197"/>
                  <a:pt x="3511597" y="304800"/>
                  <a:pt x="3519488" y="304800"/>
                </a:cubicBezTo>
                <a:cubicBezTo>
                  <a:pt x="3527378" y="304800"/>
                  <a:pt x="3533775" y="311197"/>
                  <a:pt x="3533775" y="319088"/>
                </a:cubicBezTo>
                <a:close/>
                <a:moveTo>
                  <a:pt x="3533775" y="471488"/>
                </a:moveTo>
                <a:cubicBezTo>
                  <a:pt x="3533775" y="479378"/>
                  <a:pt x="3527378" y="485775"/>
                  <a:pt x="3519488" y="485775"/>
                </a:cubicBezTo>
                <a:cubicBezTo>
                  <a:pt x="3511597" y="485775"/>
                  <a:pt x="3505200" y="479378"/>
                  <a:pt x="3505200" y="471488"/>
                </a:cubicBezTo>
                <a:cubicBezTo>
                  <a:pt x="3505200" y="463597"/>
                  <a:pt x="3511597" y="457200"/>
                  <a:pt x="3519488" y="457200"/>
                </a:cubicBezTo>
                <a:cubicBezTo>
                  <a:pt x="3527378" y="457200"/>
                  <a:pt x="3533775" y="463597"/>
                  <a:pt x="3533775" y="471488"/>
                </a:cubicBezTo>
                <a:close/>
                <a:moveTo>
                  <a:pt x="3533775" y="623888"/>
                </a:moveTo>
                <a:cubicBezTo>
                  <a:pt x="3533775" y="631778"/>
                  <a:pt x="3527378" y="638175"/>
                  <a:pt x="3519488" y="638175"/>
                </a:cubicBezTo>
                <a:cubicBezTo>
                  <a:pt x="3511597" y="638175"/>
                  <a:pt x="3505200" y="631778"/>
                  <a:pt x="3505200" y="623888"/>
                </a:cubicBezTo>
                <a:cubicBezTo>
                  <a:pt x="3505200" y="615997"/>
                  <a:pt x="3511597" y="609600"/>
                  <a:pt x="3519488" y="609600"/>
                </a:cubicBezTo>
                <a:cubicBezTo>
                  <a:pt x="3527378" y="609600"/>
                  <a:pt x="3533775" y="615997"/>
                  <a:pt x="3533775" y="623888"/>
                </a:cubicBezTo>
                <a:close/>
                <a:moveTo>
                  <a:pt x="3533775" y="776288"/>
                </a:moveTo>
                <a:cubicBezTo>
                  <a:pt x="3533775" y="784178"/>
                  <a:pt x="3527378" y="790575"/>
                  <a:pt x="3519488" y="790575"/>
                </a:cubicBezTo>
                <a:cubicBezTo>
                  <a:pt x="3511597" y="790575"/>
                  <a:pt x="3505200" y="784178"/>
                  <a:pt x="3505200" y="776288"/>
                </a:cubicBezTo>
                <a:cubicBezTo>
                  <a:pt x="3505200" y="768397"/>
                  <a:pt x="3511597" y="762000"/>
                  <a:pt x="3519488" y="762000"/>
                </a:cubicBezTo>
                <a:cubicBezTo>
                  <a:pt x="3527378" y="762000"/>
                  <a:pt x="3533775" y="768397"/>
                  <a:pt x="3533775" y="776288"/>
                </a:cubicBezTo>
                <a:close/>
                <a:moveTo>
                  <a:pt x="3533775" y="928688"/>
                </a:moveTo>
                <a:cubicBezTo>
                  <a:pt x="3533775" y="936578"/>
                  <a:pt x="3527378" y="942975"/>
                  <a:pt x="3519488" y="942975"/>
                </a:cubicBezTo>
                <a:cubicBezTo>
                  <a:pt x="3511597" y="942975"/>
                  <a:pt x="3505200" y="936578"/>
                  <a:pt x="3505200" y="928688"/>
                </a:cubicBezTo>
                <a:cubicBezTo>
                  <a:pt x="3505200" y="920797"/>
                  <a:pt x="3511597" y="914400"/>
                  <a:pt x="3519488" y="914400"/>
                </a:cubicBezTo>
                <a:cubicBezTo>
                  <a:pt x="3527378" y="914400"/>
                  <a:pt x="3533775" y="920797"/>
                  <a:pt x="3533775" y="928688"/>
                </a:cubicBezTo>
                <a:close/>
                <a:moveTo>
                  <a:pt x="3533775" y="1081088"/>
                </a:moveTo>
                <a:cubicBezTo>
                  <a:pt x="3533775" y="1088978"/>
                  <a:pt x="3527378" y="1095375"/>
                  <a:pt x="3519488" y="1095375"/>
                </a:cubicBezTo>
                <a:cubicBezTo>
                  <a:pt x="3511597" y="1095375"/>
                  <a:pt x="3505200" y="1088978"/>
                  <a:pt x="3505200" y="1081088"/>
                </a:cubicBezTo>
                <a:cubicBezTo>
                  <a:pt x="3505200" y="1073197"/>
                  <a:pt x="3511597" y="1066800"/>
                  <a:pt x="3519488" y="1066800"/>
                </a:cubicBezTo>
                <a:cubicBezTo>
                  <a:pt x="3527378" y="1066800"/>
                  <a:pt x="3533775" y="1073197"/>
                  <a:pt x="3533775" y="1081088"/>
                </a:cubicBezTo>
                <a:close/>
                <a:moveTo>
                  <a:pt x="3533775" y="1233488"/>
                </a:moveTo>
                <a:cubicBezTo>
                  <a:pt x="3533775" y="1241378"/>
                  <a:pt x="3527378" y="1247775"/>
                  <a:pt x="3519488" y="1247775"/>
                </a:cubicBezTo>
                <a:cubicBezTo>
                  <a:pt x="3511597" y="1247775"/>
                  <a:pt x="3505200" y="1241378"/>
                  <a:pt x="3505200" y="1233488"/>
                </a:cubicBezTo>
                <a:cubicBezTo>
                  <a:pt x="3505200" y="1225597"/>
                  <a:pt x="3511597" y="1219200"/>
                  <a:pt x="3519488" y="1219200"/>
                </a:cubicBezTo>
                <a:cubicBezTo>
                  <a:pt x="3527378" y="1219200"/>
                  <a:pt x="3533775" y="1225597"/>
                  <a:pt x="3533775" y="1233488"/>
                </a:cubicBezTo>
                <a:close/>
                <a:moveTo>
                  <a:pt x="3533775" y="1385888"/>
                </a:moveTo>
                <a:cubicBezTo>
                  <a:pt x="3533775" y="1393778"/>
                  <a:pt x="3527378" y="1400175"/>
                  <a:pt x="3519488" y="1400175"/>
                </a:cubicBezTo>
                <a:cubicBezTo>
                  <a:pt x="3511597" y="1400175"/>
                  <a:pt x="3505200" y="1393778"/>
                  <a:pt x="3505200" y="1385888"/>
                </a:cubicBezTo>
                <a:cubicBezTo>
                  <a:pt x="3505200" y="1377997"/>
                  <a:pt x="3511597" y="1371600"/>
                  <a:pt x="3519488" y="1371600"/>
                </a:cubicBezTo>
                <a:cubicBezTo>
                  <a:pt x="3527378" y="1371600"/>
                  <a:pt x="3533775" y="1377997"/>
                  <a:pt x="3533775" y="1385888"/>
                </a:cubicBezTo>
                <a:close/>
                <a:moveTo>
                  <a:pt x="3533775" y="1538288"/>
                </a:moveTo>
                <a:cubicBezTo>
                  <a:pt x="3533775" y="1546178"/>
                  <a:pt x="3527378" y="1552575"/>
                  <a:pt x="3519488" y="1552575"/>
                </a:cubicBezTo>
                <a:cubicBezTo>
                  <a:pt x="3511597" y="1552575"/>
                  <a:pt x="3505200" y="1546178"/>
                  <a:pt x="3505200" y="1538288"/>
                </a:cubicBezTo>
                <a:cubicBezTo>
                  <a:pt x="3505200" y="1530397"/>
                  <a:pt x="3511597" y="1524000"/>
                  <a:pt x="3519488" y="1524000"/>
                </a:cubicBezTo>
                <a:cubicBezTo>
                  <a:pt x="3527378" y="1524000"/>
                  <a:pt x="3533775" y="1530397"/>
                  <a:pt x="3533775" y="1538288"/>
                </a:cubicBezTo>
                <a:close/>
                <a:moveTo>
                  <a:pt x="3533775" y="1690688"/>
                </a:moveTo>
                <a:cubicBezTo>
                  <a:pt x="3533775" y="1698578"/>
                  <a:pt x="3527378" y="1704975"/>
                  <a:pt x="3519488" y="1704975"/>
                </a:cubicBezTo>
                <a:cubicBezTo>
                  <a:pt x="3511597" y="1704975"/>
                  <a:pt x="3505200" y="1698578"/>
                  <a:pt x="3505200" y="1690688"/>
                </a:cubicBezTo>
                <a:cubicBezTo>
                  <a:pt x="3505200" y="1682797"/>
                  <a:pt x="3511597" y="1676400"/>
                  <a:pt x="3519488" y="1676400"/>
                </a:cubicBezTo>
                <a:cubicBezTo>
                  <a:pt x="3527378" y="1676400"/>
                  <a:pt x="3533775" y="1682797"/>
                  <a:pt x="3533775" y="1690688"/>
                </a:cubicBezTo>
                <a:close/>
                <a:moveTo>
                  <a:pt x="3533775" y="1843088"/>
                </a:moveTo>
                <a:cubicBezTo>
                  <a:pt x="3533775" y="1850978"/>
                  <a:pt x="3527378" y="1857375"/>
                  <a:pt x="3519488" y="1857375"/>
                </a:cubicBezTo>
                <a:cubicBezTo>
                  <a:pt x="3511597" y="1857375"/>
                  <a:pt x="3505200" y="1850978"/>
                  <a:pt x="3505200" y="1843088"/>
                </a:cubicBezTo>
                <a:cubicBezTo>
                  <a:pt x="3505200" y="1835197"/>
                  <a:pt x="3511597" y="1828800"/>
                  <a:pt x="3519488" y="1828800"/>
                </a:cubicBezTo>
                <a:cubicBezTo>
                  <a:pt x="3527378" y="1828800"/>
                  <a:pt x="3533775" y="1835197"/>
                  <a:pt x="3533775" y="1843088"/>
                </a:cubicBezTo>
                <a:close/>
                <a:moveTo>
                  <a:pt x="3533775" y="1995488"/>
                </a:moveTo>
                <a:cubicBezTo>
                  <a:pt x="3533775" y="2003378"/>
                  <a:pt x="3527378" y="2009775"/>
                  <a:pt x="3519488" y="2009775"/>
                </a:cubicBezTo>
                <a:cubicBezTo>
                  <a:pt x="3511597" y="2009775"/>
                  <a:pt x="3505200" y="2003378"/>
                  <a:pt x="3505200" y="1995488"/>
                </a:cubicBezTo>
                <a:cubicBezTo>
                  <a:pt x="3505200" y="1987597"/>
                  <a:pt x="3511597" y="1981200"/>
                  <a:pt x="3519488" y="1981200"/>
                </a:cubicBezTo>
                <a:cubicBezTo>
                  <a:pt x="3527378" y="1981200"/>
                  <a:pt x="3533775" y="1987597"/>
                  <a:pt x="3533775" y="1995488"/>
                </a:cubicBezTo>
                <a:close/>
                <a:moveTo>
                  <a:pt x="3533775" y="2147888"/>
                </a:moveTo>
                <a:cubicBezTo>
                  <a:pt x="3533775" y="2155778"/>
                  <a:pt x="3527378" y="2162175"/>
                  <a:pt x="3519488" y="2162175"/>
                </a:cubicBezTo>
                <a:cubicBezTo>
                  <a:pt x="3511597" y="2162175"/>
                  <a:pt x="3505200" y="2155778"/>
                  <a:pt x="3505200" y="2147888"/>
                </a:cubicBezTo>
                <a:cubicBezTo>
                  <a:pt x="3505200" y="2139997"/>
                  <a:pt x="3511597" y="2133600"/>
                  <a:pt x="3519488" y="2133600"/>
                </a:cubicBezTo>
                <a:cubicBezTo>
                  <a:pt x="3527378" y="2133600"/>
                  <a:pt x="3533775" y="2139997"/>
                  <a:pt x="3533775" y="2147888"/>
                </a:cubicBezTo>
                <a:close/>
                <a:moveTo>
                  <a:pt x="3533775" y="2300288"/>
                </a:moveTo>
                <a:cubicBezTo>
                  <a:pt x="3533775" y="2308178"/>
                  <a:pt x="3527378" y="2314575"/>
                  <a:pt x="3519488" y="2314575"/>
                </a:cubicBezTo>
                <a:cubicBezTo>
                  <a:pt x="3511597" y="2314575"/>
                  <a:pt x="3505200" y="2308178"/>
                  <a:pt x="3505200" y="2300288"/>
                </a:cubicBezTo>
                <a:cubicBezTo>
                  <a:pt x="3505200" y="2292397"/>
                  <a:pt x="3511597" y="2286000"/>
                  <a:pt x="3519488" y="2286000"/>
                </a:cubicBezTo>
                <a:cubicBezTo>
                  <a:pt x="3527378" y="2286000"/>
                  <a:pt x="3533775" y="2292397"/>
                  <a:pt x="3533775" y="2300288"/>
                </a:cubicBezTo>
                <a:close/>
                <a:moveTo>
                  <a:pt x="3533775" y="2452688"/>
                </a:moveTo>
                <a:cubicBezTo>
                  <a:pt x="3533775" y="2460578"/>
                  <a:pt x="3527378" y="2466975"/>
                  <a:pt x="3519488" y="2466975"/>
                </a:cubicBezTo>
                <a:cubicBezTo>
                  <a:pt x="3511597" y="2466975"/>
                  <a:pt x="3505200" y="2460578"/>
                  <a:pt x="3505200" y="2452688"/>
                </a:cubicBezTo>
                <a:cubicBezTo>
                  <a:pt x="3505200" y="2444797"/>
                  <a:pt x="3511597" y="2438400"/>
                  <a:pt x="3519488" y="2438400"/>
                </a:cubicBezTo>
                <a:cubicBezTo>
                  <a:pt x="3527378" y="2438400"/>
                  <a:pt x="3533775" y="2444797"/>
                  <a:pt x="3533775" y="2452688"/>
                </a:cubicBezTo>
                <a:close/>
                <a:moveTo>
                  <a:pt x="3533775" y="2605088"/>
                </a:moveTo>
                <a:cubicBezTo>
                  <a:pt x="3533775" y="2612978"/>
                  <a:pt x="3527378" y="2619375"/>
                  <a:pt x="3519488" y="2619375"/>
                </a:cubicBezTo>
                <a:cubicBezTo>
                  <a:pt x="3511597" y="2619375"/>
                  <a:pt x="3505200" y="2612978"/>
                  <a:pt x="3505200" y="2605088"/>
                </a:cubicBezTo>
                <a:cubicBezTo>
                  <a:pt x="3505200" y="2597197"/>
                  <a:pt x="3511597" y="2590800"/>
                  <a:pt x="3519488" y="2590800"/>
                </a:cubicBezTo>
                <a:cubicBezTo>
                  <a:pt x="3527378" y="2590800"/>
                  <a:pt x="3533775" y="2597197"/>
                  <a:pt x="3533775" y="2605088"/>
                </a:cubicBezTo>
                <a:close/>
                <a:moveTo>
                  <a:pt x="3533775" y="2757488"/>
                </a:moveTo>
                <a:cubicBezTo>
                  <a:pt x="3533775" y="2765378"/>
                  <a:pt x="3527378" y="2771775"/>
                  <a:pt x="3519488" y="2771775"/>
                </a:cubicBezTo>
                <a:cubicBezTo>
                  <a:pt x="3511597" y="2771775"/>
                  <a:pt x="3505200" y="2765378"/>
                  <a:pt x="3505200" y="2757488"/>
                </a:cubicBezTo>
                <a:cubicBezTo>
                  <a:pt x="3505200" y="2749597"/>
                  <a:pt x="3511597" y="2743200"/>
                  <a:pt x="3519488" y="2743200"/>
                </a:cubicBezTo>
                <a:cubicBezTo>
                  <a:pt x="3527378" y="2743200"/>
                  <a:pt x="3533775" y="2749597"/>
                  <a:pt x="3533775" y="2757488"/>
                </a:cubicBezTo>
                <a:close/>
                <a:moveTo>
                  <a:pt x="3533775" y="2909888"/>
                </a:moveTo>
                <a:cubicBezTo>
                  <a:pt x="3533775" y="2917778"/>
                  <a:pt x="3527378" y="2924175"/>
                  <a:pt x="3519488" y="2924175"/>
                </a:cubicBezTo>
                <a:cubicBezTo>
                  <a:pt x="3511597" y="2924175"/>
                  <a:pt x="3505200" y="2917778"/>
                  <a:pt x="3505200" y="2909888"/>
                </a:cubicBezTo>
                <a:cubicBezTo>
                  <a:pt x="3505200" y="2901997"/>
                  <a:pt x="3511597" y="2895600"/>
                  <a:pt x="3519488" y="2895600"/>
                </a:cubicBezTo>
                <a:cubicBezTo>
                  <a:pt x="3527378" y="2895600"/>
                  <a:pt x="3533775" y="2901997"/>
                  <a:pt x="3533775" y="2909888"/>
                </a:cubicBezTo>
                <a:close/>
                <a:moveTo>
                  <a:pt x="3533775" y="3062288"/>
                </a:moveTo>
                <a:cubicBezTo>
                  <a:pt x="3533775" y="3070178"/>
                  <a:pt x="3527378" y="3076575"/>
                  <a:pt x="3519488" y="3076575"/>
                </a:cubicBezTo>
                <a:cubicBezTo>
                  <a:pt x="3511597" y="3076575"/>
                  <a:pt x="3505200" y="3070178"/>
                  <a:pt x="3505200" y="3062288"/>
                </a:cubicBezTo>
                <a:cubicBezTo>
                  <a:pt x="3505200" y="3054397"/>
                  <a:pt x="3511597" y="3048000"/>
                  <a:pt x="3519488" y="3048000"/>
                </a:cubicBezTo>
                <a:cubicBezTo>
                  <a:pt x="3527378" y="3048000"/>
                  <a:pt x="3533775" y="3054397"/>
                  <a:pt x="3533775" y="3062288"/>
                </a:cubicBezTo>
                <a:close/>
                <a:moveTo>
                  <a:pt x="3533775" y="3214688"/>
                </a:moveTo>
                <a:cubicBezTo>
                  <a:pt x="3533775" y="3222578"/>
                  <a:pt x="3527378" y="3228975"/>
                  <a:pt x="3519488" y="3228975"/>
                </a:cubicBezTo>
                <a:cubicBezTo>
                  <a:pt x="3511597" y="3228975"/>
                  <a:pt x="3505200" y="3222578"/>
                  <a:pt x="3505200" y="3214688"/>
                </a:cubicBezTo>
                <a:cubicBezTo>
                  <a:pt x="3505200" y="3206797"/>
                  <a:pt x="3511597" y="3200400"/>
                  <a:pt x="3519488" y="3200400"/>
                </a:cubicBezTo>
                <a:cubicBezTo>
                  <a:pt x="3527378" y="3200400"/>
                  <a:pt x="3533775" y="3206797"/>
                  <a:pt x="3533775" y="3214688"/>
                </a:cubicBezTo>
                <a:close/>
                <a:moveTo>
                  <a:pt x="3533775" y="3367088"/>
                </a:moveTo>
                <a:cubicBezTo>
                  <a:pt x="3533775" y="3374978"/>
                  <a:pt x="3527378" y="3381375"/>
                  <a:pt x="3519488" y="3381375"/>
                </a:cubicBezTo>
                <a:cubicBezTo>
                  <a:pt x="3511597" y="3381375"/>
                  <a:pt x="3505200" y="3374978"/>
                  <a:pt x="3505200" y="3367088"/>
                </a:cubicBezTo>
                <a:cubicBezTo>
                  <a:pt x="3505200" y="3359197"/>
                  <a:pt x="3511597" y="3352800"/>
                  <a:pt x="3519488" y="3352800"/>
                </a:cubicBezTo>
                <a:cubicBezTo>
                  <a:pt x="3527378" y="3352800"/>
                  <a:pt x="3533775" y="3359197"/>
                  <a:pt x="3533775" y="3367088"/>
                </a:cubicBezTo>
                <a:close/>
                <a:moveTo>
                  <a:pt x="3533775" y="3519488"/>
                </a:moveTo>
                <a:cubicBezTo>
                  <a:pt x="3533775" y="3527378"/>
                  <a:pt x="3527378" y="3533775"/>
                  <a:pt x="3519488" y="3533775"/>
                </a:cubicBezTo>
                <a:cubicBezTo>
                  <a:pt x="3511597" y="3533775"/>
                  <a:pt x="3505200" y="3527378"/>
                  <a:pt x="3505200" y="3519488"/>
                </a:cubicBezTo>
                <a:cubicBezTo>
                  <a:pt x="3505200" y="3511597"/>
                  <a:pt x="3511597" y="3505200"/>
                  <a:pt x="3519488" y="3505200"/>
                </a:cubicBezTo>
                <a:cubicBezTo>
                  <a:pt x="3527378" y="3505200"/>
                  <a:pt x="3533775" y="3511597"/>
                  <a:pt x="3533775" y="3519488"/>
                </a:cubicBezTo>
                <a:close/>
                <a:moveTo>
                  <a:pt x="3533775" y="3671888"/>
                </a:moveTo>
                <a:cubicBezTo>
                  <a:pt x="3533775" y="3679778"/>
                  <a:pt x="3527378" y="3686175"/>
                  <a:pt x="3519488" y="3686175"/>
                </a:cubicBezTo>
                <a:cubicBezTo>
                  <a:pt x="3511597" y="3686175"/>
                  <a:pt x="3505200" y="3679778"/>
                  <a:pt x="3505200" y="3671888"/>
                </a:cubicBezTo>
                <a:cubicBezTo>
                  <a:pt x="3505200" y="3663997"/>
                  <a:pt x="3511597" y="3657600"/>
                  <a:pt x="3519488" y="3657600"/>
                </a:cubicBezTo>
                <a:cubicBezTo>
                  <a:pt x="3527378" y="3657600"/>
                  <a:pt x="3533775" y="3663997"/>
                  <a:pt x="3533775" y="3671888"/>
                </a:cubicBezTo>
                <a:close/>
                <a:moveTo>
                  <a:pt x="3533775" y="3824288"/>
                </a:moveTo>
                <a:cubicBezTo>
                  <a:pt x="3533775" y="3832178"/>
                  <a:pt x="3527378" y="3838575"/>
                  <a:pt x="3519488" y="3838575"/>
                </a:cubicBezTo>
                <a:cubicBezTo>
                  <a:pt x="3511597" y="3838575"/>
                  <a:pt x="3505200" y="3832178"/>
                  <a:pt x="3505200" y="3824288"/>
                </a:cubicBezTo>
                <a:cubicBezTo>
                  <a:pt x="3505200" y="3816397"/>
                  <a:pt x="3511597" y="3810000"/>
                  <a:pt x="3519488" y="3810000"/>
                </a:cubicBezTo>
                <a:cubicBezTo>
                  <a:pt x="3527378" y="3810000"/>
                  <a:pt x="3533775" y="3816397"/>
                  <a:pt x="3533775" y="3824288"/>
                </a:cubicBezTo>
                <a:close/>
                <a:moveTo>
                  <a:pt x="3533775" y="3976688"/>
                </a:moveTo>
                <a:cubicBezTo>
                  <a:pt x="3533775" y="3984578"/>
                  <a:pt x="3527378" y="3990975"/>
                  <a:pt x="3519488" y="3990975"/>
                </a:cubicBezTo>
                <a:cubicBezTo>
                  <a:pt x="3511597" y="3990975"/>
                  <a:pt x="3505200" y="3984578"/>
                  <a:pt x="3505200" y="3976688"/>
                </a:cubicBezTo>
                <a:cubicBezTo>
                  <a:pt x="3505200" y="3968797"/>
                  <a:pt x="3511597" y="3962400"/>
                  <a:pt x="3519488" y="3962400"/>
                </a:cubicBezTo>
                <a:cubicBezTo>
                  <a:pt x="3527378" y="3962400"/>
                  <a:pt x="3533775" y="3968797"/>
                  <a:pt x="3533775" y="3976688"/>
                </a:cubicBezTo>
                <a:close/>
                <a:moveTo>
                  <a:pt x="3533775" y="4129088"/>
                </a:moveTo>
                <a:cubicBezTo>
                  <a:pt x="3533775" y="4136978"/>
                  <a:pt x="3527378" y="4143375"/>
                  <a:pt x="3519488" y="4143375"/>
                </a:cubicBezTo>
                <a:cubicBezTo>
                  <a:pt x="3511597" y="4143375"/>
                  <a:pt x="3505200" y="4136978"/>
                  <a:pt x="3505200" y="4129088"/>
                </a:cubicBezTo>
                <a:cubicBezTo>
                  <a:pt x="3505200" y="4121197"/>
                  <a:pt x="3511597" y="4114800"/>
                  <a:pt x="3519488" y="4114800"/>
                </a:cubicBezTo>
                <a:cubicBezTo>
                  <a:pt x="3527378" y="4114800"/>
                  <a:pt x="3533775" y="4121197"/>
                  <a:pt x="3533775" y="4129088"/>
                </a:cubicBezTo>
                <a:close/>
                <a:moveTo>
                  <a:pt x="3533775" y="4281488"/>
                </a:moveTo>
                <a:cubicBezTo>
                  <a:pt x="3533775" y="4289378"/>
                  <a:pt x="3527378" y="4295775"/>
                  <a:pt x="3519488" y="4295775"/>
                </a:cubicBezTo>
                <a:cubicBezTo>
                  <a:pt x="3511597" y="4295775"/>
                  <a:pt x="3505200" y="4289378"/>
                  <a:pt x="3505200" y="4281488"/>
                </a:cubicBezTo>
                <a:cubicBezTo>
                  <a:pt x="3505200" y="4273597"/>
                  <a:pt x="3511597" y="4267200"/>
                  <a:pt x="3519488" y="4267200"/>
                </a:cubicBezTo>
                <a:cubicBezTo>
                  <a:pt x="3527378" y="4267200"/>
                  <a:pt x="3533775" y="4273597"/>
                  <a:pt x="3533775" y="4281488"/>
                </a:cubicBezTo>
                <a:close/>
                <a:moveTo>
                  <a:pt x="3533775" y="4433888"/>
                </a:moveTo>
                <a:cubicBezTo>
                  <a:pt x="3533775" y="4441778"/>
                  <a:pt x="3527378" y="4448175"/>
                  <a:pt x="3519488" y="4448175"/>
                </a:cubicBezTo>
                <a:cubicBezTo>
                  <a:pt x="3511597" y="4448175"/>
                  <a:pt x="3505200" y="4441778"/>
                  <a:pt x="3505200" y="4433888"/>
                </a:cubicBezTo>
                <a:cubicBezTo>
                  <a:pt x="3505200" y="4425997"/>
                  <a:pt x="3511597" y="4419600"/>
                  <a:pt x="3519488" y="4419600"/>
                </a:cubicBezTo>
                <a:cubicBezTo>
                  <a:pt x="3527378" y="4419600"/>
                  <a:pt x="3533775" y="4425997"/>
                  <a:pt x="3533775" y="4433888"/>
                </a:cubicBezTo>
                <a:close/>
                <a:moveTo>
                  <a:pt x="3533775" y="4586288"/>
                </a:moveTo>
                <a:cubicBezTo>
                  <a:pt x="3533775" y="4594178"/>
                  <a:pt x="3527378" y="4600575"/>
                  <a:pt x="3519488" y="4600575"/>
                </a:cubicBezTo>
                <a:cubicBezTo>
                  <a:pt x="3511597" y="4600575"/>
                  <a:pt x="3505200" y="4594178"/>
                  <a:pt x="3505200" y="4586288"/>
                </a:cubicBezTo>
                <a:cubicBezTo>
                  <a:pt x="3505200" y="4578397"/>
                  <a:pt x="3511597" y="4572000"/>
                  <a:pt x="3519488" y="4572000"/>
                </a:cubicBezTo>
                <a:cubicBezTo>
                  <a:pt x="3527378" y="4572000"/>
                  <a:pt x="3533775" y="4578397"/>
                  <a:pt x="3533775" y="4586288"/>
                </a:cubicBezTo>
                <a:close/>
                <a:moveTo>
                  <a:pt x="3533775" y="4738688"/>
                </a:moveTo>
                <a:cubicBezTo>
                  <a:pt x="3533775" y="4746578"/>
                  <a:pt x="3527378" y="4752975"/>
                  <a:pt x="3519488" y="4752975"/>
                </a:cubicBezTo>
                <a:cubicBezTo>
                  <a:pt x="3511597" y="4752975"/>
                  <a:pt x="3505200" y="4746578"/>
                  <a:pt x="3505200" y="4738688"/>
                </a:cubicBezTo>
                <a:cubicBezTo>
                  <a:pt x="3505200" y="4730797"/>
                  <a:pt x="3511597" y="4724400"/>
                  <a:pt x="3519488" y="4724400"/>
                </a:cubicBezTo>
                <a:cubicBezTo>
                  <a:pt x="3527378" y="4724400"/>
                  <a:pt x="3533775" y="4730797"/>
                  <a:pt x="3533775" y="4738688"/>
                </a:cubicBezTo>
                <a:close/>
                <a:moveTo>
                  <a:pt x="3686175" y="14288"/>
                </a:moveTo>
                <a:cubicBezTo>
                  <a:pt x="3686175" y="22178"/>
                  <a:pt x="3679778" y="28575"/>
                  <a:pt x="3671888" y="28575"/>
                </a:cubicBezTo>
                <a:cubicBezTo>
                  <a:pt x="3663997" y="28575"/>
                  <a:pt x="3657600" y="22178"/>
                  <a:pt x="3657600" y="14288"/>
                </a:cubicBezTo>
                <a:cubicBezTo>
                  <a:pt x="3657600" y="6397"/>
                  <a:pt x="3663997" y="0"/>
                  <a:pt x="3671888" y="0"/>
                </a:cubicBezTo>
                <a:cubicBezTo>
                  <a:pt x="3679778" y="0"/>
                  <a:pt x="3686175" y="6397"/>
                  <a:pt x="3686175" y="14288"/>
                </a:cubicBezTo>
                <a:close/>
                <a:moveTo>
                  <a:pt x="3686175" y="166688"/>
                </a:moveTo>
                <a:cubicBezTo>
                  <a:pt x="3686175" y="174578"/>
                  <a:pt x="3679778" y="180975"/>
                  <a:pt x="3671888" y="180975"/>
                </a:cubicBezTo>
                <a:cubicBezTo>
                  <a:pt x="3663997" y="180975"/>
                  <a:pt x="3657600" y="174578"/>
                  <a:pt x="3657600" y="166688"/>
                </a:cubicBezTo>
                <a:cubicBezTo>
                  <a:pt x="3657600" y="158797"/>
                  <a:pt x="3663997" y="152400"/>
                  <a:pt x="3671888" y="152400"/>
                </a:cubicBezTo>
                <a:cubicBezTo>
                  <a:pt x="3679778" y="152400"/>
                  <a:pt x="3686175" y="158797"/>
                  <a:pt x="3686175" y="166688"/>
                </a:cubicBezTo>
                <a:close/>
                <a:moveTo>
                  <a:pt x="3686175" y="319088"/>
                </a:moveTo>
                <a:cubicBezTo>
                  <a:pt x="3686175" y="326978"/>
                  <a:pt x="3679778" y="333375"/>
                  <a:pt x="3671888" y="333375"/>
                </a:cubicBezTo>
                <a:cubicBezTo>
                  <a:pt x="3663997" y="333375"/>
                  <a:pt x="3657600" y="326978"/>
                  <a:pt x="3657600" y="319088"/>
                </a:cubicBezTo>
                <a:cubicBezTo>
                  <a:pt x="3657600" y="311197"/>
                  <a:pt x="3663997" y="304800"/>
                  <a:pt x="3671888" y="304800"/>
                </a:cubicBezTo>
                <a:cubicBezTo>
                  <a:pt x="3679778" y="304800"/>
                  <a:pt x="3686175" y="311197"/>
                  <a:pt x="3686175" y="319088"/>
                </a:cubicBezTo>
                <a:close/>
                <a:moveTo>
                  <a:pt x="3686175" y="471488"/>
                </a:moveTo>
                <a:cubicBezTo>
                  <a:pt x="3686175" y="479378"/>
                  <a:pt x="3679778" y="485775"/>
                  <a:pt x="3671888" y="485775"/>
                </a:cubicBezTo>
                <a:cubicBezTo>
                  <a:pt x="3663997" y="485775"/>
                  <a:pt x="3657600" y="479378"/>
                  <a:pt x="3657600" y="471488"/>
                </a:cubicBezTo>
                <a:cubicBezTo>
                  <a:pt x="3657600" y="463597"/>
                  <a:pt x="3663997" y="457200"/>
                  <a:pt x="3671888" y="457200"/>
                </a:cubicBezTo>
                <a:cubicBezTo>
                  <a:pt x="3679778" y="457200"/>
                  <a:pt x="3686175" y="463597"/>
                  <a:pt x="3686175" y="471488"/>
                </a:cubicBezTo>
                <a:close/>
                <a:moveTo>
                  <a:pt x="3686175" y="623888"/>
                </a:moveTo>
                <a:cubicBezTo>
                  <a:pt x="3686175" y="631778"/>
                  <a:pt x="3679778" y="638175"/>
                  <a:pt x="3671888" y="638175"/>
                </a:cubicBezTo>
                <a:cubicBezTo>
                  <a:pt x="3663997" y="638175"/>
                  <a:pt x="3657600" y="631778"/>
                  <a:pt x="3657600" y="623888"/>
                </a:cubicBezTo>
                <a:cubicBezTo>
                  <a:pt x="3657600" y="615997"/>
                  <a:pt x="3663997" y="609600"/>
                  <a:pt x="3671888" y="609600"/>
                </a:cubicBezTo>
                <a:cubicBezTo>
                  <a:pt x="3679778" y="609600"/>
                  <a:pt x="3686175" y="615997"/>
                  <a:pt x="3686175" y="623888"/>
                </a:cubicBezTo>
                <a:close/>
                <a:moveTo>
                  <a:pt x="3686175" y="776288"/>
                </a:moveTo>
                <a:cubicBezTo>
                  <a:pt x="3686175" y="784178"/>
                  <a:pt x="3679778" y="790575"/>
                  <a:pt x="3671888" y="790575"/>
                </a:cubicBezTo>
                <a:cubicBezTo>
                  <a:pt x="3663997" y="790575"/>
                  <a:pt x="3657600" y="784178"/>
                  <a:pt x="3657600" y="776288"/>
                </a:cubicBezTo>
                <a:cubicBezTo>
                  <a:pt x="3657600" y="768397"/>
                  <a:pt x="3663997" y="762000"/>
                  <a:pt x="3671888" y="762000"/>
                </a:cubicBezTo>
                <a:cubicBezTo>
                  <a:pt x="3679778" y="762000"/>
                  <a:pt x="3686175" y="768397"/>
                  <a:pt x="3686175" y="776288"/>
                </a:cubicBezTo>
                <a:close/>
                <a:moveTo>
                  <a:pt x="3686175" y="928688"/>
                </a:moveTo>
                <a:cubicBezTo>
                  <a:pt x="3686175" y="936578"/>
                  <a:pt x="3679778" y="942975"/>
                  <a:pt x="3671888" y="942975"/>
                </a:cubicBezTo>
                <a:cubicBezTo>
                  <a:pt x="3663997" y="942975"/>
                  <a:pt x="3657600" y="936578"/>
                  <a:pt x="3657600" y="928688"/>
                </a:cubicBezTo>
                <a:cubicBezTo>
                  <a:pt x="3657600" y="920797"/>
                  <a:pt x="3663997" y="914400"/>
                  <a:pt x="3671888" y="914400"/>
                </a:cubicBezTo>
                <a:cubicBezTo>
                  <a:pt x="3679778" y="914400"/>
                  <a:pt x="3686175" y="920797"/>
                  <a:pt x="3686175" y="928688"/>
                </a:cubicBezTo>
                <a:close/>
                <a:moveTo>
                  <a:pt x="3686175" y="1081088"/>
                </a:moveTo>
                <a:cubicBezTo>
                  <a:pt x="3686175" y="1088978"/>
                  <a:pt x="3679778" y="1095375"/>
                  <a:pt x="3671888" y="1095375"/>
                </a:cubicBezTo>
                <a:cubicBezTo>
                  <a:pt x="3663997" y="1095375"/>
                  <a:pt x="3657600" y="1088978"/>
                  <a:pt x="3657600" y="1081088"/>
                </a:cubicBezTo>
                <a:cubicBezTo>
                  <a:pt x="3657600" y="1073197"/>
                  <a:pt x="3663997" y="1066800"/>
                  <a:pt x="3671888" y="1066800"/>
                </a:cubicBezTo>
                <a:cubicBezTo>
                  <a:pt x="3679778" y="1066800"/>
                  <a:pt x="3686175" y="1073197"/>
                  <a:pt x="3686175" y="1081088"/>
                </a:cubicBezTo>
                <a:close/>
                <a:moveTo>
                  <a:pt x="3686175" y="1233488"/>
                </a:moveTo>
                <a:cubicBezTo>
                  <a:pt x="3686175" y="1241378"/>
                  <a:pt x="3679778" y="1247775"/>
                  <a:pt x="3671888" y="1247775"/>
                </a:cubicBezTo>
                <a:cubicBezTo>
                  <a:pt x="3663997" y="1247775"/>
                  <a:pt x="3657600" y="1241378"/>
                  <a:pt x="3657600" y="1233488"/>
                </a:cubicBezTo>
                <a:cubicBezTo>
                  <a:pt x="3657600" y="1225597"/>
                  <a:pt x="3663997" y="1219200"/>
                  <a:pt x="3671888" y="1219200"/>
                </a:cubicBezTo>
                <a:cubicBezTo>
                  <a:pt x="3679778" y="1219200"/>
                  <a:pt x="3686175" y="1225597"/>
                  <a:pt x="3686175" y="1233488"/>
                </a:cubicBezTo>
                <a:close/>
                <a:moveTo>
                  <a:pt x="3686175" y="1385888"/>
                </a:moveTo>
                <a:cubicBezTo>
                  <a:pt x="3686175" y="1393778"/>
                  <a:pt x="3679778" y="1400175"/>
                  <a:pt x="3671888" y="1400175"/>
                </a:cubicBezTo>
                <a:cubicBezTo>
                  <a:pt x="3663997" y="1400175"/>
                  <a:pt x="3657600" y="1393778"/>
                  <a:pt x="3657600" y="1385888"/>
                </a:cubicBezTo>
                <a:cubicBezTo>
                  <a:pt x="3657600" y="1377997"/>
                  <a:pt x="3663997" y="1371600"/>
                  <a:pt x="3671888" y="1371600"/>
                </a:cubicBezTo>
                <a:cubicBezTo>
                  <a:pt x="3679778" y="1371600"/>
                  <a:pt x="3686175" y="1377997"/>
                  <a:pt x="3686175" y="1385888"/>
                </a:cubicBezTo>
                <a:close/>
                <a:moveTo>
                  <a:pt x="3686175" y="1538288"/>
                </a:moveTo>
                <a:cubicBezTo>
                  <a:pt x="3686175" y="1546178"/>
                  <a:pt x="3679778" y="1552575"/>
                  <a:pt x="3671888" y="1552575"/>
                </a:cubicBezTo>
                <a:cubicBezTo>
                  <a:pt x="3663997" y="1552575"/>
                  <a:pt x="3657600" y="1546178"/>
                  <a:pt x="3657600" y="1538288"/>
                </a:cubicBezTo>
                <a:cubicBezTo>
                  <a:pt x="3657600" y="1530397"/>
                  <a:pt x="3663997" y="1524000"/>
                  <a:pt x="3671888" y="1524000"/>
                </a:cubicBezTo>
                <a:cubicBezTo>
                  <a:pt x="3679778" y="1524000"/>
                  <a:pt x="3686175" y="1530397"/>
                  <a:pt x="3686175" y="1538288"/>
                </a:cubicBezTo>
                <a:close/>
                <a:moveTo>
                  <a:pt x="3686175" y="1690688"/>
                </a:moveTo>
                <a:cubicBezTo>
                  <a:pt x="3686175" y="1698578"/>
                  <a:pt x="3679778" y="1704975"/>
                  <a:pt x="3671888" y="1704975"/>
                </a:cubicBezTo>
                <a:cubicBezTo>
                  <a:pt x="3663997" y="1704975"/>
                  <a:pt x="3657600" y="1698578"/>
                  <a:pt x="3657600" y="1690688"/>
                </a:cubicBezTo>
                <a:cubicBezTo>
                  <a:pt x="3657600" y="1682797"/>
                  <a:pt x="3663997" y="1676400"/>
                  <a:pt x="3671888" y="1676400"/>
                </a:cubicBezTo>
                <a:cubicBezTo>
                  <a:pt x="3679778" y="1676400"/>
                  <a:pt x="3686175" y="1682797"/>
                  <a:pt x="3686175" y="1690688"/>
                </a:cubicBezTo>
                <a:close/>
                <a:moveTo>
                  <a:pt x="3686175" y="1843088"/>
                </a:moveTo>
                <a:cubicBezTo>
                  <a:pt x="3686175" y="1850978"/>
                  <a:pt x="3679778" y="1857375"/>
                  <a:pt x="3671888" y="1857375"/>
                </a:cubicBezTo>
                <a:cubicBezTo>
                  <a:pt x="3663997" y="1857375"/>
                  <a:pt x="3657600" y="1850978"/>
                  <a:pt x="3657600" y="1843088"/>
                </a:cubicBezTo>
                <a:cubicBezTo>
                  <a:pt x="3657600" y="1835197"/>
                  <a:pt x="3663997" y="1828800"/>
                  <a:pt x="3671888" y="1828800"/>
                </a:cubicBezTo>
                <a:cubicBezTo>
                  <a:pt x="3679778" y="1828800"/>
                  <a:pt x="3686175" y="1835197"/>
                  <a:pt x="3686175" y="1843088"/>
                </a:cubicBezTo>
                <a:close/>
                <a:moveTo>
                  <a:pt x="3686175" y="1995488"/>
                </a:moveTo>
                <a:cubicBezTo>
                  <a:pt x="3686175" y="2003378"/>
                  <a:pt x="3679778" y="2009775"/>
                  <a:pt x="3671888" y="2009775"/>
                </a:cubicBezTo>
                <a:cubicBezTo>
                  <a:pt x="3663997" y="2009775"/>
                  <a:pt x="3657600" y="2003378"/>
                  <a:pt x="3657600" y="1995488"/>
                </a:cubicBezTo>
                <a:cubicBezTo>
                  <a:pt x="3657600" y="1987597"/>
                  <a:pt x="3663997" y="1981200"/>
                  <a:pt x="3671888" y="1981200"/>
                </a:cubicBezTo>
                <a:cubicBezTo>
                  <a:pt x="3679778" y="1981200"/>
                  <a:pt x="3686175" y="1987597"/>
                  <a:pt x="3686175" y="1995488"/>
                </a:cubicBezTo>
                <a:close/>
                <a:moveTo>
                  <a:pt x="3686175" y="2147888"/>
                </a:moveTo>
                <a:cubicBezTo>
                  <a:pt x="3686175" y="2155778"/>
                  <a:pt x="3679778" y="2162175"/>
                  <a:pt x="3671888" y="2162175"/>
                </a:cubicBezTo>
                <a:cubicBezTo>
                  <a:pt x="3663997" y="2162175"/>
                  <a:pt x="3657600" y="2155778"/>
                  <a:pt x="3657600" y="2147888"/>
                </a:cubicBezTo>
                <a:cubicBezTo>
                  <a:pt x="3657600" y="2139997"/>
                  <a:pt x="3663997" y="2133600"/>
                  <a:pt x="3671888" y="2133600"/>
                </a:cubicBezTo>
                <a:cubicBezTo>
                  <a:pt x="3679778" y="2133600"/>
                  <a:pt x="3686175" y="2139997"/>
                  <a:pt x="3686175" y="2147888"/>
                </a:cubicBezTo>
                <a:close/>
                <a:moveTo>
                  <a:pt x="3686175" y="2300288"/>
                </a:moveTo>
                <a:cubicBezTo>
                  <a:pt x="3686175" y="2308178"/>
                  <a:pt x="3679778" y="2314575"/>
                  <a:pt x="3671888" y="2314575"/>
                </a:cubicBezTo>
                <a:cubicBezTo>
                  <a:pt x="3663997" y="2314575"/>
                  <a:pt x="3657600" y="2308178"/>
                  <a:pt x="3657600" y="2300288"/>
                </a:cubicBezTo>
                <a:cubicBezTo>
                  <a:pt x="3657600" y="2292397"/>
                  <a:pt x="3663997" y="2286000"/>
                  <a:pt x="3671888" y="2286000"/>
                </a:cubicBezTo>
                <a:cubicBezTo>
                  <a:pt x="3679778" y="2286000"/>
                  <a:pt x="3686175" y="2292397"/>
                  <a:pt x="3686175" y="2300288"/>
                </a:cubicBezTo>
                <a:close/>
                <a:moveTo>
                  <a:pt x="3686175" y="2452688"/>
                </a:moveTo>
                <a:cubicBezTo>
                  <a:pt x="3686175" y="2460578"/>
                  <a:pt x="3679778" y="2466975"/>
                  <a:pt x="3671888" y="2466975"/>
                </a:cubicBezTo>
                <a:cubicBezTo>
                  <a:pt x="3663997" y="2466975"/>
                  <a:pt x="3657600" y="2460578"/>
                  <a:pt x="3657600" y="2452688"/>
                </a:cubicBezTo>
                <a:cubicBezTo>
                  <a:pt x="3657600" y="2444797"/>
                  <a:pt x="3663997" y="2438400"/>
                  <a:pt x="3671888" y="2438400"/>
                </a:cubicBezTo>
                <a:cubicBezTo>
                  <a:pt x="3679778" y="2438400"/>
                  <a:pt x="3686175" y="2444797"/>
                  <a:pt x="3686175" y="2452688"/>
                </a:cubicBezTo>
                <a:close/>
                <a:moveTo>
                  <a:pt x="3686175" y="2605088"/>
                </a:moveTo>
                <a:cubicBezTo>
                  <a:pt x="3686175" y="2612978"/>
                  <a:pt x="3679778" y="2619375"/>
                  <a:pt x="3671888" y="2619375"/>
                </a:cubicBezTo>
                <a:cubicBezTo>
                  <a:pt x="3663997" y="2619375"/>
                  <a:pt x="3657600" y="2612978"/>
                  <a:pt x="3657600" y="2605088"/>
                </a:cubicBezTo>
                <a:cubicBezTo>
                  <a:pt x="3657600" y="2597197"/>
                  <a:pt x="3663997" y="2590800"/>
                  <a:pt x="3671888" y="2590800"/>
                </a:cubicBezTo>
                <a:cubicBezTo>
                  <a:pt x="3679778" y="2590800"/>
                  <a:pt x="3686175" y="2597197"/>
                  <a:pt x="3686175" y="2605088"/>
                </a:cubicBezTo>
                <a:close/>
                <a:moveTo>
                  <a:pt x="3686175" y="2757488"/>
                </a:moveTo>
                <a:cubicBezTo>
                  <a:pt x="3686175" y="2765378"/>
                  <a:pt x="3679778" y="2771775"/>
                  <a:pt x="3671888" y="2771775"/>
                </a:cubicBezTo>
                <a:cubicBezTo>
                  <a:pt x="3663997" y="2771775"/>
                  <a:pt x="3657600" y="2765378"/>
                  <a:pt x="3657600" y="2757488"/>
                </a:cubicBezTo>
                <a:cubicBezTo>
                  <a:pt x="3657600" y="2749597"/>
                  <a:pt x="3663997" y="2743200"/>
                  <a:pt x="3671888" y="2743200"/>
                </a:cubicBezTo>
                <a:cubicBezTo>
                  <a:pt x="3679778" y="2743200"/>
                  <a:pt x="3686175" y="2749597"/>
                  <a:pt x="3686175" y="2757488"/>
                </a:cubicBezTo>
                <a:close/>
                <a:moveTo>
                  <a:pt x="3686175" y="2909888"/>
                </a:moveTo>
                <a:cubicBezTo>
                  <a:pt x="3686175" y="2917778"/>
                  <a:pt x="3679778" y="2924175"/>
                  <a:pt x="3671888" y="2924175"/>
                </a:cubicBezTo>
                <a:cubicBezTo>
                  <a:pt x="3663997" y="2924175"/>
                  <a:pt x="3657600" y="2917778"/>
                  <a:pt x="3657600" y="2909888"/>
                </a:cubicBezTo>
                <a:cubicBezTo>
                  <a:pt x="3657600" y="2901997"/>
                  <a:pt x="3663997" y="2895600"/>
                  <a:pt x="3671888" y="2895600"/>
                </a:cubicBezTo>
                <a:cubicBezTo>
                  <a:pt x="3679778" y="2895600"/>
                  <a:pt x="3686175" y="2901997"/>
                  <a:pt x="3686175" y="2909888"/>
                </a:cubicBezTo>
                <a:close/>
                <a:moveTo>
                  <a:pt x="3686175" y="3062288"/>
                </a:moveTo>
                <a:cubicBezTo>
                  <a:pt x="3686175" y="3070178"/>
                  <a:pt x="3679778" y="3076575"/>
                  <a:pt x="3671888" y="3076575"/>
                </a:cubicBezTo>
                <a:cubicBezTo>
                  <a:pt x="3663997" y="3076575"/>
                  <a:pt x="3657600" y="3070178"/>
                  <a:pt x="3657600" y="3062288"/>
                </a:cubicBezTo>
                <a:cubicBezTo>
                  <a:pt x="3657600" y="3054397"/>
                  <a:pt x="3663997" y="3048000"/>
                  <a:pt x="3671888" y="3048000"/>
                </a:cubicBezTo>
                <a:cubicBezTo>
                  <a:pt x="3679778" y="3048000"/>
                  <a:pt x="3686175" y="3054397"/>
                  <a:pt x="3686175" y="3062288"/>
                </a:cubicBezTo>
                <a:close/>
                <a:moveTo>
                  <a:pt x="3686175" y="3214688"/>
                </a:moveTo>
                <a:cubicBezTo>
                  <a:pt x="3686175" y="3222578"/>
                  <a:pt x="3679778" y="3228975"/>
                  <a:pt x="3671888" y="3228975"/>
                </a:cubicBezTo>
                <a:cubicBezTo>
                  <a:pt x="3663997" y="3228975"/>
                  <a:pt x="3657600" y="3222578"/>
                  <a:pt x="3657600" y="3214688"/>
                </a:cubicBezTo>
                <a:cubicBezTo>
                  <a:pt x="3657600" y="3206797"/>
                  <a:pt x="3663997" y="3200400"/>
                  <a:pt x="3671888" y="3200400"/>
                </a:cubicBezTo>
                <a:cubicBezTo>
                  <a:pt x="3679778" y="3200400"/>
                  <a:pt x="3686175" y="3206797"/>
                  <a:pt x="3686175" y="3214688"/>
                </a:cubicBezTo>
                <a:close/>
                <a:moveTo>
                  <a:pt x="3686175" y="3367088"/>
                </a:moveTo>
                <a:cubicBezTo>
                  <a:pt x="3686175" y="3374978"/>
                  <a:pt x="3679778" y="3381375"/>
                  <a:pt x="3671888" y="3381375"/>
                </a:cubicBezTo>
                <a:cubicBezTo>
                  <a:pt x="3663997" y="3381375"/>
                  <a:pt x="3657600" y="3374978"/>
                  <a:pt x="3657600" y="3367088"/>
                </a:cubicBezTo>
                <a:cubicBezTo>
                  <a:pt x="3657600" y="3359197"/>
                  <a:pt x="3663997" y="3352800"/>
                  <a:pt x="3671888" y="3352800"/>
                </a:cubicBezTo>
                <a:cubicBezTo>
                  <a:pt x="3679778" y="3352800"/>
                  <a:pt x="3686175" y="3359197"/>
                  <a:pt x="3686175" y="3367088"/>
                </a:cubicBezTo>
                <a:close/>
                <a:moveTo>
                  <a:pt x="3686175" y="3519488"/>
                </a:moveTo>
                <a:cubicBezTo>
                  <a:pt x="3686175" y="3527378"/>
                  <a:pt x="3679778" y="3533775"/>
                  <a:pt x="3671888" y="3533775"/>
                </a:cubicBezTo>
                <a:cubicBezTo>
                  <a:pt x="3663997" y="3533775"/>
                  <a:pt x="3657600" y="3527378"/>
                  <a:pt x="3657600" y="3519488"/>
                </a:cubicBezTo>
                <a:cubicBezTo>
                  <a:pt x="3657600" y="3511597"/>
                  <a:pt x="3663997" y="3505200"/>
                  <a:pt x="3671888" y="3505200"/>
                </a:cubicBezTo>
                <a:cubicBezTo>
                  <a:pt x="3679778" y="3505200"/>
                  <a:pt x="3686175" y="3511597"/>
                  <a:pt x="3686175" y="3519488"/>
                </a:cubicBezTo>
                <a:close/>
                <a:moveTo>
                  <a:pt x="3686175" y="3671888"/>
                </a:moveTo>
                <a:cubicBezTo>
                  <a:pt x="3686175" y="3679778"/>
                  <a:pt x="3679778" y="3686175"/>
                  <a:pt x="3671888" y="3686175"/>
                </a:cubicBezTo>
                <a:cubicBezTo>
                  <a:pt x="3663997" y="3686175"/>
                  <a:pt x="3657600" y="3679778"/>
                  <a:pt x="3657600" y="3671888"/>
                </a:cubicBezTo>
                <a:cubicBezTo>
                  <a:pt x="3657600" y="3663997"/>
                  <a:pt x="3663997" y="3657600"/>
                  <a:pt x="3671888" y="3657600"/>
                </a:cubicBezTo>
                <a:cubicBezTo>
                  <a:pt x="3679778" y="3657600"/>
                  <a:pt x="3686175" y="3663997"/>
                  <a:pt x="3686175" y="3671888"/>
                </a:cubicBezTo>
                <a:close/>
                <a:moveTo>
                  <a:pt x="3686175" y="3824288"/>
                </a:moveTo>
                <a:cubicBezTo>
                  <a:pt x="3686175" y="3832178"/>
                  <a:pt x="3679778" y="3838575"/>
                  <a:pt x="3671888" y="3838575"/>
                </a:cubicBezTo>
                <a:cubicBezTo>
                  <a:pt x="3663997" y="3838575"/>
                  <a:pt x="3657600" y="3832178"/>
                  <a:pt x="3657600" y="3824288"/>
                </a:cubicBezTo>
                <a:cubicBezTo>
                  <a:pt x="3657600" y="3816397"/>
                  <a:pt x="3663997" y="3810000"/>
                  <a:pt x="3671888" y="3810000"/>
                </a:cubicBezTo>
                <a:cubicBezTo>
                  <a:pt x="3679778" y="3810000"/>
                  <a:pt x="3686175" y="3816397"/>
                  <a:pt x="3686175" y="3824288"/>
                </a:cubicBezTo>
                <a:close/>
                <a:moveTo>
                  <a:pt x="3686175" y="3976688"/>
                </a:moveTo>
                <a:cubicBezTo>
                  <a:pt x="3686175" y="3984578"/>
                  <a:pt x="3679778" y="3990975"/>
                  <a:pt x="3671888" y="3990975"/>
                </a:cubicBezTo>
                <a:cubicBezTo>
                  <a:pt x="3663997" y="3990975"/>
                  <a:pt x="3657600" y="3984578"/>
                  <a:pt x="3657600" y="3976688"/>
                </a:cubicBezTo>
                <a:cubicBezTo>
                  <a:pt x="3657600" y="3968797"/>
                  <a:pt x="3663997" y="3962400"/>
                  <a:pt x="3671888" y="3962400"/>
                </a:cubicBezTo>
                <a:cubicBezTo>
                  <a:pt x="3679778" y="3962400"/>
                  <a:pt x="3686175" y="3968797"/>
                  <a:pt x="3686175" y="3976688"/>
                </a:cubicBezTo>
                <a:close/>
                <a:moveTo>
                  <a:pt x="3686175" y="4129088"/>
                </a:moveTo>
                <a:cubicBezTo>
                  <a:pt x="3686175" y="4136978"/>
                  <a:pt x="3679778" y="4143375"/>
                  <a:pt x="3671888" y="4143375"/>
                </a:cubicBezTo>
                <a:cubicBezTo>
                  <a:pt x="3663997" y="4143375"/>
                  <a:pt x="3657600" y="4136978"/>
                  <a:pt x="3657600" y="4129088"/>
                </a:cubicBezTo>
                <a:cubicBezTo>
                  <a:pt x="3657600" y="4121197"/>
                  <a:pt x="3663997" y="4114800"/>
                  <a:pt x="3671888" y="4114800"/>
                </a:cubicBezTo>
                <a:cubicBezTo>
                  <a:pt x="3679778" y="4114800"/>
                  <a:pt x="3686175" y="4121197"/>
                  <a:pt x="3686175" y="4129088"/>
                </a:cubicBezTo>
                <a:close/>
                <a:moveTo>
                  <a:pt x="3686175" y="4281488"/>
                </a:moveTo>
                <a:cubicBezTo>
                  <a:pt x="3686175" y="4289378"/>
                  <a:pt x="3679778" y="4295775"/>
                  <a:pt x="3671888" y="4295775"/>
                </a:cubicBezTo>
                <a:cubicBezTo>
                  <a:pt x="3663997" y="4295775"/>
                  <a:pt x="3657600" y="4289378"/>
                  <a:pt x="3657600" y="4281488"/>
                </a:cubicBezTo>
                <a:cubicBezTo>
                  <a:pt x="3657600" y="4273597"/>
                  <a:pt x="3663997" y="4267200"/>
                  <a:pt x="3671888" y="4267200"/>
                </a:cubicBezTo>
                <a:cubicBezTo>
                  <a:pt x="3679778" y="4267200"/>
                  <a:pt x="3686175" y="4273597"/>
                  <a:pt x="3686175" y="4281488"/>
                </a:cubicBezTo>
                <a:close/>
                <a:moveTo>
                  <a:pt x="3686175" y="4433888"/>
                </a:moveTo>
                <a:cubicBezTo>
                  <a:pt x="3686175" y="4441778"/>
                  <a:pt x="3679778" y="4448175"/>
                  <a:pt x="3671888" y="4448175"/>
                </a:cubicBezTo>
                <a:cubicBezTo>
                  <a:pt x="3663997" y="4448175"/>
                  <a:pt x="3657600" y="4441778"/>
                  <a:pt x="3657600" y="4433888"/>
                </a:cubicBezTo>
                <a:cubicBezTo>
                  <a:pt x="3657600" y="4425997"/>
                  <a:pt x="3663997" y="4419600"/>
                  <a:pt x="3671888" y="4419600"/>
                </a:cubicBezTo>
                <a:cubicBezTo>
                  <a:pt x="3679778" y="4419600"/>
                  <a:pt x="3686175" y="4425997"/>
                  <a:pt x="3686175" y="4433888"/>
                </a:cubicBezTo>
                <a:close/>
                <a:moveTo>
                  <a:pt x="3686175" y="4586288"/>
                </a:moveTo>
                <a:cubicBezTo>
                  <a:pt x="3686175" y="4594178"/>
                  <a:pt x="3679778" y="4600575"/>
                  <a:pt x="3671888" y="4600575"/>
                </a:cubicBezTo>
                <a:cubicBezTo>
                  <a:pt x="3663997" y="4600575"/>
                  <a:pt x="3657600" y="4594178"/>
                  <a:pt x="3657600" y="4586288"/>
                </a:cubicBezTo>
                <a:cubicBezTo>
                  <a:pt x="3657600" y="4578397"/>
                  <a:pt x="3663997" y="4572000"/>
                  <a:pt x="3671888" y="4572000"/>
                </a:cubicBezTo>
                <a:cubicBezTo>
                  <a:pt x="3679778" y="4572000"/>
                  <a:pt x="3686175" y="4578397"/>
                  <a:pt x="3686175" y="4586288"/>
                </a:cubicBezTo>
                <a:close/>
                <a:moveTo>
                  <a:pt x="3686175" y="4738688"/>
                </a:moveTo>
                <a:cubicBezTo>
                  <a:pt x="3686175" y="4746578"/>
                  <a:pt x="3679778" y="4752975"/>
                  <a:pt x="3671888" y="4752975"/>
                </a:cubicBezTo>
                <a:cubicBezTo>
                  <a:pt x="3663997" y="4752975"/>
                  <a:pt x="3657600" y="4746578"/>
                  <a:pt x="3657600" y="4738688"/>
                </a:cubicBezTo>
                <a:cubicBezTo>
                  <a:pt x="3657600" y="4730797"/>
                  <a:pt x="3663997" y="4724400"/>
                  <a:pt x="3671888" y="4724400"/>
                </a:cubicBezTo>
                <a:cubicBezTo>
                  <a:pt x="3679778" y="4724400"/>
                  <a:pt x="3686175" y="4730797"/>
                  <a:pt x="3686175" y="4738688"/>
                </a:cubicBezTo>
                <a:close/>
                <a:moveTo>
                  <a:pt x="3838575" y="14288"/>
                </a:moveTo>
                <a:cubicBezTo>
                  <a:pt x="3838575" y="22178"/>
                  <a:pt x="3832178" y="28575"/>
                  <a:pt x="3824288" y="28575"/>
                </a:cubicBezTo>
                <a:cubicBezTo>
                  <a:pt x="3816397" y="28575"/>
                  <a:pt x="3810000" y="22178"/>
                  <a:pt x="3810000" y="14288"/>
                </a:cubicBezTo>
                <a:cubicBezTo>
                  <a:pt x="3810000" y="6397"/>
                  <a:pt x="3816397" y="0"/>
                  <a:pt x="3824288" y="0"/>
                </a:cubicBezTo>
                <a:cubicBezTo>
                  <a:pt x="3832178" y="0"/>
                  <a:pt x="3838575" y="6397"/>
                  <a:pt x="3838575" y="14288"/>
                </a:cubicBezTo>
                <a:close/>
                <a:moveTo>
                  <a:pt x="3838575" y="166688"/>
                </a:moveTo>
                <a:cubicBezTo>
                  <a:pt x="3838575" y="174578"/>
                  <a:pt x="3832178" y="180975"/>
                  <a:pt x="3824288" y="180975"/>
                </a:cubicBezTo>
                <a:cubicBezTo>
                  <a:pt x="3816397" y="180975"/>
                  <a:pt x="3810000" y="174578"/>
                  <a:pt x="3810000" y="166688"/>
                </a:cubicBezTo>
                <a:cubicBezTo>
                  <a:pt x="3810000" y="158797"/>
                  <a:pt x="3816397" y="152400"/>
                  <a:pt x="3824288" y="152400"/>
                </a:cubicBezTo>
                <a:cubicBezTo>
                  <a:pt x="3832178" y="152400"/>
                  <a:pt x="3838575" y="158797"/>
                  <a:pt x="3838575" y="166688"/>
                </a:cubicBezTo>
                <a:close/>
                <a:moveTo>
                  <a:pt x="3838575" y="319088"/>
                </a:moveTo>
                <a:cubicBezTo>
                  <a:pt x="3838575" y="326978"/>
                  <a:pt x="3832178" y="333375"/>
                  <a:pt x="3824288" y="333375"/>
                </a:cubicBezTo>
                <a:cubicBezTo>
                  <a:pt x="3816397" y="333375"/>
                  <a:pt x="3810000" y="326978"/>
                  <a:pt x="3810000" y="319088"/>
                </a:cubicBezTo>
                <a:cubicBezTo>
                  <a:pt x="3810000" y="311197"/>
                  <a:pt x="3816397" y="304800"/>
                  <a:pt x="3824288" y="304800"/>
                </a:cubicBezTo>
                <a:cubicBezTo>
                  <a:pt x="3832178" y="304800"/>
                  <a:pt x="3838575" y="311197"/>
                  <a:pt x="3838575" y="319088"/>
                </a:cubicBezTo>
                <a:close/>
                <a:moveTo>
                  <a:pt x="3838575" y="471488"/>
                </a:moveTo>
                <a:cubicBezTo>
                  <a:pt x="3838575" y="479378"/>
                  <a:pt x="3832178" y="485775"/>
                  <a:pt x="3824288" y="485775"/>
                </a:cubicBezTo>
                <a:cubicBezTo>
                  <a:pt x="3816397" y="485775"/>
                  <a:pt x="3810000" y="479378"/>
                  <a:pt x="3810000" y="471488"/>
                </a:cubicBezTo>
                <a:cubicBezTo>
                  <a:pt x="3810000" y="463597"/>
                  <a:pt x="3816397" y="457200"/>
                  <a:pt x="3824288" y="457200"/>
                </a:cubicBezTo>
                <a:cubicBezTo>
                  <a:pt x="3832178" y="457200"/>
                  <a:pt x="3838575" y="463597"/>
                  <a:pt x="3838575" y="471488"/>
                </a:cubicBezTo>
                <a:close/>
                <a:moveTo>
                  <a:pt x="3838575" y="623888"/>
                </a:moveTo>
                <a:cubicBezTo>
                  <a:pt x="3838575" y="631778"/>
                  <a:pt x="3832178" y="638175"/>
                  <a:pt x="3824288" y="638175"/>
                </a:cubicBezTo>
                <a:cubicBezTo>
                  <a:pt x="3816397" y="638175"/>
                  <a:pt x="3810000" y="631778"/>
                  <a:pt x="3810000" y="623888"/>
                </a:cubicBezTo>
                <a:cubicBezTo>
                  <a:pt x="3810000" y="615997"/>
                  <a:pt x="3816397" y="609600"/>
                  <a:pt x="3824288" y="609600"/>
                </a:cubicBezTo>
                <a:cubicBezTo>
                  <a:pt x="3832178" y="609600"/>
                  <a:pt x="3838575" y="615997"/>
                  <a:pt x="3838575" y="623888"/>
                </a:cubicBezTo>
                <a:close/>
                <a:moveTo>
                  <a:pt x="3838575" y="776288"/>
                </a:moveTo>
                <a:cubicBezTo>
                  <a:pt x="3838575" y="784178"/>
                  <a:pt x="3832178" y="790575"/>
                  <a:pt x="3824288" y="790575"/>
                </a:cubicBezTo>
                <a:cubicBezTo>
                  <a:pt x="3816397" y="790575"/>
                  <a:pt x="3810000" y="784178"/>
                  <a:pt x="3810000" y="776288"/>
                </a:cubicBezTo>
                <a:cubicBezTo>
                  <a:pt x="3810000" y="768397"/>
                  <a:pt x="3816397" y="762000"/>
                  <a:pt x="3824288" y="762000"/>
                </a:cubicBezTo>
                <a:cubicBezTo>
                  <a:pt x="3832178" y="762000"/>
                  <a:pt x="3838575" y="768397"/>
                  <a:pt x="3838575" y="776288"/>
                </a:cubicBezTo>
                <a:close/>
                <a:moveTo>
                  <a:pt x="3838575" y="928688"/>
                </a:moveTo>
                <a:cubicBezTo>
                  <a:pt x="3838575" y="936578"/>
                  <a:pt x="3832178" y="942975"/>
                  <a:pt x="3824288" y="942975"/>
                </a:cubicBezTo>
                <a:cubicBezTo>
                  <a:pt x="3816397" y="942975"/>
                  <a:pt x="3810000" y="936578"/>
                  <a:pt x="3810000" y="928688"/>
                </a:cubicBezTo>
                <a:cubicBezTo>
                  <a:pt x="3810000" y="920797"/>
                  <a:pt x="3816397" y="914400"/>
                  <a:pt x="3824288" y="914400"/>
                </a:cubicBezTo>
                <a:cubicBezTo>
                  <a:pt x="3832178" y="914400"/>
                  <a:pt x="3838575" y="920797"/>
                  <a:pt x="3838575" y="928688"/>
                </a:cubicBezTo>
                <a:close/>
                <a:moveTo>
                  <a:pt x="3838575" y="1081088"/>
                </a:moveTo>
                <a:cubicBezTo>
                  <a:pt x="3838575" y="1088978"/>
                  <a:pt x="3832178" y="1095375"/>
                  <a:pt x="3824288" y="1095375"/>
                </a:cubicBezTo>
                <a:cubicBezTo>
                  <a:pt x="3816397" y="1095375"/>
                  <a:pt x="3810000" y="1088978"/>
                  <a:pt x="3810000" y="1081088"/>
                </a:cubicBezTo>
                <a:cubicBezTo>
                  <a:pt x="3810000" y="1073197"/>
                  <a:pt x="3816397" y="1066800"/>
                  <a:pt x="3824288" y="1066800"/>
                </a:cubicBezTo>
                <a:cubicBezTo>
                  <a:pt x="3832178" y="1066800"/>
                  <a:pt x="3838575" y="1073197"/>
                  <a:pt x="3838575" y="1081088"/>
                </a:cubicBezTo>
                <a:close/>
                <a:moveTo>
                  <a:pt x="3838575" y="1233488"/>
                </a:moveTo>
                <a:cubicBezTo>
                  <a:pt x="3838575" y="1241378"/>
                  <a:pt x="3832178" y="1247775"/>
                  <a:pt x="3824288" y="1247775"/>
                </a:cubicBezTo>
                <a:cubicBezTo>
                  <a:pt x="3816397" y="1247775"/>
                  <a:pt x="3810000" y="1241378"/>
                  <a:pt x="3810000" y="1233488"/>
                </a:cubicBezTo>
                <a:cubicBezTo>
                  <a:pt x="3810000" y="1225597"/>
                  <a:pt x="3816397" y="1219200"/>
                  <a:pt x="3824288" y="1219200"/>
                </a:cubicBezTo>
                <a:cubicBezTo>
                  <a:pt x="3832178" y="1219200"/>
                  <a:pt x="3838575" y="1225597"/>
                  <a:pt x="3838575" y="1233488"/>
                </a:cubicBezTo>
                <a:close/>
                <a:moveTo>
                  <a:pt x="3838575" y="1385888"/>
                </a:moveTo>
                <a:cubicBezTo>
                  <a:pt x="3838575" y="1393778"/>
                  <a:pt x="3832178" y="1400175"/>
                  <a:pt x="3824288" y="1400175"/>
                </a:cubicBezTo>
                <a:cubicBezTo>
                  <a:pt x="3816397" y="1400175"/>
                  <a:pt x="3810000" y="1393778"/>
                  <a:pt x="3810000" y="1385888"/>
                </a:cubicBezTo>
                <a:cubicBezTo>
                  <a:pt x="3810000" y="1377997"/>
                  <a:pt x="3816397" y="1371600"/>
                  <a:pt x="3824288" y="1371600"/>
                </a:cubicBezTo>
                <a:cubicBezTo>
                  <a:pt x="3832178" y="1371600"/>
                  <a:pt x="3838575" y="1377997"/>
                  <a:pt x="3838575" y="1385888"/>
                </a:cubicBezTo>
                <a:close/>
                <a:moveTo>
                  <a:pt x="3838575" y="1538288"/>
                </a:moveTo>
                <a:cubicBezTo>
                  <a:pt x="3838575" y="1546178"/>
                  <a:pt x="3832178" y="1552575"/>
                  <a:pt x="3824288" y="1552575"/>
                </a:cubicBezTo>
                <a:cubicBezTo>
                  <a:pt x="3816397" y="1552575"/>
                  <a:pt x="3810000" y="1546178"/>
                  <a:pt x="3810000" y="1538288"/>
                </a:cubicBezTo>
                <a:cubicBezTo>
                  <a:pt x="3810000" y="1530397"/>
                  <a:pt x="3816397" y="1524000"/>
                  <a:pt x="3824288" y="1524000"/>
                </a:cubicBezTo>
                <a:cubicBezTo>
                  <a:pt x="3832178" y="1524000"/>
                  <a:pt x="3838575" y="1530397"/>
                  <a:pt x="3838575" y="1538288"/>
                </a:cubicBezTo>
                <a:close/>
                <a:moveTo>
                  <a:pt x="3838575" y="1690688"/>
                </a:moveTo>
                <a:cubicBezTo>
                  <a:pt x="3838575" y="1698578"/>
                  <a:pt x="3832178" y="1704975"/>
                  <a:pt x="3824288" y="1704975"/>
                </a:cubicBezTo>
                <a:cubicBezTo>
                  <a:pt x="3816397" y="1704975"/>
                  <a:pt x="3810000" y="1698578"/>
                  <a:pt x="3810000" y="1690688"/>
                </a:cubicBezTo>
                <a:cubicBezTo>
                  <a:pt x="3810000" y="1682797"/>
                  <a:pt x="3816397" y="1676400"/>
                  <a:pt x="3824288" y="1676400"/>
                </a:cubicBezTo>
                <a:cubicBezTo>
                  <a:pt x="3832178" y="1676400"/>
                  <a:pt x="3838575" y="1682797"/>
                  <a:pt x="3838575" y="1690688"/>
                </a:cubicBezTo>
                <a:close/>
                <a:moveTo>
                  <a:pt x="3838575" y="1843088"/>
                </a:moveTo>
                <a:cubicBezTo>
                  <a:pt x="3838575" y="1850978"/>
                  <a:pt x="3832178" y="1857375"/>
                  <a:pt x="3824288" y="1857375"/>
                </a:cubicBezTo>
                <a:cubicBezTo>
                  <a:pt x="3816397" y="1857375"/>
                  <a:pt x="3810000" y="1850978"/>
                  <a:pt x="3810000" y="1843088"/>
                </a:cubicBezTo>
                <a:cubicBezTo>
                  <a:pt x="3810000" y="1835197"/>
                  <a:pt x="3816397" y="1828800"/>
                  <a:pt x="3824288" y="1828800"/>
                </a:cubicBezTo>
                <a:cubicBezTo>
                  <a:pt x="3832178" y="1828800"/>
                  <a:pt x="3838575" y="1835197"/>
                  <a:pt x="3838575" y="1843088"/>
                </a:cubicBezTo>
                <a:close/>
                <a:moveTo>
                  <a:pt x="3838575" y="1995488"/>
                </a:moveTo>
                <a:cubicBezTo>
                  <a:pt x="3838575" y="2003378"/>
                  <a:pt x="3832178" y="2009775"/>
                  <a:pt x="3824288" y="2009775"/>
                </a:cubicBezTo>
                <a:cubicBezTo>
                  <a:pt x="3816397" y="2009775"/>
                  <a:pt x="3810000" y="2003378"/>
                  <a:pt x="3810000" y="1995488"/>
                </a:cubicBezTo>
                <a:cubicBezTo>
                  <a:pt x="3810000" y="1987597"/>
                  <a:pt x="3816397" y="1981200"/>
                  <a:pt x="3824288" y="1981200"/>
                </a:cubicBezTo>
                <a:cubicBezTo>
                  <a:pt x="3832178" y="1981200"/>
                  <a:pt x="3838575" y="1987597"/>
                  <a:pt x="3838575" y="1995488"/>
                </a:cubicBezTo>
                <a:close/>
                <a:moveTo>
                  <a:pt x="3838575" y="2147888"/>
                </a:moveTo>
                <a:cubicBezTo>
                  <a:pt x="3838575" y="2155778"/>
                  <a:pt x="3832178" y="2162175"/>
                  <a:pt x="3824288" y="2162175"/>
                </a:cubicBezTo>
                <a:cubicBezTo>
                  <a:pt x="3816397" y="2162175"/>
                  <a:pt x="3810000" y="2155778"/>
                  <a:pt x="3810000" y="2147888"/>
                </a:cubicBezTo>
                <a:cubicBezTo>
                  <a:pt x="3810000" y="2139997"/>
                  <a:pt x="3816397" y="2133600"/>
                  <a:pt x="3824288" y="2133600"/>
                </a:cubicBezTo>
                <a:cubicBezTo>
                  <a:pt x="3832178" y="2133600"/>
                  <a:pt x="3838575" y="2139997"/>
                  <a:pt x="3838575" y="2147888"/>
                </a:cubicBezTo>
                <a:close/>
                <a:moveTo>
                  <a:pt x="3838575" y="2300288"/>
                </a:moveTo>
                <a:cubicBezTo>
                  <a:pt x="3838575" y="2308178"/>
                  <a:pt x="3832178" y="2314575"/>
                  <a:pt x="3824288" y="2314575"/>
                </a:cubicBezTo>
                <a:cubicBezTo>
                  <a:pt x="3816397" y="2314575"/>
                  <a:pt x="3810000" y="2308178"/>
                  <a:pt x="3810000" y="2300288"/>
                </a:cubicBezTo>
                <a:cubicBezTo>
                  <a:pt x="3810000" y="2292397"/>
                  <a:pt x="3816397" y="2286000"/>
                  <a:pt x="3824288" y="2286000"/>
                </a:cubicBezTo>
                <a:cubicBezTo>
                  <a:pt x="3832178" y="2286000"/>
                  <a:pt x="3838575" y="2292397"/>
                  <a:pt x="3838575" y="2300288"/>
                </a:cubicBezTo>
                <a:close/>
                <a:moveTo>
                  <a:pt x="3838575" y="2452688"/>
                </a:moveTo>
                <a:cubicBezTo>
                  <a:pt x="3838575" y="2460578"/>
                  <a:pt x="3832178" y="2466975"/>
                  <a:pt x="3824288" y="2466975"/>
                </a:cubicBezTo>
                <a:cubicBezTo>
                  <a:pt x="3816397" y="2466975"/>
                  <a:pt x="3810000" y="2460578"/>
                  <a:pt x="3810000" y="2452688"/>
                </a:cubicBezTo>
                <a:cubicBezTo>
                  <a:pt x="3810000" y="2444797"/>
                  <a:pt x="3816397" y="2438400"/>
                  <a:pt x="3824288" y="2438400"/>
                </a:cubicBezTo>
                <a:cubicBezTo>
                  <a:pt x="3832178" y="2438400"/>
                  <a:pt x="3838575" y="2444797"/>
                  <a:pt x="3838575" y="2452688"/>
                </a:cubicBezTo>
                <a:close/>
                <a:moveTo>
                  <a:pt x="3838575" y="2605088"/>
                </a:moveTo>
                <a:cubicBezTo>
                  <a:pt x="3838575" y="2612978"/>
                  <a:pt x="3832178" y="2619375"/>
                  <a:pt x="3824288" y="2619375"/>
                </a:cubicBezTo>
                <a:cubicBezTo>
                  <a:pt x="3816397" y="2619375"/>
                  <a:pt x="3810000" y="2612978"/>
                  <a:pt x="3810000" y="2605088"/>
                </a:cubicBezTo>
                <a:cubicBezTo>
                  <a:pt x="3810000" y="2597197"/>
                  <a:pt x="3816397" y="2590800"/>
                  <a:pt x="3824288" y="2590800"/>
                </a:cubicBezTo>
                <a:cubicBezTo>
                  <a:pt x="3832178" y="2590800"/>
                  <a:pt x="3838575" y="2597197"/>
                  <a:pt x="3838575" y="2605088"/>
                </a:cubicBezTo>
                <a:close/>
                <a:moveTo>
                  <a:pt x="3838575" y="2757488"/>
                </a:moveTo>
                <a:cubicBezTo>
                  <a:pt x="3838575" y="2765378"/>
                  <a:pt x="3832178" y="2771775"/>
                  <a:pt x="3824288" y="2771775"/>
                </a:cubicBezTo>
                <a:cubicBezTo>
                  <a:pt x="3816397" y="2771775"/>
                  <a:pt x="3810000" y="2765378"/>
                  <a:pt x="3810000" y="2757488"/>
                </a:cubicBezTo>
                <a:cubicBezTo>
                  <a:pt x="3810000" y="2749597"/>
                  <a:pt x="3816397" y="2743200"/>
                  <a:pt x="3824288" y="2743200"/>
                </a:cubicBezTo>
                <a:cubicBezTo>
                  <a:pt x="3832178" y="2743200"/>
                  <a:pt x="3838575" y="2749597"/>
                  <a:pt x="3838575" y="2757488"/>
                </a:cubicBezTo>
                <a:close/>
                <a:moveTo>
                  <a:pt x="3838575" y="2909888"/>
                </a:moveTo>
                <a:cubicBezTo>
                  <a:pt x="3838575" y="2917778"/>
                  <a:pt x="3832178" y="2924175"/>
                  <a:pt x="3824288" y="2924175"/>
                </a:cubicBezTo>
                <a:cubicBezTo>
                  <a:pt x="3816397" y="2924175"/>
                  <a:pt x="3810000" y="2917778"/>
                  <a:pt x="3810000" y="2909888"/>
                </a:cubicBezTo>
                <a:cubicBezTo>
                  <a:pt x="3810000" y="2901997"/>
                  <a:pt x="3816397" y="2895600"/>
                  <a:pt x="3824288" y="2895600"/>
                </a:cubicBezTo>
                <a:cubicBezTo>
                  <a:pt x="3832178" y="2895600"/>
                  <a:pt x="3838575" y="2901997"/>
                  <a:pt x="3838575" y="2909888"/>
                </a:cubicBezTo>
                <a:close/>
                <a:moveTo>
                  <a:pt x="3838575" y="3062288"/>
                </a:moveTo>
                <a:cubicBezTo>
                  <a:pt x="3838575" y="3070178"/>
                  <a:pt x="3832178" y="3076575"/>
                  <a:pt x="3824288" y="3076575"/>
                </a:cubicBezTo>
                <a:cubicBezTo>
                  <a:pt x="3816397" y="3076575"/>
                  <a:pt x="3810000" y="3070178"/>
                  <a:pt x="3810000" y="3062288"/>
                </a:cubicBezTo>
                <a:cubicBezTo>
                  <a:pt x="3810000" y="3054397"/>
                  <a:pt x="3816397" y="3048000"/>
                  <a:pt x="3824288" y="3048000"/>
                </a:cubicBezTo>
                <a:cubicBezTo>
                  <a:pt x="3832178" y="3048000"/>
                  <a:pt x="3838575" y="3054397"/>
                  <a:pt x="3838575" y="3062288"/>
                </a:cubicBezTo>
                <a:close/>
                <a:moveTo>
                  <a:pt x="3838575" y="3214688"/>
                </a:moveTo>
                <a:cubicBezTo>
                  <a:pt x="3838575" y="3222578"/>
                  <a:pt x="3832178" y="3228975"/>
                  <a:pt x="3824288" y="3228975"/>
                </a:cubicBezTo>
                <a:cubicBezTo>
                  <a:pt x="3816397" y="3228975"/>
                  <a:pt x="3810000" y="3222578"/>
                  <a:pt x="3810000" y="3214688"/>
                </a:cubicBezTo>
                <a:cubicBezTo>
                  <a:pt x="3810000" y="3206797"/>
                  <a:pt x="3816397" y="3200400"/>
                  <a:pt x="3824288" y="3200400"/>
                </a:cubicBezTo>
                <a:cubicBezTo>
                  <a:pt x="3832178" y="3200400"/>
                  <a:pt x="3838575" y="3206797"/>
                  <a:pt x="3838575" y="3214688"/>
                </a:cubicBezTo>
                <a:close/>
                <a:moveTo>
                  <a:pt x="3838575" y="3367088"/>
                </a:moveTo>
                <a:cubicBezTo>
                  <a:pt x="3838575" y="3374978"/>
                  <a:pt x="3832178" y="3381375"/>
                  <a:pt x="3824288" y="3381375"/>
                </a:cubicBezTo>
                <a:cubicBezTo>
                  <a:pt x="3816397" y="3381375"/>
                  <a:pt x="3810000" y="3374978"/>
                  <a:pt x="3810000" y="3367088"/>
                </a:cubicBezTo>
                <a:cubicBezTo>
                  <a:pt x="3810000" y="3359197"/>
                  <a:pt x="3816397" y="3352800"/>
                  <a:pt x="3824288" y="3352800"/>
                </a:cubicBezTo>
                <a:cubicBezTo>
                  <a:pt x="3832178" y="3352800"/>
                  <a:pt x="3838575" y="3359197"/>
                  <a:pt x="3838575" y="3367088"/>
                </a:cubicBezTo>
                <a:close/>
                <a:moveTo>
                  <a:pt x="3838575" y="3519488"/>
                </a:moveTo>
                <a:cubicBezTo>
                  <a:pt x="3838575" y="3527378"/>
                  <a:pt x="3832178" y="3533775"/>
                  <a:pt x="3824288" y="3533775"/>
                </a:cubicBezTo>
                <a:cubicBezTo>
                  <a:pt x="3816397" y="3533775"/>
                  <a:pt x="3810000" y="3527378"/>
                  <a:pt x="3810000" y="3519488"/>
                </a:cubicBezTo>
                <a:cubicBezTo>
                  <a:pt x="3810000" y="3511597"/>
                  <a:pt x="3816397" y="3505200"/>
                  <a:pt x="3824288" y="3505200"/>
                </a:cubicBezTo>
                <a:cubicBezTo>
                  <a:pt x="3832178" y="3505200"/>
                  <a:pt x="3838575" y="3511597"/>
                  <a:pt x="3838575" y="3519488"/>
                </a:cubicBezTo>
                <a:close/>
                <a:moveTo>
                  <a:pt x="3838575" y="3671888"/>
                </a:moveTo>
                <a:cubicBezTo>
                  <a:pt x="3838575" y="3679778"/>
                  <a:pt x="3832178" y="3686175"/>
                  <a:pt x="3824288" y="3686175"/>
                </a:cubicBezTo>
                <a:cubicBezTo>
                  <a:pt x="3816397" y="3686175"/>
                  <a:pt x="3810000" y="3679778"/>
                  <a:pt x="3810000" y="3671888"/>
                </a:cubicBezTo>
                <a:cubicBezTo>
                  <a:pt x="3810000" y="3663997"/>
                  <a:pt x="3816397" y="3657600"/>
                  <a:pt x="3824288" y="3657600"/>
                </a:cubicBezTo>
                <a:cubicBezTo>
                  <a:pt x="3832178" y="3657600"/>
                  <a:pt x="3838575" y="3663997"/>
                  <a:pt x="3838575" y="3671888"/>
                </a:cubicBezTo>
                <a:close/>
                <a:moveTo>
                  <a:pt x="3838575" y="3824288"/>
                </a:moveTo>
                <a:cubicBezTo>
                  <a:pt x="3838575" y="3832178"/>
                  <a:pt x="3832178" y="3838575"/>
                  <a:pt x="3824288" y="3838575"/>
                </a:cubicBezTo>
                <a:cubicBezTo>
                  <a:pt x="3816397" y="3838575"/>
                  <a:pt x="3810000" y="3832178"/>
                  <a:pt x="3810000" y="3824288"/>
                </a:cubicBezTo>
                <a:cubicBezTo>
                  <a:pt x="3810000" y="3816397"/>
                  <a:pt x="3816397" y="3810000"/>
                  <a:pt x="3824288" y="3810000"/>
                </a:cubicBezTo>
                <a:cubicBezTo>
                  <a:pt x="3832178" y="3810000"/>
                  <a:pt x="3838575" y="3816397"/>
                  <a:pt x="3838575" y="3824288"/>
                </a:cubicBezTo>
                <a:close/>
                <a:moveTo>
                  <a:pt x="3838575" y="3976688"/>
                </a:moveTo>
                <a:cubicBezTo>
                  <a:pt x="3838575" y="3984578"/>
                  <a:pt x="3832178" y="3990975"/>
                  <a:pt x="3824288" y="3990975"/>
                </a:cubicBezTo>
                <a:cubicBezTo>
                  <a:pt x="3816397" y="3990975"/>
                  <a:pt x="3810000" y="3984578"/>
                  <a:pt x="3810000" y="3976688"/>
                </a:cubicBezTo>
                <a:cubicBezTo>
                  <a:pt x="3810000" y="3968797"/>
                  <a:pt x="3816397" y="3962400"/>
                  <a:pt x="3824288" y="3962400"/>
                </a:cubicBezTo>
                <a:cubicBezTo>
                  <a:pt x="3832178" y="3962400"/>
                  <a:pt x="3838575" y="3968797"/>
                  <a:pt x="3838575" y="3976688"/>
                </a:cubicBezTo>
                <a:close/>
                <a:moveTo>
                  <a:pt x="3838575" y="4129088"/>
                </a:moveTo>
                <a:cubicBezTo>
                  <a:pt x="3838575" y="4136978"/>
                  <a:pt x="3832178" y="4143375"/>
                  <a:pt x="3824288" y="4143375"/>
                </a:cubicBezTo>
                <a:cubicBezTo>
                  <a:pt x="3816397" y="4143375"/>
                  <a:pt x="3810000" y="4136978"/>
                  <a:pt x="3810000" y="4129088"/>
                </a:cubicBezTo>
                <a:cubicBezTo>
                  <a:pt x="3810000" y="4121197"/>
                  <a:pt x="3816397" y="4114800"/>
                  <a:pt x="3824288" y="4114800"/>
                </a:cubicBezTo>
                <a:cubicBezTo>
                  <a:pt x="3832178" y="4114800"/>
                  <a:pt x="3838575" y="4121197"/>
                  <a:pt x="3838575" y="4129088"/>
                </a:cubicBezTo>
                <a:close/>
                <a:moveTo>
                  <a:pt x="3838575" y="4281488"/>
                </a:moveTo>
                <a:cubicBezTo>
                  <a:pt x="3838575" y="4289378"/>
                  <a:pt x="3832178" y="4295775"/>
                  <a:pt x="3824288" y="4295775"/>
                </a:cubicBezTo>
                <a:cubicBezTo>
                  <a:pt x="3816397" y="4295775"/>
                  <a:pt x="3810000" y="4289378"/>
                  <a:pt x="3810000" y="4281488"/>
                </a:cubicBezTo>
                <a:cubicBezTo>
                  <a:pt x="3810000" y="4273597"/>
                  <a:pt x="3816397" y="4267200"/>
                  <a:pt x="3824288" y="4267200"/>
                </a:cubicBezTo>
                <a:cubicBezTo>
                  <a:pt x="3832178" y="4267200"/>
                  <a:pt x="3838575" y="4273597"/>
                  <a:pt x="3838575" y="4281488"/>
                </a:cubicBezTo>
                <a:close/>
                <a:moveTo>
                  <a:pt x="3838575" y="4433888"/>
                </a:moveTo>
                <a:cubicBezTo>
                  <a:pt x="3838575" y="4441778"/>
                  <a:pt x="3832178" y="4448175"/>
                  <a:pt x="3824288" y="4448175"/>
                </a:cubicBezTo>
                <a:cubicBezTo>
                  <a:pt x="3816397" y="4448175"/>
                  <a:pt x="3810000" y="4441778"/>
                  <a:pt x="3810000" y="4433888"/>
                </a:cubicBezTo>
                <a:cubicBezTo>
                  <a:pt x="3810000" y="4425997"/>
                  <a:pt x="3816397" y="4419600"/>
                  <a:pt x="3824288" y="4419600"/>
                </a:cubicBezTo>
                <a:cubicBezTo>
                  <a:pt x="3832178" y="4419600"/>
                  <a:pt x="3838575" y="4425997"/>
                  <a:pt x="3838575" y="4433888"/>
                </a:cubicBezTo>
                <a:close/>
                <a:moveTo>
                  <a:pt x="3838575" y="4586288"/>
                </a:moveTo>
                <a:cubicBezTo>
                  <a:pt x="3838575" y="4594178"/>
                  <a:pt x="3832178" y="4600575"/>
                  <a:pt x="3824288" y="4600575"/>
                </a:cubicBezTo>
                <a:cubicBezTo>
                  <a:pt x="3816397" y="4600575"/>
                  <a:pt x="3810000" y="4594178"/>
                  <a:pt x="3810000" y="4586288"/>
                </a:cubicBezTo>
                <a:cubicBezTo>
                  <a:pt x="3810000" y="4578397"/>
                  <a:pt x="3816397" y="4572000"/>
                  <a:pt x="3824288" y="4572000"/>
                </a:cubicBezTo>
                <a:cubicBezTo>
                  <a:pt x="3832178" y="4572000"/>
                  <a:pt x="3838575" y="4578397"/>
                  <a:pt x="3838575" y="4586288"/>
                </a:cubicBezTo>
                <a:close/>
                <a:moveTo>
                  <a:pt x="3838575" y="4738688"/>
                </a:moveTo>
                <a:cubicBezTo>
                  <a:pt x="3838575" y="4746578"/>
                  <a:pt x="3832178" y="4752975"/>
                  <a:pt x="3824288" y="4752975"/>
                </a:cubicBezTo>
                <a:cubicBezTo>
                  <a:pt x="3816397" y="4752975"/>
                  <a:pt x="3810000" y="4746578"/>
                  <a:pt x="3810000" y="4738688"/>
                </a:cubicBezTo>
                <a:cubicBezTo>
                  <a:pt x="3810000" y="4730797"/>
                  <a:pt x="3816397" y="4724400"/>
                  <a:pt x="3824288" y="4724400"/>
                </a:cubicBezTo>
                <a:cubicBezTo>
                  <a:pt x="3832178" y="4724400"/>
                  <a:pt x="3838575" y="4730797"/>
                  <a:pt x="3838575" y="4738688"/>
                </a:cubicBezTo>
                <a:close/>
                <a:moveTo>
                  <a:pt x="3990975" y="14288"/>
                </a:moveTo>
                <a:cubicBezTo>
                  <a:pt x="3990975" y="22178"/>
                  <a:pt x="3984578" y="28575"/>
                  <a:pt x="3976688" y="28575"/>
                </a:cubicBezTo>
                <a:cubicBezTo>
                  <a:pt x="3968797" y="28575"/>
                  <a:pt x="3962400" y="22178"/>
                  <a:pt x="3962400" y="14288"/>
                </a:cubicBezTo>
                <a:cubicBezTo>
                  <a:pt x="3962400" y="6397"/>
                  <a:pt x="3968797" y="0"/>
                  <a:pt x="3976688" y="0"/>
                </a:cubicBezTo>
                <a:cubicBezTo>
                  <a:pt x="3984578" y="0"/>
                  <a:pt x="3990975" y="6397"/>
                  <a:pt x="3990975" y="14288"/>
                </a:cubicBezTo>
                <a:close/>
                <a:moveTo>
                  <a:pt x="3990975" y="166688"/>
                </a:moveTo>
                <a:cubicBezTo>
                  <a:pt x="3990975" y="174578"/>
                  <a:pt x="3984578" y="180975"/>
                  <a:pt x="3976688" y="180975"/>
                </a:cubicBezTo>
                <a:cubicBezTo>
                  <a:pt x="3968797" y="180975"/>
                  <a:pt x="3962400" y="174578"/>
                  <a:pt x="3962400" y="166688"/>
                </a:cubicBezTo>
                <a:cubicBezTo>
                  <a:pt x="3962400" y="158797"/>
                  <a:pt x="3968797" y="152400"/>
                  <a:pt x="3976688" y="152400"/>
                </a:cubicBezTo>
                <a:cubicBezTo>
                  <a:pt x="3984578" y="152400"/>
                  <a:pt x="3990975" y="158797"/>
                  <a:pt x="3990975" y="166688"/>
                </a:cubicBezTo>
                <a:close/>
                <a:moveTo>
                  <a:pt x="3990975" y="319088"/>
                </a:moveTo>
                <a:cubicBezTo>
                  <a:pt x="3990975" y="326978"/>
                  <a:pt x="3984578" y="333375"/>
                  <a:pt x="3976688" y="333375"/>
                </a:cubicBezTo>
                <a:cubicBezTo>
                  <a:pt x="3968797" y="333375"/>
                  <a:pt x="3962400" y="326978"/>
                  <a:pt x="3962400" y="319088"/>
                </a:cubicBezTo>
                <a:cubicBezTo>
                  <a:pt x="3962400" y="311197"/>
                  <a:pt x="3968797" y="304800"/>
                  <a:pt x="3976688" y="304800"/>
                </a:cubicBezTo>
                <a:cubicBezTo>
                  <a:pt x="3984578" y="304800"/>
                  <a:pt x="3990975" y="311197"/>
                  <a:pt x="3990975" y="319088"/>
                </a:cubicBezTo>
                <a:close/>
                <a:moveTo>
                  <a:pt x="3990975" y="471488"/>
                </a:moveTo>
                <a:cubicBezTo>
                  <a:pt x="3990975" y="479378"/>
                  <a:pt x="3984578" y="485775"/>
                  <a:pt x="3976688" y="485775"/>
                </a:cubicBezTo>
                <a:cubicBezTo>
                  <a:pt x="3968797" y="485775"/>
                  <a:pt x="3962400" y="479378"/>
                  <a:pt x="3962400" y="471488"/>
                </a:cubicBezTo>
                <a:cubicBezTo>
                  <a:pt x="3962400" y="463597"/>
                  <a:pt x="3968797" y="457200"/>
                  <a:pt x="3976688" y="457200"/>
                </a:cubicBezTo>
                <a:cubicBezTo>
                  <a:pt x="3984578" y="457200"/>
                  <a:pt x="3990975" y="463597"/>
                  <a:pt x="3990975" y="471488"/>
                </a:cubicBezTo>
                <a:close/>
                <a:moveTo>
                  <a:pt x="3990975" y="623888"/>
                </a:moveTo>
                <a:cubicBezTo>
                  <a:pt x="3990975" y="631778"/>
                  <a:pt x="3984578" y="638175"/>
                  <a:pt x="3976688" y="638175"/>
                </a:cubicBezTo>
                <a:cubicBezTo>
                  <a:pt x="3968797" y="638175"/>
                  <a:pt x="3962400" y="631778"/>
                  <a:pt x="3962400" y="623888"/>
                </a:cubicBezTo>
                <a:cubicBezTo>
                  <a:pt x="3962400" y="615997"/>
                  <a:pt x="3968797" y="609600"/>
                  <a:pt x="3976688" y="609600"/>
                </a:cubicBezTo>
                <a:cubicBezTo>
                  <a:pt x="3984578" y="609600"/>
                  <a:pt x="3990975" y="615997"/>
                  <a:pt x="3990975" y="623888"/>
                </a:cubicBezTo>
                <a:close/>
                <a:moveTo>
                  <a:pt x="3990975" y="776288"/>
                </a:moveTo>
                <a:cubicBezTo>
                  <a:pt x="3990975" y="784178"/>
                  <a:pt x="3984578" y="790575"/>
                  <a:pt x="3976688" y="790575"/>
                </a:cubicBezTo>
                <a:cubicBezTo>
                  <a:pt x="3968797" y="790575"/>
                  <a:pt x="3962400" y="784178"/>
                  <a:pt x="3962400" y="776288"/>
                </a:cubicBezTo>
                <a:cubicBezTo>
                  <a:pt x="3962400" y="768397"/>
                  <a:pt x="3968797" y="762000"/>
                  <a:pt x="3976688" y="762000"/>
                </a:cubicBezTo>
                <a:cubicBezTo>
                  <a:pt x="3984578" y="762000"/>
                  <a:pt x="3990975" y="768397"/>
                  <a:pt x="3990975" y="776288"/>
                </a:cubicBezTo>
                <a:close/>
                <a:moveTo>
                  <a:pt x="3990975" y="928688"/>
                </a:moveTo>
                <a:cubicBezTo>
                  <a:pt x="3990975" y="936578"/>
                  <a:pt x="3984578" y="942975"/>
                  <a:pt x="3976688" y="942975"/>
                </a:cubicBezTo>
                <a:cubicBezTo>
                  <a:pt x="3968797" y="942975"/>
                  <a:pt x="3962400" y="936578"/>
                  <a:pt x="3962400" y="928688"/>
                </a:cubicBezTo>
                <a:cubicBezTo>
                  <a:pt x="3962400" y="920797"/>
                  <a:pt x="3968797" y="914400"/>
                  <a:pt x="3976688" y="914400"/>
                </a:cubicBezTo>
                <a:cubicBezTo>
                  <a:pt x="3984578" y="914400"/>
                  <a:pt x="3990975" y="920797"/>
                  <a:pt x="3990975" y="928688"/>
                </a:cubicBezTo>
                <a:close/>
                <a:moveTo>
                  <a:pt x="3990975" y="1081088"/>
                </a:moveTo>
                <a:cubicBezTo>
                  <a:pt x="3990975" y="1088978"/>
                  <a:pt x="3984578" y="1095375"/>
                  <a:pt x="3976688" y="1095375"/>
                </a:cubicBezTo>
                <a:cubicBezTo>
                  <a:pt x="3968797" y="1095375"/>
                  <a:pt x="3962400" y="1088978"/>
                  <a:pt x="3962400" y="1081088"/>
                </a:cubicBezTo>
                <a:cubicBezTo>
                  <a:pt x="3962400" y="1073197"/>
                  <a:pt x="3968797" y="1066800"/>
                  <a:pt x="3976688" y="1066800"/>
                </a:cubicBezTo>
                <a:cubicBezTo>
                  <a:pt x="3984578" y="1066800"/>
                  <a:pt x="3990975" y="1073197"/>
                  <a:pt x="3990975" y="1081088"/>
                </a:cubicBezTo>
                <a:close/>
                <a:moveTo>
                  <a:pt x="3990975" y="1233488"/>
                </a:moveTo>
                <a:cubicBezTo>
                  <a:pt x="3990975" y="1241378"/>
                  <a:pt x="3984578" y="1247775"/>
                  <a:pt x="3976688" y="1247775"/>
                </a:cubicBezTo>
                <a:cubicBezTo>
                  <a:pt x="3968797" y="1247775"/>
                  <a:pt x="3962400" y="1241378"/>
                  <a:pt x="3962400" y="1233488"/>
                </a:cubicBezTo>
                <a:cubicBezTo>
                  <a:pt x="3962400" y="1225597"/>
                  <a:pt x="3968797" y="1219200"/>
                  <a:pt x="3976688" y="1219200"/>
                </a:cubicBezTo>
                <a:cubicBezTo>
                  <a:pt x="3984578" y="1219200"/>
                  <a:pt x="3990975" y="1225597"/>
                  <a:pt x="3990975" y="1233488"/>
                </a:cubicBezTo>
                <a:close/>
                <a:moveTo>
                  <a:pt x="3990975" y="1385888"/>
                </a:moveTo>
                <a:cubicBezTo>
                  <a:pt x="3990975" y="1393778"/>
                  <a:pt x="3984578" y="1400175"/>
                  <a:pt x="3976688" y="1400175"/>
                </a:cubicBezTo>
                <a:cubicBezTo>
                  <a:pt x="3968797" y="1400175"/>
                  <a:pt x="3962400" y="1393778"/>
                  <a:pt x="3962400" y="1385888"/>
                </a:cubicBezTo>
                <a:cubicBezTo>
                  <a:pt x="3962400" y="1377997"/>
                  <a:pt x="3968797" y="1371600"/>
                  <a:pt x="3976688" y="1371600"/>
                </a:cubicBezTo>
                <a:cubicBezTo>
                  <a:pt x="3984578" y="1371600"/>
                  <a:pt x="3990975" y="1377997"/>
                  <a:pt x="3990975" y="1385888"/>
                </a:cubicBezTo>
                <a:close/>
                <a:moveTo>
                  <a:pt x="3990975" y="1538288"/>
                </a:moveTo>
                <a:cubicBezTo>
                  <a:pt x="3990975" y="1546178"/>
                  <a:pt x="3984578" y="1552575"/>
                  <a:pt x="3976688" y="1552575"/>
                </a:cubicBezTo>
                <a:cubicBezTo>
                  <a:pt x="3968797" y="1552575"/>
                  <a:pt x="3962400" y="1546178"/>
                  <a:pt x="3962400" y="1538288"/>
                </a:cubicBezTo>
                <a:cubicBezTo>
                  <a:pt x="3962400" y="1530397"/>
                  <a:pt x="3968797" y="1524000"/>
                  <a:pt x="3976688" y="1524000"/>
                </a:cubicBezTo>
                <a:cubicBezTo>
                  <a:pt x="3984578" y="1524000"/>
                  <a:pt x="3990975" y="1530397"/>
                  <a:pt x="3990975" y="1538288"/>
                </a:cubicBezTo>
                <a:close/>
                <a:moveTo>
                  <a:pt x="3990975" y="1690688"/>
                </a:moveTo>
                <a:cubicBezTo>
                  <a:pt x="3990975" y="1698578"/>
                  <a:pt x="3984578" y="1704975"/>
                  <a:pt x="3976688" y="1704975"/>
                </a:cubicBezTo>
                <a:cubicBezTo>
                  <a:pt x="3968797" y="1704975"/>
                  <a:pt x="3962400" y="1698578"/>
                  <a:pt x="3962400" y="1690688"/>
                </a:cubicBezTo>
                <a:cubicBezTo>
                  <a:pt x="3962400" y="1682797"/>
                  <a:pt x="3968797" y="1676400"/>
                  <a:pt x="3976688" y="1676400"/>
                </a:cubicBezTo>
                <a:cubicBezTo>
                  <a:pt x="3984578" y="1676400"/>
                  <a:pt x="3990975" y="1682797"/>
                  <a:pt x="3990975" y="1690688"/>
                </a:cubicBezTo>
                <a:close/>
                <a:moveTo>
                  <a:pt x="3990975" y="1843088"/>
                </a:moveTo>
                <a:cubicBezTo>
                  <a:pt x="3990975" y="1850978"/>
                  <a:pt x="3984578" y="1857375"/>
                  <a:pt x="3976688" y="1857375"/>
                </a:cubicBezTo>
                <a:cubicBezTo>
                  <a:pt x="3968797" y="1857375"/>
                  <a:pt x="3962400" y="1850978"/>
                  <a:pt x="3962400" y="1843088"/>
                </a:cubicBezTo>
                <a:cubicBezTo>
                  <a:pt x="3962400" y="1835197"/>
                  <a:pt x="3968797" y="1828800"/>
                  <a:pt x="3976688" y="1828800"/>
                </a:cubicBezTo>
                <a:cubicBezTo>
                  <a:pt x="3984578" y="1828800"/>
                  <a:pt x="3990975" y="1835197"/>
                  <a:pt x="3990975" y="1843088"/>
                </a:cubicBezTo>
                <a:close/>
                <a:moveTo>
                  <a:pt x="3990975" y="1995488"/>
                </a:moveTo>
                <a:cubicBezTo>
                  <a:pt x="3990975" y="2003378"/>
                  <a:pt x="3984578" y="2009775"/>
                  <a:pt x="3976688" y="2009775"/>
                </a:cubicBezTo>
                <a:cubicBezTo>
                  <a:pt x="3968797" y="2009775"/>
                  <a:pt x="3962400" y="2003378"/>
                  <a:pt x="3962400" y="1995488"/>
                </a:cubicBezTo>
                <a:cubicBezTo>
                  <a:pt x="3962400" y="1987597"/>
                  <a:pt x="3968797" y="1981200"/>
                  <a:pt x="3976688" y="1981200"/>
                </a:cubicBezTo>
                <a:cubicBezTo>
                  <a:pt x="3984578" y="1981200"/>
                  <a:pt x="3990975" y="1987597"/>
                  <a:pt x="3990975" y="1995488"/>
                </a:cubicBezTo>
                <a:close/>
                <a:moveTo>
                  <a:pt x="3990975" y="2147888"/>
                </a:moveTo>
                <a:cubicBezTo>
                  <a:pt x="3990975" y="2155778"/>
                  <a:pt x="3984578" y="2162175"/>
                  <a:pt x="3976688" y="2162175"/>
                </a:cubicBezTo>
                <a:cubicBezTo>
                  <a:pt x="3968797" y="2162175"/>
                  <a:pt x="3962400" y="2155778"/>
                  <a:pt x="3962400" y="2147888"/>
                </a:cubicBezTo>
                <a:cubicBezTo>
                  <a:pt x="3962400" y="2139997"/>
                  <a:pt x="3968797" y="2133600"/>
                  <a:pt x="3976688" y="2133600"/>
                </a:cubicBezTo>
                <a:cubicBezTo>
                  <a:pt x="3984578" y="2133600"/>
                  <a:pt x="3990975" y="2139997"/>
                  <a:pt x="3990975" y="2147888"/>
                </a:cubicBezTo>
                <a:close/>
                <a:moveTo>
                  <a:pt x="3990975" y="2300288"/>
                </a:moveTo>
                <a:cubicBezTo>
                  <a:pt x="3990975" y="2308178"/>
                  <a:pt x="3984578" y="2314575"/>
                  <a:pt x="3976688" y="2314575"/>
                </a:cubicBezTo>
                <a:cubicBezTo>
                  <a:pt x="3968797" y="2314575"/>
                  <a:pt x="3962400" y="2308178"/>
                  <a:pt x="3962400" y="2300288"/>
                </a:cubicBezTo>
                <a:cubicBezTo>
                  <a:pt x="3962400" y="2292397"/>
                  <a:pt x="3968797" y="2286000"/>
                  <a:pt x="3976688" y="2286000"/>
                </a:cubicBezTo>
                <a:cubicBezTo>
                  <a:pt x="3984578" y="2286000"/>
                  <a:pt x="3990975" y="2292397"/>
                  <a:pt x="3990975" y="2300288"/>
                </a:cubicBezTo>
                <a:close/>
                <a:moveTo>
                  <a:pt x="3990975" y="2452688"/>
                </a:moveTo>
                <a:cubicBezTo>
                  <a:pt x="3990975" y="2460578"/>
                  <a:pt x="3984578" y="2466975"/>
                  <a:pt x="3976688" y="2466975"/>
                </a:cubicBezTo>
                <a:cubicBezTo>
                  <a:pt x="3968797" y="2466975"/>
                  <a:pt x="3962400" y="2460578"/>
                  <a:pt x="3962400" y="2452688"/>
                </a:cubicBezTo>
                <a:cubicBezTo>
                  <a:pt x="3962400" y="2444797"/>
                  <a:pt x="3968797" y="2438400"/>
                  <a:pt x="3976688" y="2438400"/>
                </a:cubicBezTo>
                <a:cubicBezTo>
                  <a:pt x="3984578" y="2438400"/>
                  <a:pt x="3990975" y="2444797"/>
                  <a:pt x="3990975" y="2452688"/>
                </a:cubicBezTo>
                <a:close/>
                <a:moveTo>
                  <a:pt x="3990975" y="2605088"/>
                </a:moveTo>
                <a:cubicBezTo>
                  <a:pt x="3990975" y="2612978"/>
                  <a:pt x="3984578" y="2619375"/>
                  <a:pt x="3976688" y="2619375"/>
                </a:cubicBezTo>
                <a:cubicBezTo>
                  <a:pt x="3968797" y="2619375"/>
                  <a:pt x="3962400" y="2612978"/>
                  <a:pt x="3962400" y="2605088"/>
                </a:cubicBezTo>
                <a:cubicBezTo>
                  <a:pt x="3962400" y="2597197"/>
                  <a:pt x="3968797" y="2590800"/>
                  <a:pt x="3976688" y="2590800"/>
                </a:cubicBezTo>
                <a:cubicBezTo>
                  <a:pt x="3984578" y="2590800"/>
                  <a:pt x="3990975" y="2597197"/>
                  <a:pt x="3990975" y="2605088"/>
                </a:cubicBezTo>
                <a:close/>
                <a:moveTo>
                  <a:pt x="3990975" y="2757488"/>
                </a:moveTo>
                <a:cubicBezTo>
                  <a:pt x="3990975" y="2765378"/>
                  <a:pt x="3984578" y="2771775"/>
                  <a:pt x="3976688" y="2771775"/>
                </a:cubicBezTo>
                <a:cubicBezTo>
                  <a:pt x="3968797" y="2771775"/>
                  <a:pt x="3962400" y="2765378"/>
                  <a:pt x="3962400" y="2757488"/>
                </a:cubicBezTo>
                <a:cubicBezTo>
                  <a:pt x="3962400" y="2749597"/>
                  <a:pt x="3968797" y="2743200"/>
                  <a:pt x="3976688" y="2743200"/>
                </a:cubicBezTo>
                <a:cubicBezTo>
                  <a:pt x="3984578" y="2743200"/>
                  <a:pt x="3990975" y="2749597"/>
                  <a:pt x="3990975" y="2757488"/>
                </a:cubicBezTo>
                <a:close/>
                <a:moveTo>
                  <a:pt x="3990975" y="2909888"/>
                </a:moveTo>
                <a:cubicBezTo>
                  <a:pt x="3990975" y="2917778"/>
                  <a:pt x="3984578" y="2924175"/>
                  <a:pt x="3976688" y="2924175"/>
                </a:cubicBezTo>
                <a:cubicBezTo>
                  <a:pt x="3968797" y="2924175"/>
                  <a:pt x="3962400" y="2917778"/>
                  <a:pt x="3962400" y="2909888"/>
                </a:cubicBezTo>
                <a:cubicBezTo>
                  <a:pt x="3962400" y="2901997"/>
                  <a:pt x="3968797" y="2895600"/>
                  <a:pt x="3976688" y="2895600"/>
                </a:cubicBezTo>
                <a:cubicBezTo>
                  <a:pt x="3984578" y="2895600"/>
                  <a:pt x="3990975" y="2901997"/>
                  <a:pt x="3990975" y="2909888"/>
                </a:cubicBezTo>
                <a:close/>
                <a:moveTo>
                  <a:pt x="3990975" y="3062288"/>
                </a:moveTo>
                <a:cubicBezTo>
                  <a:pt x="3990975" y="3070178"/>
                  <a:pt x="3984578" y="3076575"/>
                  <a:pt x="3976688" y="3076575"/>
                </a:cubicBezTo>
                <a:cubicBezTo>
                  <a:pt x="3968797" y="3076575"/>
                  <a:pt x="3962400" y="3070178"/>
                  <a:pt x="3962400" y="3062288"/>
                </a:cubicBezTo>
                <a:cubicBezTo>
                  <a:pt x="3962400" y="3054397"/>
                  <a:pt x="3968797" y="3048000"/>
                  <a:pt x="3976688" y="3048000"/>
                </a:cubicBezTo>
                <a:cubicBezTo>
                  <a:pt x="3984578" y="3048000"/>
                  <a:pt x="3990975" y="3054397"/>
                  <a:pt x="3990975" y="3062288"/>
                </a:cubicBezTo>
                <a:close/>
                <a:moveTo>
                  <a:pt x="3990975" y="3214688"/>
                </a:moveTo>
                <a:cubicBezTo>
                  <a:pt x="3990975" y="3222578"/>
                  <a:pt x="3984578" y="3228975"/>
                  <a:pt x="3976688" y="3228975"/>
                </a:cubicBezTo>
                <a:cubicBezTo>
                  <a:pt x="3968797" y="3228975"/>
                  <a:pt x="3962400" y="3222578"/>
                  <a:pt x="3962400" y="3214688"/>
                </a:cubicBezTo>
                <a:cubicBezTo>
                  <a:pt x="3962400" y="3206797"/>
                  <a:pt x="3968797" y="3200400"/>
                  <a:pt x="3976688" y="3200400"/>
                </a:cubicBezTo>
                <a:cubicBezTo>
                  <a:pt x="3984578" y="3200400"/>
                  <a:pt x="3990975" y="3206797"/>
                  <a:pt x="3990975" y="3214688"/>
                </a:cubicBezTo>
                <a:close/>
                <a:moveTo>
                  <a:pt x="3990975" y="3367088"/>
                </a:moveTo>
                <a:cubicBezTo>
                  <a:pt x="3990975" y="3374978"/>
                  <a:pt x="3984578" y="3381375"/>
                  <a:pt x="3976688" y="3381375"/>
                </a:cubicBezTo>
                <a:cubicBezTo>
                  <a:pt x="3968797" y="3381375"/>
                  <a:pt x="3962400" y="3374978"/>
                  <a:pt x="3962400" y="3367088"/>
                </a:cubicBezTo>
                <a:cubicBezTo>
                  <a:pt x="3962400" y="3359197"/>
                  <a:pt x="3968797" y="3352800"/>
                  <a:pt x="3976688" y="3352800"/>
                </a:cubicBezTo>
                <a:cubicBezTo>
                  <a:pt x="3984578" y="3352800"/>
                  <a:pt x="3990975" y="3359197"/>
                  <a:pt x="3990975" y="3367088"/>
                </a:cubicBezTo>
                <a:close/>
                <a:moveTo>
                  <a:pt x="3990975" y="3519488"/>
                </a:moveTo>
                <a:cubicBezTo>
                  <a:pt x="3990975" y="3527378"/>
                  <a:pt x="3984578" y="3533775"/>
                  <a:pt x="3976688" y="3533775"/>
                </a:cubicBezTo>
                <a:cubicBezTo>
                  <a:pt x="3968797" y="3533775"/>
                  <a:pt x="3962400" y="3527378"/>
                  <a:pt x="3962400" y="3519488"/>
                </a:cubicBezTo>
                <a:cubicBezTo>
                  <a:pt x="3962400" y="3511597"/>
                  <a:pt x="3968797" y="3505200"/>
                  <a:pt x="3976688" y="3505200"/>
                </a:cubicBezTo>
                <a:cubicBezTo>
                  <a:pt x="3984578" y="3505200"/>
                  <a:pt x="3990975" y="3511597"/>
                  <a:pt x="3990975" y="3519488"/>
                </a:cubicBezTo>
                <a:close/>
                <a:moveTo>
                  <a:pt x="3990975" y="3671888"/>
                </a:moveTo>
                <a:cubicBezTo>
                  <a:pt x="3990975" y="3679778"/>
                  <a:pt x="3984578" y="3686175"/>
                  <a:pt x="3976688" y="3686175"/>
                </a:cubicBezTo>
                <a:cubicBezTo>
                  <a:pt x="3968797" y="3686175"/>
                  <a:pt x="3962400" y="3679778"/>
                  <a:pt x="3962400" y="3671888"/>
                </a:cubicBezTo>
                <a:cubicBezTo>
                  <a:pt x="3962400" y="3663997"/>
                  <a:pt x="3968797" y="3657600"/>
                  <a:pt x="3976688" y="3657600"/>
                </a:cubicBezTo>
                <a:cubicBezTo>
                  <a:pt x="3984578" y="3657600"/>
                  <a:pt x="3990975" y="3663997"/>
                  <a:pt x="3990975" y="3671888"/>
                </a:cubicBezTo>
                <a:close/>
                <a:moveTo>
                  <a:pt x="3990975" y="3824288"/>
                </a:moveTo>
                <a:cubicBezTo>
                  <a:pt x="3990975" y="3832178"/>
                  <a:pt x="3984578" y="3838575"/>
                  <a:pt x="3976688" y="3838575"/>
                </a:cubicBezTo>
                <a:cubicBezTo>
                  <a:pt x="3968797" y="3838575"/>
                  <a:pt x="3962400" y="3832178"/>
                  <a:pt x="3962400" y="3824288"/>
                </a:cubicBezTo>
                <a:cubicBezTo>
                  <a:pt x="3962400" y="3816397"/>
                  <a:pt x="3968797" y="3810000"/>
                  <a:pt x="3976688" y="3810000"/>
                </a:cubicBezTo>
                <a:cubicBezTo>
                  <a:pt x="3984578" y="3810000"/>
                  <a:pt x="3990975" y="3816397"/>
                  <a:pt x="3990975" y="3824288"/>
                </a:cubicBezTo>
                <a:close/>
                <a:moveTo>
                  <a:pt x="3990975" y="3976688"/>
                </a:moveTo>
                <a:cubicBezTo>
                  <a:pt x="3990975" y="3984578"/>
                  <a:pt x="3984578" y="3990975"/>
                  <a:pt x="3976688" y="3990975"/>
                </a:cubicBezTo>
                <a:cubicBezTo>
                  <a:pt x="3968797" y="3990975"/>
                  <a:pt x="3962400" y="3984578"/>
                  <a:pt x="3962400" y="3976688"/>
                </a:cubicBezTo>
                <a:cubicBezTo>
                  <a:pt x="3962400" y="3968797"/>
                  <a:pt x="3968797" y="3962400"/>
                  <a:pt x="3976688" y="3962400"/>
                </a:cubicBezTo>
                <a:cubicBezTo>
                  <a:pt x="3984578" y="3962400"/>
                  <a:pt x="3990975" y="3968797"/>
                  <a:pt x="3990975" y="3976688"/>
                </a:cubicBezTo>
                <a:close/>
                <a:moveTo>
                  <a:pt x="3990975" y="4129088"/>
                </a:moveTo>
                <a:cubicBezTo>
                  <a:pt x="3990975" y="4136978"/>
                  <a:pt x="3984578" y="4143375"/>
                  <a:pt x="3976688" y="4143375"/>
                </a:cubicBezTo>
                <a:cubicBezTo>
                  <a:pt x="3968797" y="4143375"/>
                  <a:pt x="3962400" y="4136978"/>
                  <a:pt x="3962400" y="4129088"/>
                </a:cubicBezTo>
                <a:cubicBezTo>
                  <a:pt x="3962400" y="4121197"/>
                  <a:pt x="3968797" y="4114800"/>
                  <a:pt x="3976688" y="4114800"/>
                </a:cubicBezTo>
                <a:cubicBezTo>
                  <a:pt x="3984578" y="4114800"/>
                  <a:pt x="3990975" y="4121197"/>
                  <a:pt x="3990975" y="4129088"/>
                </a:cubicBezTo>
                <a:close/>
                <a:moveTo>
                  <a:pt x="3990975" y="4281488"/>
                </a:moveTo>
                <a:cubicBezTo>
                  <a:pt x="3990975" y="4289378"/>
                  <a:pt x="3984578" y="4295775"/>
                  <a:pt x="3976688" y="4295775"/>
                </a:cubicBezTo>
                <a:cubicBezTo>
                  <a:pt x="3968797" y="4295775"/>
                  <a:pt x="3962400" y="4289378"/>
                  <a:pt x="3962400" y="4281488"/>
                </a:cubicBezTo>
                <a:cubicBezTo>
                  <a:pt x="3962400" y="4273597"/>
                  <a:pt x="3968797" y="4267200"/>
                  <a:pt x="3976688" y="4267200"/>
                </a:cubicBezTo>
                <a:cubicBezTo>
                  <a:pt x="3984578" y="4267200"/>
                  <a:pt x="3990975" y="4273597"/>
                  <a:pt x="3990975" y="4281488"/>
                </a:cubicBezTo>
                <a:close/>
                <a:moveTo>
                  <a:pt x="3990975" y="4433888"/>
                </a:moveTo>
                <a:cubicBezTo>
                  <a:pt x="3990975" y="4441778"/>
                  <a:pt x="3984578" y="4448175"/>
                  <a:pt x="3976688" y="4448175"/>
                </a:cubicBezTo>
                <a:cubicBezTo>
                  <a:pt x="3968797" y="4448175"/>
                  <a:pt x="3962400" y="4441778"/>
                  <a:pt x="3962400" y="4433888"/>
                </a:cubicBezTo>
                <a:cubicBezTo>
                  <a:pt x="3962400" y="4425997"/>
                  <a:pt x="3968797" y="4419600"/>
                  <a:pt x="3976688" y="4419600"/>
                </a:cubicBezTo>
                <a:cubicBezTo>
                  <a:pt x="3984578" y="4419600"/>
                  <a:pt x="3990975" y="4425997"/>
                  <a:pt x="3990975" y="4433888"/>
                </a:cubicBezTo>
                <a:close/>
                <a:moveTo>
                  <a:pt x="3990975" y="4586288"/>
                </a:moveTo>
                <a:cubicBezTo>
                  <a:pt x="3990975" y="4594178"/>
                  <a:pt x="3984578" y="4600575"/>
                  <a:pt x="3976688" y="4600575"/>
                </a:cubicBezTo>
                <a:cubicBezTo>
                  <a:pt x="3968797" y="4600575"/>
                  <a:pt x="3962400" y="4594178"/>
                  <a:pt x="3962400" y="4586288"/>
                </a:cubicBezTo>
                <a:cubicBezTo>
                  <a:pt x="3962400" y="4578397"/>
                  <a:pt x="3968797" y="4572000"/>
                  <a:pt x="3976688" y="4572000"/>
                </a:cubicBezTo>
                <a:cubicBezTo>
                  <a:pt x="3984578" y="4572000"/>
                  <a:pt x="3990975" y="4578397"/>
                  <a:pt x="3990975" y="4586288"/>
                </a:cubicBezTo>
                <a:close/>
                <a:moveTo>
                  <a:pt x="3990975" y="4738688"/>
                </a:moveTo>
                <a:cubicBezTo>
                  <a:pt x="3990975" y="4746578"/>
                  <a:pt x="3984578" y="4752975"/>
                  <a:pt x="3976688" y="4752975"/>
                </a:cubicBezTo>
                <a:cubicBezTo>
                  <a:pt x="3968797" y="4752975"/>
                  <a:pt x="3962400" y="4746578"/>
                  <a:pt x="3962400" y="4738688"/>
                </a:cubicBezTo>
                <a:cubicBezTo>
                  <a:pt x="3962400" y="4730797"/>
                  <a:pt x="3968797" y="4724400"/>
                  <a:pt x="3976688" y="4724400"/>
                </a:cubicBezTo>
                <a:cubicBezTo>
                  <a:pt x="3984578" y="4724400"/>
                  <a:pt x="3990975" y="4730797"/>
                  <a:pt x="3990975" y="4738688"/>
                </a:cubicBezTo>
                <a:close/>
                <a:moveTo>
                  <a:pt x="4143375" y="14288"/>
                </a:moveTo>
                <a:cubicBezTo>
                  <a:pt x="4143375" y="22178"/>
                  <a:pt x="4136978" y="28575"/>
                  <a:pt x="4129088" y="28575"/>
                </a:cubicBezTo>
                <a:cubicBezTo>
                  <a:pt x="4121197" y="28575"/>
                  <a:pt x="4114800" y="22178"/>
                  <a:pt x="4114800" y="14288"/>
                </a:cubicBezTo>
                <a:cubicBezTo>
                  <a:pt x="4114800" y="6397"/>
                  <a:pt x="4121197" y="0"/>
                  <a:pt x="4129088" y="0"/>
                </a:cubicBezTo>
                <a:cubicBezTo>
                  <a:pt x="4136978" y="0"/>
                  <a:pt x="4143375" y="6397"/>
                  <a:pt x="4143375" y="14288"/>
                </a:cubicBezTo>
                <a:close/>
                <a:moveTo>
                  <a:pt x="4143375" y="166688"/>
                </a:moveTo>
                <a:cubicBezTo>
                  <a:pt x="4143375" y="174578"/>
                  <a:pt x="4136978" y="180975"/>
                  <a:pt x="4129088" y="180975"/>
                </a:cubicBezTo>
                <a:cubicBezTo>
                  <a:pt x="4121197" y="180975"/>
                  <a:pt x="4114800" y="174578"/>
                  <a:pt x="4114800" y="166688"/>
                </a:cubicBezTo>
                <a:cubicBezTo>
                  <a:pt x="4114800" y="158797"/>
                  <a:pt x="4121197" y="152400"/>
                  <a:pt x="4129088" y="152400"/>
                </a:cubicBezTo>
                <a:cubicBezTo>
                  <a:pt x="4136978" y="152400"/>
                  <a:pt x="4143375" y="158797"/>
                  <a:pt x="4143375" y="166688"/>
                </a:cubicBezTo>
                <a:close/>
                <a:moveTo>
                  <a:pt x="4143375" y="319088"/>
                </a:moveTo>
                <a:cubicBezTo>
                  <a:pt x="4143375" y="326978"/>
                  <a:pt x="4136978" y="333375"/>
                  <a:pt x="4129088" y="333375"/>
                </a:cubicBezTo>
                <a:cubicBezTo>
                  <a:pt x="4121197" y="333375"/>
                  <a:pt x="4114800" y="326978"/>
                  <a:pt x="4114800" y="319088"/>
                </a:cubicBezTo>
                <a:cubicBezTo>
                  <a:pt x="4114800" y="311197"/>
                  <a:pt x="4121197" y="304800"/>
                  <a:pt x="4129088" y="304800"/>
                </a:cubicBezTo>
                <a:cubicBezTo>
                  <a:pt x="4136978" y="304800"/>
                  <a:pt x="4143375" y="311197"/>
                  <a:pt x="4143375" y="319088"/>
                </a:cubicBezTo>
                <a:close/>
                <a:moveTo>
                  <a:pt x="4143375" y="471488"/>
                </a:moveTo>
                <a:cubicBezTo>
                  <a:pt x="4143375" y="479378"/>
                  <a:pt x="4136978" y="485775"/>
                  <a:pt x="4129088" y="485775"/>
                </a:cubicBezTo>
                <a:cubicBezTo>
                  <a:pt x="4121197" y="485775"/>
                  <a:pt x="4114800" y="479378"/>
                  <a:pt x="4114800" y="471488"/>
                </a:cubicBezTo>
                <a:cubicBezTo>
                  <a:pt x="4114800" y="463597"/>
                  <a:pt x="4121197" y="457200"/>
                  <a:pt x="4129088" y="457200"/>
                </a:cubicBezTo>
                <a:cubicBezTo>
                  <a:pt x="4136978" y="457200"/>
                  <a:pt x="4143375" y="463597"/>
                  <a:pt x="4143375" y="471488"/>
                </a:cubicBezTo>
                <a:close/>
                <a:moveTo>
                  <a:pt x="4143375" y="623888"/>
                </a:moveTo>
                <a:cubicBezTo>
                  <a:pt x="4143375" y="631778"/>
                  <a:pt x="4136978" y="638175"/>
                  <a:pt x="4129088" y="638175"/>
                </a:cubicBezTo>
                <a:cubicBezTo>
                  <a:pt x="4121197" y="638175"/>
                  <a:pt x="4114800" y="631778"/>
                  <a:pt x="4114800" y="623888"/>
                </a:cubicBezTo>
                <a:cubicBezTo>
                  <a:pt x="4114800" y="615997"/>
                  <a:pt x="4121197" y="609600"/>
                  <a:pt x="4129088" y="609600"/>
                </a:cubicBezTo>
                <a:cubicBezTo>
                  <a:pt x="4136978" y="609600"/>
                  <a:pt x="4143375" y="615997"/>
                  <a:pt x="4143375" y="623888"/>
                </a:cubicBezTo>
                <a:close/>
                <a:moveTo>
                  <a:pt x="4143375" y="776288"/>
                </a:moveTo>
                <a:cubicBezTo>
                  <a:pt x="4143375" y="784178"/>
                  <a:pt x="4136978" y="790575"/>
                  <a:pt x="4129088" y="790575"/>
                </a:cubicBezTo>
                <a:cubicBezTo>
                  <a:pt x="4121197" y="790575"/>
                  <a:pt x="4114800" y="784178"/>
                  <a:pt x="4114800" y="776288"/>
                </a:cubicBezTo>
                <a:cubicBezTo>
                  <a:pt x="4114800" y="768397"/>
                  <a:pt x="4121197" y="762000"/>
                  <a:pt x="4129088" y="762000"/>
                </a:cubicBezTo>
                <a:cubicBezTo>
                  <a:pt x="4136978" y="762000"/>
                  <a:pt x="4143375" y="768397"/>
                  <a:pt x="4143375" y="776288"/>
                </a:cubicBezTo>
                <a:close/>
                <a:moveTo>
                  <a:pt x="4143375" y="928688"/>
                </a:moveTo>
                <a:cubicBezTo>
                  <a:pt x="4143375" y="936578"/>
                  <a:pt x="4136978" y="942975"/>
                  <a:pt x="4129088" y="942975"/>
                </a:cubicBezTo>
                <a:cubicBezTo>
                  <a:pt x="4121197" y="942975"/>
                  <a:pt x="4114800" y="936578"/>
                  <a:pt x="4114800" y="928688"/>
                </a:cubicBezTo>
                <a:cubicBezTo>
                  <a:pt x="4114800" y="920797"/>
                  <a:pt x="4121197" y="914400"/>
                  <a:pt x="4129088" y="914400"/>
                </a:cubicBezTo>
                <a:cubicBezTo>
                  <a:pt x="4136978" y="914400"/>
                  <a:pt x="4143375" y="920797"/>
                  <a:pt x="4143375" y="928688"/>
                </a:cubicBezTo>
                <a:close/>
                <a:moveTo>
                  <a:pt x="4143375" y="1081088"/>
                </a:moveTo>
                <a:cubicBezTo>
                  <a:pt x="4143375" y="1088978"/>
                  <a:pt x="4136978" y="1095375"/>
                  <a:pt x="4129088" y="1095375"/>
                </a:cubicBezTo>
                <a:cubicBezTo>
                  <a:pt x="4121197" y="1095375"/>
                  <a:pt x="4114800" y="1088978"/>
                  <a:pt x="4114800" y="1081088"/>
                </a:cubicBezTo>
                <a:cubicBezTo>
                  <a:pt x="4114800" y="1073197"/>
                  <a:pt x="4121197" y="1066800"/>
                  <a:pt x="4129088" y="1066800"/>
                </a:cubicBezTo>
                <a:cubicBezTo>
                  <a:pt x="4136978" y="1066800"/>
                  <a:pt x="4143375" y="1073197"/>
                  <a:pt x="4143375" y="1081088"/>
                </a:cubicBezTo>
                <a:close/>
                <a:moveTo>
                  <a:pt x="4143375" y="1233488"/>
                </a:moveTo>
                <a:cubicBezTo>
                  <a:pt x="4143375" y="1241378"/>
                  <a:pt x="4136978" y="1247775"/>
                  <a:pt x="4129088" y="1247775"/>
                </a:cubicBezTo>
                <a:cubicBezTo>
                  <a:pt x="4121197" y="1247775"/>
                  <a:pt x="4114800" y="1241378"/>
                  <a:pt x="4114800" y="1233488"/>
                </a:cubicBezTo>
                <a:cubicBezTo>
                  <a:pt x="4114800" y="1225597"/>
                  <a:pt x="4121197" y="1219200"/>
                  <a:pt x="4129088" y="1219200"/>
                </a:cubicBezTo>
                <a:cubicBezTo>
                  <a:pt x="4136978" y="1219200"/>
                  <a:pt x="4143375" y="1225597"/>
                  <a:pt x="4143375" y="1233488"/>
                </a:cubicBezTo>
                <a:close/>
                <a:moveTo>
                  <a:pt x="4143375" y="1385888"/>
                </a:moveTo>
                <a:cubicBezTo>
                  <a:pt x="4143375" y="1393778"/>
                  <a:pt x="4136978" y="1400175"/>
                  <a:pt x="4129088" y="1400175"/>
                </a:cubicBezTo>
                <a:cubicBezTo>
                  <a:pt x="4121197" y="1400175"/>
                  <a:pt x="4114800" y="1393778"/>
                  <a:pt x="4114800" y="1385888"/>
                </a:cubicBezTo>
                <a:cubicBezTo>
                  <a:pt x="4114800" y="1377997"/>
                  <a:pt x="4121197" y="1371600"/>
                  <a:pt x="4129088" y="1371600"/>
                </a:cubicBezTo>
                <a:cubicBezTo>
                  <a:pt x="4136978" y="1371600"/>
                  <a:pt x="4143375" y="1377997"/>
                  <a:pt x="4143375" y="1385888"/>
                </a:cubicBezTo>
                <a:close/>
                <a:moveTo>
                  <a:pt x="4143375" y="1538288"/>
                </a:moveTo>
                <a:cubicBezTo>
                  <a:pt x="4143375" y="1546178"/>
                  <a:pt x="4136978" y="1552575"/>
                  <a:pt x="4129088" y="1552575"/>
                </a:cubicBezTo>
                <a:cubicBezTo>
                  <a:pt x="4121197" y="1552575"/>
                  <a:pt x="4114800" y="1546178"/>
                  <a:pt x="4114800" y="1538288"/>
                </a:cubicBezTo>
                <a:cubicBezTo>
                  <a:pt x="4114800" y="1530397"/>
                  <a:pt x="4121197" y="1524000"/>
                  <a:pt x="4129088" y="1524000"/>
                </a:cubicBezTo>
                <a:cubicBezTo>
                  <a:pt x="4136978" y="1524000"/>
                  <a:pt x="4143375" y="1530397"/>
                  <a:pt x="4143375" y="1538288"/>
                </a:cubicBezTo>
                <a:close/>
                <a:moveTo>
                  <a:pt x="4143375" y="1690688"/>
                </a:moveTo>
                <a:cubicBezTo>
                  <a:pt x="4143375" y="1698578"/>
                  <a:pt x="4136978" y="1704975"/>
                  <a:pt x="4129088" y="1704975"/>
                </a:cubicBezTo>
                <a:cubicBezTo>
                  <a:pt x="4121197" y="1704975"/>
                  <a:pt x="4114800" y="1698578"/>
                  <a:pt x="4114800" y="1690688"/>
                </a:cubicBezTo>
                <a:cubicBezTo>
                  <a:pt x="4114800" y="1682797"/>
                  <a:pt x="4121197" y="1676400"/>
                  <a:pt x="4129088" y="1676400"/>
                </a:cubicBezTo>
                <a:cubicBezTo>
                  <a:pt x="4136978" y="1676400"/>
                  <a:pt x="4143375" y="1682797"/>
                  <a:pt x="4143375" y="1690688"/>
                </a:cubicBezTo>
                <a:close/>
                <a:moveTo>
                  <a:pt x="4143375" y="1843088"/>
                </a:moveTo>
                <a:cubicBezTo>
                  <a:pt x="4143375" y="1850978"/>
                  <a:pt x="4136978" y="1857375"/>
                  <a:pt x="4129088" y="1857375"/>
                </a:cubicBezTo>
                <a:cubicBezTo>
                  <a:pt x="4121197" y="1857375"/>
                  <a:pt x="4114800" y="1850978"/>
                  <a:pt x="4114800" y="1843088"/>
                </a:cubicBezTo>
                <a:cubicBezTo>
                  <a:pt x="4114800" y="1835197"/>
                  <a:pt x="4121197" y="1828800"/>
                  <a:pt x="4129088" y="1828800"/>
                </a:cubicBezTo>
                <a:cubicBezTo>
                  <a:pt x="4136978" y="1828800"/>
                  <a:pt x="4143375" y="1835197"/>
                  <a:pt x="4143375" y="1843088"/>
                </a:cubicBezTo>
                <a:close/>
                <a:moveTo>
                  <a:pt x="4143375" y="1995488"/>
                </a:moveTo>
                <a:cubicBezTo>
                  <a:pt x="4143375" y="2003378"/>
                  <a:pt x="4136978" y="2009775"/>
                  <a:pt x="4129088" y="2009775"/>
                </a:cubicBezTo>
                <a:cubicBezTo>
                  <a:pt x="4121197" y="2009775"/>
                  <a:pt x="4114800" y="2003378"/>
                  <a:pt x="4114800" y="1995488"/>
                </a:cubicBezTo>
                <a:cubicBezTo>
                  <a:pt x="4114800" y="1987597"/>
                  <a:pt x="4121197" y="1981200"/>
                  <a:pt x="4129088" y="1981200"/>
                </a:cubicBezTo>
                <a:cubicBezTo>
                  <a:pt x="4136978" y="1981200"/>
                  <a:pt x="4143375" y="1987597"/>
                  <a:pt x="4143375" y="1995488"/>
                </a:cubicBezTo>
                <a:close/>
                <a:moveTo>
                  <a:pt x="4143375" y="2147888"/>
                </a:moveTo>
                <a:cubicBezTo>
                  <a:pt x="4143375" y="2155778"/>
                  <a:pt x="4136978" y="2162175"/>
                  <a:pt x="4129088" y="2162175"/>
                </a:cubicBezTo>
                <a:cubicBezTo>
                  <a:pt x="4121197" y="2162175"/>
                  <a:pt x="4114800" y="2155778"/>
                  <a:pt x="4114800" y="2147888"/>
                </a:cubicBezTo>
                <a:cubicBezTo>
                  <a:pt x="4114800" y="2139997"/>
                  <a:pt x="4121197" y="2133600"/>
                  <a:pt x="4129088" y="2133600"/>
                </a:cubicBezTo>
                <a:cubicBezTo>
                  <a:pt x="4136978" y="2133600"/>
                  <a:pt x="4143375" y="2139997"/>
                  <a:pt x="4143375" y="2147888"/>
                </a:cubicBezTo>
                <a:close/>
                <a:moveTo>
                  <a:pt x="4143375" y="2300288"/>
                </a:moveTo>
                <a:cubicBezTo>
                  <a:pt x="4143375" y="2308178"/>
                  <a:pt x="4136978" y="2314575"/>
                  <a:pt x="4129088" y="2314575"/>
                </a:cubicBezTo>
                <a:cubicBezTo>
                  <a:pt x="4121197" y="2314575"/>
                  <a:pt x="4114800" y="2308178"/>
                  <a:pt x="4114800" y="2300288"/>
                </a:cubicBezTo>
                <a:cubicBezTo>
                  <a:pt x="4114800" y="2292397"/>
                  <a:pt x="4121197" y="2286000"/>
                  <a:pt x="4129088" y="2286000"/>
                </a:cubicBezTo>
                <a:cubicBezTo>
                  <a:pt x="4136978" y="2286000"/>
                  <a:pt x="4143375" y="2292397"/>
                  <a:pt x="4143375" y="2300288"/>
                </a:cubicBezTo>
                <a:close/>
                <a:moveTo>
                  <a:pt x="4143375" y="2452688"/>
                </a:moveTo>
                <a:cubicBezTo>
                  <a:pt x="4143375" y="2460578"/>
                  <a:pt x="4136978" y="2466975"/>
                  <a:pt x="4129088" y="2466975"/>
                </a:cubicBezTo>
                <a:cubicBezTo>
                  <a:pt x="4121197" y="2466975"/>
                  <a:pt x="4114800" y="2460578"/>
                  <a:pt x="4114800" y="2452688"/>
                </a:cubicBezTo>
                <a:cubicBezTo>
                  <a:pt x="4114800" y="2444797"/>
                  <a:pt x="4121197" y="2438400"/>
                  <a:pt x="4129088" y="2438400"/>
                </a:cubicBezTo>
                <a:cubicBezTo>
                  <a:pt x="4136978" y="2438400"/>
                  <a:pt x="4143375" y="2444797"/>
                  <a:pt x="4143375" y="2452688"/>
                </a:cubicBezTo>
                <a:close/>
                <a:moveTo>
                  <a:pt x="4143375" y="2605088"/>
                </a:moveTo>
                <a:cubicBezTo>
                  <a:pt x="4143375" y="2612978"/>
                  <a:pt x="4136978" y="2619375"/>
                  <a:pt x="4129088" y="2619375"/>
                </a:cubicBezTo>
                <a:cubicBezTo>
                  <a:pt x="4121197" y="2619375"/>
                  <a:pt x="4114800" y="2612978"/>
                  <a:pt x="4114800" y="2605088"/>
                </a:cubicBezTo>
                <a:cubicBezTo>
                  <a:pt x="4114800" y="2597197"/>
                  <a:pt x="4121197" y="2590800"/>
                  <a:pt x="4129088" y="2590800"/>
                </a:cubicBezTo>
                <a:cubicBezTo>
                  <a:pt x="4136978" y="2590800"/>
                  <a:pt x="4143375" y="2597197"/>
                  <a:pt x="4143375" y="2605088"/>
                </a:cubicBezTo>
                <a:close/>
                <a:moveTo>
                  <a:pt x="4143375" y="2757488"/>
                </a:moveTo>
                <a:cubicBezTo>
                  <a:pt x="4143375" y="2765378"/>
                  <a:pt x="4136978" y="2771775"/>
                  <a:pt x="4129088" y="2771775"/>
                </a:cubicBezTo>
                <a:cubicBezTo>
                  <a:pt x="4121197" y="2771775"/>
                  <a:pt x="4114800" y="2765378"/>
                  <a:pt x="4114800" y="2757488"/>
                </a:cubicBezTo>
                <a:cubicBezTo>
                  <a:pt x="4114800" y="2749597"/>
                  <a:pt x="4121197" y="2743200"/>
                  <a:pt x="4129088" y="2743200"/>
                </a:cubicBezTo>
                <a:cubicBezTo>
                  <a:pt x="4136978" y="2743200"/>
                  <a:pt x="4143375" y="2749597"/>
                  <a:pt x="4143375" y="2757488"/>
                </a:cubicBezTo>
                <a:close/>
                <a:moveTo>
                  <a:pt x="4143375" y="2909888"/>
                </a:moveTo>
                <a:cubicBezTo>
                  <a:pt x="4143375" y="2917778"/>
                  <a:pt x="4136978" y="2924175"/>
                  <a:pt x="4129088" y="2924175"/>
                </a:cubicBezTo>
                <a:cubicBezTo>
                  <a:pt x="4121197" y="2924175"/>
                  <a:pt x="4114800" y="2917778"/>
                  <a:pt x="4114800" y="2909888"/>
                </a:cubicBezTo>
                <a:cubicBezTo>
                  <a:pt x="4114800" y="2901997"/>
                  <a:pt x="4121197" y="2895600"/>
                  <a:pt x="4129088" y="2895600"/>
                </a:cubicBezTo>
                <a:cubicBezTo>
                  <a:pt x="4136978" y="2895600"/>
                  <a:pt x="4143375" y="2901997"/>
                  <a:pt x="4143375" y="2909888"/>
                </a:cubicBezTo>
                <a:close/>
                <a:moveTo>
                  <a:pt x="4143375" y="3062288"/>
                </a:moveTo>
                <a:cubicBezTo>
                  <a:pt x="4143375" y="3070178"/>
                  <a:pt x="4136978" y="3076575"/>
                  <a:pt x="4129088" y="3076575"/>
                </a:cubicBezTo>
                <a:cubicBezTo>
                  <a:pt x="4121197" y="3076575"/>
                  <a:pt x="4114800" y="3070178"/>
                  <a:pt x="4114800" y="3062288"/>
                </a:cubicBezTo>
                <a:cubicBezTo>
                  <a:pt x="4114800" y="3054397"/>
                  <a:pt x="4121197" y="3048000"/>
                  <a:pt x="4129088" y="3048000"/>
                </a:cubicBezTo>
                <a:cubicBezTo>
                  <a:pt x="4136978" y="3048000"/>
                  <a:pt x="4143375" y="3054397"/>
                  <a:pt x="4143375" y="3062288"/>
                </a:cubicBezTo>
                <a:close/>
                <a:moveTo>
                  <a:pt x="4143375" y="3214688"/>
                </a:moveTo>
                <a:cubicBezTo>
                  <a:pt x="4143375" y="3222578"/>
                  <a:pt x="4136978" y="3228975"/>
                  <a:pt x="4129088" y="3228975"/>
                </a:cubicBezTo>
                <a:cubicBezTo>
                  <a:pt x="4121197" y="3228975"/>
                  <a:pt x="4114800" y="3222578"/>
                  <a:pt x="4114800" y="3214688"/>
                </a:cubicBezTo>
                <a:cubicBezTo>
                  <a:pt x="4114800" y="3206797"/>
                  <a:pt x="4121197" y="3200400"/>
                  <a:pt x="4129088" y="3200400"/>
                </a:cubicBezTo>
                <a:cubicBezTo>
                  <a:pt x="4136978" y="3200400"/>
                  <a:pt x="4143375" y="3206797"/>
                  <a:pt x="4143375" y="3214688"/>
                </a:cubicBezTo>
                <a:close/>
                <a:moveTo>
                  <a:pt x="4143375" y="3367088"/>
                </a:moveTo>
                <a:cubicBezTo>
                  <a:pt x="4143375" y="3374978"/>
                  <a:pt x="4136978" y="3381375"/>
                  <a:pt x="4129088" y="3381375"/>
                </a:cubicBezTo>
                <a:cubicBezTo>
                  <a:pt x="4121197" y="3381375"/>
                  <a:pt x="4114800" y="3374978"/>
                  <a:pt x="4114800" y="3367088"/>
                </a:cubicBezTo>
                <a:cubicBezTo>
                  <a:pt x="4114800" y="3359197"/>
                  <a:pt x="4121197" y="3352800"/>
                  <a:pt x="4129088" y="3352800"/>
                </a:cubicBezTo>
                <a:cubicBezTo>
                  <a:pt x="4136978" y="3352800"/>
                  <a:pt x="4143375" y="3359197"/>
                  <a:pt x="4143375" y="3367088"/>
                </a:cubicBezTo>
                <a:close/>
                <a:moveTo>
                  <a:pt x="4143375" y="3519488"/>
                </a:moveTo>
                <a:cubicBezTo>
                  <a:pt x="4143375" y="3527378"/>
                  <a:pt x="4136978" y="3533775"/>
                  <a:pt x="4129088" y="3533775"/>
                </a:cubicBezTo>
                <a:cubicBezTo>
                  <a:pt x="4121197" y="3533775"/>
                  <a:pt x="4114800" y="3527378"/>
                  <a:pt x="4114800" y="3519488"/>
                </a:cubicBezTo>
                <a:cubicBezTo>
                  <a:pt x="4114800" y="3511597"/>
                  <a:pt x="4121197" y="3505200"/>
                  <a:pt x="4129088" y="3505200"/>
                </a:cubicBezTo>
                <a:cubicBezTo>
                  <a:pt x="4136978" y="3505200"/>
                  <a:pt x="4143375" y="3511597"/>
                  <a:pt x="4143375" y="3519488"/>
                </a:cubicBezTo>
                <a:close/>
                <a:moveTo>
                  <a:pt x="4143375" y="3671888"/>
                </a:moveTo>
                <a:cubicBezTo>
                  <a:pt x="4143375" y="3679778"/>
                  <a:pt x="4136978" y="3686175"/>
                  <a:pt x="4129088" y="3686175"/>
                </a:cubicBezTo>
                <a:cubicBezTo>
                  <a:pt x="4121197" y="3686175"/>
                  <a:pt x="4114800" y="3679778"/>
                  <a:pt x="4114800" y="3671888"/>
                </a:cubicBezTo>
                <a:cubicBezTo>
                  <a:pt x="4114800" y="3663997"/>
                  <a:pt x="4121197" y="3657600"/>
                  <a:pt x="4129088" y="3657600"/>
                </a:cubicBezTo>
                <a:cubicBezTo>
                  <a:pt x="4136978" y="3657600"/>
                  <a:pt x="4143375" y="3663997"/>
                  <a:pt x="4143375" y="3671888"/>
                </a:cubicBezTo>
                <a:close/>
                <a:moveTo>
                  <a:pt x="4143375" y="3824288"/>
                </a:moveTo>
                <a:cubicBezTo>
                  <a:pt x="4143375" y="3832178"/>
                  <a:pt x="4136978" y="3838575"/>
                  <a:pt x="4129088" y="3838575"/>
                </a:cubicBezTo>
                <a:cubicBezTo>
                  <a:pt x="4121197" y="3838575"/>
                  <a:pt x="4114800" y="3832178"/>
                  <a:pt x="4114800" y="3824288"/>
                </a:cubicBezTo>
                <a:cubicBezTo>
                  <a:pt x="4114800" y="3816397"/>
                  <a:pt x="4121197" y="3810000"/>
                  <a:pt x="4129088" y="3810000"/>
                </a:cubicBezTo>
                <a:cubicBezTo>
                  <a:pt x="4136978" y="3810000"/>
                  <a:pt x="4143375" y="3816397"/>
                  <a:pt x="4143375" y="3824288"/>
                </a:cubicBezTo>
                <a:close/>
                <a:moveTo>
                  <a:pt x="4143375" y="3976688"/>
                </a:moveTo>
                <a:cubicBezTo>
                  <a:pt x="4143375" y="3984578"/>
                  <a:pt x="4136978" y="3990975"/>
                  <a:pt x="4129088" y="3990975"/>
                </a:cubicBezTo>
                <a:cubicBezTo>
                  <a:pt x="4121197" y="3990975"/>
                  <a:pt x="4114800" y="3984578"/>
                  <a:pt x="4114800" y="3976688"/>
                </a:cubicBezTo>
                <a:cubicBezTo>
                  <a:pt x="4114800" y="3968797"/>
                  <a:pt x="4121197" y="3962400"/>
                  <a:pt x="4129088" y="3962400"/>
                </a:cubicBezTo>
                <a:cubicBezTo>
                  <a:pt x="4136978" y="3962400"/>
                  <a:pt x="4143375" y="3968797"/>
                  <a:pt x="4143375" y="3976688"/>
                </a:cubicBezTo>
                <a:close/>
                <a:moveTo>
                  <a:pt x="4143375" y="4129088"/>
                </a:moveTo>
                <a:cubicBezTo>
                  <a:pt x="4143375" y="4136978"/>
                  <a:pt x="4136978" y="4143375"/>
                  <a:pt x="4129088" y="4143375"/>
                </a:cubicBezTo>
                <a:cubicBezTo>
                  <a:pt x="4121197" y="4143375"/>
                  <a:pt x="4114800" y="4136978"/>
                  <a:pt x="4114800" y="4129088"/>
                </a:cubicBezTo>
                <a:cubicBezTo>
                  <a:pt x="4114800" y="4121197"/>
                  <a:pt x="4121197" y="4114800"/>
                  <a:pt x="4129088" y="4114800"/>
                </a:cubicBezTo>
                <a:cubicBezTo>
                  <a:pt x="4136978" y="4114800"/>
                  <a:pt x="4143375" y="4121197"/>
                  <a:pt x="4143375" y="4129088"/>
                </a:cubicBezTo>
                <a:close/>
                <a:moveTo>
                  <a:pt x="4143375" y="4281488"/>
                </a:moveTo>
                <a:cubicBezTo>
                  <a:pt x="4143375" y="4289378"/>
                  <a:pt x="4136978" y="4295775"/>
                  <a:pt x="4129088" y="4295775"/>
                </a:cubicBezTo>
                <a:cubicBezTo>
                  <a:pt x="4121197" y="4295775"/>
                  <a:pt x="4114800" y="4289378"/>
                  <a:pt x="4114800" y="4281488"/>
                </a:cubicBezTo>
                <a:cubicBezTo>
                  <a:pt x="4114800" y="4273597"/>
                  <a:pt x="4121197" y="4267200"/>
                  <a:pt x="4129088" y="4267200"/>
                </a:cubicBezTo>
                <a:cubicBezTo>
                  <a:pt x="4136978" y="4267200"/>
                  <a:pt x="4143375" y="4273597"/>
                  <a:pt x="4143375" y="4281488"/>
                </a:cubicBezTo>
                <a:close/>
                <a:moveTo>
                  <a:pt x="4143375" y="4433888"/>
                </a:moveTo>
                <a:cubicBezTo>
                  <a:pt x="4143375" y="4441778"/>
                  <a:pt x="4136978" y="4448175"/>
                  <a:pt x="4129088" y="4448175"/>
                </a:cubicBezTo>
                <a:cubicBezTo>
                  <a:pt x="4121197" y="4448175"/>
                  <a:pt x="4114800" y="4441778"/>
                  <a:pt x="4114800" y="4433888"/>
                </a:cubicBezTo>
                <a:cubicBezTo>
                  <a:pt x="4114800" y="4425997"/>
                  <a:pt x="4121197" y="4419600"/>
                  <a:pt x="4129088" y="4419600"/>
                </a:cubicBezTo>
                <a:cubicBezTo>
                  <a:pt x="4136978" y="4419600"/>
                  <a:pt x="4143375" y="4425997"/>
                  <a:pt x="4143375" y="4433888"/>
                </a:cubicBezTo>
                <a:close/>
                <a:moveTo>
                  <a:pt x="4143375" y="4586288"/>
                </a:moveTo>
                <a:cubicBezTo>
                  <a:pt x="4143375" y="4594178"/>
                  <a:pt x="4136978" y="4600575"/>
                  <a:pt x="4129088" y="4600575"/>
                </a:cubicBezTo>
                <a:cubicBezTo>
                  <a:pt x="4121197" y="4600575"/>
                  <a:pt x="4114800" y="4594178"/>
                  <a:pt x="4114800" y="4586288"/>
                </a:cubicBezTo>
                <a:cubicBezTo>
                  <a:pt x="4114800" y="4578397"/>
                  <a:pt x="4121197" y="4572000"/>
                  <a:pt x="4129088" y="4572000"/>
                </a:cubicBezTo>
                <a:cubicBezTo>
                  <a:pt x="4136978" y="4572000"/>
                  <a:pt x="4143375" y="4578397"/>
                  <a:pt x="4143375" y="4586288"/>
                </a:cubicBezTo>
                <a:close/>
                <a:moveTo>
                  <a:pt x="4143375" y="4738688"/>
                </a:moveTo>
                <a:cubicBezTo>
                  <a:pt x="4143375" y="4746578"/>
                  <a:pt x="4136978" y="4752975"/>
                  <a:pt x="4129088" y="4752975"/>
                </a:cubicBezTo>
                <a:cubicBezTo>
                  <a:pt x="4121197" y="4752975"/>
                  <a:pt x="4114800" y="4746578"/>
                  <a:pt x="4114800" y="4738688"/>
                </a:cubicBezTo>
                <a:cubicBezTo>
                  <a:pt x="4114800" y="4730797"/>
                  <a:pt x="4121197" y="4724400"/>
                  <a:pt x="4129088" y="4724400"/>
                </a:cubicBezTo>
                <a:cubicBezTo>
                  <a:pt x="4136978" y="4724400"/>
                  <a:pt x="4143375" y="4730797"/>
                  <a:pt x="4143375" y="4738688"/>
                </a:cubicBezTo>
                <a:close/>
                <a:moveTo>
                  <a:pt x="4295775" y="14288"/>
                </a:moveTo>
                <a:cubicBezTo>
                  <a:pt x="4295775" y="22178"/>
                  <a:pt x="4289378" y="28575"/>
                  <a:pt x="4281488" y="28575"/>
                </a:cubicBezTo>
                <a:cubicBezTo>
                  <a:pt x="4273597" y="28575"/>
                  <a:pt x="4267200" y="22178"/>
                  <a:pt x="4267200" y="14288"/>
                </a:cubicBezTo>
                <a:cubicBezTo>
                  <a:pt x="4267200" y="6397"/>
                  <a:pt x="4273597" y="0"/>
                  <a:pt x="4281488" y="0"/>
                </a:cubicBezTo>
                <a:cubicBezTo>
                  <a:pt x="4289378" y="0"/>
                  <a:pt x="4295775" y="6397"/>
                  <a:pt x="4295775" y="14288"/>
                </a:cubicBezTo>
                <a:close/>
                <a:moveTo>
                  <a:pt x="4295775" y="166688"/>
                </a:moveTo>
                <a:cubicBezTo>
                  <a:pt x="4295775" y="174578"/>
                  <a:pt x="4289378" y="180975"/>
                  <a:pt x="4281488" y="180975"/>
                </a:cubicBezTo>
                <a:cubicBezTo>
                  <a:pt x="4273597" y="180975"/>
                  <a:pt x="4267200" y="174578"/>
                  <a:pt x="4267200" y="166688"/>
                </a:cubicBezTo>
                <a:cubicBezTo>
                  <a:pt x="4267200" y="158797"/>
                  <a:pt x="4273597" y="152400"/>
                  <a:pt x="4281488" y="152400"/>
                </a:cubicBezTo>
                <a:cubicBezTo>
                  <a:pt x="4289378" y="152400"/>
                  <a:pt x="4295775" y="158797"/>
                  <a:pt x="4295775" y="166688"/>
                </a:cubicBezTo>
                <a:close/>
                <a:moveTo>
                  <a:pt x="4295775" y="319088"/>
                </a:moveTo>
                <a:cubicBezTo>
                  <a:pt x="4295775" y="326978"/>
                  <a:pt x="4289378" y="333375"/>
                  <a:pt x="4281488" y="333375"/>
                </a:cubicBezTo>
                <a:cubicBezTo>
                  <a:pt x="4273597" y="333375"/>
                  <a:pt x="4267200" y="326978"/>
                  <a:pt x="4267200" y="319088"/>
                </a:cubicBezTo>
                <a:cubicBezTo>
                  <a:pt x="4267200" y="311197"/>
                  <a:pt x="4273597" y="304800"/>
                  <a:pt x="4281488" y="304800"/>
                </a:cubicBezTo>
                <a:cubicBezTo>
                  <a:pt x="4289378" y="304800"/>
                  <a:pt x="4295775" y="311197"/>
                  <a:pt x="4295775" y="319088"/>
                </a:cubicBezTo>
                <a:close/>
                <a:moveTo>
                  <a:pt x="4295775" y="471488"/>
                </a:moveTo>
                <a:cubicBezTo>
                  <a:pt x="4295775" y="479378"/>
                  <a:pt x="4289378" y="485775"/>
                  <a:pt x="4281488" y="485775"/>
                </a:cubicBezTo>
                <a:cubicBezTo>
                  <a:pt x="4273597" y="485775"/>
                  <a:pt x="4267200" y="479378"/>
                  <a:pt x="4267200" y="471488"/>
                </a:cubicBezTo>
                <a:cubicBezTo>
                  <a:pt x="4267200" y="463597"/>
                  <a:pt x="4273597" y="457200"/>
                  <a:pt x="4281488" y="457200"/>
                </a:cubicBezTo>
                <a:cubicBezTo>
                  <a:pt x="4289378" y="457200"/>
                  <a:pt x="4295775" y="463597"/>
                  <a:pt x="4295775" y="471488"/>
                </a:cubicBezTo>
                <a:close/>
                <a:moveTo>
                  <a:pt x="4295775" y="623888"/>
                </a:moveTo>
                <a:cubicBezTo>
                  <a:pt x="4295775" y="631778"/>
                  <a:pt x="4289378" y="638175"/>
                  <a:pt x="4281488" y="638175"/>
                </a:cubicBezTo>
                <a:cubicBezTo>
                  <a:pt x="4273597" y="638175"/>
                  <a:pt x="4267200" y="631778"/>
                  <a:pt x="4267200" y="623888"/>
                </a:cubicBezTo>
                <a:cubicBezTo>
                  <a:pt x="4267200" y="615997"/>
                  <a:pt x="4273597" y="609600"/>
                  <a:pt x="4281488" y="609600"/>
                </a:cubicBezTo>
                <a:cubicBezTo>
                  <a:pt x="4289378" y="609600"/>
                  <a:pt x="4295775" y="615997"/>
                  <a:pt x="4295775" y="623888"/>
                </a:cubicBezTo>
                <a:close/>
                <a:moveTo>
                  <a:pt x="4295775" y="776288"/>
                </a:moveTo>
                <a:cubicBezTo>
                  <a:pt x="4295775" y="784178"/>
                  <a:pt x="4289378" y="790575"/>
                  <a:pt x="4281488" y="790575"/>
                </a:cubicBezTo>
                <a:cubicBezTo>
                  <a:pt x="4273597" y="790575"/>
                  <a:pt x="4267200" y="784178"/>
                  <a:pt x="4267200" y="776288"/>
                </a:cubicBezTo>
                <a:cubicBezTo>
                  <a:pt x="4267200" y="768397"/>
                  <a:pt x="4273597" y="762000"/>
                  <a:pt x="4281488" y="762000"/>
                </a:cubicBezTo>
                <a:cubicBezTo>
                  <a:pt x="4289378" y="762000"/>
                  <a:pt x="4295775" y="768397"/>
                  <a:pt x="4295775" y="776288"/>
                </a:cubicBezTo>
                <a:close/>
                <a:moveTo>
                  <a:pt x="4295775" y="928688"/>
                </a:moveTo>
                <a:cubicBezTo>
                  <a:pt x="4295775" y="936578"/>
                  <a:pt x="4289378" y="942975"/>
                  <a:pt x="4281488" y="942975"/>
                </a:cubicBezTo>
                <a:cubicBezTo>
                  <a:pt x="4273597" y="942975"/>
                  <a:pt x="4267200" y="936578"/>
                  <a:pt x="4267200" y="928688"/>
                </a:cubicBezTo>
                <a:cubicBezTo>
                  <a:pt x="4267200" y="920797"/>
                  <a:pt x="4273597" y="914400"/>
                  <a:pt x="4281488" y="914400"/>
                </a:cubicBezTo>
                <a:cubicBezTo>
                  <a:pt x="4289378" y="914400"/>
                  <a:pt x="4295775" y="920797"/>
                  <a:pt x="4295775" y="928688"/>
                </a:cubicBezTo>
                <a:close/>
                <a:moveTo>
                  <a:pt x="4295775" y="1081088"/>
                </a:moveTo>
                <a:cubicBezTo>
                  <a:pt x="4295775" y="1088978"/>
                  <a:pt x="4289378" y="1095375"/>
                  <a:pt x="4281488" y="1095375"/>
                </a:cubicBezTo>
                <a:cubicBezTo>
                  <a:pt x="4273597" y="1095375"/>
                  <a:pt x="4267200" y="1088978"/>
                  <a:pt x="4267200" y="1081088"/>
                </a:cubicBezTo>
                <a:cubicBezTo>
                  <a:pt x="4267200" y="1073197"/>
                  <a:pt x="4273597" y="1066800"/>
                  <a:pt x="4281488" y="1066800"/>
                </a:cubicBezTo>
                <a:cubicBezTo>
                  <a:pt x="4289378" y="1066800"/>
                  <a:pt x="4295775" y="1073197"/>
                  <a:pt x="4295775" y="1081088"/>
                </a:cubicBezTo>
                <a:close/>
                <a:moveTo>
                  <a:pt x="4295775" y="1233488"/>
                </a:moveTo>
                <a:cubicBezTo>
                  <a:pt x="4295775" y="1241378"/>
                  <a:pt x="4289378" y="1247775"/>
                  <a:pt x="4281488" y="1247775"/>
                </a:cubicBezTo>
                <a:cubicBezTo>
                  <a:pt x="4273597" y="1247775"/>
                  <a:pt x="4267200" y="1241378"/>
                  <a:pt x="4267200" y="1233488"/>
                </a:cubicBezTo>
                <a:cubicBezTo>
                  <a:pt x="4267200" y="1225597"/>
                  <a:pt x="4273597" y="1219200"/>
                  <a:pt x="4281488" y="1219200"/>
                </a:cubicBezTo>
                <a:cubicBezTo>
                  <a:pt x="4289378" y="1219200"/>
                  <a:pt x="4295775" y="1225597"/>
                  <a:pt x="4295775" y="1233488"/>
                </a:cubicBezTo>
                <a:close/>
                <a:moveTo>
                  <a:pt x="4295775" y="1385888"/>
                </a:moveTo>
                <a:cubicBezTo>
                  <a:pt x="4295775" y="1393778"/>
                  <a:pt x="4289378" y="1400175"/>
                  <a:pt x="4281488" y="1400175"/>
                </a:cubicBezTo>
                <a:cubicBezTo>
                  <a:pt x="4273597" y="1400175"/>
                  <a:pt x="4267200" y="1393778"/>
                  <a:pt x="4267200" y="1385888"/>
                </a:cubicBezTo>
                <a:cubicBezTo>
                  <a:pt x="4267200" y="1377997"/>
                  <a:pt x="4273597" y="1371600"/>
                  <a:pt x="4281488" y="1371600"/>
                </a:cubicBezTo>
                <a:cubicBezTo>
                  <a:pt x="4289378" y="1371600"/>
                  <a:pt x="4295775" y="1377997"/>
                  <a:pt x="4295775" y="1385888"/>
                </a:cubicBezTo>
                <a:close/>
                <a:moveTo>
                  <a:pt x="4295775" y="1538288"/>
                </a:moveTo>
                <a:cubicBezTo>
                  <a:pt x="4295775" y="1546178"/>
                  <a:pt x="4289378" y="1552575"/>
                  <a:pt x="4281488" y="1552575"/>
                </a:cubicBezTo>
                <a:cubicBezTo>
                  <a:pt x="4273597" y="1552575"/>
                  <a:pt x="4267200" y="1546178"/>
                  <a:pt x="4267200" y="1538288"/>
                </a:cubicBezTo>
                <a:cubicBezTo>
                  <a:pt x="4267200" y="1530397"/>
                  <a:pt x="4273597" y="1524000"/>
                  <a:pt x="4281488" y="1524000"/>
                </a:cubicBezTo>
                <a:cubicBezTo>
                  <a:pt x="4289378" y="1524000"/>
                  <a:pt x="4295775" y="1530397"/>
                  <a:pt x="4295775" y="1538288"/>
                </a:cubicBezTo>
                <a:close/>
                <a:moveTo>
                  <a:pt x="4295775" y="1690688"/>
                </a:moveTo>
                <a:cubicBezTo>
                  <a:pt x="4295775" y="1698578"/>
                  <a:pt x="4289378" y="1704975"/>
                  <a:pt x="4281488" y="1704975"/>
                </a:cubicBezTo>
                <a:cubicBezTo>
                  <a:pt x="4273597" y="1704975"/>
                  <a:pt x="4267200" y="1698578"/>
                  <a:pt x="4267200" y="1690688"/>
                </a:cubicBezTo>
                <a:cubicBezTo>
                  <a:pt x="4267200" y="1682797"/>
                  <a:pt x="4273597" y="1676400"/>
                  <a:pt x="4281488" y="1676400"/>
                </a:cubicBezTo>
                <a:cubicBezTo>
                  <a:pt x="4289378" y="1676400"/>
                  <a:pt x="4295775" y="1682797"/>
                  <a:pt x="4295775" y="1690688"/>
                </a:cubicBezTo>
                <a:close/>
                <a:moveTo>
                  <a:pt x="4295775" y="1843088"/>
                </a:moveTo>
                <a:cubicBezTo>
                  <a:pt x="4295775" y="1850978"/>
                  <a:pt x="4289378" y="1857375"/>
                  <a:pt x="4281488" y="1857375"/>
                </a:cubicBezTo>
                <a:cubicBezTo>
                  <a:pt x="4273597" y="1857375"/>
                  <a:pt x="4267200" y="1850978"/>
                  <a:pt x="4267200" y="1843088"/>
                </a:cubicBezTo>
                <a:cubicBezTo>
                  <a:pt x="4267200" y="1835197"/>
                  <a:pt x="4273597" y="1828800"/>
                  <a:pt x="4281488" y="1828800"/>
                </a:cubicBezTo>
                <a:cubicBezTo>
                  <a:pt x="4289378" y="1828800"/>
                  <a:pt x="4295775" y="1835197"/>
                  <a:pt x="4295775" y="1843088"/>
                </a:cubicBezTo>
                <a:close/>
                <a:moveTo>
                  <a:pt x="4295775" y="1995488"/>
                </a:moveTo>
                <a:cubicBezTo>
                  <a:pt x="4295775" y="2003378"/>
                  <a:pt x="4289378" y="2009775"/>
                  <a:pt x="4281488" y="2009775"/>
                </a:cubicBezTo>
                <a:cubicBezTo>
                  <a:pt x="4273597" y="2009775"/>
                  <a:pt x="4267200" y="2003378"/>
                  <a:pt x="4267200" y="1995488"/>
                </a:cubicBezTo>
                <a:cubicBezTo>
                  <a:pt x="4267200" y="1987597"/>
                  <a:pt x="4273597" y="1981200"/>
                  <a:pt x="4281488" y="1981200"/>
                </a:cubicBezTo>
                <a:cubicBezTo>
                  <a:pt x="4289378" y="1981200"/>
                  <a:pt x="4295775" y="1987597"/>
                  <a:pt x="4295775" y="1995488"/>
                </a:cubicBezTo>
                <a:close/>
                <a:moveTo>
                  <a:pt x="4295775" y="2147888"/>
                </a:moveTo>
                <a:cubicBezTo>
                  <a:pt x="4295775" y="2155778"/>
                  <a:pt x="4289378" y="2162175"/>
                  <a:pt x="4281488" y="2162175"/>
                </a:cubicBezTo>
                <a:cubicBezTo>
                  <a:pt x="4273597" y="2162175"/>
                  <a:pt x="4267200" y="2155778"/>
                  <a:pt x="4267200" y="2147888"/>
                </a:cubicBezTo>
                <a:cubicBezTo>
                  <a:pt x="4267200" y="2139997"/>
                  <a:pt x="4273597" y="2133600"/>
                  <a:pt x="4281488" y="2133600"/>
                </a:cubicBezTo>
                <a:cubicBezTo>
                  <a:pt x="4289378" y="2133600"/>
                  <a:pt x="4295775" y="2139997"/>
                  <a:pt x="4295775" y="2147888"/>
                </a:cubicBezTo>
                <a:close/>
                <a:moveTo>
                  <a:pt x="4295775" y="2300288"/>
                </a:moveTo>
                <a:cubicBezTo>
                  <a:pt x="4295775" y="2308178"/>
                  <a:pt x="4289378" y="2314575"/>
                  <a:pt x="4281488" y="2314575"/>
                </a:cubicBezTo>
                <a:cubicBezTo>
                  <a:pt x="4273597" y="2314575"/>
                  <a:pt x="4267200" y="2308178"/>
                  <a:pt x="4267200" y="2300288"/>
                </a:cubicBezTo>
                <a:cubicBezTo>
                  <a:pt x="4267200" y="2292397"/>
                  <a:pt x="4273597" y="2286000"/>
                  <a:pt x="4281488" y="2286000"/>
                </a:cubicBezTo>
                <a:cubicBezTo>
                  <a:pt x="4289378" y="2286000"/>
                  <a:pt x="4295775" y="2292397"/>
                  <a:pt x="4295775" y="2300288"/>
                </a:cubicBezTo>
                <a:close/>
                <a:moveTo>
                  <a:pt x="4295775" y="2452688"/>
                </a:moveTo>
                <a:cubicBezTo>
                  <a:pt x="4295775" y="2460578"/>
                  <a:pt x="4289378" y="2466975"/>
                  <a:pt x="4281488" y="2466975"/>
                </a:cubicBezTo>
                <a:cubicBezTo>
                  <a:pt x="4273597" y="2466975"/>
                  <a:pt x="4267200" y="2460578"/>
                  <a:pt x="4267200" y="2452688"/>
                </a:cubicBezTo>
                <a:cubicBezTo>
                  <a:pt x="4267200" y="2444797"/>
                  <a:pt x="4273597" y="2438400"/>
                  <a:pt x="4281488" y="2438400"/>
                </a:cubicBezTo>
                <a:cubicBezTo>
                  <a:pt x="4289378" y="2438400"/>
                  <a:pt x="4295775" y="2444797"/>
                  <a:pt x="4295775" y="2452688"/>
                </a:cubicBezTo>
                <a:close/>
                <a:moveTo>
                  <a:pt x="4295775" y="2605088"/>
                </a:moveTo>
                <a:cubicBezTo>
                  <a:pt x="4295775" y="2612978"/>
                  <a:pt x="4289378" y="2619375"/>
                  <a:pt x="4281488" y="2619375"/>
                </a:cubicBezTo>
                <a:cubicBezTo>
                  <a:pt x="4273597" y="2619375"/>
                  <a:pt x="4267200" y="2612978"/>
                  <a:pt x="4267200" y="2605088"/>
                </a:cubicBezTo>
                <a:cubicBezTo>
                  <a:pt x="4267200" y="2597197"/>
                  <a:pt x="4273597" y="2590800"/>
                  <a:pt x="4281488" y="2590800"/>
                </a:cubicBezTo>
                <a:cubicBezTo>
                  <a:pt x="4289378" y="2590800"/>
                  <a:pt x="4295775" y="2597197"/>
                  <a:pt x="4295775" y="2605088"/>
                </a:cubicBezTo>
                <a:close/>
                <a:moveTo>
                  <a:pt x="4295775" y="2757488"/>
                </a:moveTo>
                <a:cubicBezTo>
                  <a:pt x="4295775" y="2765378"/>
                  <a:pt x="4289378" y="2771775"/>
                  <a:pt x="4281488" y="2771775"/>
                </a:cubicBezTo>
                <a:cubicBezTo>
                  <a:pt x="4273597" y="2771775"/>
                  <a:pt x="4267200" y="2765378"/>
                  <a:pt x="4267200" y="2757488"/>
                </a:cubicBezTo>
                <a:cubicBezTo>
                  <a:pt x="4267200" y="2749597"/>
                  <a:pt x="4273597" y="2743200"/>
                  <a:pt x="4281488" y="2743200"/>
                </a:cubicBezTo>
                <a:cubicBezTo>
                  <a:pt x="4289378" y="2743200"/>
                  <a:pt x="4295775" y="2749597"/>
                  <a:pt x="4295775" y="2757488"/>
                </a:cubicBezTo>
                <a:close/>
                <a:moveTo>
                  <a:pt x="4295775" y="2909888"/>
                </a:moveTo>
                <a:cubicBezTo>
                  <a:pt x="4295775" y="2917778"/>
                  <a:pt x="4289378" y="2924175"/>
                  <a:pt x="4281488" y="2924175"/>
                </a:cubicBezTo>
                <a:cubicBezTo>
                  <a:pt x="4273597" y="2924175"/>
                  <a:pt x="4267200" y="2917778"/>
                  <a:pt x="4267200" y="2909888"/>
                </a:cubicBezTo>
                <a:cubicBezTo>
                  <a:pt x="4267200" y="2901997"/>
                  <a:pt x="4273597" y="2895600"/>
                  <a:pt x="4281488" y="2895600"/>
                </a:cubicBezTo>
                <a:cubicBezTo>
                  <a:pt x="4289378" y="2895600"/>
                  <a:pt x="4295775" y="2901997"/>
                  <a:pt x="4295775" y="2909888"/>
                </a:cubicBezTo>
                <a:close/>
                <a:moveTo>
                  <a:pt x="4295775" y="3062288"/>
                </a:moveTo>
                <a:cubicBezTo>
                  <a:pt x="4295775" y="3070178"/>
                  <a:pt x="4289378" y="3076575"/>
                  <a:pt x="4281488" y="3076575"/>
                </a:cubicBezTo>
                <a:cubicBezTo>
                  <a:pt x="4273597" y="3076575"/>
                  <a:pt x="4267200" y="3070178"/>
                  <a:pt x="4267200" y="3062288"/>
                </a:cubicBezTo>
                <a:cubicBezTo>
                  <a:pt x="4267200" y="3054397"/>
                  <a:pt x="4273597" y="3048000"/>
                  <a:pt x="4281488" y="3048000"/>
                </a:cubicBezTo>
                <a:cubicBezTo>
                  <a:pt x="4289378" y="3048000"/>
                  <a:pt x="4295775" y="3054397"/>
                  <a:pt x="4295775" y="3062288"/>
                </a:cubicBezTo>
                <a:close/>
                <a:moveTo>
                  <a:pt x="4295775" y="3214688"/>
                </a:moveTo>
                <a:cubicBezTo>
                  <a:pt x="4295775" y="3222578"/>
                  <a:pt x="4289378" y="3228975"/>
                  <a:pt x="4281488" y="3228975"/>
                </a:cubicBezTo>
                <a:cubicBezTo>
                  <a:pt x="4273597" y="3228975"/>
                  <a:pt x="4267200" y="3222578"/>
                  <a:pt x="4267200" y="3214688"/>
                </a:cubicBezTo>
                <a:cubicBezTo>
                  <a:pt x="4267200" y="3206797"/>
                  <a:pt x="4273597" y="3200400"/>
                  <a:pt x="4281488" y="3200400"/>
                </a:cubicBezTo>
                <a:cubicBezTo>
                  <a:pt x="4289378" y="3200400"/>
                  <a:pt x="4295775" y="3206797"/>
                  <a:pt x="4295775" y="3214688"/>
                </a:cubicBezTo>
                <a:close/>
                <a:moveTo>
                  <a:pt x="4295775" y="3367088"/>
                </a:moveTo>
                <a:cubicBezTo>
                  <a:pt x="4295775" y="3374978"/>
                  <a:pt x="4289378" y="3381375"/>
                  <a:pt x="4281488" y="3381375"/>
                </a:cubicBezTo>
                <a:cubicBezTo>
                  <a:pt x="4273597" y="3381375"/>
                  <a:pt x="4267200" y="3374978"/>
                  <a:pt x="4267200" y="3367088"/>
                </a:cubicBezTo>
                <a:cubicBezTo>
                  <a:pt x="4267200" y="3359197"/>
                  <a:pt x="4273597" y="3352800"/>
                  <a:pt x="4281488" y="3352800"/>
                </a:cubicBezTo>
                <a:cubicBezTo>
                  <a:pt x="4289378" y="3352800"/>
                  <a:pt x="4295775" y="3359197"/>
                  <a:pt x="4295775" y="3367088"/>
                </a:cubicBezTo>
                <a:close/>
                <a:moveTo>
                  <a:pt x="4295775" y="3519488"/>
                </a:moveTo>
                <a:cubicBezTo>
                  <a:pt x="4295775" y="3527378"/>
                  <a:pt x="4289378" y="3533775"/>
                  <a:pt x="4281488" y="3533775"/>
                </a:cubicBezTo>
                <a:cubicBezTo>
                  <a:pt x="4273597" y="3533775"/>
                  <a:pt x="4267200" y="3527378"/>
                  <a:pt x="4267200" y="3519488"/>
                </a:cubicBezTo>
                <a:cubicBezTo>
                  <a:pt x="4267200" y="3511597"/>
                  <a:pt x="4273597" y="3505200"/>
                  <a:pt x="4281488" y="3505200"/>
                </a:cubicBezTo>
                <a:cubicBezTo>
                  <a:pt x="4289378" y="3505200"/>
                  <a:pt x="4295775" y="3511597"/>
                  <a:pt x="4295775" y="3519488"/>
                </a:cubicBezTo>
                <a:close/>
                <a:moveTo>
                  <a:pt x="4295775" y="3671888"/>
                </a:moveTo>
                <a:cubicBezTo>
                  <a:pt x="4295775" y="3679778"/>
                  <a:pt x="4289378" y="3686175"/>
                  <a:pt x="4281488" y="3686175"/>
                </a:cubicBezTo>
                <a:cubicBezTo>
                  <a:pt x="4273597" y="3686175"/>
                  <a:pt x="4267200" y="3679778"/>
                  <a:pt x="4267200" y="3671888"/>
                </a:cubicBezTo>
                <a:cubicBezTo>
                  <a:pt x="4267200" y="3663997"/>
                  <a:pt x="4273597" y="3657600"/>
                  <a:pt x="4281488" y="3657600"/>
                </a:cubicBezTo>
                <a:cubicBezTo>
                  <a:pt x="4289378" y="3657600"/>
                  <a:pt x="4295775" y="3663997"/>
                  <a:pt x="4295775" y="3671888"/>
                </a:cubicBezTo>
                <a:close/>
                <a:moveTo>
                  <a:pt x="4295775" y="3824288"/>
                </a:moveTo>
                <a:cubicBezTo>
                  <a:pt x="4295775" y="3832178"/>
                  <a:pt x="4289378" y="3838575"/>
                  <a:pt x="4281488" y="3838575"/>
                </a:cubicBezTo>
                <a:cubicBezTo>
                  <a:pt x="4273597" y="3838575"/>
                  <a:pt x="4267200" y="3832178"/>
                  <a:pt x="4267200" y="3824288"/>
                </a:cubicBezTo>
                <a:cubicBezTo>
                  <a:pt x="4267200" y="3816397"/>
                  <a:pt x="4273597" y="3810000"/>
                  <a:pt x="4281488" y="3810000"/>
                </a:cubicBezTo>
                <a:cubicBezTo>
                  <a:pt x="4289378" y="3810000"/>
                  <a:pt x="4295775" y="3816397"/>
                  <a:pt x="4295775" y="3824288"/>
                </a:cubicBezTo>
                <a:close/>
                <a:moveTo>
                  <a:pt x="4295775" y="3976688"/>
                </a:moveTo>
                <a:cubicBezTo>
                  <a:pt x="4295775" y="3984578"/>
                  <a:pt x="4289378" y="3990975"/>
                  <a:pt x="4281488" y="3990975"/>
                </a:cubicBezTo>
                <a:cubicBezTo>
                  <a:pt x="4273597" y="3990975"/>
                  <a:pt x="4267200" y="3984578"/>
                  <a:pt x="4267200" y="3976688"/>
                </a:cubicBezTo>
                <a:cubicBezTo>
                  <a:pt x="4267200" y="3968797"/>
                  <a:pt x="4273597" y="3962400"/>
                  <a:pt x="4281488" y="3962400"/>
                </a:cubicBezTo>
                <a:cubicBezTo>
                  <a:pt x="4289378" y="3962400"/>
                  <a:pt x="4295775" y="3968797"/>
                  <a:pt x="4295775" y="3976688"/>
                </a:cubicBezTo>
                <a:close/>
                <a:moveTo>
                  <a:pt x="4295775" y="4129088"/>
                </a:moveTo>
                <a:cubicBezTo>
                  <a:pt x="4295775" y="4136978"/>
                  <a:pt x="4289378" y="4143375"/>
                  <a:pt x="4281488" y="4143375"/>
                </a:cubicBezTo>
                <a:cubicBezTo>
                  <a:pt x="4273597" y="4143375"/>
                  <a:pt x="4267200" y="4136978"/>
                  <a:pt x="4267200" y="4129088"/>
                </a:cubicBezTo>
                <a:cubicBezTo>
                  <a:pt x="4267200" y="4121197"/>
                  <a:pt x="4273597" y="4114800"/>
                  <a:pt x="4281488" y="4114800"/>
                </a:cubicBezTo>
                <a:cubicBezTo>
                  <a:pt x="4289378" y="4114800"/>
                  <a:pt x="4295775" y="4121197"/>
                  <a:pt x="4295775" y="4129088"/>
                </a:cubicBezTo>
                <a:close/>
                <a:moveTo>
                  <a:pt x="4295775" y="4281488"/>
                </a:moveTo>
                <a:cubicBezTo>
                  <a:pt x="4295775" y="4289378"/>
                  <a:pt x="4289378" y="4295775"/>
                  <a:pt x="4281488" y="4295775"/>
                </a:cubicBezTo>
                <a:cubicBezTo>
                  <a:pt x="4273597" y="4295775"/>
                  <a:pt x="4267200" y="4289378"/>
                  <a:pt x="4267200" y="4281488"/>
                </a:cubicBezTo>
                <a:cubicBezTo>
                  <a:pt x="4267200" y="4273597"/>
                  <a:pt x="4273597" y="4267200"/>
                  <a:pt x="4281488" y="4267200"/>
                </a:cubicBezTo>
                <a:cubicBezTo>
                  <a:pt x="4289378" y="4267200"/>
                  <a:pt x="4295775" y="4273597"/>
                  <a:pt x="4295775" y="4281488"/>
                </a:cubicBezTo>
                <a:close/>
                <a:moveTo>
                  <a:pt x="4295775" y="4433888"/>
                </a:moveTo>
                <a:cubicBezTo>
                  <a:pt x="4295775" y="4441778"/>
                  <a:pt x="4289378" y="4448175"/>
                  <a:pt x="4281488" y="4448175"/>
                </a:cubicBezTo>
                <a:cubicBezTo>
                  <a:pt x="4273597" y="4448175"/>
                  <a:pt x="4267200" y="4441778"/>
                  <a:pt x="4267200" y="4433888"/>
                </a:cubicBezTo>
                <a:cubicBezTo>
                  <a:pt x="4267200" y="4425997"/>
                  <a:pt x="4273597" y="4419600"/>
                  <a:pt x="4281488" y="4419600"/>
                </a:cubicBezTo>
                <a:cubicBezTo>
                  <a:pt x="4289378" y="4419600"/>
                  <a:pt x="4295775" y="4425997"/>
                  <a:pt x="4295775" y="4433888"/>
                </a:cubicBezTo>
                <a:close/>
                <a:moveTo>
                  <a:pt x="4295775" y="4586288"/>
                </a:moveTo>
                <a:cubicBezTo>
                  <a:pt x="4295775" y="4594178"/>
                  <a:pt x="4289378" y="4600575"/>
                  <a:pt x="4281488" y="4600575"/>
                </a:cubicBezTo>
                <a:cubicBezTo>
                  <a:pt x="4273597" y="4600575"/>
                  <a:pt x="4267200" y="4594178"/>
                  <a:pt x="4267200" y="4586288"/>
                </a:cubicBezTo>
                <a:cubicBezTo>
                  <a:pt x="4267200" y="4578397"/>
                  <a:pt x="4273597" y="4572000"/>
                  <a:pt x="4281488" y="4572000"/>
                </a:cubicBezTo>
                <a:cubicBezTo>
                  <a:pt x="4289378" y="4572000"/>
                  <a:pt x="4295775" y="4578397"/>
                  <a:pt x="4295775" y="4586288"/>
                </a:cubicBezTo>
                <a:close/>
                <a:moveTo>
                  <a:pt x="4295775" y="4738688"/>
                </a:moveTo>
                <a:cubicBezTo>
                  <a:pt x="4295775" y="4746578"/>
                  <a:pt x="4289378" y="4752975"/>
                  <a:pt x="4281488" y="4752975"/>
                </a:cubicBezTo>
                <a:cubicBezTo>
                  <a:pt x="4273597" y="4752975"/>
                  <a:pt x="4267200" y="4746578"/>
                  <a:pt x="4267200" y="4738688"/>
                </a:cubicBezTo>
                <a:cubicBezTo>
                  <a:pt x="4267200" y="4730797"/>
                  <a:pt x="4273597" y="4724400"/>
                  <a:pt x="4281488" y="4724400"/>
                </a:cubicBezTo>
                <a:cubicBezTo>
                  <a:pt x="4289378" y="4724400"/>
                  <a:pt x="4295775" y="4730797"/>
                  <a:pt x="4295775" y="4738688"/>
                </a:cubicBezTo>
                <a:close/>
                <a:moveTo>
                  <a:pt x="4448175" y="14288"/>
                </a:moveTo>
                <a:cubicBezTo>
                  <a:pt x="4448175" y="22178"/>
                  <a:pt x="4441778" y="28575"/>
                  <a:pt x="4433888" y="28575"/>
                </a:cubicBezTo>
                <a:cubicBezTo>
                  <a:pt x="4425997" y="28575"/>
                  <a:pt x="4419600" y="22178"/>
                  <a:pt x="4419600" y="14288"/>
                </a:cubicBezTo>
                <a:cubicBezTo>
                  <a:pt x="4419600" y="6397"/>
                  <a:pt x="4425997" y="0"/>
                  <a:pt x="4433888" y="0"/>
                </a:cubicBezTo>
                <a:cubicBezTo>
                  <a:pt x="4441778" y="0"/>
                  <a:pt x="4448175" y="6397"/>
                  <a:pt x="4448175" y="14288"/>
                </a:cubicBezTo>
                <a:close/>
                <a:moveTo>
                  <a:pt x="4448175" y="166688"/>
                </a:moveTo>
                <a:cubicBezTo>
                  <a:pt x="4448175" y="174578"/>
                  <a:pt x="4441778" y="180975"/>
                  <a:pt x="4433888" y="180975"/>
                </a:cubicBezTo>
                <a:cubicBezTo>
                  <a:pt x="4425997" y="180975"/>
                  <a:pt x="4419600" y="174578"/>
                  <a:pt x="4419600" y="166688"/>
                </a:cubicBezTo>
                <a:cubicBezTo>
                  <a:pt x="4419600" y="158797"/>
                  <a:pt x="4425997" y="152400"/>
                  <a:pt x="4433888" y="152400"/>
                </a:cubicBezTo>
                <a:cubicBezTo>
                  <a:pt x="4441778" y="152400"/>
                  <a:pt x="4448175" y="158797"/>
                  <a:pt x="4448175" y="166688"/>
                </a:cubicBezTo>
                <a:close/>
                <a:moveTo>
                  <a:pt x="4448175" y="319088"/>
                </a:moveTo>
                <a:cubicBezTo>
                  <a:pt x="4448175" y="326978"/>
                  <a:pt x="4441778" y="333375"/>
                  <a:pt x="4433888" y="333375"/>
                </a:cubicBezTo>
                <a:cubicBezTo>
                  <a:pt x="4425997" y="333375"/>
                  <a:pt x="4419600" y="326978"/>
                  <a:pt x="4419600" y="319088"/>
                </a:cubicBezTo>
                <a:cubicBezTo>
                  <a:pt x="4419600" y="311197"/>
                  <a:pt x="4425997" y="304800"/>
                  <a:pt x="4433888" y="304800"/>
                </a:cubicBezTo>
                <a:cubicBezTo>
                  <a:pt x="4441778" y="304800"/>
                  <a:pt x="4448175" y="311197"/>
                  <a:pt x="4448175" y="319088"/>
                </a:cubicBezTo>
                <a:close/>
                <a:moveTo>
                  <a:pt x="4448175" y="471488"/>
                </a:moveTo>
                <a:cubicBezTo>
                  <a:pt x="4448175" y="479378"/>
                  <a:pt x="4441778" y="485775"/>
                  <a:pt x="4433888" y="485775"/>
                </a:cubicBezTo>
                <a:cubicBezTo>
                  <a:pt x="4425997" y="485775"/>
                  <a:pt x="4419600" y="479378"/>
                  <a:pt x="4419600" y="471488"/>
                </a:cubicBezTo>
                <a:cubicBezTo>
                  <a:pt x="4419600" y="463597"/>
                  <a:pt x="4425997" y="457200"/>
                  <a:pt x="4433888" y="457200"/>
                </a:cubicBezTo>
                <a:cubicBezTo>
                  <a:pt x="4441778" y="457200"/>
                  <a:pt x="4448175" y="463597"/>
                  <a:pt x="4448175" y="471488"/>
                </a:cubicBezTo>
                <a:close/>
                <a:moveTo>
                  <a:pt x="4448175" y="623888"/>
                </a:moveTo>
                <a:cubicBezTo>
                  <a:pt x="4448175" y="631778"/>
                  <a:pt x="4441778" y="638175"/>
                  <a:pt x="4433888" y="638175"/>
                </a:cubicBezTo>
                <a:cubicBezTo>
                  <a:pt x="4425997" y="638175"/>
                  <a:pt x="4419600" y="631778"/>
                  <a:pt x="4419600" y="623888"/>
                </a:cubicBezTo>
                <a:cubicBezTo>
                  <a:pt x="4419600" y="615997"/>
                  <a:pt x="4425997" y="609600"/>
                  <a:pt x="4433888" y="609600"/>
                </a:cubicBezTo>
                <a:cubicBezTo>
                  <a:pt x="4441778" y="609600"/>
                  <a:pt x="4448175" y="615997"/>
                  <a:pt x="4448175" y="623888"/>
                </a:cubicBezTo>
                <a:close/>
                <a:moveTo>
                  <a:pt x="4448175" y="776288"/>
                </a:moveTo>
                <a:cubicBezTo>
                  <a:pt x="4448175" y="784178"/>
                  <a:pt x="4441778" y="790575"/>
                  <a:pt x="4433888" y="790575"/>
                </a:cubicBezTo>
                <a:cubicBezTo>
                  <a:pt x="4425997" y="790575"/>
                  <a:pt x="4419600" y="784178"/>
                  <a:pt x="4419600" y="776288"/>
                </a:cubicBezTo>
                <a:cubicBezTo>
                  <a:pt x="4419600" y="768397"/>
                  <a:pt x="4425997" y="762000"/>
                  <a:pt x="4433888" y="762000"/>
                </a:cubicBezTo>
                <a:cubicBezTo>
                  <a:pt x="4441778" y="762000"/>
                  <a:pt x="4448175" y="768397"/>
                  <a:pt x="4448175" y="776288"/>
                </a:cubicBezTo>
                <a:close/>
                <a:moveTo>
                  <a:pt x="4448175" y="928688"/>
                </a:moveTo>
                <a:cubicBezTo>
                  <a:pt x="4448175" y="936578"/>
                  <a:pt x="4441778" y="942975"/>
                  <a:pt x="4433888" y="942975"/>
                </a:cubicBezTo>
                <a:cubicBezTo>
                  <a:pt x="4425997" y="942975"/>
                  <a:pt x="4419600" y="936578"/>
                  <a:pt x="4419600" y="928688"/>
                </a:cubicBezTo>
                <a:cubicBezTo>
                  <a:pt x="4419600" y="920797"/>
                  <a:pt x="4425997" y="914400"/>
                  <a:pt x="4433888" y="914400"/>
                </a:cubicBezTo>
                <a:cubicBezTo>
                  <a:pt x="4441778" y="914400"/>
                  <a:pt x="4448175" y="920797"/>
                  <a:pt x="4448175" y="928688"/>
                </a:cubicBezTo>
                <a:close/>
                <a:moveTo>
                  <a:pt x="4448175" y="1081088"/>
                </a:moveTo>
                <a:cubicBezTo>
                  <a:pt x="4448175" y="1088978"/>
                  <a:pt x="4441778" y="1095375"/>
                  <a:pt x="4433888" y="1095375"/>
                </a:cubicBezTo>
                <a:cubicBezTo>
                  <a:pt x="4425997" y="1095375"/>
                  <a:pt x="4419600" y="1088978"/>
                  <a:pt x="4419600" y="1081088"/>
                </a:cubicBezTo>
                <a:cubicBezTo>
                  <a:pt x="4419600" y="1073197"/>
                  <a:pt x="4425997" y="1066800"/>
                  <a:pt x="4433888" y="1066800"/>
                </a:cubicBezTo>
                <a:cubicBezTo>
                  <a:pt x="4441778" y="1066800"/>
                  <a:pt x="4448175" y="1073197"/>
                  <a:pt x="4448175" y="1081088"/>
                </a:cubicBezTo>
                <a:close/>
                <a:moveTo>
                  <a:pt x="4448175" y="1233488"/>
                </a:moveTo>
                <a:cubicBezTo>
                  <a:pt x="4448175" y="1241378"/>
                  <a:pt x="4441778" y="1247775"/>
                  <a:pt x="4433888" y="1247775"/>
                </a:cubicBezTo>
                <a:cubicBezTo>
                  <a:pt x="4425997" y="1247775"/>
                  <a:pt x="4419600" y="1241378"/>
                  <a:pt x="4419600" y="1233488"/>
                </a:cubicBezTo>
                <a:cubicBezTo>
                  <a:pt x="4419600" y="1225597"/>
                  <a:pt x="4425997" y="1219200"/>
                  <a:pt x="4433888" y="1219200"/>
                </a:cubicBezTo>
                <a:cubicBezTo>
                  <a:pt x="4441778" y="1219200"/>
                  <a:pt x="4448175" y="1225597"/>
                  <a:pt x="4448175" y="1233488"/>
                </a:cubicBezTo>
                <a:close/>
                <a:moveTo>
                  <a:pt x="4448175" y="1385888"/>
                </a:moveTo>
                <a:cubicBezTo>
                  <a:pt x="4448175" y="1393778"/>
                  <a:pt x="4441778" y="1400175"/>
                  <a:pt x="4433888" y="1400175"/>
                </a:cubicBezTo>
                <a:cubicBezTo>
                  <a:pt x="4425997" y="1400175"/>
                  <a:pt x="4419600" y="1393778"/>
                  <a:pt x="4419600" y="1385888"/>
                </a:cubicBezTo>
                <a:cubicBezTo>
                  <a:pt x="4419600" y="1377997"/>
                  <a:pt x="4425997" y="1371600"/>
                  <a:pt x="4433888" y="1371600"/>
                </a:cubicBezTo>
                <a:cubicBezTo>
                  <a:pt x="4441778" y="1371600"/>
                  <a:pt x="4448175" y="1377997"/>
                  <a:pt x="4448175" y="1385888"/>
                </a:cubicBezTo>
                <a:close/>
                <a:moveTo>
                  <a:pt x="4448175" y="1538288"/>
                </a:moveTo>
                <a:cubicBezTo>
                  <a:pt x="4448175" y="1546178"/>
                  <a:pt x="4441778" y="1552575"/>
                  <a:pt x="4433888" y="1552575"/>
                </a:cubicBezTo>
                <a:cubicBezTo>
                  <a:pt x="4425997" y="1552575"/>
                  <a:pt x="4419600" y="1546178"/>
                  <a:pt x="4419600" y="1538288"/>
                </a:cubicBezTo>
                <a:cubicBezTo>
                  <a:pt x="4419600" y="1530397"/>
                  <a:pt x="4425997" y="1524000"/>
                  <a:pt x="4433888" y="1524000"/>
                </a:cubicBezTo>
                <a:cubicBezTo>
                  <a:pt x="4441778" y="1524000"/>
                  <a:pt x="4448175" y="1530397"/>
                  <a:pt x="4448175" y="1538288"/>
                </a:cubicBezTo>
                <a:close/>
                <a:moveTo>
                  <a:pt x="4448175" y="1690688"/>
                </a:moveTo>
                <a:cubicBezTo>
                  <a:pt x="4448175" y="1698578"/>
                  <a:pt x="4441778" y="1704975"/>
                  <a:pt x="4433888" y="1704975"/>
                </a:cubicBezTo>
                <a:cubicBezTo>
                  <a:pt x="4425997" y="1704975"/>
                  <a:pt x="4419600" y="1698578"/>
                  <a:pt x="4419600" y="1690688"/>
                </a:cubicBezTo>
                <a:cubicBezTo>
                  <a:pt x="4419600" y="1682797"/>
                  <a:pt x="4425997" y="1676400"/>
                  <a:pt x="4433888" y="1676400"/>
                </a:cubicBezTo>
                <a:cubicBezTo>
                  <a:pt x="4441778" y="1676400"/>
                  <a:pt x="4448175" y="1682797"/>
                  <a:pt x="4448175" y="1690688"/>
                </a:cubicBezTo>
                <a:close/>
                <a:moveTo>
                  <a:pt x="4448175" y="1843088"/>
                </a:moveTo>
                <a:cubicBezTo>
                  <a:pt x="4448175" y="1850978"/>
                  <a:pt x="4441778" y="1857375"/>
                  <a:pt x="4433888" y="1857375"/>
                </a:cubicBezTo>
                <a:cubicBezTo>
                  <a:pt x="4425997" y="1857375"/>
                  <a:pt x="4419600" y="1850978"/>
                  <a:pt x="4419600" y="1843088"/>
                </a:cubicBezTo>
                <a:cubicBezTo>
                  <a:pt x="4419600" y="1835197"/>
                  <a:pt x="4425997" y="1828800"/>
                  <a:pt x="4433888" y="1828800"/>
                </a:cubicBezTo>
                <a:cubicBezTo>
                  <a:pt x="4441778" y="1828800"/>
                  <a:pt x="4448175" y="1835197"/>
                  <a:pt x="4448175" y="1843088"/>
                </a:cubicBezTo>
                <a:close/>
                <a:moveTo>
                  <a:pt x="4448175" y="1995488"/>
                </a:moveTo>
                <a:cubicBezTo>
                  <a:pt x="4448175" y="2003378"/>
                  <a:pt x="4441778" y="2009775"/>
                  <a:pt x="4433888" y="2009775"/>
                </a:cubicBezTo>
                <a:cubicBezTo>
                  <a:pt x="4425997" y="2009775"/>
                  <a:pt x="4419600" y="2003378"/>
                  <a:pt x="4419600" y="1995488"/>
                </a:cubicBezTo>
                <a:cubicBezTo>
                  <a:pt x="4419600" y="1987597"/>
                  <a:pt x="4425997" y="1981200"/>
                  <a:pt x="4433888" y="1981200"/>
                </a:cubicBezTo>
                <a:cubicBezTo>
                  <a:pt x="4441778" y="1981200"/>
                  <a:pt x="4448175" y="1987597"/>
                  <a:pt x="4448175" y="1995488"/>
                </a:cubicBezTo>
                <a:close/>
                <a:moveTo>
                  <a:pt x="4448175" y="2147888"/>
                </a:moveTo>
                <a:cubicBezTo>
                  <a:pt x="4448175" y="2155778"/>
                  <a:pt x="4441778" y="2162175"/>
                  <a:pt x="4433888" y="2162175"/>
                </a:cubicBezTo>
                <a:cubicBezTo>
                  <a:pt x="4425997" y="2162175"/>
                  <a:pt x="4419600" y="2155778"/>
                  <a:pt x="4419600" y="2147888"/>
                </a:cubicBezTo>
                <a:cubicBezTo>
                  <a:pt x="4419600" y="2139997"/>
                  <a:pt x="4425997" y="2133600"/>
                  <a:pt x="4433888" y="2133600"/>
                </a:cubicBezTo>
                <a:cubicBezTo>
                  <a:pt x="4441778" y="2133600"/>
                  <a:pt x="4448175" y="2139997"/>
                  <a:pt x="4448175" y="2147888"/>
                </a:cubicBezTo>
                <a:close/>
                <a:moveTo>
                  <a:pt x="4448175" y="2300288"/>
                </a:moveTo>
                <a:cubicBezTo>
                  <a:pt x="4448175" y="2308178"/>
                  <a:pt x="4441778" y="2314575"/>
                  <a:pt x="4433888" y="2314575"/>
                </a:cubicBezTo>
                <a:cubicBezTo>
                  <a:pt x="4425997" y="2314575"/>
                  <a:pt x="4419600" y="2308178"/>
                  <a:pt x="4419600" y="2300288"/>
                </a:cubicBezTo>
                <a:cubicBezTo>
                  <a:pt x="4419600" y="2292397"/>
                  <a:pt x="4425997" y="2286000"/>
                  <a:pt x="4433888" y="2286000"/>
                </a:cubicBezTo>
                <a:cubicBezTo>
                  <a:pt x="4441778" y="2286000"/>
                  <a:pt x="4448175" y="2292397"/>
                  <a:pt x="4448175" y="2300288"/>
                </a:cubicBezTo>
                <a:close/>
                <a:moveTo>
                  <a:pt x="4448175" y="2452688"/>
                </a:moveTo>
                <a:cubicBezTo>
                  <a:pt x="4448175" y="2460578"/>
                  <a:pt x="4441778" y="2466975"/>
                  <a:pt x="4433888" y="2466975"/>
                </a:cubicBezTo>
                <a:cubicBezTo>
                  <a:pt x="4425997" y="2466975"/>
                  <a:pt x="4419600" y="2460578"/>
                  <a:pt x="4419600" y="2452688"/>
                </a:cubicBezTo>
                <a:cubicBezTo>
                  <a:pt x="4419600" y="2444797"/>
                  <a:pt x="4425997" y="2438400"/>
                  <a:pt x="4433888" y="2438400"/>
                </a:cubicBezTo>
                <a:cubicBezTo>
                  <a:pt x="4441778" y="2438400"/>
                  <a:pt x="4448175" y="2444797"/>
                  <a:pt x="4448175" y="2452688"/>
                </a:cubicBezTo>
                <a:close/>
                <a:moveTo>
                  <a:pt x="4448175" y="2605088"/>
                </a:moveTo>
                <a:cubicBezTo>
                  <a:pt x="4448175" y="2612978"/>
                  <a:pt x="4441778" y="2619375"/>
                  <a:pt x="4433888" y="2619375"/>
                </a:cubicBezTo>
                <a:cubicBezTo>
                  <a:pt x="4425997" y="2619375"/>
                  <a:pt x="4419600" y="2612978"/>
                  <a:pt x="4419600" y="2605088"/>
                </a:cubicBezTo>
                <a:cubicBezTo>
                  <a:pt x="4419600" y="2597197"/>
                  <a:pt x="4425997" y="2590800"/>
                  <a:pt x="4433888" y="2590800"/>
                </a:cubicBezTo>
                <a:cubicBezTo>
                  <a:pt x="4441778" y="2590800"/>
                  <a:pt x="4448175" y="2597197"/>
                  <a:pt x="4448175" y="2605088"/>
                </a:cubicBezTo>
                <a:close/>
                <a:moveTo>
                  <a:pt x="4448175" y="2757488"/>
                </a:moveTo>
                <a:cubicBezTo>
                  <a:pt x="4448175" y="2765378"/>
                  <a:pt x="4441778" y="2771775"/>
                  <a:pt x="4433888" y="2771775"/>
                </a:cubicBezTo>
                <a:cubicBezTo>
                  <a:pt x="4425997" y="2771775"/>
                  <a:pt x="4419600" y="2765378"/>
                  <a:pt x="4419600" y="2757488"/>
                </a:cubicBezTo>
                <a:cubicBezTo>
                  <a:pt x="4419600" y="2749597"/>
                  <a:pt x="4425997" y="2743200"/>
                  <a:pt x="4433888" y="2743200"/>
                </a:cubicBezTo>
                <a:cubicBezTo>
                  <a:pt x="4441778" y="2743200"/>
                  <a:pt x="4448175" y="2749597"/>
                  <a:pt x="4448175" y="2757488"/>
                </a:cubicBezTo>
                <a:close/>
                <a:moveTo>
                  <a:pt x="4448175" y="2909888"/>
                </a:moveTo>
                <a:cubicBezTo>
                  <a:pt x="4448175" y="2917778"/>
                  <a:pt x="4441778" y="2924175"/>
                  <a:pt x="4433888" y="2924175"/>
                </a:cubicBezTo>
                <a:cubicBezTo>
                  <a:pt x="4425997" y="2924175"/>
                  <a:pt x="4419600" y="2917778"/>
                  <a:pt x="4419600" y="2909888"/>
                </a:cubicBezTo>
                <a:cubicBezTo>
                  <a:pt x="4419600" y="2901997"/>
                  <a:pt x="4425997" y="2895600"/>
                  <a:pt x="4433888" y="2895600"/>
                </a:cubicBezTo>
                <a:cubicBezTo>
                  <a:pt x="4441778" y="2895600"/>
                  <a:pt x="4448175" y="2901997"/>
                  <a:pt x="4448175" y="2909888"/>
                </a:cubicBezTo>
                <a:close/>
                <a:moveTo>
                  <a:pt x="4448175" y="3062288"/>
                </a:moveTo>
                <a:cubicBezTo>
                  <a:pt x="4448175" y="3070178"/>
                  <a:pt x="4441778" y="3076575"/>
                  <a:pt x="4433888" y="3076575"/>
                </a:cubicBezTo>
                <a:cubicBezTo>
                  <a:pt x="4425997" y="3076575"/>
                  <a:pt x="4419600" y="3070178"/>
                  <a:pt x="4419600" y="3062288"/>
                </a:cubicBezTo>
                <a:cubicBezTo>
                  <a:pt x="4419600" y="3054397"/>
                  <a:pt x="4425997" y="3048000"/>
                  <a:pt x="4433888" y="3048000"/>
                </a:cubicBezTo>
                <a:cubicBezTo>
                  <a:pt x="4441778" y="3048000"/>
                  <a:pt x="4448175" y="3054397"/>
                  <a:pt x="4448175" y="3062288"/>
                </a:cubicBezTo>
                <a:close/>
                <a:moveTo>
                  <a:pt x="4448175" y="3214688"/>
                </a:moveTo>
                <a:cubicBezTo>
                  <a:pt x="4448175" y="3222578"/>
                  <a:pt x="4441778" y="3228975"/>
                  <a:pt x="4433888" y="3228975"/>
                </a:cubicBezTo>
                <a:cubicBezTo>
                  <a:pt x="4425997" y="3228975"/>
                  <a:pt x="4419600" y="3222578"/>
                  <a:pt x="4419600" y="3214688"/>
                </a:cubicBezTo>
                <a:cubicBezTo>
                  <a:pt x="4419600" y="3206797"/>
                  <a:pt x="4425997" y="3200400"/>
                  <a:pt x="4433888" y="3200400"/>
                </a:cubicBezTo>
                <a:cubicBezTo>
                  <a:pt x="4441778" y="3200400"/>
                  <a:pt x="4448175" y="3206797"/>
                  <a:pt x="4448175" y="3214688"/>
                </a:cubicBezTo>
                <a:close/>
                <a:moveTo>
                  <a:pt x="4448175" y="3367088"/>
                </a:moveTo>
                <a:cubicBezTo>
                  <a:pt x="4448175" y="3374978"/>
                  <a:pt x="4441778" y="3381375"/>
                  <a:pt x="4433888" y="3381375"/>
                </a:cubicBezTo>
                <a:cubicBezTo>
                  <a:pt x="4425997" y="3381375"/>
                  <a:pt x="4419600" y="3374978"/>
                  <a:pt x="4419600" y="3367088"/>
                </a:cubicBezTo>
                <a:cubicBezTo>
                  <a:pt x="4419600" y="3359197"/>
                  <a:pt x="4425997" y="3352800"/>
                  <a:pt x="4433888" y="3352800"/>
                </a:cubicBezTo>
                <a:cubicBezTo>
                  <a:pt x="4441778" y="3352800"/>
                  <a:pt x="4448175" y="3359197"/>
                  <a:pt x="4448175" y="3367088"/>
                </a:cubicBezTo>
                <a:close/>
                <a:moveTo>
                  <a:pt x="4448175" y="3519488"/>
                </a:moveTo>
                <a:cubicBezTo>
                  <a:pt x="4448175" y="3527378"/>
                  <a:pt x="4441778" y="3533775"/>
                  <a:pt x="4433888" y="3533775"/>
                </a:cubicBezTo>
                <a:cubicBezTo>
                  <a:pt x="4425997" y="3533775"/>
                  <a:pt x="4419600" y="3527378"/>
                  <a:pt x="4419600" y="3519488"/>
                </a:cubicBezTo>
                <a:cubicBezTo>
                  <a:pt x="4419600" y="3511597"/>
                  <a:pt x="4425997" y="3505200"/>
                  <a:pt x="4433888" y="3505200"/>
                </a:cubicBezTo>
                <a:cubicBezTo>
                  <a:pt x="4441778" y="3505200"/>
                  <a:pt x="4448175" y="3511597"/>
                  <a:pt x="4448175" y="3519488"/>
                </a:cubicBezTo>
                <a:close/>
                <a:moveTo>
                  <a:pt x="4448175" y="3671888"/>
                </a:moveTo>
                <a:cubicBezTo>
                  <a:pt x="4448175" y="3679778"/>
                  <a:pt x="4441778" y="3686175"/>
                  <a:pt x="4433888" y="3686175"/>
                </a:cubicBezTo>
                <a:cubicBezTo>
                  <a:pt x="4425997" y="3686175"/>
                  <a:pt x="4419600" y="3679778"/>
                  <a:pt x="4419600" y="3671888"/>
                </a:cubicBezTo>
                <a:cubicBezTo>
                  <a:pt x="4419600" y="3663997"/>
                  <a:pt x="4425997" y="3657600"/>
                  <a:pt x="4433888" y="3657600"/>
                </a:cubicBezTo>
                <a:cubicBezTo>
                  <a:pt x="4441778" y="3657600"/>
                  <a:pt x="4448175" y="3663997"/>
                  <a:pt x="4448175" y="3671888"/>
                </a:cubicBezTo>
                <a:close/>
                <a:moveTo>
                  <a:pt x="4448175" y="3824288"/>
                </a:moveTo>
                <a:cubicBezTo>
                  <a:pt x="4448175" y="3832178"/>
                  <a:pt x="4441778" y="3838575"/>
                  <a:pt x="4433888" y="3838575"/>
                </a:cubicBezTo>
                <a:cubicBezTo>
                  <a:pt x="4425997" y="3838575"/>
                  <a:pt x="4419600" y="3832178"/>
                  <a:pt x="4419600" y="3824288"/>
                </a:cubicBezTo>
                <a:cubicBezTo>
                  <a:pt x="4419600" y="3816397"/>
                  <a:pt x="4425997" y="3810000"/>
                  <a:pt x="4433888" y="3810000"/>
                </a:cubicBezTo>
                <a:cubicBezTo>
                  <a:pt x="4441778" y="3810000"/>
                  <a:pt x="4448175" y="3816397"/>
                  <a:pt x="4448175" y="3824288"/>
                </a:cubicBezTo>
                <a:close/>
                <a:moveTo>
                  <a:pt x="4448175" y="3976688"/>
                </a:moveTo>
                <a:cubicBezTo>
                  <a:pt x="4448175" y="3984578"/>
                  <a:pt x="4441778" y="3990975"/>
                  <a:pt x="4433888" y="3990975"/>
                </a:cubicBezTo>
                <a:cubicBezTo>
                  <a:pt x="4425997" y="3990975"/>
                  <a:pt x="4419600" y="3984578"/>
                  <a:pt x="4419600" y="3976688"/>
                </a:cubicBezTo>
                <a:cubicBezTo>
                  <a:pt x="4419600" y="3968797"/>
                  <a:pt x="4425997" y="3962400"/>
                  <a:pt x="4433888" y="3962400"/>
                </a:cubicBezTo>
                <a:cubicBezTo>
                  <a:pt x="4441778" y="3962400"/>
                  <a:pt x="4448175" y="3968797"/>
                  <a:pt x="4448175" y="3976688"/>
                </a:cubicBezTo>
                <a:close/>
                <a:moveTo>
                  <a:pt x="4448175" y="4129088"/>
                </a:moveTo>
                <a:cubicBezTo>
                  <a:pt x="4448175" y="4136978"/>
                  <a:pt x="4441778" y="4143375"/>
                  <a:pt x="4433888" y="4143375"/>
                </a:cubicBezTo>
                <a:cubicBezTo>
                  <a:pt x="4425997" y="4143375"/>
                  <a:pt x="4419600" y="4136978"/>
                  <a:pt x="4419600" y="4129088"/>
                </a:cubicBezTo>
                <a:cubicBezTo>
                  <a:pt x="4419600" y="4121197"/>
                  <a:pt x="4425997" y="4114800"/>
                  <a:pt x="4433888" y="4114800"/>
                </a:cubicBezTo>
                <a:cubicBezTo>
                  <a:pt x="4441778" y="4114800"/>
                  <a:pt x="4448175" y="4121197"/>
                  <a:pt x="4448175" y="4129088"/>
                </a:cubicBezTo>
                <a:close/>
                <a:moveTo>
                  <a:pt x="4448175" y="4281488"/>
                </a:moveTo>
                <a:cubicBezTo>
                  <a:pt x="4448175" y="4289378"/>
                  <a:pt x="4441778" y="4295775"/>
                  <a:pt x="4433888" y="4295775"/>
                </a:cubicBezTo>
                <a:cubicBezTo>
                  <a:pt x="4425997" y="4295775"/>
                  <a:pt x="4419600" y="4289378"/>
                  <a:pt x="4419600" y="4281488"/>
                </a:cubicBezTo>
                <a:cubicBezTo>
                  <a:pt x="4419600" y="4273597"/>
                  <a:pt x="4425997" y="4267200"/>
                  <a:pt x="4433888" y="4267200"/>
                </a:cubicBezTo>
                <a:cubicBezTo>
                  <a:pt x="4441778" y="4267200"/>
                  <a:pt x="4448175" y="4273597"/>
                  <a:pt x="4448175" y="4281488"/>
                </a:cubicBezTo>
                <a:close/>
                <a:moveTo>
                  <a:pt x="4448175" y="4433888"/>
                </a:moveTo>
                <a:cubicBezTo>
                  <a:pt x="4448175" y="4441778"/>
                  <a:pt x="4441778" y="4448175"/>
                  <a:pt x="4433888" y="4448175"/>
                </a:cubicBezTo>
                <a:cubicBezTo>
                  <a:pt x="4425997" y="4448175"/>
                  <a:pt x="4419600" y="4441778"/>
                  <a:pt x="4419600" y="4433888"/>
                </a:cubicBezTo>
                <a:cubicBezTo>
                  <a:pt x="4419600" y="4425997"/>
                  <a:pt x="4425997" y="4419600"/>
                  <a:pt x="4433888" y="4419600"/>
                </a:cubicBezTo>
                <a:cubicBezTo>
                  <a:pt x="4441778" y="4419600"/>
                  <a:pt x="4448175" y="4425997"/>
                  <a:pt x="4448175" y="4433888"/>
                </a:cubicBezTo>
                <a:close/>
                <a:moveTo>
                  <a:pt x="4448175" y="4586288"/>
                </a:moveTo>
                <a:cubicBezTo>
                  <a:pt x="4448175" y="4594178"/>
                  <a:pt x="4441778" y="4600575"/>
                  <a:pt x="4433888" y="4600575"/>
                </a:cubicBezTo>
                <a:cubicBezTo>
                  <a:pt x="4425997" y="4600575"/>
                  <a:pt x="4419600" y="4594178"/>
                  <a:pt x="4419600" y="4586288"/>
                </a:cubicBezTo>
                <a:cubicBezTo>
                  <a:pt x="4419600" y="4578397"/>
                  <a:pt x="4425997" y="4572000"/>
                  <a:pt x="4433888" y="4572000"/>
                </a:cubicBezTo>
                <a:cubicBezTo>
                  <a:pt x="4441778" y="4572000"/>
                  <a:pt x="4448175" y="4578397"/>
                  <a:pt x="4448175" y="4586288"/>
                </a:cubicBezTo>
                <a:close/>
                <a:moveTo>
                  <a:pt x="4448175" y="4738688"/>
                </a:moveTo>
                <a:cubicBezTo>
                  <a:pt x="4448175" y="4746578"/>
                  <a:pt x="4441778" y="4752975"/>
                  <a:pt x="4433888" y="4752975"/>
                </a:cubicBezTo>
                <a:cubicBezTo>
                  <a:pt x="4425997" y="4752975"/>
                  <a:pt x="4419600" y="4746578"/>
                  <a:pt x="4419600" y="4738688"/>
                </a:cubicBezTo>
                <a:cubicBezTo>
                  <a:pt x="4419600" y="4730797"/>
                  <a:pt x="4425997" y="4724400"/>
                  <a:pt x="4433888" y="4724400"/>
                </a:cubicBezTo>
                <a:cubicBezTo>
                  <a:pt x="4441778" y="4724400"/>
                  <a:pt x="4448175" y="4730797"/>
                  <a:pt x="4448175" y="4738688"/>
                </a:cubicBezTo>
                <a:close/>
                <a:moveTo>
                  <a:pt x="4600575" y="14288"/>
                </a:moveTo>
                <a:cubicBezTo>
                  <a:pt x="4600575" y="22178"/>
                  <a:pt x="4594178" y="28575"/>
                  <a:pt x="4586288" y="28575"/>
                </a:cubicBezTo>
                <a:cubicBezTo>
                  <a:pt x="4578397" y="28575"/>
                  <a:pt x="4572000" y="22178"/>
                  <a:pt x="4572000" y="14288"/>
                </a:cubicBezTo>
                <a:cubicBezTo>
                  <a:pt x="4572000" y="6397"/>
                  <a:pt x="4578397" y="0"/>
                  <a:pt x="4586288" y="0"/>
                </a:cubicBezTo>
                <a:cubicBezTo>
                  <a:pt x="4594178" y="0"/>
                  <a:pt x="4600575" y="6397"/>
                  <a:pt x="4600575" y="14288"/>
                </a:cubicBezTo>
                <a:close/>
                <a:moveTo>
                  <a:pt x="4600575" y="166688"/>
                </a:moveTo>
                <a:cubicBezTo>
                  <a:pt x="4600575" y="174578"/>
                  <a:pt x="4594178" y="180975"/>
                  <a:pt x="4586288" y="180975"/>
                </a:cubicBezTo>
                <a:cubicBezTo>
                  <a:pt x="4578397" y="180975"/>
                  <a:pt x="4572000" y="174578"/>
                  <a:pt x="4572000" y="166688"/>
                </a:cubicBezTo>
                <a:cubicBezTo>
                  <a:pt x="4572000" y="158797"/>
                  <a:pt x="4578397" y="152400"/>
                  <a:pt x="4586288" y="152400"/>
                </a:cubicBezTo>
                <a:cubicBezTo>
                  <a:pt x="4594178" y="152400"/>
                  <a:pt x="4600575" y="158797"/>
                  <a:pt x="4600575" y="166688"/>
                </a:cubicBezTo>
                <a:close/>
                <a:moveTo>
                  <a:pt x="4600575" y="319088"/>
                </a:moveTo>
                <a:cubicBezTo>
                  <a:pt x="4600575" y="326978"/>
                  <a:pt x="4594178" y="333375"/>
                  <a:pt x="4586288" y="333375"/>
                </a:cubicBezTo>
                <a:cubicBezTo>
                  <a:pt x="4578397" y="333375"/>
                  <a:pt x="4572000" y="326978"/>
                  <a:pt x="4572000" y="319088"/>
                </a:cubicBezTo>
                <a:cubicBezTo>
                  <a:pt x="4572000" y="311197"/>
                  <a:pt x="4578397" y="304800"/>
                  <a:pt x="4586288" y="304800"/>
                </a:cubicBezTo>
                <a:cubicBezTo>
                  <a:pt x="4594178" y="304800"/>
                  <a:pt x="4600575" y="311197"/>
                  <a:pt x="4600575" y="319088"/>
                </a:cubicBezTo>
                <a:close/>
                <a:moveTo>
                  <a:pt x="4600575" y="471488"/>
                </a:moveTo>
                <a:cubicBezTo>
                  <a:pt x="4600575" y="479378"/>
                  <a:pt x="4594178" y="485775"/>
                  <a:pt x="4586288" y="485775"/>
                </a:cubicBezTo>
                <a:cubicBezTo>
                  <a:pt x="4578397" y="485775"/>
                  <a:pt x="4572000" y="479378"/>
                  <a:pt x="4572000" y="471488"/>
                </a:cubicBezTo>
                <a:cubicBezTo>
                  <a:pt x="4572000" y="463597"/>
                  <a:pt x="4578397" y="457200"/>
                  <a:pt x="4586288" y="457200"/>
                </a:cubicBezTo>
                <a:cubicBezTo>
                  <a:pt x="4594178" y="457200"/>
                  <a:pt x="4600575" y="463597"/>
                  <a:pt x="4600575" y="471488"/>
                </a:cubicBezTo>
                <a:close/>
                <a:moveTo>
                  <a:pt x="4600575" y="623888"/>
                </a:moveTo>
                <a:cubicBezTo>
                  <a:pt x="4600575" y="631778"/>
                  <a:pt x="4594178" y="638175"/>
                  <a:pt x="4586288" y="638175"/>
                </a:cubicBezTo>
                <a:cubicBezTo>
                  <a:pt x="4578397" y="638175"/>
                  <a:pt x="4572000" y="631778"/>
                  <a:pt x="4572000" y="623888"/>
                </a:cubicBezTo>
                <a:cubicBezTo>
                  <a:pt x="4572000" y="615997"/>
                  <a:pt x="4578397" y="609600"/>
                  <a:pt x="4586288" y="609600"/>
                </a:cubicBezTo>
                <a:cubicBezTo>
                  <a:pt x="4594178" y="609600"/>
                  <a:pt x="4600575" y="615997"/>
                  <a:pt x="4600575" y="623888"/>
                </a:cubicBezTo>
                <a:close/>
                <a:moveTo>
                  <a:pt x="4600575" y="776288"/>
                </a:moveTo>
                <a:cubicBezTo>
                  <a:pt x="4600575" y="784178"/>
                  <a:pt x="4594178" y="790575"/>
                  <a:pt x="4586288" y="790575"/>
                </a:cubicBezTo>
                <a:cubicBezTo>
                  <a:pt x="4578397" y="790575"/>
                  <a:pt x="4572000" y="784178"/>
                  <a:pt x="4572000" y="776288"/>
                </a:cubicBezTo>
                <a:cubicBezTo>
                  <a:pt x="4572000" y="768397"/>
                  <a:pt x="4578397" y="762000"/>
                  <a:pt x="4586288" y="762000"/>
                </a:cubicBezTo>
                <a:cubicBezTo>
                  <a:pt x="4594178" y="762000"/>
                  <a:pt x="4600575" y="768397"/>
                  <a:pt x="4600575" y="776288"/>
                </a:cubicBezTo>
                <a:close/>
                <a:moveTo>
                  <a:pt x="4600575" y="928688"/>
                </a:moveTo>
                <a:cubicBezTo>
                  <a:pt x="4600575" y="936578"/>
                  <a:pt x="4594178" y="942975"/>
                  <a:pt x="4586288" y="942975"/>
                </a:cubicBezTo>
                <a:cubicBezTo>
                  <a:pt x="4578397" y="942975"/>
                  <a:pt x="4572000" y="936578"/>
                  <a:pt x="4572000" y="928688"/>
                </a:cubicBezTo>
                <a:cubicBezTo>
                  <a:pt x="4572000" y="920797"/>
                  <a:pt x="4578397" y="914400"/>
                  <a:pt x="4586288" y="914400"/>
                </a:cubicBezTo>
                <a:cubicBezTo>
                  <a:pt x="4594178" y="914400"/>
                  <a:pt x="4600575" y="920797"/>
                  <a:pt x="4600575" y="928688"/>
                </a:cubicBezTo>
                <a:close/>
                <a:moveTo>
                  <a:pt x="4600575" y="1081088"/>
                </a:moveTo>
                <a:cubicBezTo>
                  <a:pt x="4600575" y="1088978"/>
                  <a:pt x="4594178" y="1095375"/>
                  <a:pt x="4586288" y="1095375"/>
                </a:cubicBezTo>
                <a:cubicBezTo>
                  <a:pt x="4578397" y="1095375"/>
                  <a:pt x="4572000" y="1088978"/>
                  <a:pt x="4572000" y="1081088"/>
                </a:cubicBezTo>
                <a:cubicBezTo>
                  <a:pt x="4572000" y="1073197"/>
                  <a:pt x="4578397" y="1066800"/>
                  <a:pt x="4586288" y="1066800"/>
                </a:cubicBezTo>
                <a:cubicBezTo>
                  <a:pt x="4594178" y="1066800"/>
                  <a:pt x="4600575" y="1073197"/>
                  <a:pt x="4600575" y="1081088"/>
                </a:cubicBezTo>
                <a:close/>
                <a:moveTo>
                  <a:pt x="4600575" y="1233488"/>
                </a:moveTo>
                <a:cubicBezTo>
                  <a:pt x="4600575" y="1241378"/>
                  <a:pt x="4594178" y="1247775"/>
                  <a:pt x="4586288" y="1247775"/>
                </a:cubicBezTo>
                <a:cubicBezTo>
                  <a:pt x="4578397" y="1247775"/>
                  <a:pt x="4572000" y="1241378"/>
                  <a:pt x="4572000" y="1233488"/>
                </a:cubicBezTo>
                <a:cubicBezTo>
                  <a:pt x="4572000" y="1225597"/>
                  <a:pt x="4578397" y="1219200"/>
                  <a:pt x="4586288" y="1219200"/>
                </a:cubicBezTo>
                <a:cubicBezTo>
                  <a:pt x="4594178" y="1219200"/>
                  <a:pt x="4600575" y="1225597"/>
                  <a:pt x="4600575" y="1233488"/>
                </a:cubicBezTo>
                <a:close/>
                <a:moveTo>
                  <a:pt x="4600575" y="1385888"/>
                </a:moveTo>
                <a:cubicBezTo>
                  <a:pt x="4600575" y="1393778"/>
                  <a:pt x="4594178" y="1400175"/>
                  <a:pt x="4586288" y="1400175"/>
                </a:cubicBezTo>
                <a:cubicBezTo>
                  <a:pt x="4578397" y="1400175"/>
                  <a:pt x="4572000" y="1393778"/>
                  <a:pt x="4572000" y="1385888"/>
                </a:cubicBezTo>
                <a:cubicBezTo>
                  <a:pt x="4572000" y="1377997"/>
                  <a:pt x="4578397" y="1371600"/>
                  <a:pt x="4586288" y="1371600"/>
                </a:cubicBezTo>
                <a:cubicBezTo>
                  <a:pt x="4594178" y="1371600"/>
                  <a:pt x="4600575" y="1377997"/>
                  <a:pt x="4600575" y="1385888"/>
                </a:cubicBezTo>
                <a:close/>
                <a:moveTo>
                  <a:pt x="4600575" y="1538288"/>
                </a:moveTo>
                <a:cubicBezTo>
                  <a:pt x="4600575" y="1546178"/>
                  <a:pt x="4594178" y="1552575"/>
                  <a:pt x="4586288" y="1552575"/>
                </a:cubicBezTo>
                <a:cubicBezTo>
                  <a:pt x="4578397" y="1552575"/>
                  <a:pt x="4572000" y="1546178"/>
                  <a:pt x="4572000" y="1538288"/>
                </a:cubicBezTo>
                <a:cubicBezTo>
                  <a:pt x="4572000" y="1530397"/>
                  <a:pt x="4578397" y="1524000"/>
                  <a:pt x="4586288" y="1524000"/>
                </a:cubicBezTo>
                <a:cubicBezTo>
                  <a:pt x="4594178" y="1524000"/>
                  <a:pt x="4600575" y="1530397"/>
                  <a:pt x="4600575" y="1538288"/>
                </a:cubicBezTo>
                <a:close/>
                <a:moveTo>
                  <a:pt x="4600575" y="1690688"/>
                </a:moveTo>
                <a:cubicBezTo>
                  <a:pt x="4600575" y="1698578"/>
                  <a:pt x="4594178" y="1704975"/>
                  <a:pt x="4586288" y="1704975"/>
                </a:cubicBezTo>
                <a:cubicBezTo>
                  <a:pt x="4578397" y="1704975"/>
                  <a:pt x="4572000" y="1698578"/>
                  <a:pt x="4572000" y="1690688"/>
                </a:cubicBezTo>
                <a:cubicBezTo>
                  <a:pt x="4572000" y="1682797"/>
                  <a:pt x="4578397" y="1676400"/>
                  <a:pt x="4586288" y="1676400"/>
                </a:cubicBezTo>
                <a:cubicBezTo>
                  <a:pt x="4594178" y="1676400"/>
                  <a:pt x="4600575" y="1682797"/>
                  <a:pt x="4600575" y="1690688"/>
                </a:cubicBezTo>
                <a:close/>
                <a:moveTo>
                  <a:pt x="4600575" y="1843088"/>
                </a:moveTo>
                <a:cubicBezTo>
                  <a:pt x="4600575" y="1850978"/>
                  <a:pt x="4594178" y="1857375"/>
                  <a:pt x="4586288" y="1857375"/>
                </a:cubicBezTo>
                <a:cubicBezTo>
                  <a:pt x="4578397" y="1857375"/>
                  <a:pt x="4572000" y="1850978"/>
                  <a:pt x="4572000" y="1843088"/>
                </a:cubicBezTo>
                <a:cubicBezTo>
                  <a:pt x="4572000" y="1835197"/>
                  <a:pt x="4578397" y="1828800"/>
                  <a:pt x="4586288" y="1828800"/>
                </a:cubicBezTo>
                <a:cubicBezTo>
                  <a:pt x="4594178" y="1828800"/>
                  <a:pt x="4600575" y="1835197"/>
                  <a:pt x="4600575" y="1843088"/>
                </a:cubicBezTo>
                <a:close/>
                <a:moveTo>
                  <a:pt x="4600575" y="1995488"/>
                </a:moveTo>
                <a:cubicBezTo>
                  <a:pt x="4600575" y="2003378"/>
                  <a:pt x="4594178" y="2009775"/>
                  <a:pt x="4586288" y="2009775"/>
                </a:cubicBezTo>
                <a:cubicBezTo>
                  <a:pt x="4578397" y="2009775"/>
                  <a:pt x="4572000" y="2003378"/>
                  <a:pt x="4572000" y="1995488"/>
                </a:cubicBezTo>
                <a:cubicBezTo>
                  <a:pt x="4572000" y="1987597"/>
                  <a:pt x="4578397" y="1981200"/>
                  <a:pt x="4586288" y="1981200"/>
                </a:cubicBezTo>
                <a:cubicBezTo>
                  <a:pt x="4594178" y="1981200"/>
                  <a:pt x="4600575" y="1987597"/>
                  <a:pt x="4600575" y="1995488"/>
                </a:cubicBezTo>
                <a:close/>
                <a:moveTo>
                  <a:pt x="4600575" y="2147888"/>
                </a:moveTo>
                <a:cubicBezTo>
                  <a:pt x="4600575" y="2155778"/>
                  <a:pt x="4594178" y="2162175"/>
                  <a:pt x="4586288" y="2162175"/>
                </a:cubicBezTo>
                <a:cubicBezTo>
                  <a:pt x="4578397" y="2162175"/>
                  <a:pt x="4572000" y="2155778"/>
                  <a:pt x="4572000" y="2147888"/>
                </a:cubicBezTo>
                <a:cubicBezTo>
                  <a:pt x="4572000" y="2139997"/>
                  <a:pt x="4578397" y="2133600"/>
                  <a:pt x="4586288" y="2133600"/>
                </a:cubicBezTo>
                <a:cubicBezTo>
                  <a:pt x="4594178" y="2133600"/>
                  <a:pt x="4600575" y="2139997"/>
                  <a:pt x="4600575" y="2147888"/>
                </a:cubicBezTo>
                <a:close/>
                <a:moveTo>
                  <a:pt x="4600575" y="2300288"/>
                </a:moveTo>
                <a:cubicBezTo>
                  <a:pt x="4600575" y="2308178"/>
                  <a:pt x="4594178" y="2314575"/>
                  <a:pt x="4586288" y="2314575"/>
                </a:cubicBezTo>
                <a:cubicBezTo>
                  <a:pt x="4578397" y="2314575"/>
                  <a:pt x="4572000" y="2308178"/>
                  <a:pt x="4572000" y="2300288"/>
                </a:cubicBezTo>
                <a:cubicBezTo>
                  <a:pt x="4572000" y="2292397"/>
                  <a:pt x="4578397" y="2286000"/>
                  <a:pt x="4586288" y="2286000"/>
                </a:cubicBezTo>
                <a:cubicBezTo>
                  <a:pt x="4594178" y="2286000"/>
                  <a:pt x="4600575" y="2292397"/>
                  <a:pt x="4600575" y="2300288"/>
                </a:cubicBezTo>
                <a:close/>
                <a:moveTo>
                  <a:pt x="4600575" y="2452688"/>
                </a:moveTo>
                <a:cubicBezTo>
                  <a:pt x="4600575" y="2460578"/>
                  <a:pt x="4594178" y="2466975"/>
                  <a:pt x="4586288" y="2466975"/>
                </a:cubicBezTo>
                <a:cubicBezTo>
                  <a:pt x="4578397" y="2466975"/>
                  <a:pt x="4572000" y="2460578"/>
                  <a:pt x="4572000" y="2452688"/>
                </a:cubicBezTo>
                <a:cubicBezTo>
                  <a:pt x="4572000" y="2444797"/>
                  <a:pt x="4578397" y="2438400"/>
                  <a:pt x="4586288" y="2438400"/>
                </a:cubicBezTo>
                <a:cubicBezTo>
                  <a:pt x="4594178" y="2438400"/>
                  <a:pt x="4600575" y="2444797"/>
                  <a:pt x="4600575" y="2452688"/>
                </a:cubicBezTo>
                <a:close/>
                <a:moveTo>
                  <a:pt x="4600575" y="2605088"/>
                </a:moveTo>
                <a:cubicBezTo>
                  <a:pt x="4600575" y="2612978"/>
                  <a:pt x="4594178" y="2619375"/>
                  <a:pt x="4586288" y="2619375"/>
                </a:cubicBezTo>
                <a:cubicBezTo>
                  <a:pt x="4578397" y="2619375"/>
                  <a:pt x="4572000" y="2612978"/>
                  <a:pt x="4572000" y="2605088"/>
                </a:cubicBezTo>
                <a:cubicBezTo>
                  <a:pt x="4572000" y="2597197"/>
                  <a:pt x="4578397" y="2590800"/>
                  <a:pt x="4586288" y="2590800"/>
                </a:cubicBezTo>
                <a:cubicBezTo>
                  <a:pt x="4594178" y="2590800"/>
                  <a:pt x="4600575" y="2597197"/>
                  <a:pt x="4600575" y="2605088"/>
                </a:cubicBezTo>
                <a:close/>
                <a:moveTo>
                  <a:pt x="4600575" y="2757488"/>
                </a:moveTo>
                <a:cubicBezTo>
                  <a:pt x="4600575" y="2765378"/>
                  <a:pt x="4594178" y="2771775"/>
                  <a:pt x="4586288" y="2771775"/>
                </a:cubicBezTo>
                <a:cubicBezTo>
                  <a:pt x="4578397" y="2771775"/>
                  <a:pt x="4572000" y="2765378"/>
                  <a:pt x="4572000" y="2757488"/>
                </a:cubicBezTo>
                <a:cubicBezTo>
                  <a:pt x="4572000" y="2749597"/>
                  <a:pt x="4578397" y="2743200"/>
                  <a:pt x="4586288" y="2743200"/>
                </a:cubicBezTo>
                <a:cubicBezTo>
                  <a:pt x="4594178" y="2743200"/>
                  <a:pt x="4600575" y="2749597"/>
                  <a:pt x="4600575" y="2757488"/>
                </a:cubicBezTo>
                <a:close/>
                <a:moveTo>
                  <a:pt x="4600575" y="2909888"/>
                </a:moveTo>
                <a:cubicBezTo>
                  <a:pt x="4600575" y="2917778"/>
                  <a:pt x="4594178" y="2924175"/>
                  <a:pt x="4586288" y="2924175"/>
                </a:cubicBezTo>
                <a:cubicBezTo>
                  <a:pt x="4578397" y="2924175"/>
                  <a:pt x="4572000" y="2917778"/>
                  <a:pt x="4572000" y="2909888"/>
                </a:cubicBezTo>
                <a:cubicBezTo>
                  <a:pt x="4572000" y="2901997"/>
                  <a:pt x="4578397" y="2895600"/>
                  <a:pt x="4586288" y="2895600"/>
                </a:cubicBezTo>
                <a:cubicBezTo>
                  <a:pt x="4594178" y="2895600"/>
                  <a:pt x="4600575" y="2901997"/>
                  <a:pt x="4600575" y="2909888"/>
                </a:cubicBezTo>
                <a:close/>
                <a:moveTo>
                  <a:pt x="4600575" y="3062288"/>
                </a:moveTo>
                <a:cubicBezTo>
                  <a:pt x="4600575" y="3070178"/>
                  <a:pt x="4594178" y="3076575"/>
                  <a:pt x="4586288" y="3076575"/>
                </a:cubicBezTo>
                <a:cubicBezTo>
                  <a:pt x="4578397" y="3076575"/>
                  <a:pt x="4572000" y="3070178"/>
                  <a:pt x="4572000" y="3062288"/>
                </a:cubicBezTo>
                <a:cubicBezTo>
                  <a:pt x="4572000" y="3054397"/>
                  <a:pt x="4578397" y="3048000"/>
                  <a:pt x="4586288" y="3048000"/>
                </a:cubicBezTo>
                <a:cubicBezTo>
                  <a:pt x="4594178" y="3048000"/>
                  <a:pt x="4600575" y="3054397"/>
                  <a:pt x="4600575" y="3062288"/>
                </a:cubicBezTo>
                <a:close/>
                <a:moveTo>
                  <a:pt x="4600575" y="3214688"/>
                </a:moveTo>
                <a:cubicBezTo>
                  <a:pt x="4600575" y="3222578"/>
                  <a:pt x="4594178" y="3228975"/>
                  <a:pt x="4586288" y="3228975"/>
                </a:cubicBezTo>
                <a:cubicBezTo>
                  <a:pt x="4578397" y="3228975"/>
                  <a:pt x="4572000" y="3222578"/>
                  <a:pt x="4572000" y="3214688"/>
                </a:cubicBezTo>
                <a:cubicBezTo>
                  <a:pt x="4572000" y="3206797"/>
                  <a:pt x="4578397" y="3200400"/>
                  <a:pt x="4586288" y="3200400"/>
                </a:cubicBezTo>
                <a:cubicBezTo>
                  <a:pt x="4594178" y="3200400"/>
                  <a:pt x="4600575" y="3206797"/>
                  <a:pt x="4600575" y="3214688"/>
                </a:cubicBezTo>
                <a:close/>
                <a:moveTo>
                  <a:pt x="4600575" y="3367088"/>
                </a:moveTo>
                <a:cubicBezTo>
                  <a:pt x="4600575" y="3374978"/>
                  <a:pt x="4594178" y="3381375"/>
                  <a:pt x="4586288" y="3381375"/>
                </a:cubicBezTo>
                <a:cubicBezTo>
                  <a:pt x="4578397" y="3381375"/>
                  <a:pt x="4572000" y="3374978"/>
                  <a:pt x="4572000" y="3367088"/>
                </a:cubicBezTo>
                <a:cubicBezTo>
                  <a:pt x="4572000" y="3359197"/>
                  <a:pt x="4578397" y="3352800"/>
                  <a:pt x="4586288" y="3352800"/>
                </a:cubicBezTo>
                <a:cubicBezTo>
                  <a:pt x="4594178" y="3352800"/>
                  <a:pt x="4600575" y="3359197"/>
                  <a:pt x="4600575" y="3367088"/>
                </a:cubicBezTo>
                <a:close/>
                <a:moveTo>
                  <a:pt x="4600575" y="3519488"/>
                </a:moveTo>
                <a:cubicBezTo>
                  <a:pt x="4600575" y="3527378"/>
                  <a:pt x="4594178" y="3533775"/>
                  <a:pt x="4586288" y="3533775"/>
                </a:cubicBezTo>
                <a:cubicBezTo>
                  <a:pt x="4578397" y="3533775"/>
                  <a:pt x="4572000" y="3527378"/>
                  <a:pt x="4572000" y="3519488"/>
                </a:cubicBezTo>
                <a:cubicBezTo>
                  <a:pt x="4572000" y="3511597"/>
                  <a:pt x="4578397" y="3505200"/>
                  <a:pt x="4586288" y="3505200"/>
                </a:cubicBezTo>
                <a:cubicBezTo>
                  <a:pt x="4594178" y="3505200"/>
                  <a:pt x="4600575" y="3511597"/>
                  <a:pt x="4600575" y="3519488"/>
                </a:cubicBezTo>
                <a:close/>
                <a:moveTo>
                  <a:pt x="4600575" y="3671888"/>
                </a:moveTo>
                <a:cubicBezTo>
                  <a:pt x="4600575" y="3679778"/>
                  <a:pt x="4594178" y="3686175"/>
                  <a:pt x="4586288" y="3686175"/>
                </a:cubicBezTo>
                <a:cubicBezTo>
                  <a:pt x="4578397" y="3686175"/>
                  <a:pt x="4572000" y="3679778"/>
                  <a:pt x="4572000" y="3671888"/>
                </a:cubicBezTo>
                <a:cubicBezTo>
                  <a:pt x="4572000" y="3663997"/>
                  <a:pt x="4578397" y="3657600"/>
                  <a:pt x="4586288" y="3657600"/>
                </a:cubicBezTo>
                <a:cubicBezTo>
                  <a:pt x="4594178" y="3657600"/>
                  <a:pt x="4600575" y="3663997"/>
                  <a:pt x="4600575" y="3671888"/>
                </a:cubicBezTo>
                <a:close/>
                <a:moveTo>
                  <a:pt x="4600575" y="3824288"/>
                </a:moveTo>
                <a:cubicBezTo>
                  <a:pt x="4600575" y="3832178"/>
                  <a:pt x="4594178" y="3838575"/>
                  <a:pt x="4586288" y="3838575"/>
                </a:cubicBezTo>
                <a:cubicBezTo>
                  <a:pt x="4578397" y="3838575"/>
                  <a:pt x="4572000" y="3832178"/>
                  <a:pt x="4572000" y="3824288"/>
                </a:cubicBezTo>
                <a:cubicBezTo>
                  <a:pt x="4572000" y="3816397"/>
                  <a:pt x="4578397" y="3810000"/>
                  <a:pt x="4586288" y="3810000"/>
                </a:cubicBezTo>
                <a:cubicBezTo>
                  <a:pt x="4594178" y="3810000"/>
                  <a:pt x="4600575" y="3816397"/>
                  <a:pt x="4600575" y="3824288"/>
                </a:cubicBezTo>
                <a:close/>
                <a:moveTo>
                  <a:pt x="4600575" y="3976688"/>
                </a:moveTo>
                <a:cubicBezTo>
                  <a:pt x="4600575" y="3984578"/>
                  <a:pt x="4594178" y="3990975"/>
                  <a:pt x="4586288" y="3990975"/>
                </a:cubicBezTo>
                <a:cubicBezTo>
                  <a:pt x="4578397" y="3990975"/>
                  <a:pt x="4572000" y="3984578"/>
                  <a:pt x="4572000" y="3976688"/>
                </a:cubicBezTo>
                <a:cubicBezTo>
                  <a:pt x="4572000" y="3968797"/>
                  <a:pt x="4578397" y="3962400"/>
                  <a:pt x="4586288" y="3962400"/>
                </a:cubicBezTo>
                <a:cubicBezTo>
                  <a:pt x="4594178" y="3962400"/>
                  <a:pt x="4600575" y="3968797"/>
                  <a:pt x="4600575" y="3976688"/>
                </a:cubicBezTo>
                <a:close/>
                <a:moveTo>
                  <a:pt x="4600575" y="4129088"/>
                </a:moveTo>
                <a:cubicBezTo>
                  <a:pt x="4600575" y="4136978"/>
                  <a:pt x="4594178" y="4143375"/>
                  <a:pt x="4586288" y="4143375"/>
                </a:cubicBezTo>
                <a:cubicBezTo>
                  <a:pt x="4578397" y="4143375"/>
                  <a:pt x="4572000" y="4136978"/>
                  <a:pt x="4572000" y="4129088"/>
                </a:cubicBezTo>
                <a:cubicBezTo>
                  <a:pt x="4572000" y="4121197"/>
                  <a:pt x="4578397" y="4114800"/>
                  <a:pt x="4586288" y="4114800"/>
                </a:cubicBezTo>
                <a:cubicBezTo>
                  <a:pt x="4594178" y="4114800"/>
                  <a:pt x="4600575" y="4121197"/>
                  <a:pt x="4600575" y="4129088"/>
                </a:cubicBezTo>
                <a:close/>
                <a:moveTo>
                  <a:pt x="4600575" y="4281488"/>
                </a:moveTo>
                <a:cubicBezTo>
                  <a:pt x="4600575" y="4289378"/>
                  <a:pt x="4594178" y="4295775"/>
                  <a:pt x="4586288" y="4295775"/>
                </a:cubicBezTo>
                <a:cubicBezTo>
                  <a:pt x="4578397" y="4295775"/>
                  <a:pt x="4572000" y="4289378"/>
                  <a:pt x="4572000" y="4281488"/>
                </a:cubicBezTo>
                <a:cubicBezTo>
                  <a:pt x="4572000" y="4273597"/>
                  <a:pt x="4578397" y="4267200"/>
                  <a:pt x="4586288" y="4267200"/>
                </a:cubicBezTo>
                <a:cubicBezTo>
                  <a:pt x="4594178" y="4267200"/>
                  <a:pt x="4600575" y="4273597"/>
                  <a:pt x="4600575" y="4281488"/>
                </a:cubicBezTo>
                <a:close/>
                <a:moveTo>
                  <a:pt x="4600575" y="4433888"/>
                </a:moveTo>
                <a:cubicBezTo>
                  <a:pt x="4600575" y="4441778"/>
                  <a:pt x="4594178" y="4448175"/>
                  <a:pt x="4586288" y="4448175"/>
                </a:cubicBezTo>
                <a:cubicBezTo>
                  <a:pt x="4578397" y="4448175"/>
                  <a:pt x="4572000" y="4441778"/>
                  <a:pt x="4572000" y="4433888"/>
                </a:cubicBezTo>
                <a:cubicBezTo>
                  <a:pt x="4572000" y="4425997"/>
                  <a:pt x="4578397" y="4419600"/>
                  <a:pt x="4586288" y="4419600"/>
                </a:cubicBezTo>
                <a:cubicBezTo>
                  <a:pt x="4594178" y="4419600"/>
                  <a:pt x="4600575" y="4425997"/>
                  <a:pt x="4600575" y="4433888"/>
                </a:cubicBezTo>
                <a:close/>
                <a:moveTo>
                  <a:pt x="4600575" y="4586288"/>
                </a:moveTo>
                <a:cubicBezTo>
                  <a:pt x="4600575" y="4594178"/>
                  <a:pt x="4594178" y="4600575"/>
                  <a:pt x="4586288" y="4600575"/>
                </a:cubicBezTo>
                <a:cubicBezTo>
                  <a:pt x="4578397" y="4600575"/>
                  <a:pt x="4572000" y="4594178"/>
                  <a:pt x="4572000" y="4586288"/>
                </a:cubicBezTo>
                <a:cubicBezTo>
                  <a:pt x="4572000" y="4578397"/>
                  <a:pt x="4578397" y="4572000"/>
                  <a:pt x="4586288" y="4572000"/>
                </a:cubicBezTo>
                <a:cubicBezTo>
                  <a:pt x="4594178" y="4572000"/>
                  <a:pt x="4600575" y="4578397"/>
                  <a:pt x="4600575" y="4586288"/>
                </a:cubicBezTo>
                <a:close/>
                <a:moveTo>
                  <a:pt x="4600575" y="4738688"/>
                </a:moveTo>
                <a:cubicBezTo>
                  <a:pt x="4600575" y="4746578"/>
                  <a:pt x="4594178" y="4752975"/>
                  <a:pt x="4586288" y="4752975"/>
                </a:cubicBezTo>
                <a:cubicBezTo>
                  <a:pt x="4578397" y="4752975"/>
                  <a:pt x="4572000" y="4746578"/>
                  <a:pt x="4572000" y="4738688"/>
                </a:cubicBezTo>
                <a:cubicBezTo>
                  <a:pt x="4572000" y="4730797"/>
                  <a:pt x="4578397" y="4724400"/>
                  <a:pt x="4586288" y="4724400"/>
                </a:cubicBezTo>
                <a:cubicBezTo>
                  <a:pt x="4594178" y="4724400"/>
                  <a:pt x="4600575" y="4730797"/>
                  <a:pt x="4600575" y="4738688"/>
                </a:cubicBezTo>
                <a:close/>
                <a:moveTo>
                  <a:pt x="4752975" y="14288"/>
                </a:moveTo>
                <a:cubicBezTo>
                  <a:pt x="4752975" y="22178"/>
                  <a:pt x="4746578" y="28575"/>
                  <a:pt x="4738688" y="28575"/>
                </a:cubicBezTo>
                <a:cubicBezTo>
                  <a:pt x="4730797" y="28575"/>
                  <a:pt x="4724400" y="22178"/>
                  <a:pt x="4724400" y="14288"/>
                </a:cubicBezTo>
                <a:cubicBezTo>
                  <a:pt x="4724400" y="6397"/>
                  <a:pt x="4730797" y="0"/>
                  <a:pt x="4738688" y="0"/>
                </a:cubicBezTo>
                <a:cubicBezTo>
                  <a:pt x="4746578" y="0"/>
                  <a:pt x="4752975" y="6397"/>
                  <a:pt x="4752975" y="14288"/>
                </a:cubicBezTo>
                <a:close/>
                <a:moveTo>
                  <a:pt x="4752975" y="166688"/>
                </a:moveTo>
                <a:cubicBezTo>
                  <a:pt x="4752975" y="174578"/>
                  <a:pt x="4746578" y="180975"/>
                  <a:pt x="4738688" y="180975"/>
                </a:cubicBezTo>
                <a:cubicBezTo>
                  <a:pt x="4730797" y="180975"/>
                  <a:pt x="4724400" y="174578"/>
                  <a:pt x="4724400" y="166688"/>
                </a:cubicBezTo>
                <a:cubicBezTo>
                  <a:pt x="4724400" y="158797"/>
                  <a:pt x="4730797" y="152400"/>
                  <a:pt x="4738688" y="152400"/>
                </a:cubicBezTo>
                <a:cubicBezTo>
                  <a:pt x="4746578" y="152400"/>
                  <a:pt x="4752975" y="158797"/>
                  <a:pt x="4752975" y="166688"/>
                </a:cubicBezTo>
                <a:close/>
                <a:moveTo>
                  <a:pt x="4752975" y="319088"/>
                </a:moveTo>
                <a:cubicBezTo>
                  <a:pt x="4752975" y="326978"/>
                  <a:pt x="4746578" y="333375"/>
                  <a:pt x="4738688" y="333375"/>
                </a:cubicBezTo>
                <a:cubicBezTo>
                  <a:pt x="4730797" y="333375"/>
                  <a:pt x="4724400" y="326978"/>
                  <a:pt x="4724400" y="319088"/>
                </a:cubicBezTo>
                <a:cubicBezTo>
                  <a:pt x="4724400" y="311197"/>
                  <a:pt x="4730797" y="304800"/>
                  <a:pt x="4738688" y="304800"/>
                </a:cubicBezTo>
                <a:cubicBezTo>
                  <a:pt x="4746578" y="304800"/>
                  <a:pt x="4752975" y="311197"/>
                  <a:pt x="4752975" y="319088"/>
                </a:cubicBezTo>
                <a:close/>
                <a:moveTo>
                  <a:pt x="4752975" y="471488"/>
                </a:moveTo>
                <a:cubicBezTo>
                  <a:pt x="4752975" y="479378"/>
                  <a:pt x="4746578" y="485775"/>
                  <a:pt x="4738688" y="485775"/>
                </a:cubicBezTo>
                <a:cubicBezTo>
                  <a:pt x="4730797" y="485775"/>
                  <a:pt x="4724400" y="479378"/>
                  <a:pt x="4724400" y="471488"/>
                </a:cubicBezTo>
                <a:cubicBezTo>
                  <a:pt x="4724400" y="463597"/>
                  <a:pt x="4730797" y="457200"/>
                  <a:pt x="4738688" y="457200"/>
                </a:cubicBezTo>
                <a:cubicBezTo>
                  <a:pt x="4746578" y="457200"/>
                  <a:pt x="4752975" y="463597"/>
                  <a:pt x="4752975" y="471488"/>
                </a:cubicBezTo>
                <a:close/>
                <a:moveTo>
                  <a:pt x="4752975" y="623888"/>
                </a:moveTo>
                <a:cubicBezTo>
                  <a:pt x="4752975" y="631778"/>
                  <a:pt x="4746578" y="638175"/>
                  <a:pt x="4738688" y="638175"/>
                </a:cubicBezTo>
                <a:cubicBezTo>
                  <a:pt x="4730797" y="638175"/>
                  <a:pt x="4724400" y="631778"/>
                  <a:pt x="4724400" y="623888"/>
                </a:cubicBezTo>
                <a:cubicBezTo>
                  <a:pt x="4724400" y="615997"/>
                  <a:pt x="4730797" y="609600"/>
                  <a:pt x="4738688" y="609600"/>
                </a:cubicBezTo>
                <a:cubicBezTo>
                  <a:pt x="4746578" y="609600"/>
                  <a:pt x="4752975" y="615997"/>
                  <a:pt x="4752975" y="623888"/>
                </a:cubicBezTo>
                <a:close/>
                <a:moveTo>
                  <a:pt x="4752975" y="776288"/>
                </a:moveTo>
                <a:cubicBezTo>
                  <a:pt x="4752975" y="784178"/>
                  <a:pt x="4746578" y="790575"/>
                  <a:pt x="4738688" y="790575"/>
                </a:cubicBezTo>
                <a:cubicBezTo>
                  <a:pt x="4730797" y="790575"/>
                  <a:pt x="4724400" y="784178"/>
                  <a:pt x="4724400" y="776288"/>
                </a:cubicBezTo>
                <a:cubicBezTo>
                  <a:pt x="4724400" y="768397"/>
                  <a:pt x="4730797" y="762000"/>
                  <a:pt x="4738688" y="762000"/>
                </a:cubicBezTo>
                <a:cubicBezTo>
                  <a:pt x="4746578" y="762000"/>
                  <a:pt x="4752975" y="768397"/>
                  <a:pt x="4752975" y="776288"/>
                </a:cubicBezTo>
                <a:close/>
                <a:moveTo>
                  <a:pt x="4752975" y="928688"/>
                </a:moveTo>
                <a:cubicBezTo>
                  <a:pt x="4752975" y="936578"/>
                  <a:pt x="4746578" y="942975"/>
                  <a:pt x="4738688" y="942975"/>
                </a:cubicBezTo>
                <a:cubicBezTo>
                  <a:pt x="4730797" y="942975"/>
                  <a:pt x="4724400" y="936578"/>
                  <a:pt x="4724400" y="928688"/>
                </a:cubicBezTo>
                <a:cubicBezTo>
                  <a:pt x="4724400" y="920797"/>
                  <a:pt x="4730797" y="914400"/>
                  <a:pt x="4738688" y="914400"/>
                </a:cubicBezTo>
                <a:cubicBezTo>
                  <a:pt x="4746578" y="914400"/>
                  <a:pt x="4752975" y="920797"/>
                  <a:pt x="4752975" y="928688"/>
                </a:cubicBezTo>
                <a:close/>
                <a:moveTo>
                  <a:pt x="4752975" y="1081088"/>
                </a:moveTo>
                <a:cubicBezTo>
                  <a:pt x="4752975" y="1088978"/>
                  <a:pt x="4746578" y="1095375"/>
                  <a:pt x="4738688" y="1095375"/>
                </a:cubicBezTo>
                <a:cubicBezTo>
                  <a:pt x="4730797" y="1095375"/>
                  <a:pt x="4724400" y="1088978"/>
                  <a:pt x="4724400" y="1081088"/>
                </a:cubicBezTo>
                <a:cubicBezTo>
                  <a:pt x="4724400" y="1073197"/>
                  <a:pt x="4730797" y="1066800"/>
                  <a:pt x="4738688" y="1066800"/>
                </a:cubicBezTo>
                <a:cubicBezTo>
                  <a:pt x="4746578" y="1066800"/>
                  <a:pt x="4752975" y="1073197"/>
                  <a:pt x="4752975" y="1081088"/>
                </a:cubicBezTo>
                <a:close/>
                <a:moveTo>
                  <a:pt x="4752975" y="1233488"/>
                </a:moveTo>
                <a:cubicBezTo>
                  <a:pt x="4752975" y="1241378"/>
                  <a:pt x="4746578" y="1247775"/>
                  <a:pt x="4738688" y="1247775"/>
                </a:cubicBezTo>
                <a:cubicBezTo>
                  <a:pt x="4730797" y="1247775"/>
                  <a:pt x="4724400" y="1241378"/>
                  <a:pt x="4724400" y="1233488"/>
                </a:cubicBezTo>
                <a:cubicBezTo>
                  <a:pt x="4724400" y="1225597"/>
                  <a:pt x="4730797" y="1219200"/>
                  <a:pt x="4738688" y="1219200"/>
                </a:cubicBezTo>
                <a:cubicBezTo>
                  <a:pt x="4746578" y="1219200"/>
                  <a:pt x="4752975" y="1225597"/>
                  <a:pt x="4752975" y="1233488"/>
                </a:cubicBezTo>
                <a:close/>
                <a:moveTo>
                  <a:pt x="4752975" y="1385888"/>
                </a:moveTo>
                <a:cubicBezTo>
                  <a:pt x="4752975" y="1393778"/>
                  <a:pt x="4746578" y="1400175"/>
                  <a:pt x="4738688" y="1400175"/>
                </a:cubicBezTo>
                <a:cubicBezTo>
                  <a:pt x="4730797" y="1400175"/>
                  <a:pt x="4724400" y="1393778"/>
                  <a:pt x="4724400" y="1385888"/>
                </a:cubicBezTo>
                <a:cubicBezTo>
                  <a:pt x="4724400" y="1377997"/>
                  <a:pt x="4730797" y="1371600"/>
                  <a:pt x="4738688" y="1371600"/>
                </a:cubicBezTo>
                <a:cubicBezTo>
                  <a:pt x="4746578" y="1371600"/>
                  <a:pt x="4752975" y="1377997"/>
                  <a:pt x="4752975" y="1385888"/>
                </a:cubicBezTo>
                <a:close/>
                <a:moveTo>
                  <a:pt x="4752975" y="1538288"/>
                </a:moveTo>
                <a:cubicBezTo>
                  <a:pt x="4752975" y="1546178"/>
                  <a:pt x="4746578" y="1552575"/>
                  <a:pt x="4738688" y="1552575"/>
                </a:cubicBezTo>
                <a:cubicBezTo>
                  <a:pt x="4730797" y="1552575"/>
                  <a:pt x="4724400" y="1546178"/>
                  <a:pt x="4724400" y="1538288"/>
                </a:cubicBezTo>
                <a:cubicBezTo>
                  <a:pt x="4724400" y="1530397"/>
                  <a:pt x="4730797" y="1524000"/>
                  <a:pt x="4738688" y="1524000"/>
                </a:cubicBezTo>
                <a:cubicBezTo>
                  <a:pt x="4746578" y="1524000"/>
                  <a:pt x="4752975" y="1530397"/>
                  <a:pt x="4752975" y="1538288"/>
                </a:cubicBezTo>
                <a:close/>
                <a:moveTo>
                  <a:pt x="4752975" y="1690688"/>
                </a:moveTo>
                <a:cubicBezTo>
                  <a:pt x="4752975" y="1698578"/>
                  <a:pt x="4746578" y="1704975"/>
                  <a:pt x="4738688" y="1704975"/>
                </a:cubicBezTo>
                <a:cubicBezTo>
                  <a:pt x="4730797" y="1704975"/>
                  <a:pt x="4724400" y="1698578"/>
                  <a:pt x="4724400" y="1690688"/>
                </a:cubicBezTo>
                <a:cubicBezTo>
                  <a:pt x="4724400" y="1682797"/>
                  <a:pt x="4730797" y="1676400"/>
                  <a:pt x="4738688" y="1676400"/>
                </a:cubicBezTo>
                <a:cubicBezTo>
                  <a:pt x="4746578" y="1676400"/>
                  <a:pt x="4752975" y="1682797"/>
                  <a:pt x="4752975" y="1690688"/>
                </a:cubicBezTo>
                <a:close/>
                <a:moveTo>
                  <a:pt x="4752975" y="1843088"/>
                </a:moveTo>
                <a:cubicBezTo>
                  <a:pt x="4752975" y="1850978"/>
                  <a:pt x="4746578" y="1857375"/>
                  <a:pt x="4738688" y="1857375"/>
                </a:cubicBezTo>
                <a:cubicBezTo>
                  <a:pt x="4730797" y="1857375"/>
                  <a:pt x="4724400" y="1850978"/>
                  <a:pt x="4724400" y="1843088"/>
                </a:cubicBezTo>
                <a:cubicBezTo>
                  <a:pt x="4724400" y="1835197"/>
                  <a:pt x="4730797" y="1828800"/>
                  <a:pt x="4738688" y="1828800"/>
                </a:cubicBezTo>
                <a:cubicBezTo>
                  <a:pt x="4746578" y="1828800"/>
                  <a:pt x="4752975" y="1835197"/>
                  <a:pt x="4752975" y="1843088"/>
                </a:cubicBezTo>
                <a:close/>
                <a:moveTo>
                  <a:pt x="4752975" y="1995488"/>
                </a:moveTo>
                <a:cubicBezTo>
                  <a:pt x="4752975" y="2003378"/>
                  <a:pt x="4746578" y="2009775"/>
                  <a:pt x="4738688" y="2009775"/>
                </a:cubicBezTo>
                <a:cubicBezTo>
                  <a:pt x="4730797" y="2009775"/>
                  <a:pt x="4724400" y="2003378"/>
                  <a:pt x="4724400" y="1995488"/>
                </a:cubicBezTo>
                <a:cubicBezTo>
                  <a:pt x="4724400" y="1987597"/>
                  <a:pt x="4730797" y="1981200"/>
                  <a:pt x="4738688" y="1981200"/>
                </a:cubicBezTo>
                <a:cubicBezTo>
                  <a:pt x="4746578" y="1981200"/>
                  <a:pt x="4752975" y="1987597"/>
                  <a:pt x="4752975" y="1995488"/>
                </a:cubicBezTo>
                <a:close/>
                <a:moveTo>
                  <a:pt x="4752975" y="2147888"/>
                </a:moveTo>
                <a:cubicBezTo>
                  <a:pt x="4752975" y="2155778"/>
                  <a:pt x="4746578" y="2162175"/>
                  <a:pt x="4738688" y="2162175"/>
                </a:cubicBezTo>
                <a:cubicBezTo>
                  <a:pt x="4730797" y="2162175"/>
                  <a:pt x="4724400" y="2155778"/>
                  <a:pt x="4724400" y="2147888"/>
                </a:cubicBezTo>
                <a:cubicBezTo>
                  <a:pt x="4724400" y="2139997"/>
                  <a:pt x="4730797" y="2133600"/>
                  <a:pt x="4738688" y="2133600"/>
                </a:cubicBezTo>
                <a:cubicBezTo>
                  <a:pt x="4746578" y="2133600"/>
                  <a:pt x="4752975" y="2139997"/>
                  <a:pt x="4752975" y="2147888"/>
                </a:cubicBezTo>
                <a:close/>
                <a:moveTo>
                  <a:pt x="4752975" y="2300288"/>
                </a:moveTo>
                <a:cubicBezTo>
                  <a:pt x="4752975" y="2308178"/>
                  <a:pt x="4746578" y="2314575"/>
                  <a:pt x="4738688" y="2314575"/>
                </a:cubicBezTo>
                <a:cubicBezTo>
                  <a:pt x="4730797" y="2314575"/>
                  <a:pt x="4724400" y="2308178"/>
                  <a:pt x="4724400" y="2300288"/>
                </a:cubicBezTo>
                <a:cubicBezTo>
                  <a:pt x="4724400" y="2292397"/>
                  <a:pt x="4730797" y="2286000"/>
                  <a:pt x="4738688" y="2286000"/>
                </a:cubicBezTo>
                <a:cubicBezTo>
                  <a:pt x="4746578" y="2286000"/>
                  <a:pt x="4752975" y="2292397"/>
                  <a:pt x="4752975" y="2300288"/>
                </a:cubicBezTo>
                <a:close/>
                <a:moveTo>
                  <a:pt x="4752975" y="2452688"/>
                </a:moveTo>
                <a:cubicBezTo>
                  <a:pt x="4752975" y="2460578"/>
                  <a:pt x="4746578" y="2466975"/>
                  <a:pt x="4738688" y="2466975"/>
                </a:cubicBezTo>
                <a:cubicBezTo>
                  <a:pt x="4730797" y="2466975"/>
                  <a:pt x="4724400" y="2460578"/>
                  <a:pt x="4724400" y="2452688"/>
                </a:cubicBezTo>
                <a:cubicBezTo>
                  <a:pt x="4724400" y="2444797"/>
                  <a:pt x="4730797" y="2438400"/>
                  <a:pt x="4738688" y="2438400"/>
                </a:cubicBezTo>
                <a:cubicBezTo>
                  <a:pt x="4746578" y="2438400"/>
                  <a:pt x="4752975" y="2444797"/>
                  <a:pt x="4752975" y="2452688"/>
                </a:cubicBezTo>
                <a:close/>
                <a:moveTo>
                  <a:pt x="4752975" y="2605088"/>
                </a:moveTo>
                <a:cubicBezTo>
                  <a:pt x="4752975" y="2612978"/>
                  <a:pt x="4746578" y="2619375"/>
                  <a:pt x="4738688" y="2619375"/>
                </a:cubicBezTo>
                <a:cubicBezTo>
                  <a:pt x="4730797" y="2619375"/>
                  <a:pt x="4724400" y="2612978"/>
                  <a:pt x="4724400" y="2605088"/>
                </a:cubicBezTo>
                <a:cubicBezTo>
                  <a:pt x="4724400" y="2597197"/>
                  <a:pt x="4730797" y="2590800"/>
                  <a:pt x="4738688" y="2590800"/>
                </a:cubicBezTo>
                <a:cubicBezTo>
                  <a:pt x="4746578" y="2590800"/>
                  <a:pt x="4752975" y="2597197"/>
                  <a:pt x="4752975" y="2605088"/>
                </a:cubicBezTo>
                <a:close/>
                <a:moveTo>
                  <a:pt x="4752975" y="2757488"/>
                </a:moveTo>
                <a:cubicBezTo>
                  <a:pt x="4752975" y="2765378"/>
                  <a:pt x="4746578" y="2771775"/>
                  <a:pt x="4738688" y="2771775"/>
                </a:cubicBezTo>
                <a:cubicBezTo>
                  <a:pt x="4730797" y="2771775"/>
                  <a:pt x="4724400" y="2765378"/>
                  <a:pt x="4724400" y="2757488"/>
                </a:cubicBezTo>
                <a:cubicBezTo>
                  <a:pt x="4724400" y="2749597"/>
                  <a:pt x="4730797" y="2743200"/>
                  <a:pt x="4738688" y="2743200"/>
                </a:cubicBezTo>
                <a:cubicBezTo>
                  <a:pt x="4746578" y="2743200"/>
                  <a:pt x="4752975" y="2749597"/>
                  <a:pt x="4752975" y="2757488"/>
                </a:cubicBezTo>
                <a:close/>
                <a:moveTo>
                  <a:pt x="4752975" y="2909888"/>
                </a:moveTo>
                <a:cubicBezTo>
                  <a:pt x="4752975" y="2917778"/>
                  <a:pt x="4746578" y="2924175"/>
                  <a:pt x="4738688" y="2924175"/>
                </a:cubicBezTo>
                <a:cubicBezTo>
                  <a:pt x="4730797" y="2924175"/>
                  <a:pt x="4724400" y="2917778"/>
                  <a:pt x="4724400" y="2909888"/>
                </a:cubicBezTo>
                <a:cubicBezTo>
                  <a:pt x="4724400" y="2901997"/>
                  <a:pt x="4730797" y="2895600"/>
                  <a:pt x="4738688" y="2895600"/>
                </a:cubicBezTo>
                <a:cubicBezTo>
                  <a:pt x="4746578" y="2895600"/>
                  <a:pt x="4752975" y="2901997"/>
                  <a:pt x="4752975" y="2909888"/>
                </a:cubicBezTo>
                <a:close/>
                <a:moveTo>
                  <a:pt x="4752975" y="3062288"/>
                </a:moveTo>
                <a:cubicBezTo>
                  <a:pt x="4752975" y="3070178"/>
                  <a:pt x="4746578" y="3076575"/>
                  <a:pt x="4738688" y="3076575"/>
                </a:cubicBezTo>
                <a:cubicBezTo>
                  <a:pt x="4730797" y="3076575"/>
                  <a:pt x="4724400" y="3070178"/>
                  <a:pt x="4724400" y="3062288"/>
                </a:cubicBezTo>
                <a:cubicBezTo>
                  <a:pt x="4724400" y="3054397"/>
                  <a:pt x="4730797" y="3048000"/>
                  <a:pt x="4738688" y="3048000"/>
                </a:cubicBezTo>
                <a:cubicBezTo>
                  <a:pt x="4746578" y="3048000"/>
                  <a:pt x="4752975" y="3054397"/>
                  <a:pt x="4752975" y="3062288"/>
                </a:cubicBezTo>
                <a:close/>
                <a:moveTo>
                  <a:pt x="4752975" y="3214688"/>
                </a:moveTo>
                <a:cubicBezTo>
                  <a:pt x="4752975" y="3222578"/>
                  <a:pt x="4746578" y="3228975"/>
                  <a:pt x="4738688" y="3228975"/>
                </a:cubicBezTo>
                <a:cubicBezTo>
                  <a:pt x="4730797" y="3228975"/>
                  <a:pt x="4724400" y="3222578"/>
                  <a:pt x="4724400" y="3214688"/>
                </a:cubicBezTo>
                <a:cubicBezTo>
                  <a:pt x="4724400" y="3206797"/>
                  <a:pt x="4730797" y="3200400"/>
                  <a:pt x="4738688" y="3200400"/>
                </a:cubicBezTo>
                <a:cubicBezTo>
                  <a:pt x="4746578" y="3200400"/>
                  <a:pt x="4752975" y="3206797"/>
                  <a:pt x="4752975" y="3214688"/>
                </a:cubicBezTo>
                <a:close/>
                <a:moveTo>
                  <a:pt x="4752975" y="3367088"/>
                </a:moveTo>
                <a:cubicBezTo>
                  <a:pt x="4752975" y="3374978"/>
                  <a:pt x="4746578" y="3381375"/>
                  <a:pt x="4738688" y="3381375"/>
                </a:cubicBezTo>
                <a:cubicBezTo>
                  <a:pt x="4730797" y="3381375"/>
                  <a:pt x="4724400" y="3374978"/>
                  <a:pt x="4724400" y="3367088"/>
                </a:cubicBezTo>
                <a:cubicBezTo>
                  <a:pt x="4724400" y="3359197"/>
                  <a:pt x="4730797" y="3352800"/>
                  <a:pt x="4738688" y="3352800"/>
                </a:cubicBezTo>
                <a:cubicBezTo>
                  <a:pt x="4746578" y="3352800"/>
                  <a:pt x="4752975" y="3359197"/>
                  <a:pt x="4752975" y="3367088"/>
                </a:cubicBezTo>
                <a:close/>
                <a:moveTo>
                  <a:pt x="4752975" y="3519488"/>
                </a:moveTo>
                <a:cubicBezTo>
                  <a:pt x="4752975" y="3527378"/>
                  <a:pt x="4746578" y="3533775"/>
                  <a:pt x="4738688" y="3533775"/>
                </a:cubicBezTo>
                <a:cubicBezTo>
                  <a:pt x="4730797" y="3533775"/>
                  <a:pt x="4724400" y="3527378"/>
                  <a:pt x="4724400" y="3519488"/>
                </a:cubicBezTo>
                <a:cubicBezTo>
                  <a:pt x="4724400" y="3511597"/>
                  <a:pt x="4730797" y="3505200"/>
                  <a:pt x="4738688" y="3505200"/>
                </a:cubicBezTo>
                <a:cubicBezTo>
                  <a:pt x="4746578" y="3505200"/>
                  <a:pt x="4752975" y="3511597"/>
                  <a:pt x="4752975" y="3519488"/>
                </a:cubicBezTo>
                <a:close/>
                <a:moveTo>
                  <a:pt x="4752975" y="3671888"/>
                </a:moveTo>
                <a:cubicBezTo>
                  <a:pt x="4752975" y="3679778"/>
                  <a:pt x="4746578" y="3686175"/>
                  <a:pt x="4738688" y="3686175"/>
                </a:cubicBezTo>
                <a:cubicBezTo>
                  <a:pt x="4730797" y="3686175"/>
                  <a:pt x="4724400" y="3679778"/>
                  <a:pt x="4724400" y="3671888"/>
                </a:cubicBezTo>
                <a:cubicBezTo>
                  <a:pt x="4724400" y="3663997"/>
                  <a:pt x="4730797" y="3657600"/>
                  <a:pt x="4738688" y="3657600"/>
                </a:cubicBezTo>
                <a:cubicBezTo>
                  <a:pt x="4746578" y="3657600"/>
                  <a:pt x="4752975" y="3663997"/>
                  <a:pt x="4752975" y="3671888"/>
                </a:cubicBezTo>
                <a:close/>
                <a:moveTo>
                  <a:pt x="4752975" y="3824288"/>
                </a:moveTo>
                <a:cubicBezTo>
                  <a:pt x="4752975" y="3832178"/>
                  <a:pt x="4746578" y="3838575"/>
                  <a:pt x="4738688" y="3838575"/>
                </a:cubicBezTo>
                <a:cubicBezTo>
                  <a:pt x="4730797" y="3838575"/>
                  <a:pt x="4724400" y="3832178"/>
                  <a:pt x="4724400" y="3824288"/>
                </a:cubicBezTo>
                <a:cubicBezTo>
                  <a:pt x="4724400" y="3816397"/>
                  <a:pt x="4730797" y="3810000"/>
                  <a:pt x="4738688" y="3810000"/>
                </a:cubicBezTo>
                <a:cubicBezTo>
                  <a:pt x="4746578" y="3810000"/>
                  <a:pt x="4752975" y="3816397"/>
                  <a:pt x="4752975" y="3824288"/>
                </a:cubicBezTo>
                <a:close/>
                <a:moveTo>
                  <a:pt x="4752975" y="3976688"/>
                </a:moveTo>
                <a:cubicBezTo>
                  <a:pt x="4752975" y="3984578"/>
                  <a:pt x="4746578" y="3990975"/>
                  <a:pt x="4738688" y="3990975"/>
                </a:cubicBezTo>
                <a:cubicBezTo>
                  <a:pt x="4730797" y="3990975"/>
                  <a:pt x="4724400" y="3984578"/>
                  <a:pt x="4724400" y="3976688"/>
                </a:cubicBezTo>
                <a:cubicBezTo>
                  <a:pt x="4724400" y="3968797"/>
                  <a:pt x="4730797" y="3962400"/>
                  <a:pt x="4738688" y="3962400"/>
                </a:cubicBezTo>
                <a:cubicBezTo>
                  <a:pt x="4746578" y="3962400"/>
                  <a:pt x="4752975" y="3968797"/>
                  <a:pt x="4752975" y="3976688"/>
                </a:cubicBezTo>
                <a:close/>
                <a:moveTo>
                  <a:pt x="4752975" y="4129088"/>
                </a:moveTo>
                <a:cubicBezTo>
                  <a:pt x="4752975" y="4136978"/>
                  <a:pt x="4746578" y="4143375"/>
                  <a:pt x="4738688" y="4143375"/>
                </a:cubicBezTo>
                <a:cubicBezTo>
                  <a:pt x="4730797" y="4143375"/>
                  <a:pt x="4724400" y="4136978"/>
                  <a:pt x="4724400" y="4129088"/>
                </a:cubicBezTo>
                <a:cubicBezTo>
                  <a:pt x="4724400" y="4121197"/>
                  <a:pt x="4730797" y="4114800"/>
                  <a:pt x="4738688" y="4114800"/>
                </a:cubicBezTo>
                <a:cubicBezTo>
                  <a:pt x="4746578" y="4114800"/>
                  <a:pt x="4752975" y="4121197"/>
                  <a:pt x="4752975" y="4129088"/>
                </a:cubicBezTo>
                <a:close/>
                <a:moveTo>
                  <a:pt x="4752975" y="4281488"/>
                </a:moveTo>
                <a:cubicBezTo>
                  <a:pt x="4752975" y="4289378"/>
                  <a:pt x="4746578" y="4295775"/>
                  <a:pt x="4738688" y="4295775"/>
                </a:cubicBezTo>
                <a:cubicBezTo>
                  <a:pt x="4730797" y="4295775"/>
                  <a:pt x="4724400" y="4289378"/>
                  <a:pt x="4724400" y="4281488"/>
                </a:cubicBezTo>
                <a:cubicBezTo>
                  <a:pt x="4724400" y="4273597"/>
                  <a:pt x="4730797" y="4267200"/>
                  <a:pt x="4738688" y="4267200"/>
                </a:cubicBezTo>
                <a:cubicBezTo>
                  <a:pt x="4746578" y="4267200"/>
                  <a:pt x="4752975" y="4273597"/>
                  <a:pt x="4752975" y="4281488"/>
                </a:cubicBezTo>
                <a:close/>
                <a:moveTo>
                  <a:pt x="4752975" y="4433888"/>
                </a:moveTo>
                <a:cubicBezTo>
                  <a:pt x="4752975" y="4441778"/>
                  <a:pt x="4746578" y="4448175"/>
                  <a:pt x="4738688" y="4448175"/>
                </a:cubicBezTo>
                <a:cubicBezTo>
                  <a:pt x="4730797" y="4448175"/>
                  <a:pt x="4724400" y="4441778"/>
                  <a:pt x="4724400" y="4433888"/>
                </a:cubicBezTo>
                <a:cubicBezTo>
                  <a:pt x="4724400" y="4425997"/>
                  <a:pt x="4730797" y="4419600"/>
                  <a:pt x="4738688" y="4419600"/>
                </a:cubicBezTo>
                <a:cubicBezTo>
                  <a:pt x="4746578" y="4419600"/>
                  <a:pt x="4752975" y="4425997"/>
                  <a:pt x="4752975" y="4433888"/>
                </a:cubicBezTo>
                <a:close/>
                <a:moveTo>
                  <a:pt x="4752975" y="4586288"/>
                </a:moveTo>
                <a:cubicBezTo>
                  <a:pt x="4752975" y="4594178"/>
                  <a:pt x="4746578" y="4600575"/>
                  <a:pt x="4738688" y="4600575"/>
                </a:cubicBezTo>
                <a:cubicBezTo>
                  <a:pt x="4730797" y="4600575"/>
                  <a:pt x="4724400" y="4594178"/>
                  <a:pt x="4724400" y="4586288"/>
                </a:cubicBezTo>
                <a:cubicBezTo>
                  <a:pt x="4724400" y="4578397"/>
                  <a:pt x="4730797" y="4572000"/>
                  <a:pt x="4738688" y="4572000"/>
                </a:cubicBezTo>
                <a:cubicBezTo>
                  <a:pt x="4746578" y="4572000"/>
                  <a:pt x="4752975" y="4578397"/>
                  <a:pt x="4752975" y="4586288"/>
                </a:cubicBezTo>
                <a:close/>
                <a:moveTo>
                  <a:pt x="4752975" y="4738688"/>
                </a:moveTo>
                <a:cubicBezTo>
                  <a:pt x="4752975" y="4746578"/>
                  <a:pt x="4746578" y="4752975"/>
                  <a:pt x="4738688" y="4752975"/>
                </a:cubicBezTo>
                <a:cubicBezTo>
                  <a:pt x="4730797" y="4752975"/>
                  <a:pt x="4724400" y="4746578"/>
                  <a:pt x="4724400" y="4738688"/>
                </a:cubicBezTo>
                <a:cubicBezTo>
                  <a:pt x="4724400" y="4730797"/>
                  <a:pt x="4730797" y="4724400"/>
                  <a:pt x="4738688" y="4724400"/>
                </a:cubicBezTo>
                <a:cubicBezTo>
                  <a:pt x="4746578" y="4724400"/>
                  <a:pt x="4752975" y="4730797"/>
                  <a:pt x="4752975" y="4738688"/>
                </a:cubicBezTo>
                <a:close/>
                <a:moveTo>
                  <a:pt x="4905375" y="14288"/>
                </a:moveTo>
                <a:cubicBezTo>
                  <a:pt x="4905375" y="22178"/>
                  <a:pt x="4898978" y="28575"/>
                  <a:pt x="4891088" y="28575"/>
                </a:cubicBezTo>
                <a:cubicBezTo>
                  <a:pt x="4883197" y="28575"/>
                  <a:pt x="4876800" y="22178"/>
                  <a:pt x="4876800" y="14288"/>
                </a:cubicBezTo>
                <a:cubicBezTo>
                  <a:pt x="4876800" y="6397"/>
                  <a:pt x="4883197" y="0"/>
                  <a:pt x="4891088" y="0"/>
                </a:cubicBezTo>
                <a:cubicBezTo>
                  <a:pt x="4898978" y="0"/>
                  <a:pt x="4905375" y="6397"/>
                  <a:pt x="4905375" y="14288"/>
                </a:cubicBezTo>
                <a:close/>
                <a:moveTo>
                  <a:pt x="4905375" y="166688"/>
                </a:moveTo>
                <a:cubicBezTo>
                  <a:pt x="4905375" y="174578"/>
                  <a:pt x="4898978" y="180975"/>
                  <a:pt x="4891088" y="180975"/>
                </a:cubicBezTo>
                <a:cubicBezTo>
                  <a:pt x="4883197" y="180975"/>
                  <a:pt x="4876800" y="174578"/>
                  <a:pt x="4876800" y="166688"/>
                </a:cubicBezTo>
                <a:cubicBezTo>
                  <a:pt x="4876800" y="158797"/>
                  <a:pt x="4883197" y="152400"/>
                  <a:pt x="4891088" y="152400"/>
                </a:cubicBezTo>
                <a:cubicBezTo>
                  <a:pt x="4898978" y="152400"/>
                  <a:pt x="4905375" y="158797"/>
                  <a:pt x="4905375" y="166688"/>
                </a:cubicBezTo>
                <a:close/>
                <a:moveTo>
                  <a:pt x="4905375" y="319088"/>
                </a:moveTo>
                <a:cubicBezTo>
                  <a:pt x="4905375" y="326978"/>
                  <a:pt x="4898978" y="333375"/>
                  <a:pt x="4891088" y="333375"/>
                </a:cubicBezTo>
                <a:cubicBezTo>
                  <a:pt x="4883197" y="333375"/>
                  <a:pt x="4876800" y="326978"/>
                  <a:pt x="4876800" y="319088"/>
                </a:cubicBezTo>
                <a:cubicBezTo>
                  <a:pt x="4876800" y="311197"/>
                  <a:pt x="4883197" y="304800"/>
                  <a:pt x="4891088" y="304800"/>
                </a:cubicBezTo>
                <a:cubicBezTo>
                  <a:pt x="4898978" y="304800"/>
                  <a:pt x="4905375" y="311197"/>
                  <a:pt x="4905375" y="319088"/>
                </a:cubicBezTo>
                <a:close/>
                <a:moveTo>
                  <a:pt x="4905375" y="471488"/>
                </a:moveTo>
                <a:cubicBezTo>
                  <a:pt x="4905375" y="479378"/>
                  <a:pt x="4898978" y="485775"/>
                  <a:pt x="4891088" y="485775"/>
                </a:cubicBezTo>
                <a:cubicBezTo>
                  <a:pt x="4883197" y="485775"/>
                  <a:pt x="4876800" y="479378"/>
                  <a:pt x="4876800" y="471488"/>
                </a:cubicBezTo>
                <a:cubicBezTo>
                  <a:pt x="4876800" y="463597"/>
                  <a:pt x="4883197" y="457200"/>
                  <a:pt x="4891088" y="457200"/>
                </a:cubicBezTo>
                <a:cubicBezTo>
                  <a:pt x="4898978" y="457200"/>
                  <a:pt x="4905375" y="463597"/>
                  <a:pt x="4905375" y="471488"/>
                </a:cubicBezTo>
                <a:close/>
                <a:moveTo>
                  <a:pt x="4905375" y="623888"/>
                </a:moveTo>
                <a:cubicBezTo>
                  <a:pt x="4905375" y="631778"/>
                  <a:pt x="4898978" y="638175"/>
                  <a:pt x="4891088" y="638175"/>
                </a:cubicBezTo>
                <a:cubicBezTo>
                  <a:pt x="4883197" y="638175"/>
                  <a:pt x="4876800" y="631778"/>
                  <a:pt x="4876800" y="623888"/>
                </a:cubicBezTo>
                <a:cubicBezTo>
                  <a:pt x="4876800" y="615997"/>
                  <a:pt x="4883197" y="609600"/>
                  <a:pt x="4891088" y="609600"/>
                </a:cubicBezTo>
                <a:cubicBezTo>
                  <a:pt x="4898978" y="609600"/>
                  <a:pt x="4905375" y="615997"/>
                  <a:pt x="4905375" y="623888"/>
                </a:cubicBezTo>
                <a:close/>
                <a:moveTo>
                  <a:pt x="4905375" y="776288"/>
                </a:moveTo>
                <a:cubicBezTo>
                  <a:pt x="4905375" y="784178"/>
                  <a:pt x="4898978" y="790575"/>
                  <a:pt x="4891088" y="790575"/>
                </a:cubicBezTo>
                <a:cubicBezTo>
                  <a:pt x="4883197" y="790575"/>
                  <a:pt x="4876800" y="784178"/>
                  <a:pt x="4876800" y="776288"/>
                </a:cubicBezTo>
                <a:cubicBezTo>
                  <a:pt x="4876800" y="768397"/>
                  <a:pt x="4883197" y="762000"/>
                  <a:pt x="4891088" y="762000"/>
                </a:cubicBezTo>
                <a:cubicBezTo>
                  <a:pt x="4898978" y="762000"/>
                  <a:pt x="4905375" y="768397"/>
                  <a:pt x="4905375" y="776288"/>
                </a:cubicBezTo>
                <a:close/>
                <a:moveTo>
                  <a:pt x="4905375" y="928688"/>
                </a:moveTo>
                <a:cubicBezTo>
                  <a:pt x="4905375" y="936578"/>
                  <a:pt x="4898978" y="942975"/>
                  <a:pt x="4891088" y="942975"/>
                </a:cubicBezTo>
                <a:cubicBezTo>
                  <a:pt x="4883197" y="942975"/>
                  <a:pt x="4876800" y="936578"/>
                  <a:pt x="4876800" y="928688"/>
                </a:cubicBezTo>
                <a:cubicBezTo>
                  <a:pt x="4876800" y="920797"/>
                  <a:pt x="4883197" y="914400"/>
                  <a:pt x="4891088" y="914400"/>
                </a:cubicBezTo>
                <a:cubicBezTo>
                  <a:pt x="4898978" y="914400"/>
                  <a:pt x="4905375" y="920797"/>
                  <a:pt x="4905375" y="928688"/>
                </a:cubicBezTo>
                <a:close/>
                <a:moveTo>
                  <a:pt x="4905375" y="1081088"/>
                </a:moveTo>
                <a:cubicBezTo>
                  <a:pt x="4905375" y="1088978"/>
                  <a:pt x="4898978" y="1095375"/>
                  <a:pt x="4891088" y="1095375"/>
                </a:cubicBezTo>
                <a:cubicBezTo>
                  <a:pt x="4883197" y="1095375"/>
                  <a:pt x="4876800" y="1088978"/>
                  <a:pt x="4876800" y="1081088"/>
                </a:cubicBezTo>
                <a:cubicBezTo>
                  <a:pt x="4876800" y="1073197"/>
                  <a:pt x="4883197" y="1066800"/>
                  <a:pt x="4891088" y="1066800"/>
                </a:cubicBezTo>
                <a:cubicBezTo>
                  <a:pt x="4898978" y="1066800"/>
                  <a:pt x="4905375" y="1073197"/>
                  <a:pt x="4905375" y="1081088"/>
                </a:cubicBezTo>
                <a:close/>
                <a:moveTo>
                  <a:pt x="4905375" y="1233488"/>
                </a:moveTo>
                <a:cubicBezTo>
                  <a:pt x="4905375" y="1241378"/>
                  <a:pt x="4898978" y="1247775"/>
                  <a:pt x="4891088" y="1247775"/>
                </a:cubicBezTo>
                <a:cubicBezTo>
                  <a:pt x="4883197" y="1247775"/>
                  <a:pt x="4876800" y="1241378"/>
                  <a:pt x="4876800" y="1233488"/>
                </a:cubicBezTo>
                <a:cubicBezTo>
                  <a:pt x="4876800" y="1225597"/>
                  <a:pt x="4883197" y="1219200"/>
                  <a:pt x="4891088" y="1219200"/>
                </a:cubicBezTo>
                <a:cubicBezTo>
                  <a:pt x="4898978" y="1219200"/>
                  <a:pt x="4905375" y="1225597"/>
                  <a:pt x="4905375" y="1233488"/>
                </a:cubicBezTo>
                <a:close/>
                <a:moveTo>
                  <a:pt x="4905375" y="1385888"/>
                </a:moveTo>
                <a:cubicBezTo>
                  <a:pt x="4905375" y="1393778"/>
                  <a:pt x="4898978" y="1400175"/>
                  <a:pt x="4891088" y="1400175"/>
                </a:cubicBezTo>
                <a:cubicBezTo>
                  <a:pt x="4883197" y="1400175"/>
                  <a:pt x="4876800" y="1393778"/>
                  <a:pt x="4876800" y="1385888"/>
                </a:cubicBezTo>
                <a:cubicBezTo>
                  <a:pt x="4876800" y="1377997"/>
                  <a:pt x="4883197" y="1371600"/>
                  <a:pt x="4891088" y="1371600"/>
                </a:cubicBezTo>
                <a:cubicBezTo>
                  <a:pt x="4898978" y="1371600"/>
                  <a:pt x="4905375" y="1377997"/>
                  <a:pt x="4905375" y="1385888"/>
                </a:cubicBezTo>
                <a:close/>
                <a:moveTo>
                  <a:pt x="4905375" y="1538288"/>
                </a:moveTo>
                <a:cubicBezTo>
                  <a:pt x="4905375" y="1546178"/>
                  <a:pt x="4898978" y="1552575"/>
                  <a:pt x="4891088" y="1552575"/>
                </a:cubicBezTo>
                <a:cubicBezTo>
                  <a:pt x="4883197" y="1552575"/>
                  <a:pt x="4876800" y="1546178"/>
                  <a:pt x="4876800" y="1538288"/>
                </a:cubicBezTo>
                <a:cubicBezTo>
                  <a:pt x="4876800" y="1530397"/>
                  <a:pt x="4883197" y="1524000"/>
                  <a:pt x="4891088" y="1524000"/>
                </a:cubicBezTo>
                <a:cubicBezTo>
                  <a:pt x="4898978" y="1524000"/>
                  <a:pt x="4905375" y="1530397"/>
                  <a:pt x="4905375" y="1538288"/>
                </a:cubicBezTo>
                <a:close/>
                <a:moveTo>
                  <a:pt x="4905375" y="1690688"/>
                </a:moveTo>
                <a:cubicBezTo>
                  <a:pt x="4905375" y="1698578"/>
                  <a:pt x="4898978" y="1704975"/>
                  <a:pt x="4891088" y="1704975"/>
                </a:cubicBezTo>
                <a:cubicBezTo>
                  <a:pt x="4883197" y="1704975"/>
                  <a:pt x="4876800" y="1698578"/>
                  <a:pt x="4876800" y="1690688"/>
                </a:cubicBezTo>
                <a:cubicBezTo>
                  <a:pt x="4876800" y="1682797"/>
                  <a:pt x="4883197" y="1676400"/>
                  <a:pt x="4891088" y="1676400"/>
                </a:cubicBezTo>
                <a:cubicBezTo>
                  <a:pt x="4898978" y="1676400"/>
                  <a:pt x="4905375" y="1682797"/>
                  <a:pt x="4905375" y="1690688"/>
                </a:cubicBezTo>
                <a:close/>
                <a:moveTo>
                  <a:pt x="4905375" y="1843088"/>
                </a:moveTo>
                <a:cubicBezTo>
                  <a:pt x="4905375" y="1850978"/>
                  <a:pt x="4898978" y="1857375"/>
                  <a:pt x="4891088" y="1857375"/>
                </a:cubicBezTo>
                <a:cubicBezTo>
                  <a:pt x="4883197" y="1857375"/>
                  <a:pt x="4876800" y="1850978"/>
                  <a:pt x="4876800" y="1843088"/>
                </a:cubicBezTo>
                <a:cubicBezTo>
                  <a:pt x="4876800" y="1835197"/>
                  <a:pt x="4883197" y="1828800"/>
                  <a:pt x="4891088" y="1828800"/>
                </a:cubicBezTo>
                <a:cubicBezTo>
                  <a:pt x="4898978" y="1828800"/>
                  <a:pt x="4905375" y="1835197"/>
                  <a:pt x="4905375" y="1843088"/>
                </a:cubicBezTo>
                <a:close/>
                <a:moveTo>
                  <a:pt x="4905375" y="1995488"/>
                </a:moveTo>
                <a:cubicBezTo>
                  <a:pt x="4905375" y="2003378"/>
                  <a:pt x="4898978" y="2009775"/>
                  <a:pt x="4891088" y="2009775"/>
                </a:cubicBezTo>
                <a:cubicBezTo>
                  <a:pt x="4883197" y="2009775"/>
                  <a:pt x="4876800" y="2003378"/>
                  <a:pt x="4876800" y="1995488"/>
                </a:cubicBezTo>
                <a:cubicBezTo>
                  <a:pt x="4876800" y="1987597"/>
                  <a:pt x="4883197" y="1981200"/>
                  <a:pt x="4891088" y="1981200"/>
                </a:cubicBezTo>
                <a:cubicBezTo>
                  <a:pt x="4898978" y="1981200"/>
                  <a:pt x="4905375" y="1987597"/>
                  <a:pt x="4905375" y="1995488"/>
                </a:cubicBezTo>
                <a:close/>
                <a:moveTo>
                  <a:pt x="4905375" y="2147888"/>
                </a:moveTo>
                <a:cubicBezTo>
                  <a:pt x="4905375" y="2155778"/>
                  <a:pt x="4898978" y="2162175"/>
                  <a:pt x="4891088" y="2162175"/>
                </a:cubicBezTo>
                <a:cubicBezTo>
                  <a:pt x="4883197" y="2162175"/>
                  <a:pt x="4876800" y="2155778"/>
                  <a:pt x="4876800" y="2147888"/>
                </a:cubicBezTo>
                <a:cubicBezTo>
                  <a:pt x="4876800" y="2139997"/>
                  <a:pt x="4883197" y="2133600"/>
                  <a:pt x="4891088" y="2133600"/>
                </a:cubicBezTo>
                <a:cubicBezTo>
                  <a:pt x="4898978" y="2133600"/>
                  <a:pt x="4905375" y="2139997"/>
                  <a:pt x="4905375" y="2147888"/>
                </a:cubicBezTo>
                <a:close/>
                <a:moveTo>
                  <a:pt x="4905375" y="2300288"/>
                </a:moveTo>
                <a:cubicBezTo>
                  <a:pt x="4905375" y="2308178"/>
                  <a:pt x="4898978" y="2314575"/>
                  <a:pt x="4891088" y="2314575"/>
                </a:cubicBezTo>
                <a:cubicBezTo>
                  <a:pt x="4883197" y="2314575"/>
                  <a:pt x="4876800" y="2308178"/>
                  <a:pt x="4876800" y="2300288"/>
                </a:cubicBezTo>
                <a:cubicBezTo>
                  <a:pt x="4876800" y="2292397"/>
                  <a:pt x="4883197" y="2286000"/>
                  <a:pt x="4891088" y="2286000"/>
                </a:cubicBezTo>
                <a:cubicBezTo>
                  <a:pt x="4898978" y="2286000"/>
                  <a:pt x="4905375" y="2292397"/>
                  <a:pt x="4905375" y="2300288"/>
                </a:cubicBezTo>
                <a:close/>
                <a:moveTo>
                  <a:pt x="4905375" y="2452688"/>
                </a:moveTo>
                <a:cubicBezTo>
                  <a:pt x="4905375" y="2460578"/>
                  <a:pt x="4898978" y="2466975"/>
                  <a:pt x="4891088" y="2466975"/>
                </a:cubicBezTo>
                <a:cubicBezTo>
                  <a:pt x="4883197" y="2466975"/>
                  <a:pt x="4876800" y="2460578"/>
                  <a:pt x="4876800" y="2452688"/>
                </a:cubicBezTo>
                <a:cubicBezTo>
                  <a:pt x="4876800" y="2444797"/>
                  <a:pt x="4883197" y="2438400"/>
                  <a:pt x="4891088" y="2438400"/>
                </a:cubicBezTo>
                <a:cubicBezTo>
                  <a:pt x="4898978" y="2438400"/>
                  <a:pt x="4905375" y="2444797"/>
                  <a:pt x="4905375" y="2452688"/>
                </a:cubicBezTo>
                <a:close/>
                <a:moveTo>
                  <a:pt x="4905375" y="2605088"/>
                </a:moveTo>
                <a:cubicBezTo>
                  <a:pt x="4905375" y="2612978"/>
                  <a:pt x="4898978" y="2619375"/>
                  <a:pt x="4891088" y="2619375"/>
                </a:cubicBezTo>
                <a:cubicBezTo>
                  <a:pt x="4883197" y="2619375"/>
                  <a:pt x="4876800" y="2612978"/>
                  <a:pt x="4876800" y="2605088"/>
                </a:cubicBezTo>
                <a:cubicBezTo>
                  <a:pt x="4876800" y="2597197"/>
                  <a:pt x="4883197" y="2590800"/>
                  <a:pt x="4891088" y="2590800"/>
                </a:cubicBezTo>
                <a:cubicBezTo>
                  <a:pt x="4898978" y="2590800"/>
                  <a:pt x="4905375" y="2597197"/>
                  <a:pt x="4905375" y="2605088"/>
                </a:cubicBezTo>
                <a:close/>
                <a:moveTo>
                  <a:pt x="4905375" y="2757488"/>
                </a:moveTo>
                <a:cubicBezTo>
                  <a:pt x="4905375" y="2765378"/>
                  <a:pt x="4898978" y="2771775"/>
                  <a:pt x="4891088" y="2771775"/>
                </a:cubicBezTo>
                <a:cubicBezTo>
                  <a:pt x="4883197" y="2771775"/>
                  <a:pt x="4876800" y="2765378"/>
                  <a:pt x="4876800" y="2757488"/>
                </a:cubicBezTo>
                <a:cubicBezTo>
                  <a:pt x="4876800" y="2749597"/>
                  <a:pt x="4883197" y="2743200"/>
                  <a:pt x="4891088" y="2743200"/>
                </a:cubicBezTo>
                <a:cubicBezTo>
                  <a:pt x="4898978" y="2743200"/>
                  <a:pt x="4905375" y="2749597"/>
                  <a:pt x="4905375" y="2757488"/>
                </a:cubicBezTo>
                <a:close/>
                <a:moveTo>
                  <a:pt x="4905375" y="2909888"/>
                </a:moveTo>
                <a:cubicBezTo>
                  <a:pt x="4905375" y="2917778"/>
                  <a:pt x="4898978" y="2924175"/>
                  <a:pt x="4891088" y="2924175"/>
                </a:cubicBezTo>
                <a:cubicBezTo>
                  <a:pt x="4883197" y="2924175"/>
                  <a:pt x="4876800" y="2917778"/>
                  <a:pt x="4876800" y="2909888"/>
                </a:cubicBezTo>
                <a:cubicBezTo>
                  <a:pt x="4876800" y="2901997"/>
                  <a:pt x="4883197" y="2895600"/>
                  <a:pt x="4891088" y="2895600"/>
                </a:cubicBezTo>
                <a:cubicBezTo>
                  <a:pt x="4898978" y="2895600"/>
                  <a:pt x="4905375" y="2901997"/>
                  <a:pt x="4905375" y="2909888"/>
                </a:cubicBezTo>
                <a:close/>
                <a:moveTo>
                  <a:pt x="4905375" y="3062288"/>
                </a:moveTo>
                <a:cubicBezTo>
                  <a:pt x="4905375" y="3070178"/>
                  <a:pt x="4898978" y="3076575"/>
                  <a:pt x="4891088" y="3076575"/>
                </a:cubicBezTo>
                <a:cubicBezTo>
                  <a:pt x="4883197" y="3076575"/>
                  <a:pt x="4876800" y="3070178"/>
                  <a:pt x="4876800" y="3062288"/>
                </a:cubicBezTo>
                <a:cubicBezTo>
                  <a:pt x="4876800" y="3054397"/>
                  <a:pt x="4883197" y="3048000"/>
                  <a:pt x="4891088" y="3048000"/>
                </a:cubicBezTo>
                <a:cubicBezTo>
                  <a:pt x="4898978" y="3048000"/>
                  <a:pt x="4905375" y="3054397"/>
                  <a:pt x="4905375" y="3062288"/>
                </a:cubicBezTo>
                <a:close/>
                <a:moveTo>
                  <a:pt x="4905375" y="3214688"/>
                </a:moveTo>
                <a:cubicBezTo>
                  <a:pt x="4905375" y="3222578"/>
                  <a:pt x="4898978" y="3228975"/>
                  <a:pt x="4891088" y="3228975"/>
                </a:cubicBezTo>
                <a:cubicBezTo>
                  <a:pt x="4883197" y="3228975"/>
                  <a:pt x="4876800" y="3222578"/>
                  <a:pt x="4876800" y="3214688"/>
                </a:cubicBezTo>
                <a:cubicBezTo>
                  <a:pt x="4876800" y="3206797"/>
                  <a:pt x="4883197" y="3200400"/>
                  <a:pt x="4891088" y="3200400"/>
                </a:cubicBezTo>
                <a:cubicBezTo>
                  <a:pt x="4898978" y="3200400"/>
                  <a:pt x="4905375" y="3206797"/>
                  <a:pt x="4905375" y="3214688"/>
                </a:cubicBezTo>
                <a:close/>
                <a:moveTo>
                  <a:pt x="4905375" y="3367088"/>
                </a:moveTo>
                <a:cubicBezTo>
                  <a:pt x="4905375" y="3374978"/>
                  <a:pt x="4898978" y="3381375"/>
                  <a:pt x="4891088" y="3381375"/>
                </a:cubicBezTo>
                <a:cubicBezTo>
                  <a:pt x="4883197" y="3381375"/>
                  <a:pt x="4876800" y="3374978"/>
                  <a:pt x="4876800" y="3367088"/>
                </a:cubicBezTo>
                <a:cubicBezTo>
                  <a:pt x="4876800" y="3359197"/>
                  <a:pt x="4883197" y="3352800"/>
                  <a:pt x="4891088" y="3352800"/>
                </a:cubicBezTo>
                <a:cubicBezTo>
                  <a:pt x="4898978" y="3352800"/>
                  <a:pt x="4905375" y="3359197"/>
                  <a:pt x="4905375" y="3367088"/>
                </a:cubicBezTo>
                <a:close/>
                <a:moveTo>
                  <a:pt x="4905375" y="3519488"/>
                </a:moveTo>
                <a:cubicBezTo>
                  <a:pt x="4905375" y="3527378"/>
                  <a:pt x="4898978" y="3533775"/>
                  <a:pt x="4891088" y="3533775"/>
                </a:cubicBezTo>
                <a:cubicBezTo>
                  <a:pt x="4883197" y="3533775"/>
                  <a:pt x="4876800" y="3527378"/>
                  <a:pt x="4876800" y="3519488"/>
                </a:cubicBezTo>
                <a:cubicBezTo>
                  <a:pt x="4876800" y="3511597"/>
                  <a:pt x="4883197" y="3505200"/>
                  <a:pt x="4891088" y="3505200"/>
                </a:cubicBezTo>
                <a:cubicBezTo>
                  <a:pt x="4898978" y="3505200"/>
                  <a:pt x="4905375" y="3511597"/>
                  <a:pt x="4905375" y="3519488"/>
                </a:cubicBezTo>
                <a:close/>
                <a:moveTo>
                  <a:pt x="4905375" y="3671888"/>
                </a:moveTo>
                <a:cubicBezTo>
                  <a:pt x="4905375" y="3679778"/>
                  <a:pt x="4898978" y="3686175"/>
                  <a:pt x="4891088" y="3686175"/>
                </a:cubicBezTo>
                <a:cubicBezTo>
                  <a:pt x="4883197" y="3686175"/>
                  <a:pt x="4876800" y="3679778"/>
                  <a:pt x="4876800" y="3671888"/>
                </a:cubicBezTo>
                <a:cubicBezTo>
                  <a:pt x="4876800" y="3663997"/>
                  <a:pt x="4883197" y="3657600"/>
                  <a:pt x="4891088" y="3657600"/>
                </a:cubicBezTo>
                <a:cubicBezTo>
                  <a:pt x="4898978" y="3657600"/>
                  <a:pt x="4905375" y="3663997"/>
                  <a:pt x="4905375" y="3671888"/>
                </a:cubicBezTo>
                <a:close/>
                <a:moveTo>
                  <a:pt x="4905375" y="3824288"/>
                </a:moveTo>
                <a:cubicBezTo>
                  <a:pt x="4905375" y="3832178"/>
                  <a:pt x="4898978" y="3838575"/>
                  <a:pt x="4891088" y="3838575"/>
                </a:cubicBezTo>
                <a:cubicBezTo>
                  <a:pt x="4883197" y="3838575"/>
                  <a:pt x="4876800" y="3832178"/>
                  <a:pt x="4876800" y="3824288"/>
                </a:cubicBezTo>
                <a:cubicBezTo>
                  <a:pt x="4876800" y="3816397"/>
                  <a:pt x="4883197" y="3810000"/>
                  <a:pt x="4891088" y="3810000"/>
                </a:cubicBezTo>
                <a:cubicBezTo>
                  <a:pt x="4898978" y="3810000"/>
                  <a:pt x="4905375" y="3816397"/>
                  <a:pt x="4905375" y="3824288"/>
                </a:cubicBezTo>
                <a:close/>
                <a:moveTo>
                  <a:pt x="4905375" y="3976688"/>
                </a:moveTo>
                <a:cubicBezTo>
                  <a:pt x="4905375" y="3984578"/>
                  <a:pt x="4898978" y="3990975"/>
                  <a:pt x="4891088" y="3990975"/>
                </a:cubicBezTo>
                <a:cubicBezTo>
                  <a:pt x="4883197" y="3990975"/>
                  <a:pt x="4876800" y="3984578"/>
                  <a:pt x="4876800" y="3976688"/>
                </a:cubicBezTo>
                <a:cubicBezTo>
                  <a:pt x="4876800" y="3968797"/>
                  <a:pt x="4883197" y="3962400"/>
                  <a:pt x="4891088" y="3962400"/>
                </a:cubicBezTo>
                <a:cubicBezTo>
                  <a:pt x="4898978" y="3962400"/>
                  <a:pt x="4905375" y="3968797"/>
                  <a:pt x="4905375" y="3976688"/>
                </a:cubicBezTo>
                <a:close/>
                <a:moveTo>
                  <a:pt x="4905375" y="4129088"/>
                </a:moveTo>
                <a:cubicBezTo>
                  <a:pt x="4905375" y="4136978"/>
                  <a:pt x="4898978" y="4143375"/>
                  <a:pt x="4891088" y="4143375"/>
                </a:cubicBezTo>
                <a:cubicBezTo>
                  <a:pt x="4883197" y="4143375"/>
                  <a:pt x="4876800" y="4136978"/>
                  <a:pt x="4876800" y="4129088"/>
                </a:cubicBezTo>
                <a:cubicBezTo>
                  <a:pt x="4876800" y="4121197"/>
                  <a:pt x="4883197" y="4114800"/>
                  <a:pt x="4891088" y="4114800"/>
                </a:cubicBezTo>
                <a:cubicBezTo>
                  <a:pt x="4898978" y="4114800"/>
                  <a:pt x="4905375" y="4121197"/>
                  <a:pt x="4905375" y="4129088"/>
                </a:cubicBezTo>
                <a:close/>
                <a:moveTo>
                  <a:pt x="4905375" y="4281488"/>
                </a:moveTo>
                <a:cubicBezTo>
                  <a:pt x="4905375" y="4289378"/>
                  <a:pt x="4898978" y="4295775"/>
                  <a:pt x="4891088" y="4295775"/>
                </a:cubicBezTo>
                <a:cubicBezTo>
                  <a:pt x="4883197" y="4295775"/>
                  <a:pt x="4876800" y="4289378"/>
                  <a:pt x="4876800" y="4281488"/>
                </a:cubicBezTo>
                <a:cubicBezTo>
                  <a:pt x="4876800" y="4273597"/>
                  <a:pt x="4883197" y="4267200"/>
                  <a:pt x="4891088" y="4267200"/>
                </a:cubicBezTo>
                <a:cubicBezTo>
                  <a:pt x="4898978" y="4267200"/>
                  <a:pt x="4905375" y="4273597"/>
                  <a:pt x="4905375" y="4281488"/>
                </a:cubicBezTo>
                <a:close/>
                <a:moveTo>
                  <a:pt x="4905375" y="4433888"/>
                </a:moveTo>
                <a:cubicBezTo>
                  <a:pt x="4905375" y="4441778"/>
                  <a:pt x="4898978" y="4448175"/>
                  <a:pt x="4891088" y="4448175"/>
                </a:cubicBezTo>
                <a:cubicBezTo>
                  <a:pt x="4883197" y="4448175"/>
                  <a:pt x="4876800" y="4441778"/>
                  <a:pt x="4876800" y="4433888"/>
                </a:cubicBezTo>
                <a:cubicBezTo>
                  <a:pt x="4876800" y="4425997"/>
                  <a:pt x="4883197" y="4419600"/>
                  <a:pt x="4891088" y="4419600"/>
                </a:cubicBezTo>
                <a:cubicBezTo>
                  <a:pt x="4898978" y="4419600"/>
                  <a:pt x="4905375" y="4425997"/>
                  <a:pt x="4905375" y="4433888"/>
                </a:cubicBezTo>
                <a:close/>
                <a:moveTo>
                  <a:pt x="4905375" y="4586288"/>
                </a:moveTo>
                <a:cubicBezTo>
                  <a:pt x="4905375" y="4594178"/>
                  <a:pt x="4898978" y="4600575"/>
                  <a:pt x="4891088" y="4600575"/>
                </a:cubicBezTo>
                <a:cubicBezTo>
                  <a:pt x="4883197" y="4600575"/>
                  <a:pt x="4876800" y="4594178"/>
                  <a:pt x="4876800" y="4586288"/>
                </a:cubicBezTo>
                <a:cubicBezTo>
                  <a:pt x="4876800" y="4578397"/>
                  <a:pt x="4883197" y="4572000"/>
                  <a:pt x="4891088" y="4572000"/>
                </a:cubicBezTo>
                <a:cubicBezTo>
                  <a:pt x="4898978" y="4572000"/>
                  <a:pt x="4905375" y="4578397"/>
                  <a:pt x="4905375" y="4586288"/>
                </a:cubicBezTo>
                <a:close/>
                <a:moveTo>
                  <a:pt x="4905375" y="4738688"/>
                </a:moveTo>
                <a:cubicBezTo>
                  <a:pt x="4905375" y="4746578"/>
                  <a:pt x="4898978" y="4752975"/>
                  <a:pt x="4891088" y="4752975"/>
                </a:cubicBezTo>
                <a:cubicBezTo>
                  <a:pt x="4883197" y="4752975"/>
                  <a:pt x="4876800" y="4746578"/>
                  <a:pt x="4876800" y="4738688"/>
                </a:cubicBezTo>
                <a:cubicBezTo>
                  <a:pt x="4876800" y="4730797"/>
                  <a:pt x="4883197" y="4724400"/>
                  <a:pt x="4891088" y="4724400"/>
                </a:cubicBezTo>
                <a:cubicBezTo>
                  <a:pt x="4898978" y="4724400"/>
                  <a:pt x="4905375" y="4730797"/>
                  <a:pt x="4905375" y="4738688"/>
                </a:cubicBezTo>
                <a:close/>
                <a:moveTo>
                  <a:pt x="5057775" y="14288"/>
                </a:moveTo>
                <a:cubicBezTo>
                  <a:pt x="5057775" y="22178"/>
                  <a:pt x="5051378" y="28575"/>
                  <a:pt x="5043488" y="28575"/>
                </a:cubicBezTo>
                <a:cubicBezTo>
                  <a:pt x="5035597" y="28575"/>
                  <a:pt x="5029200" y="22178"/>
                  <a:pt x="5029200" y="14288"/>
                </a:cubicBezTo>
                <a:cubicBezTo>
                  <a:pt x="5029200" y="6397"/>
                  <a:pt x="5035597" y="0"/>
                  <a:pt x="5043488" y="0"/>
                </a:cubicBezTo>
                <a:cubicBezTo>
                  <a:pt x="5051378" y="0"/>
                  <a:pt x="5057775" y="6397"/>
                  <a:pt x="5057775" y="14288"/>
                </a:cubicBezTo>
                <a:close/>
                <a:moveTo>
                  <a:pt x="5057775" y="166688"/>
                </a:moveTo>
                <a:cubicBezTo>
                  <a:pt x="5057775" y="174578"/>
                  <a:pt x="5051378" y="180975"/>
                  <a:pt x="5043488" y="180975"/>
                </a:cubicBezTo>
                <a:cubicBezTo>
                  <a:pt x="5035597" y="180975"/>
                  <a:pt x="5029200" y="174578"/>
                  <a:pt x="5029200" y="166688"/>
                </a:cubicBezTo>
                <a:cubicBezTo>
                  <a:pt x="5029200" y="158797"/>
                  <a:pt x="5035597" y="152400"/>
                  <a:pt x="5043488" y="152400"/>
                </a:cubicBezTo>
                <a:cubicBezTo>
                  <a:pt x="5051378" y="152400"/>
                  <a:pt x="5057775" y="158797"/>
                  <a:pt x="5057775" y="166688"/>
                </a:cubicBezTo>
                <a:close/>
                <a:moveTo>
                  <a:pt x="5057775" y="319088"/>
                </a:moveTo>
                <a:cubicBezTo>
                  <a:pt x="5057775" y="326978"/>
                  <a:pt x="5051378" y="333375"/>
                  <a:pt x="5043488" y="333375"/>
                </a:cubicBezTo>
                <a:cubicBezTo>
                  <a:pt x="5035597" y="333375"/>
                  <a:pt x="5029200" y="326978"/>
                  <a:pt x="5029200" y="319088"/>
                </a:cubicBezTo>
                <a:cubicBezTo>
                  <a:pt x="5029200" y="311197"/>
                  <a:pt x="5035597" y="304800"/>
                  <a:pt x="5043488" y="304800"/>
                </a:cubicBezTo>
                <a:cubicBezTo>
                  <a:pt x="5051378" y="304800"/>
                  <a:pt x="5057775" y="311197"/>
                  <a:pt x="5057775" y="319088"/>
                </a:cubicBezTo>
                <a:close/>
                <a:moveTo>
                  <a:pt x="5057775" y="471488"/>
                </a:moveTo>
                <a:cubicBezTo>
                  <a:pt x="5057775" y="479378"/>
                  <a:pt x="5051378" y="485775"/>
                  <a:pt x="5043488" y="485775"/>
                </a:cubicBezTo>
                <a:cubicBezTo>
                  <a:pt x="5035597" y="485775"/>
                  <a:pt x="5029200" y="479378"/>
                  <a:pt x="5029200" y="471488"/>
                </a:cubicBezTo>
                <a:cubicBezTo>
                  <a:pt x="5029200" y="463597"/>
                  <a:pt x="5035597" y="457200"/>
                  <a:pt x="5043488" y="457200"/>
                </a:cubicBezTo>
                <a:cubicBezTo>
                  <a:pt x="5051378" y="457200"/>
                  <a:pt x="5057775" y="463597"/>
                  <a:pt x="5057775" y="471488"/>
                </a:cubicBezTo>
                <a:close/>
                <a:moveTo>
                  <a:pt x="5057775" y="623888"/>
                </a:moveTo>
                <a:cubicBezTo>
                  <a:pt x="5057775" y="631778"/>
                  <a:pt x="5051378" y="638175"/>
                  <a:pt x="5043488" y="638175"/>
                </a:cubicBezTo>
                <a:cubicBezTo>
                  <a:pt x="5035597" y="638175"/>
                  <a:pt x="5029200" y="631778"/>
                  <a:pt x="5029200" y="623888"/>
                </a:cubicBezTo>
                <a:cubicBezTo>
                  <a:pt x="5029200" y="615997"/>
                  <a:pt x="5035597" y="609600"/>
                  <a:pt x="5043488" y="609600"/>
                </a:cubicBezTo>
                <a:cubicBezTo>
                  <a:pt x="5051378" y="609600"/>
                  <a:pt x="5057775" y="615997"/>
                  <a:pt x="5057775" y="623888"/>
                </a:cubicBezTo>
                <a:close/>
                <a:moveTo>
                  <a:pt x="5057775" y="776288"/>
                </a:moveTo>
                <a:cubicBezTo>
                  <a:pt x="5057775" y="784178"/>
                  <a:pt x="5051378" y="790575"/>
                  <a:pt x="5043488" y="790575"/>
                </a:cubicBezTo>
                <a:cubicBezTo>
                  <a:pt x="5035597" y="790575"/>
                  <a:pt x="5029200" y="784178"/>
                  <a:pt x="5029200" y="776288"/>
                </a:cubicBezTo>
                <a:cubicBezTo>
                  <a:pt x="5029200" y="768397"/>
                  <a:pt x="5035597" y="762000"/>
                  <a:pt x="5043488" y="762000"/>
                </a:cubicBezTo>
                <a:cubicBezTo>
                  <a:pt x="5051378" y="762000"/>
                  <a:pt x="5057775" y="768397"/>
                  <a:pt x="5057775" y="776288"/>
                </a:cubicBezTo>
                <a:close/>
                <a:moveTo>
                  <a:pt x="5057775" y="928688"/>
                </a:moveTo>
                <a:cubicBezTo>
                  <a:pt x="5057775" y="936578"/>
                  <a:pt x="5051378" y="942975"/>
                  <a:pt x="5043488" y="942975"/>
                </a:cubicBezTo>
                <a:cubicBezTo>
                  <a:pt x="5035597" y="942975"/>
                  <a:pt x="5029200" y="936578"/>
                  <a:pt x="5029200" y="928688"/>
                </a:cubicBezTo>
                <a:cubicBezTo>
                  <a:pt x="5029200" y="920797"/>
                  <a:pt x="5035597" y="914400"/>
                  <a:pt x="5043488" y="914400"/>
                </a:cubicBezTo>
                <a:cubicBezTo>
                  <a:pt x="5051378" y="914400"/>
                  <a:pt x="5057775" y="920797"/>
                  <a:pt x="5057775" y="928688"/>
                </a:cubicBezTo>
                <a:close/>
                <a:moveTo>
                  <a:pt x="5057775" y="1081088"/>
                </a:moveTo>
                <a:cubicBezTo>
                  <a:pt x="5057775" y="1088978"/>
                  <a:pt x="5051378" y="1095375"/>
                  <a:pt x="5043488" y="1095375"/>
                </a:cubicBezTo>
                <a:cubicBezTo>
                  <a:pt x="5035597" y="1095375"/>
                  <a:pt x="5029200" y="1088978"/>
                  <a:pt x="5029200" y="1081088"/>
                </a:cubicBezTo>
                <a:cubicBezTo>
                  <a:pt x="5029200" y="1073197"/>
                  <a:pt x="5035597" y="1066800"/>
                  <a:pt x="5043488" y="1066800"/>
                </a:cubicBezTo>
                <a:cubicBezTo>
                  <a:pt x="5051378" y="1066800"/>
                  <a:pt x="5057775" y="1073197"/>
                  <a:pt x="5057775" y="1081088"/>
                </a:cubicBezTo>
                <a:close/>
                <a:moveTo>
                  <a:pt x="5057775" y="1233488"/>
                </a:moveTo>
                <a:cubicBezTo>
                  <a:pt x="5057775" y="1241378"/>
                  <a:pt x="5051378" y="1247775"/>
                  <a:pt x="5043488" y="1247775"/>
                </a:cubicBezTo>
                <a:cubicBezTo>
                  <a:pt x="5035597" y="1247775"/>
                  <a:pt x="5029200" y="1241378"/>
                  <a:pt x="5029200" y="1233488"/>
                </a:cubicBezTo>
                <a:cubicBezTo>
                  <a:pt x="5029200" y="1225597"/>
                  <a:pt x="5035597" y="1219200"/>
                  <a:pt x="5043488" y="1219200"/>
                </a:cubicBezTo>
                <a:cubicBezTo>
                  <a:pt x="5051378" y="1219200"/>
                  <a:pt x="5057775" y="1225597"/>
                  <a:pt x="5057775" y="1233488"/>
                </a:cubicBezTo>
                <a:close/>
                <a:moveTo>
                  <a:pt x="5057775" y="1385888"/>
                </a:moveTo>
                <a:cubicBezTo>
                  <a:pt x="5057775" y="1393778"/>
                  <a:pt x="5051378" y="1400175"/>
                  <a:pt x="5043488" y="1400175"/>
                </a:cubicBezTo>
                <a:cubicBezTo>
                  <a:pt x="5035597" y="1400175"/>
                  <a:pt x="5029200" y="1393778"/>
                  <a:pt x="5029200" y="1385888"/>
                </a:cubicBezTo>
                <a:cubicBezTo>
                  <a:pt x="5029200" y="1377997"/>
                  <a:pt x="5035597" y="1371600"/>
                  <a:pt x="5043488" y="1371600"/>
                </a:cubicBezTo>
                <a:cubicBezTo>
                  <a:pt x="5051378" y="1371600"/>
                  <a:pt x="5057775" y="1377997"/>
                  <a:pt x="5057775" y="1385888"/>
                </a:cubicBezTo>
                <a:close/>
                <a:moveTo>
                  <a:pt x="5057775" y="1538288"/>
                </a:moveTo>
                <a:cubicBezTo>
                  <a:pt x="5057775" y="1546178"/>
                  <a:pt x="5051378" y="1552575"/>
                  <a:pt x="5043488" y="1552575"/>
                </a:cubicBezTo>
                <a:cubicBezTo>
                  <a:pt x="5035597" y="1552575"/>
                  <a:pt x="5029200" y="1546178"/>
                  <a:pt x="5029200" y="1538288"/>
                </a:cubicBezTo>
                <a:cubicBezTo>
                  <a:pt x="5029200" y="1530397"/>
                  <a:pt x="5035597" y="1524000"/>
                  <a:pt x="5043488" y="1524000"/>
                </a:cubicBezTo>
                <a:cubicBezTo>
                  <a:pt x="5051378" y="1524000"/>
                  <a:pt x="5057775" y="1530397"/>
                  <a:pt x="5057775" y="1538288"/>
                </a:cubicBezTo>
                <a:close/>
                <a:moveTo>
                  <a:pt x="5057775" y="1690688"/>
                </a:moveTo>
                <a:cubicBezTo>
                  <a:pt x="5057775" y="1698578"/>
                  <a:pt x="5051378" y="1704975"/>
                  <a:pt x="5043488" y="1704975"/>
                </a:cubicBezTo>
                <a:cubicBezTo>
                  <a:pt x="5035597" y="1704975"/>
                  <a:pt x="5029200" y="1698578"/>
                  <a:pt x="5029200" y="1690688"/>
                </a:cubicBezTo>
                <a:cubicBezTo>
                  <a:pt x="5029200" y="1682797"/>
                  <a:pt x="5035597" y="1676400"/>
                  <a:pt x="5043488" y="1676400"/>
                </a:cubicBezTo>
                <a:cubicBezTo>
                  <a:pt x="5051378" y="1676400"/>
                  <a:pt x="5057775" y="1682797"/>
                  <a:pt x="5057775" y="1690688"/>
                </a:cubicBezTo>
                <a:close/>
                <a:moveTo>
                  <a:pt x="5057775" y="1843088"/>
                </a:moveTo>
                <a:cubicBezTo>
                  <a:pt x="5057775" y="1850978"/>
                  <a:pt x="5051378" y="1857375"/>
                  <a:pt x="5043488" y="1857375"/>
                </a:cubicBezTo>
                <a:cubicBezTo>
                  <a:pt x="5035597" y="1857375"/>
                  <a:pt x="5029200" y="1850978"/>
                  <a:pt x="5029200" y="1843088"/>
                </a:cubicBezTo>
                <a:cubicBezTo>
                  <a:pt x="5029200" y="1835197"/>
                  <a:pt x="5035597" y="1828800"/>
                  <a:pt x="5043488" y="1828800"/>
                </a:cubicBezTo>
                <a:cubicBezTo>
                  <a:pt x="5051378" y="1828800"/>
                  <a:pt x="5057775" y="1835197"/>
                  <a:pt x="5057775" y="1843088"/>
                </a:cubicBezTo>
                <a:close/>
                <a:moveTo>
                  <a:pt x="5057775" y="1995488"/>
                </a:moveTo>
                <a:cubicBezTo>
                  <a:pt x="5057775" y="2003378"/>
                  <a:pt x="5051378" y="2009775"/>
                  <a:pt x="5043488" y="2009775"/>
                </a:cubicBezTo>
                <a:cubicBezTo>
                  <a:pt x="5035597" y="2009775"/>
                  <a:pt x="5029200" y="2003378"/>
                  <a:pt x="5029200" y="1995488"/>
                </a:cubicBezTo>
                <a:cubicBezTo>
                  <a:pt x="5029200" y="1987597"/>
                  <a:pt x="5035597" y="1981200"/>
                  <a:pt x="5043488" y="1981200"/>
                </a:cubicBezTo>
                <a:cubicBezTo>
                  <a:pt x="5051378" y="1981200"/>
                  <a:pt x="5057775" y="1987597"/>
                  <a:pt x="5057775" y="1995488"/>
                </a:cubicBezTo>
                <a:close/>
                <a:moveTo>
                  <a:pt x="5057775" y="2147888"/>
                </a:moveTo>
                <a:cubicBezTo>
                  <a:pt x="5057775" y="2155778"/>
                  <a:pt x="5051378" y="2162175"/>
                  <a:pt x="5043488" y="2162175"/>
                </a:cubicBezTo>
                <a:cubicBezTo>
                  <a:pt x="5035597" y="2162175"/>
                  <a:pt x="5029200" y="2155778"/>
                  <a:pt x="5029200" y="2147888"/>
                </a:cubicBezTo>
                <a:cubicBezTo>
                  <a:pt x="5029200" y="2139997"/>
                  <a:pt x="5035597" y="2133600"/>
                  <a:pt x="5043488" y="2133600"/>
                </a:cubicBezTo>
                <a:cubicBezTo>
                  <a:pt x="5051378" y="2133600"/>
                  <a:pt x="5057775" y="2139997"/>
                  <a:pt x="5057775" y="2147888"/>
                </a:cubicBezTo>
                <a:close/>
                <a:moveTo>
                  <a:pt x="5057775" y="2300288"/>
                </a:moveTo>
                <a:cubicBezTo>
                  <a:pt x="5057775" y="2308178"/>
                  <a:pt x="5051378" y="2314575"/>
                  <a:pt x="5043488" y="2314575"/>
                </a:cubicBezTo>
                <a:cubicBezTo>
                  <a:pt x="5035597" y="2314575"/>
                  <a:pt x="5029200" y="2308178"/>
                  <a:pt x="5029200" y="2300288"/>
                </a:cubicBezTo>
                <a:cubicBezTo>
                  <a:pt x="5029200" y="2292397"/>
                  <a:pt x="5035597" y="2286000"/>
                  <a:pt x="5043488" y="2286000"/>
                </a:cubicBezTo>
                <a:cubicBezTo>
                  <a:pt x="5051378" y="2286000"/>
                  <a:pt x="5057775" y="2292397"/>
                  <a:pt x="5057775" y="2300288"/>
                </a:cubicBezTo>
                <a:close/>
                <a:moveTo>
                  <a:pt x="5057775" y="2452688"/>
                </a:moveTo>
                <a:cubicBezTo>
                  <a:pt x="5057775" y="2460578"/>
                  <a:pt x="5051378" y="2466975"/>
                  <a:pt x="5043488" y="2466975"/>
                </a:cubicBezTo>
                <a:cubicBezTo>
                  <a:pt x="5035597" y="2466975"/>
                  <a:pt x="5029200" y="2460578"/>
                  <a:pt x="5029200" y="2452688"/>
                </a:cubicBezTo>
                <a:cubicBezTo>
                  <a:pt x="5029200" y="2444797"/>
                  <a:pt x="5035597" y="2438400"/>
                  <a:pt x="5043488" y="2438400"/>
                </a:cubicBezTo>
                <a:cubicBezTo>
                  <a:pt x="5051378" y="2438400"/>
                  <a:pt x="5057775" y="2444797"/>
                  <a:pt x="5057775" y="2452688"/>
                </a:cubicBezTo>
                <a:close/>
                <a:moveTo>
                  <a:pt x="5057775" y="2605088"/>
                </a:moveTo>
                <a:cubicBezTo>
                  <a:pt x="5057775" y="2612978"/>
                  <a:pt x="5051378" y="2619375"/>
                  <a:pt x="5043488" y="2619375"/>
                </a:cubicBezTo>
                <a:cubicBezTo>
                  <a:pt x="5035597" y="2619375"/>
                  <a:pt x="5029200" y="2612978"/>
                  <a:pt x="5029200" y="2605088"/>
                </a:cubicBezTo>
                <a:cubicBezTo>
                  <a:pt x="5029200" y="2597197"/>
                  <a:pt x="5035597" y="2590800"/>
                  <a:pt x="5043488" y="2590800"/>
                </a:cubicBezTo>
                <a:cubicBezTo>
                  <a:pt x="5051378" y="2590800"/>
                  <a:pt x="5057775" y="2597197"/>
                  <a:pt x="5057775" y="2605088"/>
                </a:cubicBezTo>
                <a:close/>
                <a:moveTo>
                  <a:pt x="5057775" y="2757488"/>
                </a:moveTo>
                <a:cubicBezTo>
                  <a:pt x="5057775" y="2765378"/>
                  <a:pt x="5051378" y="2771775"/>
                  <a:pt x="5043488" y="2771775"/>
                </a:cubicBezTo>
                <a:cubicBezTo>
                  <a:pt x="5035597" y="2771775"/>
                  <a:pt x="5029200" y="2765378"/>
                  <a:pt x="5029200" y="2757488"/>
                </a:cubicBezTo>
                <a:cubicBezTo>
                  <a:pt x="5029200" y="2749597"/>
                  <a:pt x="5035597" y="2743200"/>
                  <a:pt x="5043488" y="2743200"/>
                </a:cubicBezTo>
                <a:cubicBezTo>
                  <a:pt x="5051378" y="2743200"/>
                  <a:pt x="5057775" y="2749597"/>
                  <a:pt x="5057775" y="2757488"/>
                </a:cubicBezTo>
                <a:close/>
                <a:moveTo>
                  <a:pt x="5057775" y="2909888"/>
                </a:moveTo>
                <a:cubicBezTo>
                  <a:pt x="5057775" y="2917778"/>
                  <a:pt x="5051378" y="2924175"/>
                  <a:pt x="5043488" y="2924175"/>
                </a:cubicBezTo>
                <a:cubicBezTo>
                  <a:pt x="5035597" y="2924175"/>
                  <a:pt x="5029200" y="2917778"/>
                  <a:pt x="5029200" y="2909888"/>
                </a:cubicBezTo>
                <a:cubicBezTo>
                  <a:pt x="5029200" y="2901997"/>
                  <a:pt x="5035597" y="2895600"/>
                  <a:pt x="5043488" y="2895600"/>
                </a:cubicBezTo>
                <a:cubicBezTo>
                  <a:pt x="5051378" y="2895600"/>
                  <a:pt x="5057775" y="2901997"/>
                  <a:pt x="5057775" y="2909888"/>
                </a:cubicBezTo>
                <a:close/>
                <a:moveTo>
                  <a:pt x="5057775" y="3062288"/>
                </a:moveTo>
                <a:cubicBezTo>
                  <a:pt x="5057775" y="3070178"/>
                  <a:pt x="5051378" y="3076575"/>
                  <a:pt x="5043488" y="3076575"/>
                </a:cubicBezTo>
                <a:cubicBezTo>
                  <a:pt x="5035597" y="3076575"/>
                  <a:pt x="5029200" y="3070178"/>
                  <a:pt x="5029200" y="3062288"/>
                </a:cubicBezTo>
                <a:cubicBezTo>
                  <a:pt x="5029200" y="3054397"/>
                  <a:pt x="5035597" y="3048000"/>
                  <a:pt x="5043488" y="3048000"/>
                </a:cubicBezTo>
                <a:cubicBezTo>
                  <a:pt x="5051378" y="3048000"/>
                  <a:pt x="5057775" y="3054397"/>
                  <a:pt x="5057775" y="3062288"/>
                </a:cubicBezTo>
                <a:close/>
                <a:moveTo>
                  <a:pt x="5057775" y="3214688"/>
                </a:moveTo>
                <a:cubicBezTo>
                  <a:pt x="5057775" y="3222578"/>
                  <a:pt x="5051378" y="3228975"/>
                  <a:pt x="5043488" y="3228975"/>
                </a:cubicBezTo>
                <a:cubicBezTo>
                  <a:pt x="5035597" y="3228975"/>
                  <a:pt x="5029200" y="3222578"/>
                  <a:pt x="5029200" y="3214688"/>
                </a:cubicBezTo>
                <a:cubicBezTo>
                  <a:pt x="5029200" y="3206797"/>
                  <a:pt x="5035597" y="3200400"/>
                  <a:pt x="5043488" y="3200400"/>
                </a:cubicBezTo>
                <a:cubicBezTo>
                  <a:pt x="5051378" y="3200400"/>
                  <a:pt x="5057775" y="3206797"/>
                  <a:pt x="5057775" y="3214688"/>
                </a:cubicBezTo>
                <a:close/>
                <a:moveTo>
                  <a:pt x="5057775" y="3367088"/>
                </a:moveTo>
                <a:cubicBezTo>
                  <a:pt x="5057775" y="3374978"/>
                  <a:pt x="5051378" y="3381375"/>
                  <a:pt x="5043488" y="3381375"/>
                </a:cubicBezTo>
                <a:cubicBezTo>
                  <a:pt x="5035597" y="3381375"/>
                  <a:pt x="5029200" y="3374978"/>
                  <a:pt x="5029200" y="3367088"/>
                </a:cubicBezTo>
                <a:cubicBezTo>
                  <a:pt x="5029200" y="3359197"/>
                  <a:pt x="5035597" y="3352800"/>
                  <a:pt x="5043488" y="3352800"/>
                </a:cubicBezTo>
                <a:cubicBezTo>
                  <a:pt x="5051378" y="3352800"/>
                  <a:pt x="5057775" y="3359197"/>
                  <a:pt x="5057775" y="3367088"/>
                </a:cubicBezTo>
                <a:close/>
                <a:moveTo>
                  <a:pt x="5057775" y="3519488"/>
                </a:moveTo>
                <a:cubicBezTo>
                  <a:pt x="5057775" y="3527378"/>
                  <a:pt x="5051378" y="3533775"/>
                  <a:pt x="5043488" y="3533775"/>
                </a:cubicBezTo>
                <a:cubicBezTo>
                  <a:pt x="5035597" y="3533775"/>
                  <a:pt x="5029200" y="3527378"/>
                  <a:pt x="5029200" y="3519488"/>
                </a:cubicBezTo>
                <a:cubicBezTo>
                  <a:pt x="5029200" y="3511597"/>
                  <a:pt x="5035597" y="3505200"/>
                  <a:pt x="5043488" y="3505200"/>
                </a:cubicBezTo>
                <a:cubicBezTo>
                  <a:pt x="5051378" y="3505200"/>
                  <a:pt x="5057775" y="3511597"/>
                  <a:pt x="5057775" y="3519488"/>
                </a:cubicBezTo>
                <a:close/>
                <a:moveTo>
                  <a:pt x="5057775" y="3671888"/>
                </a:moveTo>
                <a:cubicBezTo>
                  <a:pt x="5057775" y="3679778"/>
                  <a:pt x="5051378" y="3686175"/>
                  <a:pt x="5043488" y="3686175"/>
                </a:cubicBezTo>
                <a:cubicBezTo>
                  <a:pt x="5035597" y="3686175"/>
                  <a:pt x="5029200" y="3679778"/>
                  <a:pt x="5029200" y="3671888"/>
                </a:cubicBezTo>
                <a:cubicBezTo>
                  <a:pt x="5029200" y="3663997"/>
                  <a:pt x="5035597" y="3657600"/>
                  <a:pt x="5043488" y="3657600"/>
                </a:cubicBezTo>
                <a:cubicBezTo>
                  <a:pt x="5051378" y="3657600"/>
                  <a:pt x="5057775" y="3663997"/>
                  <a:pt x="5057775" y="3671888"/>
                </a:cubicBezTo>
                <a:close/>
                <a:moveTo>
                  <a:pt x="5057775" y="3824288"/>
                </a:moveTo>
                <a:cubicBezTo>
                  <a:pt x="5057775" y="3832178"/>
                  <a:pt x="5051378" y="3838575"/>
                  <a:pt x="5043488" y="3838575"/>
                </a:cubicBezTo>
                <a:cubicBezTo>
                  <a:pt x="5035597" y="3838575"/>
                  <a:pt x="5029200" y="3832178"/>
                  <a:pt x="5029200" y="3824288"/>
                </a:cubicBezTo>
                <a:cubicBezTo>
                  <a:pt x="5029200" y="3816397"/>
                  <a:pt x="5035597" y="3810000"/>
                  <a:pt x="5043488" y="3810000"/>
                </a:cubicBezTo>
                <a:cubicBezTo>
                  <a:pt x="5051378" y="3810000"/>
                  <a:pt x="5057775" y="3816397"/>
                  <a:pt x="5057775" y="3824288"/>
                </a:cubicBezTo>
                <a:close/>
                <a:moveTo>
                  <a:pt x="5057775" y="3976688"/>
                </a:moveTo>
                <a:cubicBezTo>
                  <a:pt x="5057775" y="3984578"/>
                  <a:pt x="5051378" y="3990975"/>
                  <a:pt x="5043488" y="3990975"/>
                </a:cubicBezTo>
                <a:cubicBezTo>
                  <a:pt x="5035597" y="3990975"/>
                  <a:pt x="5029200" y="3984578"/>
                  <a:pt x="5029200" y="3976688"/>
                </a:cubicBezTo>
                <a:cubicBezTo>
                  <a:pt x="5029200" y="3968797"/>
                  <a:pt x="5035597" y="3962400"/>
                  <a:pt x="5043488" y="3962400"/>
                </a:cubicBezTo>
                <a:cubicBezTo>
                  <a:pt x="5051378" y="3962400"/>
                  <a:pt x="5057775" y="3968797"/>
                  <a:pt x="5057775" y="3976688"/>
                </a:cubicBezTo>
                <a:close/>
                <a:moveTo>
                  <a:pt x="5057775" y="4129088"/>
                </a:moveTo>
                <a:cubicBezTo>
                  <a:pt x="5057775" y="4136978"/>
                  <a:pt x="5051378" y="4143375"/>
                  <a:pt x="5043488" y="4143375"/>
                </a:cubicBezTo>
                <a:cubicBezTo>
                  <a:pt x="5035597" y="4143375"/>
                  <a:pt x="5029200" y="4136978"/>
                  <a:pt x="5029200" y="4129088"/>
                </a:cubicBezTo>
                <a:cubicBezTo>
                  <a:pt x="5029200" y="4121197"/>
                  <a:pt x="5035597" y="4114800"/>
                  <a:pt x="5043488" y="4114800"/>
                </a:cubicBezTo>
                <a:cubicBezTo>
                  <a:pt x="5051378" y="4114800"/>
                  <a:pt x="5057775" y="4121197"/>
                  <a:pt x="5057775" y="4129088"/>
                </a:cubicBezTo>
                <a:close/>
                <a:moveTo>
                  <a:pt x="5057775" y="4281488"/>
                </a:moveTo>
                <a:cubicBezTo>
                  <a:pt x="5057775" y="4289378"/>
                  <a:pt x="5051378" y="4295775"/>
                  <a:pt x="5043488" y="4295775"/>
                </a:cubicBezTo>
                <a:cubicBezTo>
                  <a:pt x="5035597" y="4295775"/>
                  <a:pt x="5029200" y="4289378"/>
                  <a:pt x="5029200" y="4281488"/>
                </a:cubicBezTo>
                <a:cubicBezTo>
                  <a:pt x="5029200" y="4273597"/>
                  <a:pt x="5035597" y="4267200"/>
                  <a:pt x="5043488" y="4267200"/>
                </a:cubicBezTo>
                <a:cubicBezTo>
                  <a:pt x="5051378" y="4267200"/>
                  <a:pt x="5057775" y="4273597"/>
                  <a:pt x="5057775" y="4281488"/>
                </a:cubicBezTo>
                <a:close/>
                <a:moveTo>
                  <a:pt x="5057775" y="4433888"/>
                </a:moveTo>
                <a:cubicBezTo>
                  <a:pt x="5057775" y="4441778"/>
                  <a:pt x="5051378" y="4448175"/>
                  <a:pt x="5043488" y="4448175"/>
                </a:cubicBezTo>
                <a:cubicBezTo>
                  <a:pt x="5035597" y="4448175"/>
                  <a:pt x="5029200" y="4441778"/>
                  <a:pt x="5029200" y="4433888"/>
                </a:cubicBezTo>
                <a:cubicBezTo>
                  <a:pt x="5029200" y="4425997"/>
                  <a:pt x="5035597" y="4419600"/>
                  <a:pt x="5043488" y="4419600"/>
                </a:cubicBezTo>
                <a:cubicBezTo>
                  <a:pt x="5051378" y="4419600"/>
                  <a:pt x="5057775" y="4425997"/>
                  <a:pt x="5057775" y="4433888"/>
                </a:cubicBezTo>
                <a:close/>
                <a:moveTo>
                  <a:pt x="5057775" y="4586288"/>
                </a:moveTo>
                <a:cubicBezTo>
                  <a:pt x="5057775" y="4594178"/>
                  <a:pt x="5051378" y="4600575"/>
                  <a:pt x="5043488" y="4600575"/>
                </a:cubicBezTo>
                <a:cubicBezTo>
                  <a:pt x="5035597" y="4600575"/>
                  <a:pt x="5029200" y="4594178"/>
                  <a:pt x="5029200" y="4586288"/>
                </a:cubicBezTo>
                <a:cubicBezTo>
                  <a:pt x="5029200" y="4578397"/>
                  <a:pt x="5035597" y="4572000"/>
                  <a:pt x="5043488" y="4572000"/>
                </a:cubicBezTo>
                <a:cubicBezTo>
                  <a:pt x="5051378" y="4572000"/>
                  <a:pt x="5057775" y="4578397"/>
                  <a:pt x="5057775" y="4586288"/>
                </a:cubicBezTo>
                <a:close/>
                <a:moveTo>
                  <a:pt x="5057775" y="4738688"/>
                </a:moveTo>
                <a:cubicBezTo>
                  <a:pt x="5057775" y="4746578"/>
                  <a:pt x="5051378" y="4752975"/>
                  <a:pt x="5043488" y="4752975"/>
                </a:cubicBezTo>
                <a:cubicBezTo>
                  <a:pt x="5035597" y="4752975"/>
                  <a:pt x="5029200" y="4746578"/>
                  <a:pt x="5029200" y="4738688"/>
                </a:cubicBezTo>
                <a:cubicBezTo>
                  <a:pt x="5029200" y="4730797"/>
                  <a:pt x="5035597" y="4724400"/>
                  <a:pt x="5043488" y="4724400"/>
                </a:cubicBezTo>
                <a:cubicBezTo>
                  <a:pt x="5051378" y="4724400"/>
                  <a:pt x="5057775" y="4730797"/>
                  <a:pt x="5057775" y="4738688"/>
                </a:cubicBezTo>
                <a:close/>
                <a:moveTo>
                  <a:pt x="5210175" y="14288"/>
                </a:moveTo>
                <a:cubicBezTo>
                  <a:pt x="5210175" y="22178"/>
                  <a:pt x="5203778" y="28575"/>
                  <a:pt x="5195888" y="28575"/>
                </a:cubicBezTo>
                <a:cubicBezTo>
                  <a:pt x="5187997" y="28575"/>
                  <a:pt x="5181600" y="22178"/>
                  <a:pt x="5181600" y="14288"/>
                </a:cubicBezTo>
                <a:cubicBezTo>
                  <a:pt x="5181600" y="6397"/>
                  <a:pt x="5187997" y="0"/>
                  <a:pt x="5195888" y="0"/>
                </a:cubicBezTo>
                <a:cubicBezTo>
                  <a:pt x="5203778" y="0"/>
                  <a:pt x="5210175" y="6397"/>
                  <a:pt x="5210175" y="14288"/>
                </a:cubicBezTo>
                <a:close/>
                <a:moveTo>
                  <a:pt x="5210175" y="166688"/>
                </a:moveTo>
                <a:cubicBezTo>
                  <a:pt x="5210175" y="174578"/>
                  <a:pt x="5203778" y="180975"/>
                  <a:pt x="5195888" y="180975"/>
                </a:cubicBezTo>
                <a:cubicBezTo>
                  <a:pt x="5187997" y="180975"/>
                  <a:pt x="5181600" y="174578"/>
                  <a:pt x="5181600" y="166688"/>
                </a:cubicBezTo>
                <a:cubicBezTo>
                  <a:pt x="5181600" y="158797"/>
                  <a:pt x="5187997" y="152400"/>
                  <a:pt x="5195888" y="152400"/>
                </a:cubicBezTo>
                <a:cubicBezTo>
                  <a:pt x="5203778" y="152400"/>
                  <a:pt x="5210175" y="158797"/>
                  <a:pt x="5210175" y="166688"/>
                </a:cubicBezTo>
                <a:close/>
                <a:moveTo>
                  <a:pt x="5210175" y="319088"/>
                </a:moveTo>
                <a:cubicBezTo>
                  <a:pt x="5210175" y="326978"/>
                  <a:pt x="5203778" y="333375"/>
                  <a:pt x="5195888" y="333375"/>
                </a:cubicBezTo>
                <a:cubicBezTo>
                  <a:pt x="5187997" y="333375"/>
                  <a:pt x="5181600" y="326978"/>
                  <a:pt x="5181600" y="319088"/>
                </a:cubicBezTo>
                <a:cubicBezTo>
                  <a:pt x="5181600" y="311197"/>
                  <a:pt x="5187997" y="304800"/>
                  <a:pt x="5195888" y="304800"/>
                </a:cubicBezTo>
                <a:cubicBezTo>
                  <a:pt x="5203778" y="304800"/>
                  <a:pt x="5210175" y="311197"/>
                  <a:pt x="5210175" y="319088"/>
                </a:cubicBezTo>
                <a:close/>
                <a:moveTo>
                  <a:pt x="5210175" y="471488"/>
                </a:moveTo>
                <a:cubicBezTo>
                  <a:pt x="5210175" y="479378"/>
                  <a:pt x="5203778" y="485775"/>
                  <a:pt x="5195888" y="485775"/>
                </a:cubicBezTo>
                <a:cubicBezTo>
                  <a:pt x="5187997" y="485775"/>
                  <a:pt x="5181600" y="479378"/>
                  <a:pt x="5181600" y="471488"/>
                </a:cubicBezTo>
                <a:cubicBezTo>
                  <a:pt x="5181600" y="463597"/>
                  <a:pt x="5187997" y="457200"/>
                  <a:pt x="5195888" y="457200"/>
                </a:cubicBezTo>
                <a:cubicBezTo>
                  <a:pt x="5203778" y="457200"/>
                  <a:pt x="5210175" y="463597"/>
                  <a:pt x="5210175" y="471488"/>
                </a:cubicBezTo>
                <a:close/>
                <a:moveTo>
                  <a:pt x="5210175" y="623888"/>
                </a:moveTo>
                <a:cubicBezTo>
                  <a:pt x="5210175" y="631778"/>
                  <a:pt x="5203778" y="638175"/>
                  <a:pt x="5195888" y="638175"/>
                </a:cubicBezTo>
                <a:cubicBezTo>
                  <a:pt x="5187997" y="638175"/>
                  <a:pt x="5181600" y="631778"/>
                  <a:pt x="5181600" y="623888"/>
                </a:cubicBezTo>
                <a:cubicBezTo>
                  <a:pt x="5181600" y="615997"/>
                  <a:pt x="5187997" y="609600"/>
                  <a:pt x="5195888" y="609600"/>
                </a:cubicBezTo>
                <a:cubicBezTo>
                  <a:pt x="5203778" y="609600"/>
                  <a:pt x="5210175" y="615997"/>
                  <a:pt x="5210175" y="623888"/>
                </a:cubicBezTo>
                <a:close/>
                <a:moveTo>
                  <a:pt x="5210175" y="776288"/>
                </a:moveTo>
                <a:cubicBezTo>
                  <a:pt x="5210175" y="784178"/>
                  <a:pt x="5203778" y="790575"/>
                  <a:pt x="5195888" y="790575"/>
                </a:cubicBezTo>
                <a:cubicBezTo>
                  <a:pt x="5187997" y="790575"/>
                  <a:pt x="5181600" y="784178"/>
                  <a:pt x="5181600" y="776288"/>
                </a:cubicBezTo>
                <a:cubicBezTo>
                  <a:pt x="5181600" y="768397"/>
                  <a:pt x="5187997" y="762000"/>
                  <a:pt x="5195888" y="762000"/>
                </a:cubicBezTo>
                <a:cubicBezTo>
                  <a:pt x="5203778" y="762000"/>
                  <a:pt x="5210175" y="768397"/>
                  <a:pt x="5210175" y="776288"/>
                </a:cubicBezTo>
                <a:close/>
                <a:moveTo>
                  <a:pt x="5210175" y="928688"/>
                </a:moveTo>
                <a:cubicBezTo>
                  <a:pt x="5210175" y="936578"/>
                  <a:pt x="5203778" y="942975"/>
                  <a:pt x="5195888" y="942975"/>
                </a:cubicBezTo>
                <a:cubicBezTo>
                  <a:pt x="5187997" y="942975"/>
                  <a:pt x="5181600" y="936578"/>
                  <a:pt x="5181600" y="928688"/>
                </a:cubicBezTo>
                <a:cubicBezTo>
                  <a:pt x="5181600" y="920797"/>
                  <a:pt x="5187997" y="914400"/>
                  <a:pt x="5195888" y="914400"/>
                </a:cubicBezTo>
                <a:cubicBezTo>
                  <a:pt x="5203778" y="914400"/>
                  <a:pt x="5210175" y="920797"/>
                  <a:pt x="5210175" y="928688"/>
                </a:cubicBezTo>
                <a:close/>
                <a:moveTo>
                  <a:pt x="5210175" y="1081088"/>
                </a:moveTo>
                <a:cubicBezTo>
                  <a:pt x="5210175" y="1088978"/>
                  <a:pt x="5203778" y="1095375"/>
                  <a:pt x="5195888" y="1095375"/>
                </a:cubicBezTo>
                <a:cubicBezTo>
                  <a:pt x="5187997" y="1095375"/>
                  <a:pt x="5181600" y="1088978"/>
                  <a:pt x="5181600" y="1081088"/>
                </a:cubicBezTo>
                <a:cubicBezTo>
                  <a:pt x="5181600" y="1073197"/>
                  <a:pt x="5187997" y="1066800"/>
                  <a:pt x="5195888" y="1066800"/>
                </a:cubicBezTo>
                <a:cubicBezTo>
                  <a:pt x="5203778" y="1066800"/>
                  <a:pt x="5210175" y="1073197"/>
                  <a:pt x="5210175" y="1081088"/>
                </a:cubicBezTo>
                <a:close/>
                <a:moveTo>
                  <a:pt x="5210175" y="1233488"/>
                </a:moveTo>
                <a:cubicBezTo>
                  <a:pt x="5210175" y="1241378"/>
                  <a:pt x="5203778" y="1247775"/>
                  <a:pt x="5195888" y="1247775"/>
                </a:cubicBezTo>
                <a:cubicBezTo>
                  <a:pt x="5187997" y="1247775"/>
                  <a:pt x="5181600" y="1241378"/>
                  <a:pt x="5181600" y="1233488"/>
                </a:cubicBezTo>
                <a:cubicBezTo>
                  <a:pt x="5181600" y="1225597"/>
                  <a:pt x="5187997" y="1219200"/>
                  <a:pt x="5195888" y="1219200"/>
                </a:cubicBezTo>
                <a:cubicBezTo>
                  <a:pt x="5203778" y="1219200"/>
                  <a:pt x="5210175" y="1225597"/>
                  <a:pt x="5210175" y="1233488"/>
                </a:cubicBezTo>
                <a:close/>
                <a:moveTo>
                  <a:pt x="5210175" y="1385888"/>
                </a:moveTo>
                <a:cubicBezTo>
                  <a:pt x="5210175" y="1393778"/>
                  <a:pt x="5203778" y="1400175"/>
                  <a:pt x="5195888" y="1400175"/>
                </a:cubicBezTo>
                <a:cubicBezTo>
                  <a:pt x="5187997" y="1400175"/>
                  <a:pt x="5181600" y="1393778"/>
                  <a:pt x="5181600" y="1385888"/>
                </a:cubicBezTo>
                <a:cubicBezTo>
                  <a:pt x="5181600" y="1377997"/>
                  <a:pt x="5187997" y="1371600"/>
                  <a:pt x="5195888" y="1371600"/>
                </a:cubicBezTo>
                <a:cubicBezTo>
                  <a:pt x="5203778" y="1371600"/>
                  <a:pt x="5210175" y="1377997"/>
                  <a:pt x="5210175" y="1385888"/>
                </a:cubicBezTo>
                <a:close/>
                <a:moveTo>
                  <a:pt x="5210175" y="1538288"/>
                </a:moveTo>
                <a:cubicBezTo>
                  <a:pt x="5210175" y="1546178"/>
                  <a:pt x="5203778" y="1552575"/>
                  <a:pt x="5195888" y="1552575"/>
                </a:cubicBezTo>
                <a:cubicBezTo>
                  <a:pt x="5187997" y="1552575"/>
                  <a:pt x="5181600" y="1546178"/>
                  <a:pt x="5181600" y="1538288"/>
                </a:cubicBezTo>
                <a:cubicBezTo>
                  <a:pt x="5181600" y="1530397"/>
                  <a:pt x="5187997" y="1524000"/>
                  <a:pt x="5195888" y="1524000"/>
                </a:cubicBezTo>
                <a:cubicBezTo>
                  <a:pt x="5203778" y="1524000"/>
                  <a:pt x="5210175" y="1530397"/>
                  <a:pt x="5210175" y="1538288"/>
                </a:cubicBezTo>
                <a:close/>
                <a:moveTo>
                  <a:pt x="5210175" y="1690688"/>
                </a:moveTo>
                <a:cubicBezTo>
                  <a:pt x="5210175" y="1698578"/>
                  <a:pt x="5203778" y="1704975"/>
                  <a:pt x="5195888" y="1704975"/>
                </a:cubicBezTo>
                <a:cubicBezTo>
                  <a:pt x="5187997" y="1704975"/>
                  <a:pt x="5181600" y="1698578"/>
                  <a:pt x="5181600" y="1690688"/>
                </a:cubicBezTo>
                <a:cubicBezTo>
                  <a:pt x="5181600" y="1682797"/>
                  <a:pt x="5187997" y="1676400"/>
                  <a:pt x="5195888" y="1676400"/>
                </a:cubicBezTo>
                <a:cubicBezTo>
                  <a:pt x="5203778" y="1676400"/>
                  <a:pt x="5210175" y="1682797"/>
                  <a:pt x="5210175" y="1690688"/>
                </a:cubicBezTo>
                <a:close/>
                <a:moveTo>
                  <a:pt x="5210175" y="1843088"/>
                </a:moveTo>
                <a:cubicBezTo>
                  <a:pt x="5210175" y="1850978"/>
                  <a:pt x="5203778" y="1857375"/>
                  <a:pt x="5195888" y="1857375"/>
                </a:cubicBezTo>
                <a:cubicBezTo>
                  <a:pt x="5187997" y="1857375"/>
                  <a:pt x="5181600" y="1850978"/>
                  <a:pt x="5181600" y="1843088"/>
                </a:cubicBezTo>
                <a:cubicBezTo>
                  <a:pt x="5181600" y="1835197"/>
                  <a:pt x="5187997" y="1828800"/>
                  <a:pt x="5195888" y="1828800"/>
                </a:cubicBezTo>
                <a:cubicBezTo>
                  <a:pt x="5203778" y="1828800"/>
                  <a:pt x="5210175" y="1835197"/>
                  <a:pt x="5210175" y="1843088"/>
                </a:cubicBezTo>
                <a:close/>
                <a:moveTo>
                  <a:pt x="5210175" y="1995488"/>
                </a:moveTo>
                <a:cubicBezTo>
                  <a:pt x="5210175" y="2003378"/>
                  <a:pt x="5203778" y="2009775"/>
                  <a:pt x="5195888" y="2009775"/>
                </a:cubicBezTo>
                <a:cubicBezTo>
                  <a:pt x="5187997" y="2009775"/>
                  <a:pt x="5181600" y="2003378"/>
                  <a:pt x="5181600" y="1995488"/>
                </a:cubicBezTo>
                <a:cubicBezTo>
                  <a:pt x="5181600" y="1987597"/>
                  <a:pt x="5187997" y="1981200"/>
                  <a:pt x="5195888" y="1981200"/>
                </a:cubicBezTo>
                <a:cubicBezTo>
                  <a:pt x="5203778" y="1981200"/>
                  <a:pt x="5210175" y="1987597"/>
                  <a:pt x="5210175" y="1995488"/>
                </a:cubicBezTo>
                <a:close/>
                <a:moveTo>
                  <a:pt x="5210175" y="2147888"/>
                </a:moveTo>
                <a:cubicBezTo>
                  <a:pt x="5210175" y="2155778"/>
                  <a:pt x="5203778" y="2162175"/>
                  <a:pt x="5195888" y="2162175"/>
                </a:cubicBezTo>
                <a:cubicBezTo>
                  <a:pt x="5187997" y="2162175"/>
                  <a:pt x="5181600" y="2155778"/>
                  <a:pt x="5181600" y="2147888"/>
                </a:cubicBezTo>
                <a:cubicBezTo>
                  <a:pt x="5181600" y="2139997"/>
                  <a:pt x="5187997" y="2133600"/>
                  <a:pt x="5195888" y="2133600"/>
                </a:cubicBezTo>
                <a:cubicBezTo>
                  <a:pt x="5203778" y="2133600"/>
                  <a:pt x="5210175" y="2139997"/>
                  <a:pt x="5210175" y="2147888"/>
                </a:cubicBezTo>
                <a:close/>
                <a:moveTo>
                  <a:pt x="5210175" y="2300288"/>
                </a:moveTo>
                <a:cubicBezTo>
                  <a:pt x="5210175" y="2308178"/>
                  <a:pt x="5203778" y="2314575"/>
                  <a:pt x="5195888" y="2314575"/>
                </a:cubicBezTo>
                <a:cubicBezTo>
                  <a:pt x="5187997" y="2314575"/>
                  <a:pt x="5181600" y="2308178"/>
                  <a:pt x="5181600" y="2300288"/>
                </a:cubicBezTo>
                <a:cubicBezTo>
                  <a:pt x="5181600" y="2292397"/>
                  <a:pt x="5187997" y="2286000"/>
                  <a:pt x="5195888" y="2286000"/>
                </a:cubicBezTo>
                <a:cubicBezTo>
                  <a:pt x="5203778" y="2286000"/>
                  <a:pt x="5210175" y="2292397"/>
                  <a:pt x="5210175" y="2300288"/>
                </a:cubicBezTo>
                <a:close/>
                <a:moveTo>
                  <a:pt x="5210175" y="2452688"/>
                </a:moveTo>
                <a:cubicBezTo>
                  <a:pt x="5210175" y="2460578"/>
                  <a:pt x="5203778" y="2466975"/>
                  <a:pt x="5195888" y="2466975"/>
                </a:cubicBezTo>
                <a:cubicBezTo>
                  <a:pt x="5187997" y="2466975"/>
                  <a:pt x="5181600" y="2460578"/>
                  <a:pt x="5181600" y="2452688"/>
                </a:cubicBezTo>
                <a:cubicBezTo>
                  <a:pt x="5181600" y="2444797"/>
                  <a:pt x="5187997" y="2438400"/>
                  <a:pt x="5195888" y="2438400"/>
                </a:cubicBezTo>
                <a:cubicBezTo>
                  <a:pt x="5203778" y="2438400"/>
                  <a:pt x="5210175" y="2444797"/>
                  <a:pt x="5210175" y="2452688"/>
                </a:cubicBezTo>
                <a:close/>
                <a:moveTo>
                  <a:pt x="5210175" y="2605088"/>
                </a:moveTo>
                <a:cubicBezTo>
                  <a:pt x="5210175" y="2612978"/>
                  <a:pt x="5203778" y="2619375"/>
                  <a:pt x="5195888" y="2619375"/>
                </a:cubicBezTo>
                <a:cubicBezTo>
                  <a:pt x="5187997" y="2619375"/>
                  <a:pt x="5181600" y="2612978"/>
                  <a:pt x="5181600" y="2605088"/>
                </a:cubicBezTo>
                <a:cubicBezTo>
                  <a:pt x="5181600" y="2597197"/>
                  <a:pt x="5187997" y="2590800"/>
                  <a:pt x="5195888" y="2590800"/>
                </a:cubicBezTo>
                <a:cubicBezTo>
                  <a:pt x="5203778" y="2590800"/>
                  <a:pt x="5210175" y="2597197"/>
                  <a:pt x="5210175" y="2605088"/>
                </a:cubicBezTo>
                <a:close/>
                <a:moveTo>
                  <a:pt x="5210175" y="2757488"/>
                </a:moveTo>
                <a:cubicBezTo>
                  <a:pt x="5210175" y="2765378"/>
                  <a:pt x="5203778" y="2771775"/>
                  <a:pt x="5195888" y="2771775"/>
                </a:cubicBezTo>
                <a:cubicBezTo>
                  <a:pt x="5187997" y="2771775"/>
                  <a:pt x="5181600" y="2765378"/>
                  <a:pt x="5181600" y="2757488"/>
                </a:cubicBezTo>
                <a:cubicBezTo>
                  <a:pt x="5181600" y="2749597"/>
                  <a:pt x="5187997" y="2743200"/>
                  <a:pt x="5195888" y="2743200"/>
                </a:cubicBezTo>
                <a:cubicBezTo>
                  <a:pt x="5203778" y="2743200"/>
                  <a:pt x="5210175" y="2749597"/>
                  <a:pt x="5210175" y="2757488"/>
                </a:cubicBezTo>
                <a:close/>
                <a:moveTo>
                  <a:pt x="5210175" y="2909888"/>
                </a:moveTo>
                <a:cubicBezTo>
                  <a:pt x="5210175" y="2917778"/>
                  <a:pt x="5203778" y="2924175"/>
                  <a:pt x="5195888" y="2924175"/>
                </a:cubicBezTo>
                <a:cubicBezTo>
                  <a:pt x="5187997" y="2924175"/>
                  <a:pt x="5181600" y="2917778"/>
                  <a:pt x="5181600" y="2909888"/>
                </a:cubicBezTo>
                <a:cubicBezTo>
                  <a:pt x="5181600" y="2901997"/>
                  <a:pt x="5187997" y="2895600"/>
                  <a:pt x="5195888" y="2895600"/>
                </a:cubicBezTo>
                <a:cubicBezTo>
                  <a:pt x="5203778" y="2895600"/>
                  <a:pt x="5210175" y="2901997"/>
                  <a:pt x="5210175" y="2909888"/>
                </a:cubicBezTo>
                <a:close/>
                <a:moveTo>
                  <a:pt x="5210175" y="3062288"/>
                </a:moveTo>
                <a:cubicBezTo>
                  <a:pt x="5210175" y="3070178"/>
                  <a:pt x="5203778" y="3076575"/>
                  <a:pt x="5195888" y="3076575"/>
                </a:cubicBezTo>
                <a:cubicBezTo>
                  <a:pt x="5187997" y="3076575"/>
                  <a:pt x="5181600" y="3070178"/>
                  <a:pt x="5181600" y="3062288"/>
                </a:cubicBezTo>
                <a:cubicBezTo>
                  <a:pt x="5181600" y="3054397"/>
                  <a:pt x="5187997" y="3048000"/>
                  <a:pt x="5195888" y="3048000"/>
                </a:cubicBezTo>
                <a:cubicBezTo>
                  <a:pt x="5203778" y="3048000"/>
                  <a:pt x="5210175" y="3054397"/>
                  <a:pt x="5210175" y="3062288"/>
                </a:cubicBezTo>
                <a:close/>
                <a:moveTo>
                  <a:pt x="5210175" y="3214688"/>
                </a:moveTo>
                <a:cubicBezTo>
                  <a:pt x="5210175" y="3222578"/>
                  <a:pt x="5203778" y="3228975"/>
                  <a:pt x="5195888" y="3228975"/>
                </a:cubicBezTo>
                <a:cubicBezTo>
                  <a:pt x="5187997" y="3228975"/>
                  <a:pt x="5181600" y="3222578"/>
                  <a:pt x="5181600" y="3214688"/>
                </a:cubicBezTo>
                <a:cubicBezTo>
                  <a:pt x="5181600" y="3206797"/>
                  <a:pt x="5187997" y="3200400"/>
                  <a:pt x="5195888" y="3200400"/>
                </a:cubicBezTo>
                <a:cubicBezTo>
                  <a:pt x="5203778" y="3200400"/>
                  <a:pt x="5210175" y="3206797"/>
                  <a:pt x="5210175" y="3214688"/>
                </a:cubicBezTo>
                <a:close/>
                <a:moveTo>
                  <a:pt x="5210175" y="3367088"/>
                </a:moveTo>
                <a:cubicBezTo>
                  <a:pt x="5210175" y="3374978"/>
                  <a:pt x="5203778" y="3381375"/>
                  <a:pt x="5195888" y="3381375"/>
                </a:cubicBezTo>
                <a:cubicBezTo>
                  <a:pt x="5187997" y="3381375"/>
                  <a:pt x="5181600" y="3374978"/>
                  <a:pt x="5181600" y="3367088"/>
                </a:cubicBezTo>
                <a:cubicBezTo>
                  <a:pt x="5181600" y="3359197"/>
                  <a:pt x="5187997" y="3352800"/>
                  <a:pt x="5195888" y="3352800"/>
                </a:cubicBezTo>
                <a:cubicBezTo>
                  <a:pt x="5203778" y="3352800"/>
                  <a:pt x="5210175" y="3359197"/>
                  <a:pt x="5210175" y="3367088"/>
                </a:cubicBezTo>
                <a:close/>
                <a:moveTo>
                  <a:pt x="5210175" y="3519488"/>
                </a:moveTo>
                <a:cubicBezTo>
                  <a:pt x="5210175" y="3527378"/>
                  <a:pt x="5203778" y="3533775"/>
                  <a:pt x="5195888" y="3533775"/>
                </a:cubicBezTo>
                <a:cubicBezTo>
                  <a:pt x="5187997" y="3533775"/>
                  <a:pt x="5181600" y="3527378"/>
                  <a:pt x="5181600" y="3519488"/>
                </a:cubicBezTo>
                <a:cubicBezTo>
                  <a:pt x="5181600" y="3511597"/>
                  <a:pt x="5187997" y="3505200"/>
                  <a:pt x="5195888" y="3505200"/>
                </a:cubicBezTo>
                <a:cubicBezTo>
                  <a:pt x="5203778" y="3505200"/>
                  <a:pt x="5210175" y="3511597"/>
                  <a:pt x="5210175" y="3519488"/>
                </a:cubicBezTo>
                <a:close/>
                <a:moveTo>
                  <a:pt x="5210175" y="3671888"/>
                </a:moveTo>
                <a:cubicBezTo>
                  <a:pt x="5210175" y="3679778"/>
                  <a:pt x="5203778" y="3686175"/>
                  <a:pt x="5195888" y="3686175"/>
                </a:cubicBezTo>
                <a:cubicBezTo>
                  <a:pt x="5187997" y="3686175"/>
                  <a:pt x="5181600" y="3679778"/>
                  <a:pt x="5181600" y="3671888"/>
                </a:cubicBezTo>
                <a:cubicBezTo>
                  <a:pt x="5181600" y="3663997"/>
                  <a:pt x="5187997" y="3657600"/>
                  <a:pt x="5195888" y="3657600"/>
                </a:cubicBezTo>
                <a:cubicBezTo>
                  <a:pt x="5203778" y="3657600"/>
                  <a:pt x="5210175" y="3663997"/>
                  <a:pt x="5210175" y="3671888"/>
                </a:cubicBezTo>
                <a:close/>
                <a:moveTo>
                  <a:pt x="5210175" y="3824288"/>
                </a:moveTo>
                <a:cubicBezTo>
                  <a:pt x="5210175" y="3832178"/>
                  <a:pt x="5203778" y="3838575"/>
                  <a:pt x="5195888" y="3838575"/>
                </a:cubicBezTo>
                <a:cubicBezTo>
                  <a:pt x="5187997" y="3838575"/>
                  <a:pt x="5181600" y="3832178"/>
                  <a:pt x="5181600" y="3824288"/>
                </a:cubicBezTo>
                <a:cubicBezTo>
                  <a:pt x="5181600" y="3816397"/>
                  <a:pt x="5187997" y="3810000"/>
                  <a:pt x="5195888" y="3810000"/>
                </a:cubicBezTo>
                <a:cubicBezTo>
                  <a:pt x="5203778" y="3810000"/>
                  <a:pt x="5210175" y="3816397"/>
                  <a:pt x="5210175" y="3824288"/>
                </a:cubicBezTo>
                <a:close/>
                <a:moveTo>
                  <a:pt x="5210175" y="3976688"/>
                </a:moveTo>
                <a:cubicBezTo>
                  <a:pt x="5210175" y="3984578"/>
                  <a:pt x="5203778" y="3990975"/>
                  <a:pt x="5195888" y="3990975"/>
                </a:cubicBezTo>
                <a:cubicBezTo>
                  <a:pt x="5187997" y="3990975"/>
                  <a:pt x="5181600" y="3984578"/>
                  <a:pt x="5181600" y="3976688"/>
                </a:cubicBezTo>
                <a:cubicBezTo>
                  <a:pt x="5181600" y="3968797"/>
                  <a:pt x="5187997" y="3962400"/>
                  <a:pt x="5195888" y="3962400"/>
                </a:cubicBezTo>
                <a:cubicBezTo>
                  <a:pt x="5203778" y="3962400"/>
                  <a:pt x="5210175" y="3968797"/>
                  <a:pt x="5210175" y="3976688"/>
                </a:cubicBezTo>
                <a:close/>
                <a:moveTo>
                  <a:pt x="5210175" y="4129088"/>
                </a:moveTo>
                <a:cubicBezTo>
                  <a:pt x="5210175" y="4136978"/>
                  <a:pt x="5203778" y="4143375"/>
                  <a:pt x="5195888" y="4143375"/>
                </a:cubicBezTo>
                <a:cubicBezTo>
                  <a:pt x="5187997" y="4143375"/>
                  <a:pt x="5181600" y="4136978"/>
                  <a:pt x="5181600" y="4129088"/>
                </a:cubicBezTo>
                <a:cubicBezTo>
                  <a:pt x="5181600" y="4121197"/>
                  <a:pt x="5187997" y="4114800"/>
                  <a:pt x="5195888" y="4114800"/>
                </a:cubicBezTo>
                <a:cubicBezTo>
                  <a:pt x="5203778" y="4114800"/>
                  <a:pt x="5210175" y="4121197"/>
                  <a:pt x="5210175" y="4129088"/>
                </a:cubicBezTo>
                <a:close/>
                <a:moveTo>
                  <a:pt x="5210175" y="4281488"/>
                </a:moveTo>
                <a:cubicBezTo>
                  <a:pt x="5210175" y="4289378"/>
                  <a:pt x="5203778" y="4295775"/>
                  <a:pt x="5195888" y="4295775"/>
                </a:cubicBezTo>
                <a:cubicBezTo>
                  <a:pt x="5187997" y="4295775"/>
                  <a:pt x="5181600" y="4289378"/>
                  <a:pt x="5181600" y="4281488"/>
                </a:cubicBezTo>
                <a:cubicBezTo>
                  <a:pt x="5181600" y="4273597"/>
                  <a:pt x="5187997" y="4267200"/>
                  <a:pt x="5195888" y="4267200"/>
                </a:cubicBezTo>
                <a:cubicBezTo>
                  <a:pt x="5203778" y="4267200"/>
                  <a:pt x="5210175" y="4273597"/>
                  <a:pt x="5210175" y="4281488"/>
                </a:cubicBezTo>
                <a:close/>
                <a:moveTo>
                  <a:pt x="5210175" y="4433888"/>
                </a:moveTo>
                <a:cubicBezTo>
                  <a:pt x="5210175" y="4441778"/>
                  <a:pt x="5203778" y="4448175"/>
                  <a:pt x="5195888" y="4448175"/>
                </a:cubicBezTo>
                <a:cubicBezTo>
                  <a:pt x="5187997" y="4448175"/>
                  <a:pt x="5181600" y="4441778"/>
                  <a:pt x="5181600" y="4433888"/>
                </a:cubicBezTo>
                <a:cubicBezTo>
                  <a:pt x="5181600" y="4425997"/>
                  <a:pt x="5187997" y="4419600"/>
                  <a:pt x="5195888" y="4419600"/>
                </a:cubicBezTo>
                <a:cubicBezTo>
                  <a:pt x="5203778" y="4419600"/>
                  <a:pt x="5210175" y="4425997"/>
                  <a:pt x="5210175" y="4433888"/>
                </a:cubicBezTo>
                <a:close/>
                <a:moveTo>
                  <a:pt x="5210175" y="4586288"/>
                </a:moveTo>
                <a:cubicBezTo>
                  <a:pt x="5210175" y="4594178"/>
                  <a:pt x="5203778" y="4600575"/>
                  <a:pt x="5195888" y="4600575"/>
                </a:cubicBezTo>
                <a:cubicBezTo>
                  <a:pt x="5187997" y="4600575"/>
                  <a:pt x="5181600" y="4594178"/>
                  <a:pt x="5181600" y="4586288"/>
                </a:cubicBezTo>
                <a:cubicBezTo>
                  <a:pt x="5181600" y="4578397"/>
                  <a:pt x="5187997" y="4572000"/>
                  <a:pt x="5195888" y="4572000"/>
                </a:cubicBezTo>
                <a:cubicBezTo>
                  <a:pt x="5203778" y="4572000"/>
                  <a:pt x="5210175" y="4578397"/>
                  <a:pt x="5210175" y="4586288"/>
                </a:cubicBezTo>
                <a:close/>
                <a:moveTo>
                  <a:pt x="5210175" y="4738688"/>
                </a:moveTo>
                <a:cubicBezTo>
                  <a:pt x="5210175" y="4746578"/>
                  <a:pt x="5203778" y="4752975"/>
                  <a:pt x="5195888" y="4752975"/>
                </a:cubicBezTo>
                <a:cubicBezTo>
                  <a:pt x="5187997" y="4752975"/>
                  <a:pt x="5181600" y="4746578"/>
                  <a:pt x="5181600" y="4738688"/>
                </a:cubicBezTo>
                <a:cubicBezTo>
                  <a:pt x="5181600" y="4730797"/>
                  <a:pt x="5187997" y="4724400"/>
                  <a:pt x="5195888" y="4724400"/>
                </a:cubicBezTo>
                <a:cubicBezTo>
                  <a:pt x="5203778" y="4724400"/>
                  <a:pt x="5210175" y="4730797"/>
                  <a:pt x="5210175" y="4738688"/>
                </a:cubicBezTo>
                <a:close/>
                <a:moveTo>
                  <a:pt x="5362575" y="14288"/>
                </a:moveTo>
                <a:cubicBezTo>
                  <a:pt x="5362575" y="22178"/>
                  <a:pt x="5356178" y="28575"/>
                  <a:pt x="5348288" y="28575"/>
                </a:cubicBezTo>
                <a:cubicBezTo>
                  <a:pt x="5340397" y="28575"/>
                  <a:pt x="5334000" y="22178"/>
                  <a:pt x="5334000" y="14288"/>
                </a:cubicBezTo>
                <a:cubicBezTo>
                  <a:pt x="5334000" y="6397"/>
                  <a:pt x="5340397" y="0"/>
                  <a:pt x="5348288" y="0"/>
                </a:cubicBezTo>
                <a:cubicBezTo>
                  <a:pt x="5356178" y="0"/>
                  <a:pt x="5362575" y="6397"/>
                  <a:pt x="5362575" y="14288"/>
                </a:cubicBezTo>
                <a:close/>
                <a:moveTo>
                  <a:pt x="5362575" y="166688"/>
                </a:moveTo>
                <a:cubicBezTo>
                  <a:pt x="5362575" y="174578"/>
                  <a:pt x="5356178" y="180975"/>
                  <a:pt x="5348288" y="180975"/>
                </a:cubicBezTo>
                <a:cubicBezTo>
                  <a:pt x="5340397" y="180975"/>
                  <a:pt x="5334000" y="174578"/>
                  <a:pt x="5334000" y="166688"/>
                </a:cubicBezTo>
                <a:cubicBezTo>
                  <a:pt x="5334000" y="158797"/>
                  <a:pt x="5340397" y="152400"/>
                  <a:pt x="5348288" y="152400"/>
                </a:cubicBezTo>
                <a:cubicBezTo>
                  <a:pt x="5356178" y="152400"/>
                  <a:pt x="5362575" y="158797"/>
                  <a:pt x="5362575" y="166688"/>
                </a:cubicBezTo>
                <a:close/>
                <a:moveTo>
                  <a:pt x="5362575" y="319088"/>
                </a:moveTo>
                <a:cubicBezTo>
                  <a:pt x="5362575" y="326978"/>
                  <a:pt x="5356178" y="333375"/>
                  <a:pt x="5348288" y="333375"/>
                </a:cubicBezTo>
                <a:cubicBezTo>
                  <a:pt x="5340397" y="333375"/>
                  <a:pt x="5334000" y="326978"/>
                  <a:pt x="5334000" y="319088"/>
                </a:cubicBezTo>
                <a:cubicBezTo>
                  <a:pt x="5334000" y="311197"/>
                  <a:pt x="5340397" y="304800"/>
                  <a:pt x="5348288" y="304800"/>
                </a:cubicBezTo>
                <a:cubicBezTo>
                  <a:pt x="5356178" y="304800"/>
                  <a:pt x="5362575" y="311197"/>
                  <a:pt x="5362575" y="319088"/>
                </a:cubicBezTo>
                <a:close/>
                <a:moveTo>
                  <a:pt x="5362575" y="471488"/>
                </a:moveTo>
                <a:cubicBezTo>
                  <a:pt x="5362575" y="479378"/>
                  <a:pt x="5356178" y="485775"/>
                  <a:pt x="5348288" y="485775"/>
                </a:cubicBezTo>
                <a:cubicBezTo>
                  <a:pt x="5340397" y="485775"/>
                  <a:pt x="5334000" y="479378"/>
                  <a:pt x="5334000" y="471488"/>
                </a:cubicBezTo>
                <a:cubicBezTo>
                  <a:pt x="5334000" y="463597"/>
                  <a:pt x="5340397" y="457200"/>
                  <a:pt x="5348288" y="457200"/>
                </a:cubicBezTo>
                <a:cubicBezTo>
                  <a:pt x="5356178" y="457200"/>
                  <a:pt x="5362575" y="463597"/>
                  <a:pt x="5362575" y="471488"/>
                </a:cubicBezTo>
                <a:close/>
                <a:moveTo>
                  <a:pt x="5362575" y="623888"/>
                </a:moveTo>
                <a:cubicBezTo>
                  <a:pt x="5362575" y="631778"/>
                  <a:pt x="5356178" y="638175"/>
                  <a:pt x="5348288" y="638175"/>
                </a:cubicBezTo>
                <a:cubicBezTo>
                  <a:pt x="5340397" y="638175"/>
                  <a:pt x="5334000" y="631778"/>
                  <a:pt x="5334000" y="623888"/>
                </a:cubicBezTo>
                <a:cubicBezTo>
                  <a:pt x="5334000" y="615997"/>
                  <a:pt x="5340397" y="609600"/>
                  <a:pt x="5348288" y="609600"/>
                </a:cubicBezTo>
                <a:cubicBezTo>
                  <a:pt x="5356178" y="609600"/>
                  <a:pt x="5362575" y="615997"/>
                  <a:pt x="5362575" y="623888"/>
                </a:cubicBezTo>
                <a:close/>
                <a:moveTo>
                  <a:pt x="5362575" y="776288"/>
                </a:moveTo>
                <a:cubicBezTo>
                  <a:pt x="5362575" y="784178"/>
                  <a:pt x="5356178" y="790575"/>
                  <a:pt x="5348288" y="790575"/>
                </a:cubicBezTo>
                <a:cubicBezTo>
                  <a:pt x="5340397" y="790575"/>
                  <a:pt x="5334000" y="784178"/>
                  <a:pt x="5334000" y="776288"/>
                </a:cubicBezTo>
                <a:cubicBezTo>
                  <a:pt x="5334000" y="768397"/>
                  <a:pt x="5340397" y="762000"/>
                  <a:pt x="5348288" y="762000"/>
                </a:cubicBezTo>
                <a:cubicBezTo>
                  <a:pt x="5356178" y="762000"/>
                  <a:pt x="5362575" y="768397"/>
                  <a:pt x="5362575" y="776288"/>
                </a:cubicBezTo>
                <a:close/>
                <a:moveTo>
                  <a:pt x="5362575" y="928688"/>
                </a:moveTo>
                <a:cubicBezTo>
                  <a:pt x="5362575" y="936578"/>
                  <a:pt x="5356178" y="942975"/>
                  <a:pt x="5348288" y="942975"/>
                </a:cubicBezTo>
                <a:cubicBezTo>
                  <a:pt x="5340397" y="942975"/>
                  <a:pt x="5334000" y="936578"/>
                  <a:pt x="5334000" y="928688"/>
                </a:cubicBezTo>
                <a:cubicBezTo>
                  <a:pt x="5334000" y="920797"/>
                  <a:pt x="5340397" y="914400"/>
                  <a:pt x="5348288" y="914400"/>
                </a:cubicBezTo>
                <a:cubicBezTo>
                  <a:pt x="5356178" y="914400"/>
                  <a:pt x="5362575" y="920797"/>
                  <a:pt x="5362575" y="928688"/>
                </a:cubicBezTo>
                <a:close/>
                <a:moveTo>
                  <a:pt x="5362575" y="1081088"/>
                </a:moveTo>
                <a:cubicBezTo>
                  <a:pt x="5362575" y="1088978"/>
                  <a:pt x="5356178" y="1095375"/>
                  <a:pt x="5348288" y="1095375"/>
                </a:cubicBezTo>
                <a:cubicBezTo>
                  <a:pt x="5340397" y="1095375"/>
                  <a:pt x="5334000" y="1088978"/>
                  <a:pt x="5334000" y="1081088"/>
                </a:cubicBezTo>
                <a:cubicBezTo>
                  <a:pt x="5334000" y="1073197"/>
                  <a:pt x="5340397" y="1066800"/>
                  <a:pt x="5348288" y="1066800"/>
                </a:cubicBezTo>
                <a:cubicBezTo>
                  <a:pt x="5356178" y="1066800"/>
                  <a:pt x="5362575" y="1073197"/>
                  <a:pt x="5362575" y="1081088"/>
                </a:cubicBezTo>
                <a:close/>
                <a:moveTo>
                  <a:pt x="5362575" y="1233488"/>
                </a:moveTo>
                <a:cubicBezTo>
                  <a:pt x="5362575" y="1241378"/>
                  <a:pt x="5356178" y="1247775"/>
                  <a:pt x="5348288" y="1247775"/>
                </a:cubicBezTo>
                <a:cubicBezTo>
                  <a:pt x="5340397" y="1247775"/>
                  <a:pt x="5334000" y="1241378"/>
                  <a:pt x="5334000" y="1233488"/>
                </a:cubicBezTo>
                <a:cubicBezTo>
                  <a:pt x="5334000" y="1225597"/>
                  <a:pt x="5340397" y="1219200"/>
                  <a:pt x="5348288" y="1219200"/>
                </a:cubicBezTo>
                <a:cubicBezTo>
                  <a:pt x="5356178" y="1219200"/>
                  <a:pt x="5362575" y="1225597"/>
                  <a:pt x="5362575" y="1233488"/>
                </a:cubicBezTo>
                <a:close/>
                <a:moveTo>
                  <a:pt x="5362575" y="1385888"/>
                </a:moveTo>
                <a:cubicBezTo>
                  <a:pt x="5362575" y="1393778"/>
                  <a:pt x="5356178" y="1400175"/>
                  <a:pt x="5348288" y="1400175"/>
                </a:cubicBezTo>
                <a:cubicBezTo>
                  <a:pt x="5340397" y="1400175"/>
                  <a:pt x="5334000" y="1393778"/>
                  <a:pt x="5334000" y="1385888"/>
                </a:cubicBezTo>
                <a:cubicBezTo>
                  <a:pt x="5334000" y="1377997"/>
                  <a:pt x="5340397" y="1371600"/>
                  <a:pt x="5348288" y="1371600"/>
                </a:cubicBezTo>
                <a:cubicBezTo>
                  <a:pt x="5356178" y="1371600"/>
                  <a:pt x="5362575" y="1377997"/>
                  <a:pt x="5362575" y="1385888"/>
                </a:cubicBezTo>
                <a:close/>
                <a:moveTo>
                  <a:pt x="5362575" y="1538288"/>
                </a:moveTo>
                <a:cubicBezTo>
                  <a:pt x="5362575" y="1546178"/>
                  <a:pt x="5356178" y="1552575"/>
                  <a:pt x="5348288" y="1552575"/>
                </a:cubicBezTo>
                <a:cubicBezTo>
                  <a:pt x="5340397" y="1552575"/>
                  <a:pt x="5334000" y="1546178"/>
                  <a:pt x="5334000" y="1538288"/>
                </a:cubicBezTo>
                <a:cubicBezTo>
                  <a:pt x="5334000" y="1530397"/>
                  <a:pt x="5340397" y="1524000"/>
                  <a:pt x="5348288" y="1524000"/>
                </a:cubicBezTo>
                <a:cubicBezTo>
                  <a:pt x="5356178" y="1524000"/>
                  <a:pt x="5362575" y="1530397"/>
                  <a:pt x="5362575" y="1538288"/>
                </a:cubicBezTo>
                <a:close/>
                <a:moveTo>
                  <a:pt x="5362575" y="1690688"/>
                </a:moveTo>
                <a:cubicBezTo>
                  <a:pt x="5362575" y="1698578"/>
                  <a:pt x="5356178" y="1704975"/>
                  <a:pt x="5348288" y="1704975"/>
                </a:cubicBezTo>
                <a:cubicBezTo>
                  <a:pt x="5340397" y="1704975"/>
                  <a:pt x="5334000" y="1698578"/>
                  <a:pt x="5334000" y="1690688"/>
                </a:cubicBezTo>
                <a:cubicBezTo>
                  <a:pt x="5334000" y="1682797"/>
                  <a:pt x="5340397" y="1676400"/>
                  <a:pt x="5348288" y="1676400"/>
                </a:cubicBezTo>
                <a:cubicBezTo>
                  <a:pt x="5356178" y="1676400"/>
                  <a:pt x="5362575" y="1682797"/>
                  <a:pt x="5362575" y="1690688"/>
                </a:cubicBezTo>
                <a:close/>
                <a:moveTo>
                  <a:pt x="5362575" y="1843088"/>
                </a:moveTo>
                <a:cubicBezTo>
                  <a:pt x="5362575" y="1850978"/>
                  <a:pt x="5356178" y="1857375"/>
                  <a:pt x="5348288" y="1857375"/>
                </a:cubicBezTo>
                <a:cubicBezTo>
                  <a:pt x="5340397" y="1857375"/>
                  <a:pt x="5334000" y="1850978"/>
                  <a:pt x="5334000" y="1843088"/>
                </a:cubicBezTo>
                <a:cubicBezTo>
                  <a:pt x="5334000" y="1835197"/>
                  <a:pt x="5340397" y="1828800"/>
                  <a:pt x="5348288" y="1828800"/>
                </a:cubicBezTo>
                <a:cubicBezTo>
                  <a:pt x="5356178" y="1828800"/>
                  <a:pt x="5362575" y="1835197"/>
                  <a:pt x="5362575" y="1843088"/>
                </a:cubicBezTo>
                <a:close/>
                <a:moveTo>
                  <a:pt x="5362575" y="1995488"/>
                </a:moveTo>
                <a:cubicBezTo>
                  <a:pt x="5362575" y="2003378"/>
                  <a:pt x="5356178" y="2009775"/>
                  <a:pt x="5348288" y="2009775"/>
                </a:cubicBezTo>
                <a:cubicBezTo>
                  <a:pt x="5340397" y="2009775"/>
                  <a:pt x="5334000" y="2003378"/>
                  <a:pt x="5334000" y="1995488"/>
                </a:cubicBezTo>
                <a:cubicBezTo>
                  <a:pt x="5334000" y="1987597"/>
                  <a:pt x="5340397" y="1981200"/>
                  <a:pt x="5348288" y="1981200"/>
                </a:cubicBezTo>
                <a:cubicBezTo>
                  <a:pt x="5356178" y="1981200"/>
                  <a:pt x="5362575" y="1987597"/>
                  <a:pt x="5362575" y="1995488"/>
                </a:cubicBezTo>
                <a:close/>
                <a:moveTo>
                  <a:pt x="5362575" y="2147888"/>
                </a:moveTo>
                <a:cubicBezTo>
                  <a:pt x="5362575" y="2155778"/>
                  <a:pt x="5356178" y="2162175"/>
                  <a:pt x="5348288" y="2162175"/>
                </a:cubicBezTo>
                <a:cubicBezTo>
                  <a:pt x="5340397" y="2162175"/>
                  <a:pt x="5334000" y="2155778"/>
                  <a:pt x="5334000" y="2147888"/>
                </a:cubicBezTo>
                <a:cubicBezTo>
                  <a:pt x="5334000" y="2139997"/>
                  <a:pt x="5340397" y="2133600"/>
                  <a:pt x="5348288" y="2133600"/>
                </a:cubicBezTo>
                <a:cubicBezTo>
                  <a:pt x="5356178" y="2133600"/>
                  <a:pt x="5362575" y="2139997"/>
                  <a:pt x="5362575" y="2147888"/>
                </a:cubicBezTo>
                <a:close/>
                <a:moveTo>
                  <a:pt x="5362575" y="2300288"/>
                </a:moveTo>
                <a:cubicBezTo>
                  <a:pt x="5362575" y="2308178"/>
                  <a:pt x="5356178" y="2314575"/>
                  <a:pt x="5348288" y="2314575"/>
                </a:cubicBezTo>
                <a:cubicBezTo>
                  <a:pt x="5340397" y="2314575"/>
                  <a:pt x="5334000" y="2308178"/>
                  <a:pt x="5334000" y="2300288"/>
                </a:cubicBezTo>
                <a:cubicBezTo>
                  <a:pt x="5334000" y="2292397"/>
                  <a:pt x="5340397" y="2286000"/>
                  <a:pt x="5348288" y="2286000"/>
                </a:cubicBezTo>
                <a:cubicBezTo>
                  <a:pt x="5356178" y="2286000"/>
                  <a:pt x="5362575" y="2292397"/>
                  <a:pt x="5362575" y="2300288"/>
                </a:cubicBezTo>
                <a:close/>
                <a:moveTo>
                  <a:pt x="5362575" y="2452688"/>
                </a:moveTo>
                <a:cubicBezTo>
                  <a:pt x="5362575" y="2460578"/>
                  <a:pt x="5356178" y="2466975"/>
                  <a:pt x="5348288" y="2466975"/>
                </a:cubicBezTo>
                <a:cubicBezTo>
                  <a:pt x="5340397" y="2466975"/>
                  <a:pt x="5334000" y="2460578"/>
                  <a:pt x="5334000" y="2452688"/>
                </a:cubicBezTo>
                <a:cubicBezTo>
                  <a:pt x="5334000" y="2444797"/>
                  <a:pt x="5340397" y="2438400"/>
                  <a:pt x="5348288" y="2438400"/>
                </a:cubicBezTo>
                <a:cubicBezTo>
                  <a:pt x="5356178" y="2438400"/>
                  <a:pt x="5362575" y="2444797"/>
                  <a:pt x="5362575" y="2452688"/>
                </a:cubicBezTo>
                <a:close/>
                <a:moveTo>
                  <a:pt x="5362575" y="2605088"/>
                </a:moveTo>
                <a:cubicBezTo>
                  <a:pt x="5362575" y="2612978"/>
                  <a:pt x="5356178" y="2619375"/>
                  <a:pt x="5348288" y="2619375"/>
                </a:cubicBezTo>
                <a:cubicBezTo>
                  <a:pt x="5340397" y="2619375"/>
                  <a:pt x="5334000" y="2612978"/>
                  <a:pt x="5334000" y="2605088"/>
                </a:cubicBezTo>
                <a:cubicBezTo>
                  <a:pt x="5334000" y="2597197"/>
                  <a:pt x="5340397" y="2590800"/>
                  <a:pt x="5348288" y="2590800"/>
                </a:cubicBezTo>
                <a:cubicBezTo>
                  <a:pt x="5356178" y="2590800"/>
                  <a:pt x="5362575" y="2597197"/>
                  <a:pt x="5362575" y="2605088"/>
                </a:cubicBezTo>
                <a:close/>
                <a:moveTo>
                  <a:pt x="5362575" y="2757488"/>
                </a:moveTo>
                <a:cubicBezTo>
                  <a:pt x="5362575" y="2765378"/>
                  <a:pt x="5356178" y="2771775"/>
                  <a:pt x="5348288" y="2771775"/>
                </a:cubicBezTo>
                <a:cubicBezTo>
                  <a:pt x="5340397" y="2771775"/>
                  <a:pt x="5334000" y="2765378"/>
                  <a:pt x="5334000" y="2757488"/>
                </a:cubicBezTo>
                <a:cubicBezTo>
                  <a:pt x="5334000" y="2749597"/>
                  <a:pt x="5340397" y="2743200"/>
                  <a:pt x="5348288" y="2743200"/>
                </a:cubicBezTo>
                <a:cubicBezTo>
                  <a:pt x="5356178" y="2743200"/>
                  <a:pt x="5362575" y="2749597"/>
                  <a:pt x="5362575" y="2757488"/>
                </a:cubicBezTo>
                <a:close/>
                <a:moveTo>
                  <a:pt x="5362575" y="2909888"/>
                </a:moveTo>
                <a:cubicBezTo>
                  <a:pt x="5362575" y="2917778"/>
                  <a:pt x="5356178" y="2924175"/>
                  <a:pt x="5348288" y="2924175"/>
                </a:cubicBezTo>
                <a:cubicBezTo>
                  <a:pt x="5340397" y="2924175"/>
                  <a:pt x="5334000" y="2917778"/>
                  <a:pt x="5334000" y="2909888"/>
                </a:cubicBezTo>
                <a:cubicBezTo>
                  <a:pt x="5334000" y="2901997"/>
                  <a:pt x="5340397" y="2895600"/>
                  <a:pt x="5348288" y="2895600"/>
                </a:cubicBezTo>
                <a:cubicBezTo>
                  <a:pt x="5356178" y="2895600"/>
                  <a:pt x="5362575" y="2901997"/>
                  <a:pt x="5362575" y="2909888"/>
                </a:cubicBezTo>
                <a:close/>
                <a:moveTo>
                  <a:pt x="5362575" y="3062288"/>
                </a:moveTo>
                <a:cubicBezTo>
                  <a:pt x="5362575" y="3070178"/>
                  <a:pt x="5356178" y="3076575"/>
                  <a:pt x="5348288" y="3076575"/>
                </a:cubicBezTo>
                <a:cubicBezTo>
                  <a:pt x="5340397" y="3076575"/>
                  <a:pt x="5334000" y="3070178"/>
                  <a:pt x="5334000" y="3062288"/>
                </a:cubicBezTo>
                <a:cubicBezTo>
                  <a:pt x="5334000" y="3054397"/>
                  <a:pt x="5340397" y="3048000"/>
                  <a:pt x="5348288" y="3048000"/>
                </a:cubicBezTo>
                <a:cubicBezTo>
                  <a:pt x="5356178" y="3048000"/>
                  <a:pt x="5362575" y="3054397"/>
                  <a:pt x="5362575" y="3062288"/>
                </a:cubicBezTo>
                <a:close/>
                <a:moveTo>
                  <a:pt x="5362575" y="3214688"/>
                </a:moveTo>
                <a:cubicBezTo>
                  <a:pt x="5362575" y="3222578"/>
                  <a:pt x="5356178" y="3228975"/>
                  <a:pt x="5348288" y="3228975"/>
                </a:cubicBezTo>
                <a:cubicBezTo>
                  <a:pt x="5340397" y="3228975"/>
                  <a:pt x="5334000" y="3222578"/>
                  <a:pt x="5334000" y="3214688"/>
                </a:cubicBezTo>
                <a:cubicBezTo>
                  <a:pt x="5334000" y="3206797"/>
                  <a:pt x="5340397" y="3200400"/>
                  <a:pt x="5348288" y="3200400"/>
                </a:cubicBezTo>
                <a:cubicBezTo>
                  <a:pt x="5356178" y="3200400"/>
                  <a:pt x="5362575" y="3206797"/>
                  <a:pt x="5362575" y="3214688"/>
                </a:cubicBezTo>
                <a:close/>
                <a:moveTo>
                  <a:pt x="5362575" y="3367088"/>
                </a:moveTo>
                <a:cubicBezTo>
                  <a:pt x="5362575" y="3374978"/>
                  <a:pt x="5356178" y="3381375"/>
                  <a:pt x="5348288" y="3381375"/>
                </a:cubicBezTo>
                <a:cubicBezTo>
                  <a:pt x="5340397" y="3381375"/>
                  <a:pt x="5334000" y="3374978"/>
                  <a:pt x="5334000" y="3367088"/>
                </a:cubicBezTo>
                <a:cubicBezTo>
                  <a:pt x="5334000" y="3359197"/>
                  <a:pt x="5340397" y="3352800"/>
                  <a:pt x="5348288" y="3352800"/>
                </a:cubicBezTo>
                <a:cubicBezTo>
                  <a:pt x="5356178" y="3352800"/>
                  <a:pt x="5362575" y="3359197"/>
                  <a:pt x="5362575" y="3367088"/>
                </a:cubicBezTo>
                <a:close/>
                <a:moveTo>
                  <a:pt x="5362575" y="3519488"/>
                </a:moveTo>
                <a:cubicBezTo>
                  <a:pt x="5362575" y="3527378"/>
                  <a:pt x="5356178" y="3533775"/>
                  <a:pt x="5348288" y="3533775"/>
                </a:cubicBezTo>
                <a:cubicBezTo>
                  <a:pt x="5340397" y="3533775"/>
                  <a:pt x="5334000" y="3527378"/>
                  <a:pt x="5334000" y="3519488"/>
                </a:cubicBezTo>
                <a:cubicBezTo>
                  <a:pt x="5334000" y="3511597"/>
                  <a:pt x="5340397" y="3505200"/>
                  <a:pt x="5348288" y="3505200"/>
                </a:cubicBezTo>
                <a:cubicBezTo>
                  <a:pt x="5356178" y="3505200"/>
                  <a:pt x="5362575" y="3511597"/>
                  <a:pt x="5362575" y="3519488"/>
                </a:cubicBezTo>
                <a:close/>
                <a:moveTo>
                  <a:pt x="5362575" y="3671888"/>
                </a:moveTo>
                <a:cubicBezTo>
                  <a:pt x="5362575" y="3679778"/>
                  <a:pt x="5356178" y="3686175"/>
                  <a:pt x="5348288" y="3686175"/>
                </a:cubicBezTo>
                <a:cubicBezTo>
                  <a:pt x="5340397" y="3686175"/>
                  <a:pt x="5334000" y="3679778"/>
                  <a:pt x="5334000" y="3671888"/>
                </a:cubicBezTo>
                <a:cubicBezTo>
                  <a:pt x="5334000" y="3663997"/>
                  <a:pt x="5340397" y="3657600"/>
                  <a:pt x="5348288" y="3657600"/>
                </a:cubicBezTo>
                <a:cubicBezTo>
                  <a:pt x="5356178" y="3657600"/>
                  <a:pt x="5362575" y="3663997"/>
                  <a:pt x="5362575" y="3671888"/>
                </a:cubicBezTo>
                <a:close/>
                <a:moveTo>
                  <a:pt x="5362575" y="3824288"/>
                </a:moveTo>
                <a:cubicBezTo>
                  <a:pt x="5362575" y="3832178"/>
                  <a:pt x="5356178" y="3838575"/>
                  <a:pt x="5348288" y="3838575"/>
                </a:cubicBezTo>
                <a:cubicBezTo>
                  <a:pt x="5340397" y="3838575"/>
                  <a:pt x="5334000" y="3832178"/>
                  <a:pt x="5334000" y="3824288"/>
                </a:cubicBezTo>
                <a:cubicBezTo>
                  <a:pt x="5334000" y="3816397"/>
                  <a:pt x="5340397" y="3810000"/>
                  <a:pt x="5348288" y="3810000"/>
                </a:cubicBezTo>
                <a:cubicBezTo>
                  <a:pt x="5356178" y="3810000"/>
                  <a:pt x="5362575" y="3816397"/>
                  <a:pt x="5362575" y="3824288"/>
                </a:cubicBezTo>
                <a:close/>
                <a:moveTo>
                  <a:pt x="5362575" y="3976688"/>
                </a:moveTo>
                <a:cubicBezTo>
                  <a:pt x="5362575" y="3984578"/>
                  <a:pt x="5356178" y="3990975"/>
                  <a:pt x="5348288" y="3990975"/>
                </a:cubicBezTo>
                <a:cubicBezTo>
                  <a:pt x="5340397" y="3990975"/>
                  <a:pt x="5334000" y="3984578"/>
                  <a:pt x="5334000" y="3976688"/>
                </a:cubicBezTo>
                <a:cubicBezTo>
                  <a:pt x="5334000" y="3968797"/>
                  <a:pt x="5340397" y="3962400"/>
                  <a:pt x="5348288" y="3962400"/>
                </a:cubicBezTo>
                <a:cubicBezTo>
                  <a:pt x="5356178" y="3962400"/>
                  <a:pt x="5362575" y="3968797"/>
                  <a:pt x="5362575" y="3976688"/>
                </a:cubicBezTo>
                <a:close/>
                <a:moveTo>
                  <a:pt x="5362575" y="4129088"/>
                </a:moveTo>
                <a:cubicBezTo>
                  <a:pt x="5362575" y="4136978"/>
                  <a:pt x="5356178" y="4143375"/>
                  <a:pt x="5348288" y="4143375"/>
                </a:cubicBezTo>
                <a:cubicBezTo>
                  <a:pt x="5340397" y="4143375"/>
                  <a:pt x="5334000" y="4136978"/>
                  <a:pt x="5334000" y="4129088"/>
                </a:cubicBezTo>
                <a:cubicBezTo>
                  <a:pt x="5334000" y="4121197"/>
                  <a:pt x="5340397" y="4114800"/>
                  <a:pt x="5348288" y="4114800"/>
                </a:cubicBezTo>
                <a:cubicBezTo>
                  <a:pt x="5356178" y="4114800"/>
                  <a:pt x="5362575" y="4121197"/>
                  <a:pt x="5362575" y="4129088"/>
                </a:cubicBezTo>
                <a:close/>
                <a:moveTo>
                  <a:pt x="5362575" y="4281488"/>
                </a:moveTo>
                <a:cubicBezTo>
                  <a:pt x="5362575" y="4289378"/>
                  <a:pt x="5356178" y="4295775"/>
                  <a:pt x="5348288" y="4295775"/>
                </a:cubicBezTo>
                <a:cubicBezTo>
                  <a:pt x="5340397" y="4295775"/>
                  <a:pt x="5334000" y="4289378"/>
                  <a:pt x="5334000" y="4281488"/>
                </a:cubicBezTo>
                <a:cubicBezTo>
                  <a:pt x="5334000" y="4273597"/>
                  <a:pt x="5340397" y="4267200"/>
                  <a:pt x="5348288" y="4267200"/>
                </a:cubicBezTo>
                <a:cubicBezTo>
                  <a:pt x="5356178" y="4267200"/>
                  <a:pt x="5362575" y="4273597"/>
                  <a:pt x="5362575" y="4281488"/>
                </a:cubicBezTo>
                <a:close/>
                <a:moveTo>
                  <a:pt x="5362575" y="4433888"/>
                </a:moveTo>
                <a:cubicBezTo>
                  <a:pt x="5362575" y="4441778"/>
                  <a:pt x="5356178" y="4448175"/>
                  <a:pt x="5348288" y="4448175"/>
                </a:cubicBezTo>
                <a:cubicBezTo>
                  <a:pt x="5340397" y="4448175"/>
                  <a:pt x="5334000" y="4441778"/>
                  <a:pt x="5334000" y="4433888"/>
                </a:cubicBezTo>
                <a:cubicBezTo>
                  <a:pt x="5334000" y="4425997"/>
                  <a:pt x="5340397" y="4419600"/>
                  <a:pt x="5348288" y="4419600"/>
                </a:cubicBezTo>
                <a:cubicBezTo>
                  <a:pt x="5356178" y="4419600"/>
                  <a:pt x="5362575" y="4425997"/>
                  <a:pt x="5362575" y="4433888"/>
                </a:cubicBezTo>
                <a:close/>
                <a:moveTo>
                  <a:pt x="5362575" y="4586288"/>
                </a:moveTo>
                <a:cubicBezTo>
                  <a:pt x="5362575" y="4594178"/>
                  <a:pt x="5356178" y="4600575"/>
                  <a:pt x="5348288" y="4600575"/>
                </a:cubicBezTo>
                <a:cubicBezTo>
                  <a:pt x="5340397" y="4600575"/>
                  <a:pt x="5334000" y="4594178"/>
                  <a:pt x="5334000" y="4586288"/>
                </a:cubicBezTo>
                <a:cubicBezTo>
                  <a:pt x="5334000" y="4578397"/>
                  <a:pt x="5340397" y="4572000"/>
                  <a:pt x="5348288" y="4572000"/>
                </a:cubicBezTo>
                <a:cubicBezTo>
                  <a:pt x="5356178" y="4572000"/>
                  <a:pt x="5362575" y="4578397"/>
                  <a:pt x="5362575" y="4586288"/>
                </a:cubicBezTo>
                <a:close/>
                <a:moveTo>
                  <a:pt x="5362575" y="4738688"/>
                </a:moveTo>
                <a:cubicBezTo>
                  <a:pt x="5362575" y="4746578"/>
                  <a:pt x="5356178" y="4752975"/>
                  <a:pt x="5348288" y="4752975"/>
                </a:cubicBezTo>
                <a:cubicBezTo>
                  <a:pt x="5340397" y="4752975"/>
                  <a:pt x="5334000" y="4746578"/>
                  <a:pt x="5334000" y="4738688"/>
                </a:cubicBezTo>
                <a:cubicBezTo>
                  <a:pt x="5334000" y="4730797"/>
                  <a:pt x="5340397" y="4724400"/>
                  <a:pt x="5348288" y="4724400"/>
                </a:cubicBezTo>
                <a:cubicBezTo>
                  <a:pt x="5356178" y="4724400"/>
                  <a:pt x="5362575" y="4730797"/>
                  <a:pt x="5362575" y="4738688"/>
                </a:cubicBezTo>
                <a:close/>
                <a:moveTo>
                  <a:pt x="5514975" y="14288"/>
                </a:moveTo>
                <a:cubicBezTo>
                  <a:pt x="5514975" y="22178"/>
                  <a:pt x="5508578" y="28575"/>
                  <a:pt x="5500688" y="28575"/>
                </a:cubicBezTo>
                <a:cubicBezTo>
                  <a:pt x="5492797" y="28575"/>
                  <a:pt x="5486400" y="22178"/>
                  <a:pt x="5486400" y="14288"/>
                </a:cubicBezTo>
                <a:cubicBezTo>
                  <a:pt x="5486400" y="6397"/>
                  <a:pt x="5492797" y="0"/>
                  <a:pt x="5500688" y="0"/>
                </a:cubicBezTo>
                <a:cubicBezTo>
                  <a:pt x="5508578" y="0"/>
                  <a:pt x="5514975" y="6397"/>
                  <a:pt x="5514975" y="14288"/>
                </a:cubicBezTo>
                <a:close/>
                <a:moveTo>
                  <a:pt x="5514975" y="166688"/>
                </a:moveTo>
                <a:cubicBezTo>
                  <a:pt x="5514975" y="174578"/>
                  <a:pt x="5508578" y="180975"/>
                  <a:pt x="5500688" y="180975"/>
                </a:cubicBezTo>
                <a:cubicBezTo>
                  <a:pt x="5492797" y="180975"/>
                  <a:pt x="5486400" y="174578"/>
                  <a:pt x="5486400" y="166688"/>
                </a:cubicBezTo>
                <a:cubicBezTo>
                  <a:pt x="5486400" y="158797"/>
                  <a:pt x="5492797" y="152400"/>
                  <a:pt x="5500688" y="152400"/>
                </a:cubicBezTo>
                <a:cubicBezTo>
                  <a:pt x="5508578" y="152400"/>
                  <a:pt x="5514975" y="158797"/>
                  <a:pt x="5514975" y="166688"/>
                </a:cubicBezTo>
                <a:close/>
                <a:moveTo>
                  <a:pt x="5514975" y="319088"/>
                </a:moveTo>
                <a:cubicBezTo>
                  <a:pt x="5514975" y="326978"/>
                  <a:pt x="5508578" y="333375"/>
                  <a:pt x="5500688" y="333375"/>
                </a:cubicBezTo>
                <a:cubicBezTo>
                  <a:pt x="5492797" y="333375"/>
                  <a:pt x="5486400" y="326978"/>
                  <a:pt x="5486400" y="319088"/>
                </a:cubicBezTo>
                <a:cubicBezTo>
                  <a:pt x="5486400" y="311197"/>
                  <a:pt x="5492797" y="304800"/>
                  <a:pt x="5500688" y="304800"/>
                </a:cubicBezTo>
                <a:cubicBezTo>
                  <a:pt x="5508578" y="304800"/>
                  <a:pt x="5514975" y="311197"/>
                  <a:pt x="5514975" y="319088"/>
                </a:cubicBezTo>
                <a:close/>
                <a:moveTo>
                  <a:pt x="5514975" y="471488"/>
                </a:moveTo>
                <a:cubicBezTo>
                  <a:pt x="5514975" y="479378"/>
                  <a:pt x="5508578" y="485775"/>
                  <a:pt x="5500688" y="485775"/>
                </a:cubicBezTo>
                <a:cubicBezTo>
                  <a:pt x="5492797" y="485775"/>
                  <a:pt x="5486400" y="479378"/>
                  <a:pt x="5486400" y="471488"/>
                </a:cubicBezTo>
                <a:cubicBezTo>
                  <a:pt x="5486400" y="463597"/>
                  <a:pt x="5492797" y="457200"/>
                  <a:pt x="5500688" y="457200"/>
                </a:cubicBezTo>
                <a:cubicBezTo>
                  <a:pt x="5508578" y="457200"/>
                  <a:pt x="5514975" y="463597"/>
                  <a:pt x="5514975" y="471488"/>
                </a:cubicBezTo>
                <a:close/>
                <a:moveTo>
                  <a:pt x="5514975" y="623888"/>
                </a:moveTo>
                <a:cubicBezTo>
                  <a:pt x="5514975" y="631778"/>
                  <a:pt x="5508578" y="638175"/>
                  <a:pt x="5500688" y="638175"/>
                </a:cubicBezTo>
                <a:cubicBezTo>
                  <a:pt x="5492797" y="638175"/>
                  <a:pt x="5486400" y="631778"/>
                  <a:pt x="5486400" y="623888"/>
                </a:cubicBezTo>
                <a:cubicBezTo>
                  <a:pt x="5486400" y="615997"/>
                  <a:pt x="5492797" y="609600"/>
                  <a:pt x="5500688" y="609600"/>
                </a:cubicBezTo>
                <a:cubicBezTo>
                  <a:pt x="5508578" y="609600"/>
                  <a:pt x="5514975" y="615997"/>
                  <a:pt x="5514975" y="623888"/>
                </a:cubicBezTo>
                <a:close/>
                <a:moveTo>
                  <a:pt x="5514975" y="776288"/>
                </a:moveTo>
                <a:cubicBezTo>
                  <a:pt x="5514975" y="784178"/>
                  <a:pt x="5508578" y="790575"/>
                  <a:pt x="5500688" y="790575"/>
                </a:cubicBezTo>
                <a:cubicBezTo>
                  <a:pt x="5492797" y="790575"/>
                  <a:pt x="5486400" y="784178"/>
                  <a:pt x="5486400" y="776288"/>
                </a:cubicBezTo>
                <a:cubicBezTo>
                  <a:pt x="5486400" y="768397"/>
                  <a:pt x="5492797" y="762000"/>
                  <a:pt x="5500688" y="762000"/>
                </a:cubicBezTo>
                <a:cubicBezTo>
                  <a:pt x="5508578" y="762000"/>
                  <a:pt x="5514975" y="768397"/>
                  <a:pt x="5514975" y="776288"/>
                </a:cubicBezTo>
                <a:close/>
                <a:moveTo>
                  <a:pt x="5514975" y="928688"/>
                </a:moveTo>
                <a:cubicBezTo>
                  <a:pt x="5514975" y="936578"/>
                  <a:pt x="5508578" y="942975"/>
                  <a:pt x="5500688" y="942975"/>
                </a:cubicBezTo>
                <a:cubicBezTo>
                  <a:pt x="5492797" y="942975"/>
                  <a:pt x="5486400" y="936578"/>
                  <a:pt x="5486400" y="928688"/>
                </a:cubicBezTo>
                <a:cubicBezTo>
                  <a:pt x="5486400" y="920797"/>
                  <a:pt x="5492797" y="914400"/>
                  <a:pt x="5500688" y="914400"/>
                </a:cubicBezTo>
                <a:cubicBezTo>
                  <a:pt x="5508578" y="914400"/>
                  <a:pt x="5514975" y="920797"/>
                  <a:pt x="5514975" y="928688"/>
                </a:cubicBezTo>
                <a:close/>
                <a:moveTo>
                  <a:pt x="5514975" y="1081088"/>
                </a:moveTo>
                <a:cubicBezTo>
                  <a:pt x="5514975" y="1088978"/>
                  <a:pt x="5508578" y="1095375"/>
                  <a:pt x="5500688" y="1095375"/>
                </a:cubicBezTo>
                <a:cubicBezTo>
                  <a:pt x="5492797" y="1095375"/>
                  <a:pt x="5486400" y="1088978"/>
                  <a:pt x="5486400" y="1081088"/>
                </a:cubicBezTo>
                <a:cubicBezTo>
                  <a:pt x="5486400" y="1073197"/>
                  <a:pt x="5492797" y="1066800"/>
                  <a:pt x="5500688" y="1066800"/>
                </a:cubicBezTo>
                <a:cubicBezTo>
                  <a:pt x="5508578" y="1066800"/>
                  <a:pt x="5514975" y="1073197"/>
                  <a:pt x="5514975" y="1081088"/>
                </a:cubicBezTo>
                <a:close/>
                <a:moveTo>
                  <a:pt x="5514975" y="1233488"/>
                </a:moveTo>
                <a:cubicBezTo>
                  <a:pt x="5514975" y="1241378"/>
                  <a:pt x="5508578" y="1247775"/>
                  <a:pt x="5500688" y="1247775"/>
                </a:cubicBezTo>
                <a:cubicBezTo>
                  <a:pt x="5492797" y="1247775"/>
                  <a:pt x="5486400" y="1241378"/>
                  <a:pt x="5486400" y="1233488"/>
                </a:cubicBezTo>
                <a:cubicBezTo>
                  <a:pt x="5486400" y="1225597"/>
                  <a:pt x="5492797" y="1219200"/>
                  <a:pt x="5500688" y="1219200"/>
                </a:cubicBezTo>
                <a:cubicBezTo>
                  <a:pt x="5508578" y="1219200"/>
                  <a:pt x="5514975" y="1225597"/>
                  <a:pt x="5514975" y="1233488"/>
                </a:cubicBezTo>
                <a:close/>
                <a:moveTo>
                  <a:pt x="5514975" y="1385888"/>
                </a:moveTo>
                <a:cubicBezTo>
                  <a:pt x="5514975" y="1393778"/>
                  <a:pt x="5508578" y="1400175"/>
                  <a:pt x="5500688" y="1400175"/>
                </a:cubicBezTo>
                <a:cubicBezTo>
                  <a:pt x="5492797" y="1400175"/>
                  <a:pt x="5486400" y="1393778"/>
                  <a:pt x="5486400" y="1385888"/>
                </a:cubicBezTo>
                <a:cubicBezTo>
                  <a:pt x="5486400" y="1377997"/>
                  <a:pt x="5492797" y="1371600"/>
                  <a:pt x="5500688" y="1371600"/>
                </a:cubicBezTo>
                <a:cubicBezTo>
                  <a:pt x="5508578" y="1371600"/>
                  <a:pt x="5514975" y="1377997"/>
                  <a:pt x="5514975" y="1385888"/>
                </a:cubicBezTo>
                <a:close/>
                <a:moveTo>
                  <a:pt x="5514975" y="1538288"/>
                </a:moveTo>
                <a:cubicBezTo>
                  <a:pt x="5514975" y="1546178"/>
                  <a:pt x="5508578" y="1552575"/>
                  <a:pt x="5500688" y="1552575"/>
                </a:cubicBezTo>
                <a:cubicBezTo>
                  <a:pt x="5492797" y="1552575"/>
                  <a:pt x="5486400" y="1546178"/>
                  <a:pt x="5486400" y="1538288"/>
                </a:cubicBezTo>
                <a:cubicBezTo>
                  <a:pt x="5486400" y="1530397"/>
                  <a:pt x="5492797" y="1524000"/>
                  <a:pt x="5500688" y="1524000"/>
                </a:cubicBezTo>
                <a:cubicBezTo>
                  <a:pt x="5508578" y="1524000"/>
                  <a:pt x="5514975" y="1530397"/>
                  <a:pt x="5514975" y="1538288"/>
                </a:cubicBezTo>
                <a:close/>
                <a:moveTo>
                  <a:pt x="5514975" y="1690688"/>
                </a:moveTo>
                <a:cubicBezTo>
                  <a:pt x="5514975" y="1698578"/>
                  <a:pt x="5508578" y="1704975"/>
                  <a:pt x="5500688" y="1704975"/>
                </a:cubicBezTo>
                <a:cubicBezTo>
                  <a:pt x="5492797" y="1704975"/>
                  <a:pt x="5486400" y="1698578"/>
                  <a:pt x="5486400" y="1690688"/>
                </a:cubicBezTo>
                <a:cubicBezTo>
                  <a:pt x="5486400" y="1682797"/>
                  <a:pt x="5492797" y="1676400"/>
                  <a:pt x="5500688" y="1676400"/>
                </a:cubicBezTo>
                <a:cubicBezTo>
                  <a:pt x="5508578" y="1676400"/>
                  <a:pt x="5514975" y="1682797"/>
                  <a:pt x="5514975" y="1690688"/>
                </a:cubicBezTo>
                <a:close/>
                <a:moveTo>
                  <a:pt x="5514975" y="1843088"/>
                </a:moveTo>
                <a:cubicBezTo>
                  <a:pt x="5514975" y="1850978"/>
                  <a:pt x="5508578" y="1857375"/>
                  <a:pt x="5500688" y="1857375"/>
                </a:cubicBezTo>
                <a:cubicBezTo>
                  <a:pt x="5492797" y="1857375"/>
                  <a:pt x="5486400" y="1850978"/>
                  <a:pt x="5486400" y="1843088"/>
                </a:cubicBezTo>
                <a:cubicBezTo>
                  <a:pt x="5486400" y="1835197"/>
                  <a:pt x="5492797" y="1828800"/>
                  <a:pt x="5500688" y="1828800"/>
                </a:cubicBezTo>
                <a:cubicBezTo>
                  <a:pt x="5508578" y="1828800"/>
                  <a:pt x="5514975" y="1835197"/>
                  <a:pt x="5514975" y="1843088"/>
                </a:cubicBezTo>
                <a:close/>
                <a:moveTo>
                  <a:pt x="5514975" y="1995488"/>
                </a:moveTo>
                <a:cubicBezTo>
                  <a:pt x="5514975" y="2003378"/>
                  <a:pt x="5508578" y="2009775"/>
                  <a:pt x="5500688" y="2009775"/>
                </a:cubicBezTo>
                <a:cubicBezTo>
                  <a:pt x="5492797" y="2009775"/>
                  <a:pt x="5486400" y="2003378"/>
                  <a:pt x="5486400" y="1995488"/>
                </a:cubicBezTo>
                <a:cubicBezTo>
                  <a:pt x="5486400" y="1987597"/>
                  <a:pt x="5492797" y="1981200"/>
                  <a:pt x="5500688" y="1981200"/>
                </a:cubicBezTo>
                <a:cubicBezTo>
                  <a:pt x="5508578" y="1981200"/>
                  <a:pt x="5514975" y="1987597"/>
                  <a:pt x="5514975" y="1995488"/>
                </a:cubicBezTo>
                <a:close/>
                <a:moveTo>
                  <a:pt x="5514975" y="2147888"/>
                </a:moveTo>
                <a:cubicBezTo>
                  <a:pt x="5514975" y="2155778"/>
                  <a:pt x="5508578" y="2162175"/>
                  <a:pt x="5500688" y="2162175"/>
                </a:cubicBezTo>
                <a:cubicBezTo>
                  <a:pt x="5492797" y="2162175"/>
                  <a:pt x="5486400" y="2155778"/>
                  <a:pt x="5486400" y="2147888"/>
                </a:cubicBezTo>
                <a:cubicBezTo>
                  <a:pt x="5486400" y="2139997"/>
                  <a:pt x="5492797" y="2133600"/>
                  <a:pt x="5500688" y="2133600"/>
                </a:cubicBezTo>
                <a:cubicBezTo>
                  <a:pt x="5508578" y="2133600"/>
                  <a:pt x="5514975" y="2139997"/>
                  <a:pt x="5514975" y="2147888"/>
                </a:cubicBezTo>
                <a:close/>
                <a:moveTo>
                  <a:pt x="5514975" y="2300288"/>
                </a:moveTo>
                <a:cubicBezTo>
                  <a:pt x="5514975" y="2308178"/>
                  <a:pt x="5508578" y="2314575"/>
                  <a:pt x="5500688" y="2314575"/>
                </a:cubicBezTo>
                <a:cubicBezTo>
                  <a:pt x="5492797" y="2314575"/>
                  <a:pt x="5486400" y="2308178"/>
                  <a:pt x="5486400" y="2300288"/>
                </a:cubicBezTo>
                <a:cubicBezTo>
                  <a:pt x="5486400" y="2292397"/>
                  <a:pt x="5492797" y="2286000"/>
                  <a:pt x="5500688" y="2286000"/>
                </a:cubicBezTo>
                <a:cubicBezTo>
                  <a:pt x="5508578" y="2286000"/>
                  <a:pt x="5514975" y="2292397"/>
                  <a:pt x="5514975" y="2300288"/>
                </a:cubicBezTo>
                <a:close/>
                <a:moveTo>
                  <a:pt x="5514975" y="2452688"/>
                </a:moveTo>
                <a:cubicBezTo>
                  <a:pt x="5514975" y="2460578"/>
                  <a:pt x="5508578" y="2466975"/>
                  <a:pt x="5500688" y="2466975"/>
                </a:cubicBezTo>
                <a:cubicBezTo>
                  <a:pt x="5492797" y="2466975"/>
                  <a:pt x="5486400" y="2460578"/>
                  <a:pt x="5486400" y="2452688"/>
                </a:cubicBezTo>
                <a:cubicBezTo>
                  <a:pt x="5486400" y="2444797"/>
                  <a:pt x="5492797" y="2438400"/>
                  <a:pt x="5500688" y="2438400"/>
                </a:cubicBezTo>
                <a:cubicBezTo>
                  <a:pt x="5508578" y="2438400"/>
                  <a:pt x="5514975" y="2444797"/>
                  <a:pt x="5514975" y="2452688"/>
                </a:cubicBezTo>
                <a:close/>
                <a:moveTo>
                  <a:pt x="5514975" y="2605088"/>
                </a:moveTo>
                <a:cubicBezTo>
                  <a:pt x="5514975" y="2612978"/>
                  <a:pt x="5508578" y="2619375"/>
                  <a:pt x="5500688" y="2619375"/>
                </a:cubicBezTo>
                <a:cubicBezTo>
                  <a:pt x="5492797" y="2619375"/>
                  <a:pt x="5486400" y="2612978"/>
                  <a:pt x="5486400" y="2605088"/>
                </a:cubicBezTo>
                <a:cubicBezTo>
                  <a:pt x="5486400" y="2597197"/>
                  <a:pt x="5492797" y="2590800"/>
                  <a:pt x="5500688" y="2590800"/>
                </a:cubicBezTo>
                <a:cubicBezTo>
                  <a:pt x="5508578" y="2590800"/>
                  <a:pt x="5514975" y="2597197"/>
                  <a:pt x="5514975" y="2605088"/>
                </a:cubicBezTo>
                <a:close/>
                <a:moveTo>
                  <a:pt x="5514975" y="2757488"/>
                </a:moveTo>
                <a:cubicBezTo>
                  <a:pt x="5514975" y="2765378"/>
                  <a:pt x="5508578" y="2771775"/>
                  <a:pt x="5500688" y="2771775"/>
                </a:cubicBezTo>
                <a:cubicBezTo>
                  <a:pt x="5492797" y="2771775"/>
                  <a:pt x="5486400" y="2765378"/>
                  <a:pt x="5486400" y="2757488"/>
                </a:cubicBezTo>
                <a:cubicBezTo>
                  <a:pt x="5486400" y="2749597"/>
                  <a:pt x="5492797" y="2743200"/>
                  <a:pt x="5500688" y="2743200"/>
                </a:cubicBezTo>
                <a:cubicBezTo>
                  <a:pt x="5508578" y="2743200"/>
                  <a:pt x="5514975" y="2749597"/>
                  <a:pt x="5514975" y="2757488"/>
                </a:cubicBezTo>
                <a:close/>
                <a:moveTo>
                  <a:pt x="5514975" y="2909888"/>
                </a:moveTo>
                <a:cubicBezTo>
                  <a:pt x="5514975" y="2917778"/>
                  <a:pt x="5508578" y="2924175"/>
                  <a:pt x="5500688" y="2924175"/>
                </a:cubicBezTo>
                <a:cubicBezTo>
                  <a:pt x="5492797" y="2924175"/>
                  <a:pt x="5486400" y="2917778"/>
                  <a:pt x="5486400" y="2909888"/>
                </a:cubicBezTo>
                <a:cubicBezTo>
                  <a:pt x="5486400" y="2901997"/>
                  <a:pt x="5492797" y="2895600"/>
                  <a:pt x="5500688" y="2895600"/>
                </a:cubicBezTo>
                <a:cubicBezTo>
                  <a:pt x="5508578" y="2895600"/>
                  <a:pt x="5514975" y="2901997"/>
                  <a:pt x="5514975" y="2909888"/>
                </a:cubicBezTo>
                <a:close/>
                <a:moveTo>
                  <a:pt x="5514975" y="3062288"/>
                </a:moveTo>
                <a:cubicBezTo>
                  <a:pt x="5514975" y="3070178"/>
                  <a:pt x="5508578" y="3076575"/>
                  <a:pt x="5500688" y="3076575"/>
                </a:cubicBezTo>
                <a:cubicBezTo>
                  <a:pt x="5492797" y="3076575"/>
                  <a:pt x="5486400" y="3070178"/>
                  <a:pt x="5486400" y="3062288"/>
                </a:cubicBezTo>
                <a:cubicBezTo>
                  <a:pt x="5486400" y="3054397"/>
                  <a:pt x="5492797" y="3048000"/>
                  <a:pt x="5500688" y="3048000"/>
                </a:cubicBezTo>
                <a:cubicBezTo>
                  <a:pt x="5508578" y="3048000"/>
                  <a:pt x="5514975" y="3054397"/>
                  <a:pt x="5514975" y="3062288"/>
                </a:cubicBezTo>
                <a:close/>
                <a:moveTo>
                  <a:pt x="5514975" y="3214688"/>
                </a:moveTo>
                <a:cubicBezTo>
                  <a:pt x="5514975" y="3222578"/>
                  <a:pt x="5508578" y="3228975"/>
                  <a:pt x="5500688" y="3228975"/>
                </a:cubicBezTo>
                <a:cubicBezTo>
                  <a:pt x="5492797" y="3228975"/>
                  <a:pt x="5486400" y="3222578"/>
                  <a:pt x="5486400" y="3214688"/>
                </a:cubicBezTo>
                <a:cubicBezTo>
                  <a:pt x="5486400" y="3206797"/>
                  <a:pt x="5492797" y="3200400"/>
                  <a:pt x="5500688" y="3200400"/>
                </a:cubicBezTo>
                <a:cubicBezTo>
                  <a:pt x="5508578" y="3200400"/>
                  <a:pt x="5514975" y="3206797"/>
                  <a:pt x="5514975" y="3214688"/>
                </a:cubicBezTo>
                <a:close/>
                <a:moveTo>
                  <a:pt x="5514975" y="3367088"/>
                </a:moveTo>
                <a:cubicBezTo>
                  <a:pt x="5514975" y="3374978"/>
                  <a:pt x="5508578" y="3381375"/>
                  <a:pt x="5500688" y="3381375"/>
                </a:cubicBezTo>
                <a:cubicBezTo>
                  <a:pt x="5492797" y="3381375"/>
                  <a:pt x="5486400" y="3374978"/>
                  <a:pt x="5486400" y="3367088"/>
                </a:cubicBezTo>
                <a:cubicBezTo>
                  <a:pt x="5486400" y="3359197"/>
                  <a:pt x="5492797" y="3352800"/>
                  <a:pt x="5500688" y="3352800"/>
                </a:cubicBezTo>
                <a:cubicBezTo>
                  <a:pt x="5508578" y="3352800"/>
                  <a:pt x="5514975" y="3359197"/>
                  <a:pt x="5514975" y="3367088"/>
                </a:cubicBezTo>
                <a:close/>
                <a:moveTo>
                  <a:pt x="5514975" y="3519488"/>
                </a:moveTo>
                <a:cubicBezTo>
                  <a:pt x="5514975" y="3527378"/>
                  <a:pt x="5508578" y="3533775"/>
                  <a:pt x="5500688" y="3533775"/>
                </a:cubicBezTo>
                <a:cubicBezTo>
                  <a:pt x="5492797" y="3533775"/>
                  <a:pt x="5486400" y="3527378"/>
                  <a:pt x="5486400" y="3519488"/>
                </a:cubicBezTo>
                <a:cubicBezTo>
                  <a:pt x="5486400" y="3511597"/>
                  <a:pt x="5492797" y="3505200"/>
                  <a:pt x="5500688" y="3505200"/>
                </a:cubicBezTo>
                <a:cubicBezTo>
                  <a:pt x="5508578" y="3505200"/>
                  <a:pt x="5514975" y="3511597"/>
                  <a:pt x="5514975" y="3519488"/>
                </a:cubicBezTo>
                <a:close/>
                <a:moveTo>
                  <a:pt x="5514975" y="3671888"/>
                </a:moveTo>
                <a:cubicBezTo>
                  <a:pt x="5514975" y="3679778"/>
                  <a:pt x="5508578" y="3686175"/>
                  <a:pt x="5500688" y="3686175"/>
                </a:cubicBezTo>
                <a:cubicBezTo>
                  <a:pt x="5492797" y="3686175"/>
                  <a:pt x="5486400" y="3679778"/>
                  <a:pt x="5486400" y="3671888"/>
                </a:cubicBezTo>
                <a:cubicBezTo>
                  <a:pt x="5486400" y="3663997"/>
                  <a:pt x="5492797" y="3657600"/>
                  <a:pt x="5500688" y="3657600"/>
                </a:cubicBezTo>
                <a:cubicBezTo>
                  <a:pt x="5508578" y="3657600"/>
                  <a:pt x="5514975" y="3663997"/>
                  <a:pt x="5514975" y="3671888"/>
                </a:cubicBezTo>
                <a:close/>
                <a:moveTo>
                  <a:pt x="5514975" y="3824288"/>
                </a:moveTo>
                <a:cubicBezTo>
                  <a:pt x="5514975" y="3832178"/>
                  <a:pt x="5508578" y="3838575"/>
                  <a:pt x="5500688" y="3838575"/>
                </a:cubicBezTo>
                <a:cubicBezTo>
                  <a:pt x="5492797" y="3838575"/>
                  <a:pt x="5486400" y="3832178"/>
                  <a:pt x="5486400" y="3824288"/>
                </a:cubicBezTo>
                <a:cubicBezTo>
                  <a:pt x="5486400" y="3816397"/>
                  <a:pt x="5492797" y="3810000"/>
                  <a:pt x="5500688" y="3810000"/>
                </a:cubicBezTo>
                <a:cubicBezTo>
                  <a:pt x="5508578" y="3810000"/>
                  <a:pt x="5514975" y="3816397"/>
                  <a:pt x="5514975" y="3824288"/>
                </a:cubicBezTo>
                <a:close/>
                <a:moveTo>
                  <a:pt x="5514975" y="3976688"/>
                </a:moveTo>
                <a:cubicBezTo>
                  <a:pt x="5514975" y="3984578"/>
                  <a:pt x="5508578" y="3990975"/>
                  <a:pt x="5500688" y="3990975"/>
                </a:cubicBezTo>
                <a:cubicBezTo>
                  <a:pt x="5492797" y="3990975"/>
                  <a:pt x="5486400" y="3984578"/>
                  <a:pt x="5486400" y="3976688"/>
                </a:cubicBezTo>
                <a:cubicBezTo>
                  <a:pt x="5486400" y="3968797"/>
                  <a:pt x="5492797" y="3962400"/>
                  <a:pt x="5500688" y="3962400"/>
                </a:cubicBezTo>
                <a:cubicBezTo>
                  <a:pt x="5508578" y="3962400"/>
                  <a:pt x="5514975" y="3968797"/>
                  <a:pt x="5514975" y="3976688"/>
                </a:cubicBezTo>
                <a:close/>
                <a:moveTo>
                  <a:pt x="5514975" y="4129088"/>
                </a:moveTo>
                <a:cubicBezTo>
                  <a:pt x="5514975" y="4136978"/>
                  <a:pt x="5508578" y="4143375"/>
                  <a:pt x="5500688" y="4143375"/>
                </a:cubicBezTo>
                <a:cubicBezTo>
                  <a:pt x="5492797" y="4143375"/>
                  <a:pt x="5486400" y="4136978"/>
                  <a:pt x="5486400" y="4129088"/>
                </a:cubicBezTo>
                <a:cubicBezTo>
                  <a:pt x="5486400" y="4121197"/>
                  <a:pt x="5492797" y="4114800"/>
                  <a:pt x="5500688" y="4114800"/>
                </a:cubicBezTo>
                <a:cubicBezTo>
                  <a:pt x="5508578" y="4114800"/>
                  <a:pt x="5514975" y="4121197"/>
                  <a:pt x="5514975" y="4129088"/>
                </a:cubicBezTo>
                <a:close/>
                <a:moveTo>
                  <a:pt x="5514975" y="4281488"/>
                </a:moveTo>
                <a:cubicBezTo>
                  <a:pt x="5514975" y="4289378"/>
                  <a:pt x="5508578" y="4295775"/>
                  <a:pt x="5500688" y="4295775"/>
                </a:cubicBezTo>
                <a:cubicBezTo>
                  <a:pt x="5492797" y="4295775"/>
                  <a:pt x="5486400" y="4289378"/>
                  <a:pt x="5486400" y="4281488"/>
                </a:cubicBezTo>
                <a:cubicBezTo>
                  <a:pt x="5486400" y="4273597"/>
                  <a:pt x="5492797" y="4267200"/>
                  <a:pt x="5500688" y="4267200"/>
                </a:cubicBezTo>
                <a:cubicBezTo>
                  <a:pt x="5508578" y="4267200"/>
                  <a:pt x="5514975" y="4273597"/>
                  <a:pt x="5514975" y="4281488"/>
                </a:cubicBezTo>
                <a:close/>
                <a:moveTo>
                  <a:pt x="5514975" y="4433888"/>
                </a:moveTo>
                <a:cubicBezTo>
                  <a:pt x="5514975" y="4441778"/>
                  <a:pt x="5508578" y="4448175"/>
                  <a:pt x="5500688" y="4448175"/>
                </a:cubicBezTo>
                <a:cubicBezTo>
                  <a:pt x="5492797" y="4448175"/>
                  <a:pt x="5486400" y="4441778"/>
                  <a:pt x="5486400" y="4433888"/>
                </a:cubicBezTo>
                <a:cubicBezTo>
                  <a:pt x="5486400" y="4425997"/>
                  <a:pt x="5492797" y="4419600"/>
                  <a:pt x="5500688" y="4419600"/>
                </a:cubicBezTo>
                <a:cubicBezTo>
                  <a:pt x="5508578" y="4419600"/>
                  <a:pt x="5514975" y="4425997"/>
                  <a:pt x="5514975" y="4433888"/>
                </a:cubicBezTo>
                <a:close/>
                <a:moveTo>
                  <a:pt x="5514975" y="4586288"/>
                </a:moveTo>
                <a:cubicBezTo>
                  <a:pt x="5514975" y="4594178"/>
                  <a:pt x="5508578" y="4600575"/>
                  <a:pt x="5500688" y="4600575"/>
                </a:cubicBezTo>
                <a:cubicBezTo>
                  <a:pt x="5492797" y="4600575"/>
                  <a:pt x="5486400" y="4594178"/>
                  <a:pt x="5486400" y="4586288"/>
                </a:cubicBezTo>
                <a:cubicBezTo>
                  <a:pt x="5486400" y="4578397"/>
                  <a:pt x="5492797" y="4572000"/>
                  <a:pt x="5500688" y="4572000"/>
                </a:cubicBezTo>
                <a:cubicBezTo>
                  <a:pt x="5508578" y="4572000"/>
                  <a:pt x="5514975" y="4578397"/>
                  <a:pt x="5514975" y="4586288"/>
                </a:cubicBezTo>
                <a:close/>
                <a:moveTo>
                  <a:pt x="5514975" y="4738688"/>
                </a:moveTo>
                <a:cubicBezTo>
                  <a:pt x="5514975" y="4746578"/>
                  <a:pt x="5508578" y="4752975"/>
                  <a:pt x="5500688" y="4752975"/>
                </a:cubicBezTo>
                <a:cubicBezTo>
                  <a:pt x="5492797" y="4752975"/>
                  <a:pt x="5486400" y="4746578"/>
                  <a:pt x="5486400" y="4738688"/>
                </a:cubicBezTo>
                <a:cubicBezTo>
                  <a:pt x="5486400" y="4730797"/>
                  <a:pt x="5492797" y="4724400"/>
                  <a:pt x="5500688" y="4724400"/>
                </a:cubicBezTo>
                <a:cubicBezTo>
                  <a:pt x="5508578" y="4724400"/>
                  <a:pt x="5514975" y="4730797"/>
                  <a:pt x="5514975" y="4738688"/>
                </a:cubicBezTo>
                <a:close/>
                <a:moveTo>
                  <a:pt x="5667375" y="14288"/>
                </a:moveTo>
                <a:cubicBezTo>
                  <a:pt x="5667375" y="22178"/>
                  <a:pt x="5660978" y="28575"/>
                  <a:pt x="5653088" y="28575"/>
                </a:cubicBezTo>
                <a:cubicBezTo>
                  <a:pt x="5645197" y="28575"/>
                  <a:pt x="5638800" y="22178"/>
                  <a:pt x="5638800" y="14288"/>
                </a:cubicBezTo>
                <a:cubicBezTo>
                  <a:pt x="5638800" y="6397"/>
                  <a:pt x="5645197" y="0"/>
                  <a:pt x="5653088" y="0"/>
                </a:cubicBezTo>
                <a:cubicBezTo>
                  <a:pt x="5660978" y="0"/>
                  <a:pt x="5667375" y="6397"/>
                  <a:pt x="5667375" y="14288"/>
                </a:cubicBezTo>
                <a:close/>
                <a:moveTo>
                  <a:pt x="5667375" y="166688"/>
                </a:moveTo>
                <a:cubicBezTo>
                  <a:pt x="5667375" y="174578"/>
                  <a:pt x="5660978" y="180975"/>
                  <a:pt x="5653088" y="180975"/>
                </a:cubicBezTo>
                <a:cubicBezTo>
                  <a:pt x="5645197" y="180975"/>
                  <a:pt x="5638800" y="174578"/>
                  <a:pt x="5638800" y="166688"/>
                </a:cubicBezTo>
                <a:cubicBezTo>
                  <a:pt x="5638800" y="158797"/>
                  <a:pt x="5645197" y="152400"/>
                  <a:pt x="5653088" y="152400"/>
                </a:cubicBezTo>
                <a:cubicBezTo>
                  <a:pt x="5660978" y="152400"/>
                  <a:pt x="5667375" y="158797"/>
                  <a:pt x="5667375" y="166688"/>
                </a:cubicBezTo>
                <a:close/>
                <a:moveTo>
                  <a:pt x="5667375" y="319088"/>
                </a:moveTo>
                <a:cubicBezTo>
                  <a:pt x="5667375" y="326978"/>
                  <a:pt x="5660978" y="333375"/>
                  <a:pt x="5653088" y="333375"/>
                </a:cubicBezTo>
                <a:cubicBezTo>
                  <a:pt x="5645197" y="333375"/>
                  <a:pt x="5638800" y="326978"/>
                  <a:pt x="5638800" y="319088"/>
                </a:cubicBezTo>
                <a:cubicBezTo>
                  <a:pt x="5638800" y="311197"/>
                  <a:pt x="5645197" y="304800"/>
                  <a:pt x="5653088" y="304800"/>
                </a:cubicBezTo>
                <a:cubicBezTo>
                  <a:pt x="5660978" y="304800"/>
                  <a:pt x="5667375" y="311197"/>
                  <a:pt x="5667375" y="319088"/>
                </a:cubicBezTo>
                <a:close/>
                <a:moveTo>
                  <a:pt x="5667375" y="471488"/>
                </a:moveTo>
                <a:cubicBezTo>
                  <a:pt x="5667375" y="479378"/>
                  <a:pt x="5660978" y="485775"/>
                  <a:pt x="5653088" y="485775"/>
                </a:cubicBezTo>
                <a:cubicBezTo>
                  <a:pt x="5645197" y="485775"/>
                  <a:pt x="5638800" y="479378"/>
                  <a:pt x="5638800" y="471488"/>
                </a:cubicBezTo>
                <a:cubicBezTo>
                  <a:pt x="5638800" y="463597"/>
                  <a:pt x="5645197" y="457200"/>
                  <a:pt x="5653088" y="457200"/>
                </a:cubicBezTo>
                <a:cubicBezTo>
                  <a:pt x="5660978" y="457200"/>
                  <a:pt x="5667375" y="463597"/>
                  <a:pt x="5667375" y="471488"/>
                </a:cubicBezTo>
                <a:close/>
                <a:moveTo>
                  <a:pt x="5667375" y="623888"/>
                </a:moveTo>
                <a:cubicBezTo>
                  <a:pt x="5667375" y="631778"/>
                  <a:pt x="5660978" y="638175"/>
                  <a:pt x="5653088" y="638175"/>
                </a:cubicBezTo>
                <a:cubicBezTo>
                  <a:pt x="5645197" y="638175"/>
                  <a:pt x="5638800" y="631778"/>
                  <a:pt x="5638800" y="623888"/>
                </a:cubicBezTo>
                <a:cubicBezTo>
                  <a:pt x="5638800" y="615997"/>
                  <a:pt x="5645197" y="609600"/>
                  <a:pt x="5653088" y="609600"/>
                </a:cubicBezTo>
                <a:cubicBezTo>
                  <a:pt x="5660978" y="609600"/>
                  <a:pt x="5667375" y="615997"/>
                  <a:pt x="5667375" y="623888"/>
                </a:cubicBezTo>
                <a:close/>
                <a:moveTo>
                  <a:pt x="5667375" y="776288"/>
                </a:moveTo>
                <a:cubicBezTo>
                  <a:pt x="5667375" y="784178"/>
                  <a:pt x="5660978" y="790575"/>
                  <a:pt x="5653088" y="790575"/>
                </a:cubicBezTo>
                <a:cubicBezTo>
                  <a:pt x="5645197" y="790575"/>
                  <a:pt x="5638800" y="784178"/>
                  <a:pt x="5638800" y="776288"/>
                </a:cubicBezTo>
                <a:cubicBezTo>
                  <a:pt x="5638800" y="768397"/>
                  <a:pt x="5645197" y="762000"/>
                  <a:pt x="5653088" y="762000"/>
                </a:cubicBezTo>
                <a:cubicBezTo>
                  <a:pt x="5660978" y="762000"/>
                  <a:pt x="5667375" y="768397"/>
                  <a:pt x="5667375" y="776288"/>
                </a:cubicBezTo>
                <a:close/>
                <a:moveTo>
                  <a:pt x="5667375" y="928688"/>
                </a:moveTo>
                <a:cubicBezTo>
                  <a:pt x="5667375" y="936578"/>
                  <a:pt x="5660978" y="942975"/>
                  <a:pt x="5653088" y="942975"/>
                </a:cubicBezTo>
                <a:cubicBezTo>
                  <a:pt x="5645197" y="942975"/>
                  <a:pt x="5638800" y="936578"/>
                  <a:pt x="5638800" y="928688"/>
                </a:cubicBezTo>
                <a:cubicBezTo>
                  <a:pt x="5638800" y="920797"/>
                  <a:pt x="5645197" y="914400"/>
                  <a:pt x="5653088" y="914400"/>
                </a:cubicBezTo>
                <a:cubicBezTo>
                  <a:pt x="5660978" y="914400"/>
                  <a:pt x="5667375" y="920797"/>
                  <a:pt x="5667375" y="928688"/>
                </a:cubicBezTo>
                <a:close/>
                <a:moveTo>
                  <a:pt x="5667375" y="1081088"/>
                </a:moveTo>
                <a:cubicBezTo>
                  <a:pt x="5667375" y="1088978"/>
                  <a:pt x="5660978" y="1095375"/>
                  <a:pt x="5653088" y="1095375"/>
                </a:cubicBezTo>
                <a:cubicBezTo>
                  <a:pt x="5645197" y="1095375"/>
                  <a:pt x="5638800" y="1088978"/>
                  <a:pt x="5638800" y="1081088"/>
                </a:cubicBezTo>
                <a:cubicBezTo>
                  <a:pt x="5638800" y="1073197"/>
                  <a:pt x="5645197" y="1066800"/>
                  <a:pt x="5653088" y="1066800"/>
                </a:cubicBezTo>
                <a:cubicBezTo>
                  <a:pt x="5660978" y="1066800"/>
                  <a:pt x="5667375" y="1073197"/>
                  <a:pt x="5667375" y="1081088"/>
                </a:cubicBezTo>
                <a:close/>
                <a:moveTo>
                  <a:pt x="5667375" y="1233488"/>
                </a:moveTo>
                <a:cubicBezTo>
                  <a:pt x="5667375" y="1241378"/>
                  <a:pt x="5660978" y="1247775"/>
                  <a:pt x="5653088" y="1247775"/>
                </a:cubicBezTo>
                <a:cubicBezTo>
                  <a:pt x="5645197" y="1247775"/>
                  <a:pt x="5638800" y="1241378"/>
                  <a:pt x="5638800" y="1233488"/>
                </a:cubicBezTo>
                <a:cubicBezTo>
                  <a:pt x="5638800" y="1225597"/>
                  <a:pt x="5645197" y="1219200"/>
                  <a:pt x="5653088" y="1219200"/>
                </a:cubicBezTo>
                <a:cubicBezTo>
                  <a:pt x="5660978" y="1219200"/>
                  <a:pt x="5667375" y="1225597"/>
                  <a:pt x="5667375" y="1233488"/>
                </a:cubicBezTo>
                <a:close/>
                <a:moveTo>
                  <a:pt x="5667375" y="1385888"/>
                </a:moveTo>
                <a:cubicBezTo>
                  <a:pt x="5667375" y="1393778"/>
                  <a:pt x="5660978" y="1400175"/>
                  <a:pt x="5653088" y="1400175"/>
                </a:cubicBezTo>
                <a:cubicBezTo>
                  <a:pt x="5645197" y="1400175"/>
                  <a:pt x="5638800" y="1393778"/>
                  <a:pt x="5638800" y="1385888"/>
                </a:cubicBezTo>
                <a:cubicBezTo>
                  <a:pt x="5638800" y="1377997"/>
                  <a:pt x="5645197" y="1371600"/>
                  <a:pt x="5653088" y="1371600"/>
                </a:cubicBezTo>
                <a:cubicBezTo>
                  <a:pt x="5660978" y="1371600"/>
                  <a:pt x="5667375" y="1377997"/>
                  <a:pt x="5667375" y="1385888"/>
                </a:cubicBezTo>
                <a:close/>
                <a:moveTo>
                  <a:pt x="5667375" y="1538288"/>
                </a:moveTo>
                <a:cubicBezTo>
                  <a:pt x="5667375" y="1546178"/>
                  <a:pt x="5660978" y="1552575"/>
                  <a:pt x="5653088" y="1552575"/>
                </a:cubicBezTo>
                <a:cubicBezTo>
                  <a:pt x="5645197" y="1552575"/>
                  <a:pt x="5638800" y="1546178"/>
                  <a:pt x="5638800" y="1538288"/>
                </a:cubicBezTo>
                <a:cubicBezTo>
                  <a:pt x="5638800" y="1530397"/>
                  <a:pt x="5645197" y="1524000"/>
                  <a:pt x="5653088" y="1524000"/>
                </a:cubicBezTo>
                <a:cubicBezTo>
                  <a:pt x="5660978" y="1524000"/>
                  <a:pt x="5667375" y="1530397"/>
                  <a:pt x="5667375" y="1538288"/>
                </a:cubicBezTo>
                <a:close/>
                <a:moveTo>
                  <a:pt x="5667375" y="1690688"/>
                </a:moveTo>
                <a:cubicBezTo>
                  <a:pt x="5667375" y="1698578"/>
                  <a:pt x="5660978" y="1704975"/>
                  <a:pt x="5653088" y="1704975"/>
                </a:cubicBezTo>
                <a:cubicBezTo>
                  <a:pt x="5645197" y="1704975"/>
                  <a:pt x="5638800" y="1698578"/>
                  <a:pt x="5638800" y="1690688"/>
                </a:cubicBezTo>
                <a:cubicBezTo>
                  <a:pt x="5638800" y="1682797"/>
                  <a:pt x="5645197" y="1676400"/>
                  <a:pt x="5653088" y="1676400"/>
                </a:cubicBezTo>
                <a:cubicBezTo>
                  <a:pt x="5660978" y="1676400"/>
                  <a:pt x="5667375" y="1682797"/>
                  <a:pt x="5667375" y="1690688"/>
                </a:cubicBezTo>
                <a:close/>
                <a:moveTo>
                  <a:pt x="5667375" y="1843088"/>
                </a:moveTo>
                <a:cubicBezTo>
                  <a:pt x="5667375" y="1850978"/>
                  <a:pt x="5660978" y="1857375"/>
                  <a:pt x="5653088" y="1857375"/>
                </a:cubicBezTo>
                <a:cubicBezTo>
                  <a:pt x="5645197" y="1857375"/>
                  <a:pt x="5638800" y="1850978"/>
                  <a:pt x="5638800" y="1843088"/>
                </a:cubicBezTo>
                <a:cubicBezTo>
                  <a:pt x="5638800" y="1835197"/>
                  <a:pt x="5645197" y="1828800"/>
                  <a:pt x="5653088" y="1828800"/>
                </a:cubicBezTo>
                <a:cubicBezTo>
                  <a:pt x="5660978" y="1828800"/>
                  <a:pt x="5667375" y="1835197"/>
                  <a:pt x="5667375" y="1843088"/>
                </a:cubicBezTo>
                <a:close/>
                <a:moveTo>
                  <a:pt x="5667375" y="1995488"/>
                </a:moveTo>
                <a:cubicBezTo>
                  <a:pt x="5667375" y="2003378"/>
                  <a:pt x="5660978" y="2009775"/>
                  <a:pt x="5653088" y="2009775"/>
                </a:cubicBezTo>
                <a:cubicBezTo>
                  <a:pt x="5645197" y="2009775"/>
                  <a:pt x="5638800" y="2003378"/>
                  <a:pt x="5638800" y="1995488"/>
                </a:cubicBezTo>
                <a:cubicBezTo>
                  <a:pt x="5638800" y="1987597"/>
                  <a:pt x="5645197" y="1981200"/>
                  <a:pt x="5653088" y="1981200"/>
                </a:cubicBezTo>
                <a:cubicBezTo>
                  <a:pt x="5660978" y="1981200"/>
                  <a:pt x="5667375" y="1987597"/>
                  <a:pt x="5667375" y="1995488"/>
                </a:cubicBezTo>
                <a:close/>
                <a:moveTo>
                  <a:pt x="5667375" y="2147888"/>
                </a:moveTo>
                <a:cubicBezTo>
                  <a:pt x="5667375" y="2155778"/>
                  <a:pt x="5660978" y="2162175"/>
                  <a:pt x="5653088" y="2162175"/>
                </a:cubicBezTo>
                <a:cubicBezTo>
                  <a:pt x="5645197" y="2162175"/>
                  <a:pt x="5638800" y="2155778"/>
                  <a:pt x="5638800" y="2147888"/>
                </a:cubicBezTo>
                <a:cubicBezTo>
                  <a:pt x="5638800" y="2139997"/>
                  <a:pt x="5645197" y="2133600"/>
                  <a:pt x="5653088" y="2133600"/>
                </a:cubicBezTo>
                <a:cubicBezTo>
                  <a:pt x="5660978" y="2133600"/>
                  <a:pt x="5667375" y="2139997"/>
                  <a:pt x="5667375" y="2147888"/>
                </a:cubicBezTo>
                <a:close/>
                <a:moveTo>
                  <a:pt x="5667375" y="2300288"/>
                </a:moveTo>
                <a:cubicBezTo>
                  <a:pt x="5667375" y="2308178"/>
                  <a:pt x="5660978" y="2314575"/>
                  <a:pt x="5653088" y="2314575"/>
                </a:cubicBezTo>
                <a:cubicBezTo>
                  <a:pt x="5645197" y="2314575"/>
                  <a:pt x="5638800" y="2308178"/>
                  <a:pt x="5638800" y="2300288"/>
                </a:cubicBezTo>
                <a:cubicBezTo>
                  <a:pt x="5638800" y="2292397"/>
                  <a:pt x="5645197" y="2286000"/>
                  <a:pt x="5653088" y="2286000"/>
                </a:cubicBezTo>
                <a:cubicBezTo>
                  <a:pt x="5660978" y="2286000"/>
                  <a:pt x="5667375" y="2292397"/>
                  <a:pt x="5667375" y="2300288"/>
                </a:cubicBezTo>
                <a:close/>
                <a:moveTo>
                  <a:pt x="5667375" y="2452688"/>
                </a:moveTo>
                <a:cubicBezTo>
                  <a:pt x="5667375" y="2460578"/>
                  <a:pt x="5660978" y="2466975"/>
                  <a:pt x="5653088" y="2466975"/>
                </a:cubicBezTo>
                <a:cubicBezTo>
                  <a:pt x="5645197" y="2466975"/>
                  <a:pt x="5638800" y="2460578"/>
                  <a:pt x="5638800" y="2452688"/>
                </a:cubicBezTo>
                <a:cubicBezTo>
                  <a:pt x="5638800" y="2444797"/>
                  <a:pt x="5645197" y="2438400"/>
                  <a:pt x="5653088" y="2438400"/>
                </a:cubicBezTo>
                <a:cubicBezTo>
                  <a:pt x="5660978" y="2438400"/>
                  <a:pt x="5667375" y="2444797"/>
                  <a:pt x="5667375" y="2452688"/>
                </a:cubicBezTo>
                <a:close/>
                <a:moveTo>
                  <a:pt x="5667375" y="2605088"/>
                </a:moveTo>
                <a:cubicBezTo>
                  <a:pt x="5667375" y="2612978"/>
                  <a:pt x="5660978" y="2619375"/>
                  <a:pt x="5653088" y="2619375"/>
                </a:cubicBezTo>
                <a:cubicBezTo>
                  <a:pt x="5645197" y="2619375"/>
                  <a:pt x="5638800" y="2612978"/>
                  <a:pt x="5638800" y="2605088"/>
                </a:cubicBezTo>
                <a:cubicBezTo>
                  <a:pt x="5638800" y="2597197"/>
                  <a:pt x="5645197" y="2590800"/>
                  <a:pt x="5653088" y="2590800"/>
                </a:cubicBezTo>
                <a:cubicBezTo>
                  <a:pt x="5660978" y="2590800"/>
                  <a:pt x="5667375" y="2597197"/>
                  <a:pt x="5667375" y="2605088"/>
                </a:cubicBezTo>
                <a:close/>
                <a:moveTo>
                  <a:pt x="5667375" y="2757488"/>
                </a:moveTo>
                <a:cubicBezTo>
                  <a:pt x="5667375" y="2765378"/>
                  <a:pt x="5660978" y="2771775"/>
                  <a:pt x="5653088" y="2771775"/>
                </a:cubicBezTo>
                <a:cubicBezTo>
                  <a:pt x="5645197" y="2771775"/>
                  <a:pt x="5638800" y="2765378"/>
                  <a:pt x="5638800" y="2757488"/>
                </a:cubicBezTo>
                <a:cubicBezTo>
                  <a:pt x="5638800" y="2749597"/>
                  <a:pt x="5645197" y="2743200"/>
                  <a:pt x="5653088" y="2743200"/>
                </a:cubicBezTo>
                <a:cubicBezTo>
                  <a:pt x="5660978" y="2743200"/>
                  <a:pt x="5667375" y="2749597"/>
                  <a:pt x="5667375" y="2757488"/>
                </a:cubicBezTo>
                <a:close/>
                <a:moveTo>
                  <a:pt x="5667375" y="2909888"/>
                </a:moveTo>
                <a:cubicBezTo>
                  <a:pt x="5667375" y="2917778"/>
                  <a:pt x="5660978" y="2924175"/>
                  <a:pt x="5653088" y="2924175"/>
                </a:cubicBezTo>
                <a:cubicBezTo>
                  <a:pt x="5645197" y="2924175"/>
                  <a:pt x="5638800" y="2917778"/>
                  <a:pt x="5638800" y="2909888"/>
                </a:cubicBezTo>
                <a:cubicBezTo>
                  <a:pt x="5638800" y="2901997"/>
                  <a:pt x="5645197" y="2895600"/>
                  <a:pt x="5653088" y="2895600"/>
                </a:cubicBezTo>
                <a:cubicBezTo>
                  <a:pt x="5660978" y="2895600"/>
                  <a:pt x="5667375" y="2901997"/>
                  <a:pt x="5667375" y="2909888"/>
                </a:cubicBezTo>
                <a:close/>
                <a:moveTo>
                  <a:pt x="5667375" y="3062288"/>
                </a:moveTo>
                <a:cubicBezTo>
                  <a:pt x="5667375" y="3070178"/>
                  <a:pt x="5660978" y="3076575"/>
                  <a:pt x="5653088" y="3076575"/>
                </a:cubicBezTo>
                <a:cubicBezTo>
                  <a:pt x="5645197" y="3076575"/>
                  <a:pt x="5638800" y="3070178"/>
                  <a:pt x="5638800" y="3062288"/>
                </a:cubicBezTo>
                <a:cubicBezTo>
                  <a:pt x="5638800" y="3054397"/>
                  <a:pt x="5645197" y="3048000"/>
                  <a:pt x="5653088" y="3048000"/>
                </a:cubicBezTo>
                <a:cubicBezTo>
                  <a:pt x="5660978" y="3048000"/>
                  <a:pt x="5667375" y="3054397"/>
                  <a:pt x="5667375" y="3062288"/>
                </a:cubicBezTo>
                <a:close/>
                <a:moveTo>
                  <a:pt x="5667375" y="3214688"/>
                </a:moveTo>
                <a:cubicBezTo>
                  <a:pt x="5667375" y="3222578"/>
                  <a:pt x="5660978" y="3228975"/>
                  <a:pt x="5653088" y="3228975"/>
                </a:cubicBezTo>
                <a:cubicBezTo>
                  <a:pt x="5645197" y="3228975"/>
                  <a:pt x="5638800" y="3222578"/>
                  <a:pt x="5638800" y="3214688"/>
                </a:cubicBezTo>
                <a:cubicBezTo>
                  <a:pt x="5638800" y="3206797"/>
                  <a:pt x="5645197" y="3200400"/>
                  <a:pt x="5653088" y="3200400"/>
                </a:cubicBezTo>
                <a:cubicBezTo>
                  <a:pt x="5660978" y="3200400"/>
                  <a:pt x="5667375" y="3206797"/>
                  <a:pt x="5667375" y="3214688"/>
                </a:cubicBezTo>
                <a:close/>
                <a:moveTo>
                  <a:pt x="5667375" y="3367088"/>
                </a:moveTo>
                <a:cubicBezTo>
                  <a:pt x="5667375" y="3374978"/>
                  <a:pt x="5660978" y="3381375"/>
                  <a:pt x="5653088" y="3381375"/>
                </a:cubicBezTo>
                <a:cubicBezTo>
                  <a:pt x="5645197" y="3381375"/>
                  <a:pt x="5638800" y="3374978"/>
                  <a:pt x="5638800" y="3367088"/>
                </a:cubicBezTo>
                <a:cubicBezTo>
                  <a:pt x="5638800" y="3359197"/>
                  <a:pt x="5645197" y="3352800"/>
                  <a:pt x="5653088" y="3352800"/>
                </a:cubicBezTo>
                <a:cubicBezTo>
                  <a:pt x="5660978" y="3352800"/>
                  <a:pt x="5667375" y="3359197"/>
                  <a:pt x="5667375" y="3367088"/>
                </a:cubicBezTo>
                <a:close/>
                <a:moveTo>
                  <a:pt x="5667375" y="3519488"/>
                </a:moveTo>
                <a:cubicBezTo>
                  <a:pt x="5667375" y="3527378"/>
                  <a:pt x="5660978" y="3533775"/>
                  <a:pt x="5653088" y="3533775"/>
                </a:cubicBezTo>
                <a:cubicBezTo>
                  <a:pt x="5645197" y="3533775"/>
                  <a:pt x="5638800" y="3527378"/>
                  <a:pt x="5638800" y="3519488"/>
                </a:cubicBezTo>
                <a:cubicBezTo>
                  <a:pt x="5638800" y="3511597"/>
                  <a:pt x="5645197" y="3505200"/>
                  <a:pt x="5653088" y="3505200"/>
                </a:cubicBezTo>
                <a:cubicBezTo>
                  <a:pt x="5660978" y="3505200"/>
                  <a:pt x="5667375" y="3511597"/>
                  <a:pt x="5667375" y="3519488"/>
                </a:cubicBezTo>
                <a:close/>
                <a:moveTo>
                  <a:pt x="5667375" y="3671888"/>
                </a:moveTo>
                <a:cubicBezTo>
                  <a:pt x="5667375" y="3679778"/>
                  <a:pt x="5660978" y="3686175"/>
                  <a:pt x="5653088" y="3686175"/>
                </a:cubicBezTo>
                <a:cubicBezTo>
                  <a:pt x="5645197" y="3686175"/>
                  <a:pt x="5638800" y="3679778"/>
                  <a:pt x="5638800" y="3671888"/>
                </a:cubicBezTo>
                <a:cubicBezTo>
                  <a:pt x="5638800" y="3663997"/>
                  <a:pt x="5645197" y="3657600"/>
                  <a:pt x="5653088" y="3657600"/>
                </a:cubicBezTo>
                <a:cubicBezTo>
                  <a:pt x="5660978" y="3657600"/>
                  <a:pt x="5667375" y="3663997"/>
                  <a:pt x="5667375" y="3671888"/>
                </a:cubicBezTo>
                <a:close/>
                <a:moveTo>
                  <a:pt x="5667375" y="3824288"/>
                </a:moveTo>
                <a:cubicBezTo>
                  <a:pt x="5667375" y="3832178"/>
                  <a:pt x="5660978" y="3838575"/>
                  <a:pt x="5653088" y="3838575"/>
                </a:cubicBezTo>
                <a:cubicBezTo>
                  <a:pt x="5645197" y="3838575"/>
                  <a:pt x="5638800" y="3832178"/>
                  <a:pt x="5638800" y="3824288"/>
                </a:cubicBezTo>
                <a:cubicBezTo>
                  <a:pt x="5638800" y="3816397"/>
                  <a:pt x="5645197" y="3810000"/>
                  <a:pt x="5653088" y="3810000"/>
                </a:cubicBezTo>
                <a:cubicBezTo>
                  <a:pt x="5660978" y="3810000"/>
                  <a:pt x="5667375" y="3816397"/>
                  <a:pt x="5667375" y="3824288"/>
                </a:cubicBezTo>
                <a:close/>
                <a:moveTo>
                  <a:pt x="5667375" y="3976688"/>
                </a:moveTo>
                <a:cubicBezTo>
                  <a:pt x="5667375" y="3984578"/>
                  <a:pt x="5660978" y="3990975"/>
                  <a:pt x="5653088" y="3990975"/>
                </a:cubicBezTo>
                <a:cubicBezTo>
                  <a:pt x="5645197" y="3990975"/>
                  <a:pt x="5638800" y="3984578"/>
                  <a:pt x="5638800" y="3976688"/>
                </a:cubicBezTo>
                <a:cubicBezTo>
                  <a:pt x="5638800" y="3968797"/>
                  <a:pt x="5645197" y="3962400"/>
                  <a:pt x="5653088" y="3962400"/>
                </a:cubicBezTo>
                <a:cubicBezTo>
                  <a:pt x="5660978" y="3962400"/>
                  <a:pt x="5667375" y="3968797"/>
                  <a:pt x="5667375" y="3976688"/>
                </a:cubicBezTo>
                <a:close/>
                <a:moveTo>
                  <a:pt x="5667375" y="4129088"/>
                </a:moveTo>
                <a:cubicBezTo>
                  <a:pt x="5667375" y="4136978"/>
                  <a:pt x="5660978" y="4143375"/>
                  <a:pt x="5653088" y="4143375"/>
                </a:cubicBezTo>
                <a:cubicBezTo>
                  <a:pt x="5645197" y="4143375"/>
                  <a:pt x="5638800" y="4136978"/>
                  <a:pt x="5638800" y="4129088"/>
                </a:cubicBezTo>
                <a:cubicBezTo>
                  <a:pt x="5638800" y="4121197"/>
                  <a:pt x="5645197" y="4114800"/>
                  <a:pt x="5653088" y="4114800"/>
                </a:cubicBezTo>
                <a:cubicBezTo>
                  <a:pt x="5660978" y="4114800"/>
                  <a:pt x="5667375" y="4121197"/>
                  <a:pt x="5667375" y="4129088"/>
                </a:cubicBezTo>
                <a:close/>
                <a:moveTo>
                  <a:pt x="5667375" y="4281488"/>
                </a:moveTo>
                <a:cubicBezTo>
                  <a:pt x="5667375" y="4289378"/>
                  <a:pt x="5660978" y="4295775"/>
                  <a:pt x="5653088" y="4295775"/>
                </a:cubicBezTo>
                <a:cubicBezTo>
                  <a:pt x="5645197" y="4295775"/>
                  <a:pt x="5638800" y="4289378"/>
                  <a:pt x="5638800" y="4281488"/>
                </a:cubicBezTo>
                <a:cubicBezTo>
                  <a:pt x="5638800" y="4273597"/>
                  <a:pt x="5645197" y="4267200"/>
                  <a:pt x="5653088" y="4267200"/>
                </a:cubicBezTo>
                <a:cubicBezTo>
                  <a:pt x="5660978" y="4267200"/>
                  <a:pt x="5667375" y="4273597"/>
                  <a:pt x="5667375" y="4281488"/>
                </a:cubicBezTo>
                <a:close/>
                <a:moveTo>
                  <a:pt x="5667375" y="4433888"/>
                </a:moveTo>
                <a:cubicBezTo>
                  <a:pt x="5667375" y="4441778"/>
                  <a:pt x="5660978" y="4448175"/>
                  <a:pt x="5653088" y="4448175"/>
                </a:cubicBezTo>
                <a:cubicBezTo>
                  <a:pt x="5645197" y="4448175"/>
                  <a:pt x="5638800" y="4441778"/>
                  <a:pt x="5638800" y="4433888"/>
                </a:cubicBezTo>
                <a:cubicBezTo>
                  <a:pt x="5638800" y="4425997"/>
                  <a:pt x="5645197" y="4419600"/>
                  <a:pt x="5653088" y="4419600"/>
                </a:cubicBezTo>
                <a:cubicBezTo>
                  <a:pt x="5660978" y="4419600"/>
                  <a:pt x="5667375" y="4425997"/>
                  <a:pt x="5667375" y="4433888"/>
                </a:cubicBezTo>
                <a:close/>
                <a:moveTo>
                  <a:pt x="5667375" y="4586288"/>
                </a:moveTo>
                <a:cubicBezTo>
                  <a:pt x="5667375" y="4594178"/>
                  <a:pt x="5660978" y="4600575"/>
                  <a:pt x="5653088" y="4600575"/>
                </a:cubicBezTo>
                <a:cubicBezTo>
                  <a:pt x="5645197" y="4600575"/>
                  <a:pt x="5638800" y="4594178"/>
                  <a:pt x="5638800" y="4586288"/>
                </a:cubicBezTo>
                <a:cubicBezTo>
                  <a:pt x="5638800" y="4578397"/>
                  <a:pt x="5645197" y="4572000"/>
                  <a:pt x="5653088" y="4572000"/>
                </a:cubicBezTo>
                <a:cubicBezTo>
                  <a:pt x="5660978" y="4572000"/>
                  <a:pt x="5667375" y="4578397"/>
                  <a:pt x="5667375" y="4586288"/>
                </a:cubicBezTo>
                <a:close/>
                <a:moveTo>
                  <a:pt x="5667375" y="4738688"/>
                </a:moveTo>
                <a:cubicBezTo>
                  <a:pt x="5667375" y="4746578"/>
                  <a:pt x="5660978" y="4752975"/>
                  <a:pt x="5653088" y="4752975"/>
                </a:cubicBezTo>
                <a:cubicBezTo>
                  <a:pt x="5645197" y="4752975"/>
                  <a:pt x="5638800" y="4746578"/>
                  <a:pt x="5638800" y="4738688"/>
                </a:cubicBezTo>
                <a:cubicBezTo>
                  <a:pt x="5638800" y="4730797"/>
                  <a:pt x="5645197" y="4724400"/>
                  <a:pt x="5653088" y="4724400"/>
                </a:cubicBezTo>
                <a:cubicBezTo>
                  <a:pt x="5660978" y="4724400"/>
                  <a:pt x="5667375" y="4730797"/>
                  <a:pt x="5667375" y="4738688"/>
                </a:cubicBezTo>
                <a:close/>
                <a:moveTo>
                  <a:pt x="5819775" y="14288"/>
                </a:moveTo>
                <a:cubicBezTo>
                  <a:pt x="5819775" y="22178"/>
                  <a:pt x="5813378" y="28575"/>
                  <a:pt x="5805488" y="28575"/>
                </a:cubicBezTo>
                <a:cubicBezTo>
                  <a:pt x="5797597" y="28575"/>
                  <a:pt x="5791200" y="22178"/>
                  <a:pt x="5791200" y="14288"/>
                </a:cubicBezTo>
                <a:cubicBezTo>
                  <a:pt x="5791200" y="6397"/>
                  <a:pt x="5797597" y="0"/>
                  <a:pt x="5805488" y="0"/>
                </a:cubicBezTo>
                <a:cubicBezTo>
                  <a:pt x="5813378" y="0"/>
                  <a:pt x="5819775" y="6397"/>
                  <a:pt x="5819775" y="14288"/>
                </a:cubicBezTo>
                <a:close/>
                <a:moveTo>
                  <a:pt x="5819775" y="166688"/>
                </a:moveTo>
                <a:cubicBezTo>
                  <a:pt x="5819775" y="174578"/>
                  <a:pt x="5813378" y="180975"/>
                  <a:pt x="5805488" y="180975"/>
                </a:cubicBezTo>
                <a:cubicBezTo>
                  <a:pt x="5797597" y="180975"/>
                  <a:pt x="5791200" y="174578"/>
                  <a:pt x="5791200" y="166688"/>
                </a:cubicBezTo>
                <a:cubicBezTo>
                  <a:pt x="5791200" y="158797"/>
                  <a:pt x="5797597" y="152400"/>
                  <a:pt x="5805488" y="152400"/>
                </a:cubicBezTo>
                <a:cubicBezTo>
                  <a:pt x="5813378" y="152400"/>
                  <a:pt x="5819775" y="158797"/>
                  <a:pt x="5819775" y="166688"/>
                </a:cubicBezTo>
                <a:close/>
                <a:moveTo>
                  <a:pt x="5819775" y="319088"/>
                </a:moveTo>
                <a:cubicBezTo>
                  <a:pt x="5819775" y="326978"/>
                  <a:pt x="5813378" y="333375"/>
                  <a:pt x="5805488" y="333375"/>
                </a:cubicBezTo>
                <a:cubicBezTo>
                  <a:pt x="5797597" y="333375"/>
                  <a:pt x="5791200" y="326978"/>
                  <a:pt x="5791200" y="319088"/>
                </a:cubicBezTo>
                <a:cubicBezTo>
                  <a:pt x="5791200" y="311197"/>
                  <a:pt x="5797597" y="304800"/>
                  <a:pt x="5805488" y="304800"/>
                </a:cubicBezTo>
                <a:cubicBezTo>
                  <a:pt x="5813378" y="304800"/>
                  <a:pt x="5819775" y="311197"/>
                  <a:pt x="5819775" y="319088"/>
                </a:cubicBezTo>
                <a:close/>
                <a:moveTo>
                  <a:pt x="5819775" y="471488"/>
                </a:moveTo>
                <a:cubicBezTo>
                  <a:pt x="5819775" y="479378"/>
                  <a:pt x="5813378" y="485775"/>
                  <a:pt x="5805488" y="485775"/>
                </a:cubicBezTo>
                <a:cubicBezTo>
                  <a:pt x="5797597" y="485775"/>
                  <a:pt x="5791200" y="479378"/>
                  <a:pt x="5791200" y="471488"/>
                </a:cubicBezTo>
                <a:cubicBezTo>
                  <a:pt x="5791200" y="463597"/>
                  <a:pt x="5797597" y="457200"/>
                  <a:pt x="5805488" y="457200"/>
                </a:cubicBezTo>
                <a:cubicBezTo>
                  <a:pt x="5813378" y="457200"/>
                  <a:pt x="5819775" y="463597"/>
                  <a:pt x="5819775" y="471488"/>
                </a:cubicBezTo>
                <a:close/>
                <a:moveTo>
                  <a:pt x="5819775" y="623888"/>
                </a:moveTo>
                <a:cubicBezTo>
                  <a:pt x="5819775" y="631778"/>
                  <a:pt x="5813378" y="638175"/>
                  <a:pt x="5805488" y="638175"/>
                </a:cubicBezTo>
                <a:cubicBezTo>
                  <a:pt x="5797597" y="638175"/>
                  <a:pt x="5791200" y="631778"/>
                  <a:pt x="5791200" y="623888"/>
                </a:cubicBezTo>
                <a:cubicBezTo>
                  <a:pt x="5791200" y="615997"/>
                  <a:pt x="5797597" y="609600"/>
                  <a:pt x="5805488" y="609600"/>
                </a:cubicBezTo>
                <a:cubicBezTo>
                  <a:pt x="5813378" y="609600"/>
                  <a:pt x="5819775" y="615997"/>
                  <a:pt x="5819775" y="623888"/>
                </a:cubicBezTo>
                <a:close/>
                <a:moveTo>
                  <a:pt x="5819775" y="776288"/>
                </a:moveTo>
                <a:cubicBezTo>
                  <a:pt x="5819775" y="784178"/>
                  <a:pt x="5813378" y="790575"/>
                  <a:pt x="5805488" y="790575"/>
                </a:cubicBezTo>
                <a:cubicBezTo>
                  <a:pt x="5797597" y="790575"/>
                  <a:pt x="5791200" y="784178"/>
                  <a:pt x="5791200" y="776288"/>
                </a:cubicBezTo>
                <a:cubicBezTo>
                  <a:pt x="5791200" y="768397"/>
                  <a:pt x="5797597" y="762000"/>
                  <a:pt x="5805488" y="762000"/>
                </a:cubicBezTo>
                <a:cubicBezTo>
                  <a:pt x="5813378" y="762000"/>
                  <a:pt x="5819775" y="768397"/>
                  <a:pt x="5819775" y="776288"/>
                </a:cubicBezTo>
                <a:close/>
                <a:moveTo>
                  <a:pt x="5819775" y="928688"/>
                </a:moveTo>
                <a:cubicBezTo>
                  <a:pt x="5819775" y="936578"/>
                  <a:pt x="5813378" y="942975"/>
                  <a:pt x="5805488" y="942975"/>
                </a:cubicBezTo>
                <a:cubicBezTo>
                  <a:pt x="5797597" y="942975"/>
                  <a:pt x="5791200" y="936578"/>
                  <a:pt x="5791200" y="928688"/>
                </a:cubicBezTo>
                <a:cubicBezTo>
                  <a:pt x="5791200" y="920797"/>
                  <a:pt x="5797597" y="914400"/>
                  <a:pt x="5805488" y="914400"/>
                </a:cubicBezTo>
                <a:cubicBezTo>
                  <a:pt x="5813378" y="914400"/>
                  <a:pt x="5819775" y="920797"/>
                  <a:pt x="5819775" y="928688"/>
                </a:cubicBezTo>
                <a:close/>
                <a:moveTo>
                  <a:pt x="5819775" y="1081088"/>
                </a:moveTo>
                <a:cubicBezTo>
                  <a:pt x="5819775" y="1088978"/>
                  <a:pt x="5813378" y="1095375"/>
                  <a:pt x="5805488" y="1095375"/>
                </a:cubicBezTo>
                <a:cubicBezTo>
                  <a:pt x="5797597" y="1095375"/>
                  <a:pt x="5791200" y="1088978"/>
                  <a:pt x="5791200" y="1081088"/>
                </a:cubicBezTo>
                <a:cubicBezTo>
                  <a:pt x="5791200" y="1073197"/>
                  <a:pt x="5797597" y="1066800"/>
                  <a:pt x="5805488" y="1066800"/>
                </a:cubicBezTo>
                <a:cubicBezTo>
                  <a:pt x="5813378" y="1066800"/>
                  <a:pt x="5819775" y="1073197"/>
                  <a:pt x="5819775" y="1081088"/>
                </a:cubicBezTo>
                <a:close/>
                <a:moveTo>
                  <a:pt x="5819775" y="1233488"/>
                </a:moveTo>
                <a:cubicBezTo>
                  <a:pt x="5819775" y="1241378"/>
                  <a:pt x="5813378" y="1247775"/>
                  <a:pt x="5805488" y="1247775"/>
                </a:cubicBezTo>
                <a:cubicBezTo>
                  <a:pt x="5797597" y="1247775"/>
                  <a:pt x="5791200" y="1241378"/>
                  <a:pt x="5791200" y="1233488"/>
                </a:cubicBezTo>
                <a:cubicBezTo>
                  <a:pt x="5791200" y="1225597"/>
                  <a:pt x="5797597" y="1219200"/>
                  <a:pt x="5805488" y="1219200"/>
                </a:cubicBezTo>
                <a:cubicBezTo>
                  <a:pt x="5813378" y="1219200"/>
                  <a:pt x="5819775" y="1225597"/>
                  <a:pt x="5819775" y="1233488"/>
                </a:cubicBezTo>
                <a:close/>
                <a:moveTo>
                  <a:pt x="5819775" y="1385888"/>
                </a:moveTo>
                <a:cubicBezTo>
                  <a:pt x="5819775" y="1393778"/>
                  <a:pt x="5813378" y="1400175"/>
                  <a:pt x="5805488" y="1400175"/>
                </a:cubicBezTo>
                <a:cubicBezTo>
                  <a:pt x="5797597" y="1400175"/>
                  <a:pt x="5791200" y="1393778"/>
                  <a:pt x="5791200" y="1385888"/>
                </a:cubicBezTo>
                <a:cubicBezTo>
                  <a:pt x="5791200" y="1377997"/>
                  <a:pt x="5797597" y="1371600"/>
                  <a:pt x="5805488" y="1371600"/>
                </a:cubicBezTo>
                <a:cubicBezTo>
                  <a:pt x="5813378" y="1371600"/>
                  <a:pt x="5819775" y="1377997"/>
                  <a:pt x="5819775" y="1385888"/>
                </a:cubicBezTo>
                <a:close/>
                <a:moveTo>
                  <a:pt x="5819775" y="1538288"/>
                </a:moveTo>
                <a:cubicBezTo>
                  <a:pt x="5819775" y="1546178"/>
                  <a:pt x="5813378" y="1552575"/>
                  <a:pt x="5805488" y="1552575"/>
                </a:cubicBezTo>
                <a:cubicBezTo>
                  <a:pt x="5797597" y="1552575"/>
                  <a:pt x="5791200" y="1546178"/>
                  <a:pt x="5791200" y="1538288"/>
                </a:cubicBezTo>
                <a:cubicBezTo>
                  <a:pt x="5791200" y="1530397"/>
                  <a:pt x="5797597" y="1524000"/>
                  <a:pt x="5805488" y="1524000"/>
                </a:cubicBezTo>
                <a:cubicBezTo>
                  <a:pt x="5813378" y="1524000"/>
                  <a:pt x="5819775" y="1530397"/>
                  <a:pt x="5819775" y="1538288"/>
                </a:cubicBezTo>
                <a:close/>
                <a:moveTo>
                  <a:pt x="5819775" y="1690688"/>
                </a:moveTo>
                <a:cubicBezTo>
                  <a:pt x="5819775" y="1698578"/>
                  <a:pt x="5813378" y="1704975"/>
                  <a:pt x="5805488" y="1704975"/>
                </a:cubicBezTo>
                <a:cubicBezTo>
                  <a:pt x="5797597" y="1704975"/>
                  <a:pt x="5791200" y="1698578"/>
                  <a:pt x="5791200" y="1690688"/>
                </a:cubicBezTo>
                <a:cubicBezTo>
                  <a:pt x="5791200" y="1682797"/>
                  <a:pt x="5797597" y="1676400"/>
                  <a:pt x="5805488" y="1676400"/>
                </a:cubicBezTo>
                <a:cubicBezTo>
                  <a:pt x="5813378" y="1676400"/>
                  <a:pt x="5819775" y="1682797"/>
                  <a:pt x="5819775" y="1690688"/>
                </a:cubicBezTo>
                <a:close/>
                <a:moveTo>
                  <a:pt x="5819775" y="1843088"/>
                </a:moveTo>
                <a:cubicBezTo>
                  <a:pt x="5819775" y="1850978"/>
                  <a:pt x="5813378" y="1857375"/>
                  <a:pt x="5805488" y="1857375"/>
                </a:cubicBezTo>
                <a:cubicBezTo>
                  <a:pt x="5797597" y="1857375"/>
                  <a:pt x="5791200" y="1850978"/>
                  <a:pt x="5791200" y="1843088"/>
                </a:cubicBezTo>
                <a:cubicBezTo>
                  <a:pt x="5791200" y="1835197"/>
                  <a:pt x="5797597" y="1828800"/>
                  <a:pt x="5805488" y="1828800"/>
                </a:cubicBezTo>
                <a:cubicBezTo>
                  <a:pt x="5813378" y="1828800"/>
                  <a:pt x="5819775" y="1835197"/>
                  <a:pt x="5819775" y="1843088"/>
                </a:cubicBezTo>
                <a:close/>
                <a:moveTo>
                  <a:pt x="5819775" y="1995488"/>
                </a:moveTo>
                <a:cubicBezTo>
                  <a:pt x="5819775" y="2003378"/>
                  <a:pt x="5813378" y="2009775"/>
                  <a:pt x="5805488" y="2009775"/>
                </a:cubicBezTo>
                <a:cubicBezTo>
                  <a:pt x="5797597" y="2009775"/>
                  <a:pt x="5791200" y="2003378"/>
                  <a:pt x="5791200" y="1995488"/>
                </a:cubicBezTo>
                <a:cubicBezTo>
                  <a:pt x="5791200" y="1987597"/>
                  <a:pt x="5797597" y="1981200"/>
                  <a:pt x="5805488" y="1981200"/>
                </a:cubicBezTo>
                <a:cubicBezTo>
                  <a:pt x="5813378" y="1981200"/>
                  <a:pt x="5819775" y="1987597"/>
                  <a:pt x="5819775" y="1995488"/>
                </a:cubicBezTo>
                <a:close/>
                <a:moveTo>
                  <a:pt x="5819775" y="2147888"/>
                </a:moveTo>
                <a:cubicBezTo>
                  <a:pt x="5819775" y="2155778"/>
                  <a:pt x="5813378" y="2162175"/>
                  <a:pt x="5805488" y="2162175"/>
                </a:cubicBezTo>
                <a:cubicBezTo>
                  <a:pt x="5797597" y="2162175"/>
                  <a:pt x="5791200" y="2155778"/>
                  <a:pt x="5791200" y="2147888"/>
                </a:cubicBezTo>
                <a:cubicBezTo>
                  <a:pt x="5791200" y="2139997"/>
                  <a:pt x="5797597" y="2133600"/>
                  <a:pt x="5805488" y="2133600"/>
                </a:cubicBezTo>
                <a:cubicBezTo>
                  <a:pt x="5813378" y="2133600"/>
                  <a:pt x="5819775" y="2139997"/>
                  <a:pt x="5819775" y="2147888"/>
                </a:cubicBezTo>
                <a:close/>
                <a:moveTo>
                  <a:pt x="5819775" y="2300288"/>
                </a:moveTo>
                <a:cubicBezTo>
                  <a:pt x="5819775" y="2308178"/>
                  <a:pt x="5813378" y="2314575"/>
                  <a:pt x="5805488" y="2314575"/>
                </a:cubicBezTo>
                <a:cubicBezTo>
                  <a:pt x="5797597" y="2314575"/>
                  <a:pt x="5791200" y="2308178"/>
                  <a:pt x="5791200" y="2300288"/>
                </a:cubicBezTo>
                <a:cubicBezTo>
                  <a:pt x="5791200" y="2292397"/>
                  <a:pt x="5797597" y="2286000"/>
                  <a:pt x="5805488" y="2286000"/>
                </a:cubicBezTo>
                <a:cubicBezTo>
                  <a:pt x="5813378" y="2286000"/>
                  <a:pt x="5819775" y="2292397"/>
                  <a:pt x="5819775" y="2300288"/>
                </a:cubicBezTo>
                <a:close/>
                <a:moveTo>
                  <a:pt x="5819775" y="2452688"/>
                </a:moveTo>
                <a:cubicBezTo>
                  <a:pt x="5819775" y="2460578"/>
                  <a:pt x="5813378" y="2466975"/>
                  <a:pt x="5805488" y="2466975"/>
                </a:cubicBezTo>
                <a:cubicBezTo>
                  <a:pt x="5797597" y="2466975"/>
                  <a:pt x="5791200" y="2460578"/>
                  <a:pt x="5791200" y="2452688"/>
                </a:cubicBezTo>
                <a:cubicBezTo>
                  <a:pt x="5791200" y="2444797"/>
                  <a:pt x="5797597" y="2438400"/>
                  <a:pt x="5805488" y="2438400"/>
                </a:cubicBezTo>
                <a:cubicBezTo>
                  <a:pt x="5813378" y="2438400"/>
                  <a:pt x="5819775" y="2444797"/>
                  <a:pt x="5819775" y="2452688"/>
                </a:cubicBezTo>
                <a:close/>
                <a:moveTo>
                  <a:pt x="5819775" y="2605088"/>
                </a:moveTo>
                <a:cubicBezTo>
                  <a:pt x="5819775" y="2612978"/>
                  <a:pt x="5813378" y="2619375"/>
                  <a:pt x="5805488" y="2619375"/>
                </a:cubicBezTo>
                <a:cubicBezTo>
                  <a:pt x="5797597" y="2619375"/>
                  <a:pt x="5791200" y="2612978"/>
                  <a:pt x="5791200" y="2605088"/>
                </a:cubicBezTo>
                <a:cubicBezTo>
                  <a:pt x="5791200" y="2597197"/>
                  <a:pt x="5797597" y="2590800"/>
                  <a:pt x="5805488" y="2590800"/>
                </a:cubicBezTo>
                <a:cubicBezTo>
                  <a:pt x="5813378" y="2590800"/>
                  <a:pt x="5819775" y="2597197"/>
                  <a:pt x="5819775" y="2605088"/>
                </a:cubicBezTo>
                <a:close/>
                <a:moveTo>
                  <a:pt x="5819775" y="2757488"/>
                </a:moveTo>
                <a:cubicBezTo>
                  <a:pt x="5819775" y="2765378"/>
                  <a:pt x="5813378" y="2771775"/>
                  <a:pt x="5805488" y="2771775"/>
                </a:cubicBezTo>
                <a:cubicBezTo>
                  <a:pt x="5797597" y="2771775"/>
                  <a:pt x="5791200" y="2765378"/>
                  <a:pt x="5791200" y="2757488"/>
                </a:cubicBezTo>
                <a:cubicBezTo>
                  <a:pt x="5791200" y="2749597"/>
                  <a:pt x="5797597" y="2743200"/>
                  <a:pt x="5805488" y="2743200"/>
                </a:cubicBezTo>
                <a:cubicBezTo>
                  <a:pt x="5813378" y="2743200"/>
                  <a:pt x="5819775" y="2749597"/>
                  <a:pt x="5819775" y="2757488"/>
                </a:cubicBezTo>
                <a:close/>
                <a:moveTo>
                  <a:pt x="5819775" y="2909888"/>
                </a:moveTo>
                <a:cubicBezTo>
                  <a:pt x="5819775" y="2917778"/>
                  <a:pt x="5813378" y="2924175"/>
                  <a:pt x="5805488" y="2924175"/>
                </a:cubicBezTo>
                <a:cubicBezTo>
                  <a:pt x="5797597" y="2924175"/>
                  <a:pt x="5791200" y="2917778"/>
                  <a:pt x="5791200" y="2909888"/>
                </a:cubicBezTo>
                <a:cubicBezTo>
                  <a:pt x="5791200" y="2901997"/>
                  <a:pt x="5797597" y="2895600"/>
                  <a:pt x="5805488" y="2895600"/>
                </a:cubicBezTo>
                <a:cubicBezTo>
                  <a:pt x="5813378" y="2895600"/>
                  <a:pt x="5819775" y="2901997"/>
                  <a:pt x="5819775" y="2909888"/>
                </a:cubicBezTo>
                <a:close/>
                <a:moveTo>
                  <a:pt x="5819775" y="3062288"/>
                </a:moveTo>
                <a:cubicBezTo>
                  <a:pt x="5819775" y="3070178"/>
                  <a:pt x="5813378" y="3076575"/>
                  <a:pt x="5805488" y="3076575"/>
                </a:cubicBezTo>
                <a:cubicBezTo>
                  <a:pt x="5797597" y="3076575"/>
                  <a:pt x="5791200" y="3070178"/>
                  <a:pt x="5791200" y="3062288"/>
                </a:cubicBezTo>
                <a:cubicBezTo>
                  <a:pt x="5791200" y="3054397"/>
                  <a:pt x="5797597" y="3048000"/>
                  <a:pt x="5805488" y="3048000"/>
                </a:cubicBezTo>
                <a:cubicBezTo>
                  <a:pt x="5813378" y="3048000"/>
                  <a:pt x="5819775" y="3054397"/>
                  <a:pt x="5819775" y="3062288"/>
                </a:cubicBezTo>
                <a:close/>
                <a:moveTo>
                  <a:pt x="5819775" y="3214688"/>
                </a:moveTo>
                <a:cubicBezTo>
                  <a:pt x="5819775" y="3222578"/>
                  <a:pt x="5813378" y="3228975"/>
                  <a:pt x="5805488" y="3228975"/>
                </a:cubicBezTo>
                <a:cubicBezTo>
                  <a:pt x="5797597" y="3228975"/>
                  <a:pt x="5791200" y="3222578"/>
                  <a:pt x="5791200" y="3214688"/>
                </a:cubicBezTo>
                <a:cubicBezTo>
                  <a:pt x="5791200" y="3206797"/>
                  <a:pt x="5797597" y="3200400"/>
                  <a:pt x="5805488" y="3200400"/>
                </a:cubicBezTo>
                <a:cubicBezTo>
                  <a:pt x="5813378" y="3200400"/>
                  <a:pt x="5819775" y="3206797"/>
                  <a:pt x="5819775" y="3214688"/>
                </a:cubicBezTo>
                <a:close/>
                <a:moveTo>
                  <a:pt x="5819775" y="3367088"/>
                </a:moveTo>
                <a:cubicBezTo>
                  <a:pt x="5819775" y="3374978"/>
                  <a:pt x="5813378" y="3381375"/>
                  <a:pt x="5805488" y="3381375"/>
                </a:cubicBezTo>
                <a:cubicBezTo>
                  <a:pt x="5797597" y="3381375"/>
                  <a:pt x="5791200" y="3374978"/>
                  <a:pt x="5791200" y="3367088"/>
                </a:cubicBezTo>
                <a:cubicBezTo>
                  <a:pt x="5791200" y="3359197"/>
                  <a:pt x="5797597" y="3352800"/>
                  <a:pt x="5805488" y="3352800"/>
                </a:cubicBezTo>
                <a:cubicBezTo>
                  <a:pt x="5813378" y="3352800"/>
                  <a:pt x="5819775" y="3359197"/>
                  <a:pt x="5819775" y="3367088"/>
                </a:cubicBezTo>
                <a:close/>
                <a:moveTo>
                  <a:pt x="5819775" y="3519488"/>
                </a:moveTo>
                <a:cubicBezTo>
                  <a:pt x="5819775" y="3527378"/>
                  <a:pt x="5813378" y="3533775"/>
                  <a:pt x="5805488" y="3533775"/>
                </a:cubicBezTo>
                <a:cubicBezTo>
                  <a:pt x="5797597" y="3533775"/>
                  <a:pt x="5791200" y="3527378"/>
                  <a:pt x="5791200" y="3519488"/>
                </a:cubicBezTo>
                <a:cubicBezTo>
                  <a:pt x="5791200" y="3511597"/>
                  <a:pt x="5797597" y="3505200"/>
                  <a:pt x="5805488" y="3505200"/>
                </a:cubicBezTo>
                <a:cubicBezTo>
                  <a:pt x="5813378" y="3505200"/>
                  <a:pt x="5819775" y="3511597"/>
                  <a:pt x="5819775" y="3519488"/>
                </a:cubicBezTo>
                <a:close/>
                <a:moveTo>
                  <a:pt x="5819775" y="3671888"/>
                </a:moveTo>
                <a:cubicBezTo>
                  <a:pt x="5819775" y="3679778"/>
                  <a:pt x="5813378" y="3686175"/>
                  <a:pt x="5805488" y="3686175"/>
                </a:cubicBezTo>
                <a:cubicBezTo>
                  <a:pt x="5797597" y="3686175"/>
                  <a:pt x="5791200" y="3679778"/>
                  <a:pt x="5791200" y="3671888"/>
                </a:cubicBezTo>
                <a:cubicBezTo>
                  <a:pt x="5791200" y="3663997"/>
                  <a:pt x="5797597" y="3657600"/>
                  <a:pt x="5805488" y="3657600"/>
                </a:cubicBezTo>
                <a:cubicBezTo>
                  <a:pt x="5813378" y="3657600"/>
                  <a:pt x="5819775" y="3663997"/>
                  <a:pt x="5819775" y="3671888"/>
                </a:cubicBezTo>
                <a:close/>
                <a:moveTo>
                  <a:pt x="5819775" y="3824288"/>
                </a:moveTo>
                <a:cubicBezTo>
                  <a:pt x="5819775" y="3832178"/>
                  <a:pt x="5813378" y="3838575"/>
                  <a:pt x="5805488" y="3838575"/>
                </a:cubicBezTo>
                <a:cubicBezTo>
                  <a:pt x="5797597" y="3838575"/>
                  <a:pt x="5791200" y="3832178"/>
                  <a:pt x="5791200" y="3824288"/>
                </a:cubicBezTo>
                <a:cubicBezTo>
                  <a:pt x="5791200" y="3816397"/>
                  <a:pt x="5797597" y="3810000"/>
                  <a:pt x="5805488" y="3810000"/>
                </a:cubicBezTo>
                <a:cubicBezTo>
                  <a:pt x="5813378" y="3810000"/>
                  <a:pt x="5819775" y="3816397"/>
                  <a:pt x="5819775" y="3824288"/>
                </a:cubicBezTo>
                <a:close/>
                <a:moveTo>
                  <a:pt x="5819775" y="3976688"/>
                </a:moveTo>
                <a:cubicBezTo>
                  <a:pt x="5819775" y="3984578"/>
                  <a:pt x="5813378" y="3990975"/>
                  <a:pt x="5805488" y="3990975"/>
                </a:cubicBezTo>
                <a:cubicBezTo>
                  <a:pt x="5797597" y="3990975"/>
                  <a:pt x="5791200" y="3984578"/>
                  <a:pt x="5791200" y="3976688"/>
                </a:cubicBezTo>
                <a:cubicBezTo>
                  <a:pt x="5791200" y="3968797"/>
                  <a:pt x="5797597" y="3962400"/>
                  <a:pt x="5805488" y="3962400"/>
                </a:cubicBezTo>
                <a:cubicBezTo>
                  <a:pt x="5813378" y="3962400"/>
                  <a:pt x="5819775" y="3968797"/>
                  <a:pt x="5819775" y="3976688"/>
                </a:cubicBezTo>
                <a:close/>
                <a:moveTo>
                  <a:pt x="5819775" y="4129088"/>
                </a:moveTo>
                <a:cubicBezTo>
                  <a:pt x="5819775" y="4136978"/>
                  <a:pt x="5813378" y="4143375"/>
                  <a:pt x="5805488" y="4143375"/>
                </a:cubicBezTo>
                <a:cubicBezTo>
                  <a:pt x="5797597" y="4143375"/>
                  <a:pt x="5791200" y="4136978"/>
                  <a:pt x="5791200" y="4129088"/>
                </a:cubicBezTo>
                <a:cubicBezTo>
                  <a:pt x="5791200" y="4121197"/>
                  <a:pt x="5797597" y="4114800"/>
                  <a:pt x="5805488" y="4114800"/>
                </a:cubicBezTo>
                <a:cubicBezTo>
                  <a:pt x="5813378" y="4114800"/>
                  <a:pt x="5819775" y="4121197"/>
                  <a:pt x="5819775" y="4129088"/>
                </a:cubicBezTo>
                <a:close/>
                <a:moveTo>
                  <a:pt x="5819775" y="4281488"/>
                </a:moveTo>
                <a:cubicBezTo>
                  <a:pt x="5819775" y="4289378"/>
                  <a:pt x="5813378" y="4295775"/>
                  <a:pt x="5805488" y="4295775"/>
                </a:cubicBezTo>
                <a:cubicBezTo>
                  <a:pt x="5797597" y="4295775"/>
                  <a:pt x="5791200" y="4289378"/>
                  <a:pt x="5791200" y="4281488"/>
                </a:cubicBezTo>
                <a:cubicBezTo>
                  <a:pt x="5791200" y="4273597"/>
                  <a:pt x="5797597" y="4267200"/>
                  <a:pt x="5805488" y="4267200"/>
                </a:cubicBezTo>
                <a:cubicBezTo>
                  <a:pt x="5813378" y="4267200"/>
                  <a:pt x="5819775" y="4273597"/>
                  <a:pt x="5819775" y="4281488"/>
                </a:cubicBezTo>
                <a:close/>
                <a:moveTo>
                  <a:pt x="5819775" y="4433888"/>
                </a:moveTo>
                <a:cubicBezTo>
                  <a:pt x="5819775" y="4441778"/>
                  <a:pt x="5813378" y="4448175"/>
                  <a:pt x="5805488" y="4448175"/>
                </a:cubicBezTo>
                <a:cubicBezTo>
                  <a:pt x="5797597" y="4448175"/>
                  <a:pt x="5791200" y="4441778"/>
                  <a:pt x="5791200" y="4433888"/>
                </a:cubicBezTo>
                <a:cubicBezTo>
                  <a:pt x="5791200" y="4425997"/>
                  <a:pt x="5797597" y="4419600"/>
                  <a:pt x="5805488" y="4419600"/>
                </a:cubicBezTo>
                <a:cubicBezTo>
                  <a:pt x="5813378" y="4419600"/>
                  <a:pt x="5819775" y="4425997"/>
                  <a:pt x="5819775" y="4433888"/>
                </a:cubicBezTo>
                <a:close/>
                <a:moveTo>
                  <a:pt x="5819775" y="4586288"/>
                </a:moveTo>
                <a:cubicBezTo>
                  <a:pt x="5819775" y="4594178"/>
                  <a:pt x="5813378" y="4600575"/>
                  <a:pt x="5805488" y="4600575"/>
                </a:cubicBezTo>
                <a:cubicBezTo>
                  <a:pt x="5797597" y="4600575"/>
                  <a:pt x="5791200" y="4594178"/>
                  <a:pt x="5791200" y="4586288"/>
                </a:cubicBezTo>
                <a:cubicBezTo>
                  <a:pt x="5791200" y="4578397"/>
                  <a:pt x="5797597" y="4572000"/>
                  <a:pt x="5805488" y="4572000"/>
                </a:cubicBezTo>
                <a:cubicBezTo>
                  <a:pt x="5813378" y="4572000"/>
                  <a:pt x="5819775" y="4578397"/>
                  <a:pt x="5819775" y="4586288"/>
                </a:cubicBezTo>
                <a:close/>
                <a:moveTo>
                  <a:pt x="5819775" y="4738688"/>
                </a:moveTo>
                <a:cubicBezTo>
                  <a:pt x="5819775" y="4746578"/>
                  <a:pt x="5813378" y="4752975"/>
                  <a:pt x="5805488" y="4752975"/>
                </a:cubicBezTo>
                <a:cubicBezTo>
                  <a:pt x="5797597" y="4752975"/>
                  <a:pt x="5791200" y="4746578"/>
                  <a:pt x="5791200" y="4738688"/>
                </a:cubicBezTo>
                <a:cubicBezTo>
                  <a:pt x="5791200" y="4730797"/>
                  <a:pt x="5797597" y="4724400"/>
                  <a:pt x="5805488" y="4724400"/>
                </a:cubicBezTo>
                <a:cubicBezTo>
                  <a:pt x="5813378" y="4724400"/>
                  <a:pt x="5819775" y="4730797"/>
                  <a:pt x="5819775" y="4738688"/>
                </a:cubicBezTo>
                <a:close/>
                <a:moveTo>
                  <a:pt x="5972175" y="14288"/>
                </a:moveTo>
                <a:cubicBezTo>
                  <a:pt x="5972175" y="22178"/>
                  <a:pt x="5965778" y="28575"/>
                  <a:pt x="5957888" y="28575"/>
                </a:cubicBezTo>
                <a:cubicBezTo>
                  <a:pt x="5949997" y="28575"/>
                  <a:pt x="5943600" y="22178"/>
                  <a:pt x="5943600" y="14288"/>
                </a:cubicBezTo>
                <a:cubicBezTo>
                  <a:pt x="5943600" y="6397"/>
                  <a:pt x="5949997" y="0"/>
                  <a:pt x="5957888" y="0"/>
                </a:cubicBezTo>
                <a:cubicBezTo>
                  <a:pt x="5965778" y="0"/>
                  <a:pt x="5972175" y="6397"/>
                  <a:pt x="5972175" y="14288"/>
                </a:cubicBezTo>
                <a:close/>
                <a:moveTo>
                  <a:pt x="5972175" y="166688"/>
                </a:moveTo>
                <a:cubicBezTo>
                  <a:pt x="5972175" y="174578"/>
                  <a:pt x="5965778" y="180975"/>
                  <a:pt x="5957888" y="180975"/>
                </a:cubicBezTo>
                <a:cubicBezTo>
                  <a:pt x="5949997" y="180975"/>
                  <a:pt x="5943600" y="174578"/>
                  <a:pt x="5943600" y="166688"/>
                </a:cubicBezTo>
                <a:cubicBezTo>
                  <a:pt x="5943600" y="158797"/>
                  <a:pt x="5949997" y="152400"/>
                  <a:pt x="5957888" y="152400"/>
                </a:cubicBezTo>
                <a:cubicBezTo>
                  <a:pt x="5965778" y="152400"/>
                  <a:pt x="5972175" y="158797"/>
                  <a:pt x="5972175" y="166688"/>
                </a:cubicBezTo>
                <a:close/>
                <a:moveTo>
                  <a:pt x="5972175" y="319088"/>
                </a:moveTo>
                <a:cubicBezTo>
                  <a:pt x="5972175" y="326978"/>
                  <a:pt x="5965778" y="333375"/>
                  <a:pt x="5957888" y="333375"/>
                </a:cubicBezTo>
                <a:cubicBezTo>
                  <a:pt x="5949997" y="333375"/>
                  <a:pt x="5943600" y="326978"/>
                  <a:pt x="5943600" y="319088"/>
                </a:cubicBezTo>
                <a:cubicBezTo>
                  <a:pt x="5943600" y="311197"/>
                  <a:pt x="5949997" y="304800"/>
                  <a:pt x="5957888" y="304800"/>
                </a:cubicBezTo>
                <a:cubicBezTo>
                  <a:pt x="5965778" y="304800"/>
                  <a:pt x="5972175" y="311197"/>
                  <a:pt x="5972175" y="319088"/>
                </a:cubicBezTo>
                <a:close/>
                <a:moveTo>
                  <a:pt x="5972175" y="471488"/>
                </a:moveTo>
                <a:cubicBezTo>
                  <a:pt x="5972175" y="479378"/>
                  <a:pt x="5965778" y="485775"/>
                  <a:pt x="5957888" y="485775"/>
                </a:cubicBezTo>
                <a:cubicBezTo>
                  <a:pt x="5949997" y="485775"/>
                  <a:pt x="5943600" y="479378"/>
                  <a:pt x="5943600" y="471488"/>
                </a:cubicBezTo>
                <a:cubicBezTo>
                  <a:pt x="5943600" y="463597"/>
                  <a:pt x="5949997" y="457200"/>
                  <a:pt x="5957888" y="457200"/>
                </a:cubicBezTo>
                <a:cubicBezTo>
                  <a:pt x="5965778" y="457200"/>
                  <a:pt x="5972175" y="463597"/>
                  <a:pt x="5972175" y="471488"/>
                </a:cubicBezTo>
                <a:close/>
                <a:moveTo>
                  <a:pt x="5972175" y="623888"/>
                </a:moveTo>
                <a:cubicBezTo>
                  <a:pt x="5972175" y="631778"/>
                  <a:pt x="5965778" y="638175"/>
                  <a:pt x="5957888" y="638175"/>
                </a:cubicBezTo>
                <a:cubicBezTo>
                  <a:pt x="5949997" y="638175"/>
                  <a:pt x="5943600" y="631778"/>
                  <a:pt x="5943600" y="623888"/>
                </a:cubicBezTo>
                <a:cubicBezTo>
                  <a:pt x="5943600" y="615997"/>
                  <a:pt x="5949997" y="609600"/>
                  <a:pt x="5957888" y="609600"/>
                </a:cubicBezTo>
                <a:cubicBezTo>
                  <a:pt x="5965778" y="609600"/>
                  <a:pt x="5972175" y="615997"/>
                  <a:pt x="5972175" y="623888"/>
                </a:cubicBezTo>
                <a:close/>
                <a:moveTo>
                  <a:pt x="5972175" y="776288"/>
                </a:moveTo>
                <a:cubicBezTo>
                  <a:pt x="5972175" y="784178"/>
                  <a:pt x="5965778" y="790575"/>
                  <a:pt x="5957888" y="790575"/>
                </a:cubicBezTo>
                <a:cubicBezTo>
                  <a:pt x="5949997" y="790575"/>
                  <a:pt x="5943600" y="784178"/>
                  <a:pt x="5943600" y="776288"/>
                </a:cubicBezTo>
                <a:cubicBezTo>
                  <a:pt x="5943600" y="768397"/>
                  <a:pt x="5949997" y="762000"/>
                  <a:pt x="5957888" y="762000"/>
                </a:cubicBezTo>
                <a:cubicBezTo>
                  <a:pt x="5965778" y="762000"/>
                  <a:pt x="5972175" y="768397"/>
                  <a:pt x="5972175" y="776288"/>
                </a:cubicBezTo>
                <a:close/>
                <a:moveTo>
                  <a:pt x="5972175" y="928688"/>
                </a:moveTo>
                <a:cubicBezTo>
                  <a:pt x="5972175" y="936578"/>
                  <a:pt x="5965778" y="942975"/>
                  <a:pt x="5957888" y="942975"/>
                </a:cubicBezTo>
                <a:cubicBezTo>
                  <a:pt x="5949997" y="942975"/>
                  <a:pt x="5943600" y="936578"/>
                  <a:pt x="5943600" y="928688"/>
                </a:cubicBezTo>
                <a:cubicBezTo>
                  <a:pt x="5943600" y="920797"/>
                  <a:pt x="5949997" y="914400"/>
                  <a:pt x="5957888" y="914400"/>
                </a:cubicBezTo>
                <a:cubicBezTo>
                  <a:pt x="5965778" y="914400"/>
                  <a:pt x="5972175" y="920797"/>
                  <a:pt x="5972175" y="928688"/>
                </a:cubicBezTo>
                <a:close/>
                <a:moveTo>
                  <a:pt x="5972175" y="1081088"/>
                </a:moveTo>
                <a:cubicBezTo>
                  <a:pt x="5972175" y="1088978"/>
                  <a:pt x="5965778" y="1095375"/>
                  <a:pt x="5957888" y="1095375"/>
                </a:cubicBezTo>
                <a:cubicBezTo>
                  <a:pt x="5949997" y="1095375"/>
                  <a:pt x="5943600" y="1088978"/>
                  <a:pt x="5943600" y="1081088"/>
                </a:cubicBezTo>
                <a:cubicBezTo>
                  <a:pt x="5943600" y="1073197"/>
                  <a:pt x="5949997" y="1066800"/>
                  <a:pt x="5957888" y="1066800"/>
                </a:cubicBezTo>
                <a:cubicBezTo>
                  <a:pt x="5965778" y="1066800"/>
                  <a:pt x="5972175" y="1073197"/>
                  <a:pt x="5972175" y="1081088"/>
                </a:cubicBezTo>
                <a:close/>
                <a:moveTo>
                  <a:pt x="5972175" y="1233488"/>
                </a:moveTo>
                <a:cubicBezTo>
                  <a:pt x="5972175" y="1241378"/>
                  <a:pt x="5965778" y="1247775"/>
                  <a:pt x="5957888" y="1247775"/>
                </a:cubicBezTo>
                <a:cubicBezTo>
                  <a:pt x="5949997" y="1247775"/>
                  <a:pt x="5943600" y="1241378"/>
                  <a:pt x="5943600" y="1233488"/>
                </a:cubicBezTo>
                <a:cubicBezTo>
                  <a:pt x="5943600" y="1225597"/>
                  <a:pt x="5949997" y="1219200"/>
                  <a:pt x="5957888" y="1219200"/>
                </a:cubicBezTo>
                <a:cubicBezTo>
                  <a:pt x="5965778" y="1219200"/>
                  <a:pt x="5972175" y="1225597"/>
                  <a:pt x="5972175" y="1233488"/>
                </a:cubicBezTo>
                <a:close/>
                <a:moveTo>
                  <a:pt x="5972175" y="1385888"/>
                </a:moveTo>
                <a:cubicBezTo>
                  <a:pt x="5972175" y="1393778"/>
                  <a:pt x="5965778" y="1400175"/>
                  <a:pt x="5957888" y="1400175"/>
                </a:cubicBezTo>
                <a:cubicBezTo>
                  <a:pt x="5949997" y="1400175"/>
                  <a:pt x="5943600" y="1393778"/>
                  <a:pt x="5943600" y="1385888"/>
                </a:cubicBezTo>
                <a:cubicBezTo>
                  <a:pt x="5943600" y="1377997"/>
                  <a:pt x="5949997" y="1371600"/>
                  <a:pt x="5957888" y="1371600"/>
                </a:cubicBezTo>
                <a:cubicBezTo>
                  <a:pt x="5965778" y="1371600"/>
                  <a:pt x="5972175" y="1377997"/>
                  <a:pt x="5972175" y="1385888"/>
                </a:cubicBezTo>
                <a:close/>
                <a:moveTo>
                  <a:pt x="5972175" y="1538288"/>
                </a:moveTo>
                <a:cubicBezTo>
                  <a:pt x="5972175" y="1546178"/>
                  <a:pt x="5965778" y="1552575"/>
                  <a:pt x="5957888" y="1552575"/>
                </a:cubicBezTo>
                <a:cubicBezTo>
                  <a:pt x="5949997" y="1552575"/>
                  <a:pt x="5943600" y="1546178"/>
                  <a:pt x="5943600" y="1538288"/>
                </a:cubicBezTo>
                <a:cubicBezTo>
                  <a:pt x="5943600" y="1530397"/>
                  <a:pt x="5949997" y="1524000"/>
                  <a:pt x="5957888" y="1524000"/>
                </a:cubicBezTo>
                <a:cubicBezTo>
                  <a:pt x="5965778" y="1524000"/>
                  <a:pt x="5972175" y="1530397"/>
                  <a:pt x="5972175" y="1538288"/>
                </a:cubicBezTo>
                <a:close/>
                <a:moveTo>
                  <a:pt x="5972175" y="1690688"/>
                </a:moveTo>
                <a:cubicBezTo>
                  <a:pt x="5972175" y="1698578"/>
                  <a:pt x="5965778" y="1704975"/>
                  <a:pt x="5957888" y="1704975"/>
                </a:cubicBezTo>
                <a:cubicBezTo>
                  <a:pt x="5949997" y="1704975"/>
                  <a:pt x="5943600" y="1698578"/>
                  <a:pt x="5943600" y="1690688"/>
                </a:cubicBezTo>
                <a:cubicBezTo>
                  <a:pt x="5943600" y="1682797"/>
                  <a:pt x="5949997" y="1676400"/>
                  <a:pt x="5957888" y="1676400"/>
                </a:cubicBezTo>
                <a:cubicBezTo>
                  <a:pt x="5965778" y="1676400"/>
                  <a:pt x="5972175" y="1682797"/>
                  <a:pt x="5972175" y="1690688"/>
                </a:cubicBezTo>
                <a:close/>
                <a:moveTo>
                  <a:pt x="5972175" y="1843088"/>
                </a:moveTo>
                <a:cubicBezTo>
                  <a:pt x="5972175" y="1850978"/>
                  <a:pt x="5965778" y="1857375"/>
                  <a:pt x="5957888" y="1857375"/>
                </a:cubicBezTo>
                <a:cubicBezTo>
                  <a:pt x="5949997" y="1857375"/>
                  <a:pt x="5943600" y="1850978"/>
                  <a:pt x="5943600" y="1843088"/>
                </a:cubicBezTo>
                <a:cubicBezTo>
                  <a:pt x="5943600" y="1835197"/>
                  <a:pt x="5949997" y="1828800"/>
                  <a:pt x="5957888" y="1828800"/>
                </a:cubicBezTo>
                <a:cubicBezTo>
                  <a:pt x="5965778" y="1828800"/>
                  <a:pt x="5972175" y="1835197"/>
                  <a:pt x="5972175" y="1843088"/>
                </a:cubicBezTo>
                <a:close/>
                <a:moveTo>
                  <a:pt x="5972175" y="1995488"/>
                </a:moveTo>
                <a:cubicBezTo>
                  <a:pt x="5972175" y="2003378"/>
                  <a:pt x="5965778" y="2009775"/>
                  <a:pt x="5957888" y="2009775"/>
                </a:cubicBezTo>
                <a:cubicBezTo>
                  <a:pt x="5949997" y="2009775"/>
                  <a:pt x="5943600" y="2003378"/>
                  <a:pt x="5943600" y="1995488"/>
                </a:cubicBezTo>
                <a:cubicBezTo>
                  <a:pt x="5943600" y="1987597"/>
                  <a:pt x="5949997" y="1981200"/>
                  <a:pt x="5957888" y="1981200"/>
                </a:cubicBezTo>
                <a:cubicBezTo>
                  <a:pt x="5965778" y="1981200"/>
                  <a:pt x="5972175" y="1987597"/>
                  <a:pt x="5972175" y="1995488"/>
                </a:cubicBezTo>
                <a:close/>
                <a:moveTo>
                  <a:pt x="5972175" y="2147888"/>
                </a:moveTo>
                <a:cubicBezTo>
                  <a:pt x="5972175" y="2155778"/>
                  <a:pt x="5965778" y="2162175"/>
                  <a:pt x="5957888" y="2162175"/>
                </a:cubicBezTo>
                <a:cubicBezTo>
                  <a:pt x="5949997" y="2162175"/>
                  <a:pt x="5943600" y="2155778"/>
                  <a:pt x="5943600" y="2147888"/>
                </a:cubicBezTo>
                <a:cubicBezTo>
                  <a:pt x="5943600" y="2139997"/>
                  <a:pt x="5949997" y="2133600"/>
                  <a:pt x="5957888" y="2133600"/>
                </a:cubicBezTo>
                <a:cubicBezTo>
                  <a:pt x="5965778" y="2133600"/>
                  <a:pt x="5972175" y="2139997"/>
                  <a:pt x="5972175" y="2147888"/>
                </a:cubicBezTo>
                <a:close/>
                <a:moveTo>
                  <a:pt x="5972175" y="2300288"/>
                </a:moveTo>
                <a:cubicBezTo>
                  <a:pt x="5972175" y="2308178"/>
                  <a:pt x="5965778" y="2314575"/>
                  <a:pt x="5957888" y="2314575"/>
                </a:cubicBezTo>
                <a:cubicBezTo>
                  <a:pt x="5949997" y="2314575"/>
                  <a:pt x="5943600" y="2308178"/>
                  <a:pt x="5943600" y="2300288"/>
                </a:cubicBezTo>
                <a:cubicBezTo>
                  <a:pt x="5943600" y="2292397"/>
                  <a:pt x="5949997" y="2286000"/>
                  <a:pt x="5957888" y="2286000"/>
                </a:cubicBezTo>
                <a:cubicBezTo>
                  <a:pt x="5965778" y="2286000"/>
                  <a:pt x="5972175" y="2292397"/>
                  <a:pt x="5972175" y="2300288"/>
                </a:cubicBezTo>
                <a:close/>
                <a:moveTo>
                  <a:pt x="5972175" y="2452688"/>
                </a:moveTo>
                <a:cubicBezTo>
                  <a:pt x="5972175" y="2460578"/>
                  <a:pt x="5965778" y="2466975"/>
                  <a:pt x="5957888" y="2466975"/>
                </a:cubicBezTo>
                <a:cubicBezTo>
                  <a:pt x="5949997" y="2466975"/>
                  <a:pt x="5943600" y="2460578"/>
                  <a:pt x="5943600" y="2452688"/>
                </a:cubicBezTo>
                <a:cubicBezTo>
                  <a:pt x="5943600" y="2444797"/>
                  <a:pt x="5949997" y="2438400"/>
                  <a:pt x="5957888" y="2438400"/>
                </a:cubicBezTo>
                <a:cubicBezTo>
                  <a:pt x="5965778" y="2438400"/>
                  <a:pt x="5972175" y="2444797"/>
                  <a:pt x="5972175" y="2452688"/>
                </a:cubicBezTo>
                <a:close/>
                <a:moveTo>
                  <a:pt x="5972175" y="2605088"/>
                </a:moveTo>
                <a:cubicBezTo>
                  <a:pt x="5972175" y="2612978"/>
                  <a:pt x="5965778" y="2619375"/>
                  <a:pt x="5957888" y="2619375"/>
                </a:cubicBezTo>
                <a:cubicBezTo>
                  <a:pt x="5949997" y="2619375"/>
                  <a:pt x="5943600" y="2612978"/>
                  <a:pt x="5943600" y="2605088"/>
                </a:cubicBezTo>
                <a:cubicBezTo>
                  <a:pt x="5943600" y="2597197"/>
                  <a:pt x="5949997" y="2590800"/>
                  <a:pt x="5957888" y="2590800"/>
                </a:cubicBezTo>
                <a:cubicBezTo>
                  <a:pt x="5965778" y="2590800"/>
                  <a:pt x="5972175" y="2597197"/>
                  <a:pt x="5972175" y="2605088"/>
                </a:cubicBezTo>
                <a:close/>
                <a:moveTo>
                  <a:pt x="5972175" y="2757488"/>
                </a:moveTo>
                <a:cubicBezTo>
                  <a:pt x="5972175" y="2765378"/>
                  <a:pt x="5965778" y="2771775"/>
                  <a:pt x="5957888" y="2771775"/>
                </a:cubicBezTo>
                <a:cubicBezTo>
                  <a:pt x="5949997" y="2771775"/>
                  <a:pt x="5943600" y="2765378"/>
                  <a:pt x="5943600" y="2757488"/>
                </a:cubicBezTo>
                <a:cubicBezTo>
                  <a:pt x="5943600" y="2749597"/>
                  <a:pt x="5949997" y="2743200"/>
                  <a:pt x="5957888" y="2743200"/>
                </a:cubicBezTo>
                <a:cubicBezTo>
                  <a:pt x="5965778" y="2743200"/>
                  <a:pt x="5972175" y="2749597"/>
                  <a:pt x="5972175" y="2757488"/>
                </a:cubicBezTo>
                <a:close/>
                <a:moveTo>
                  <a:pt x="5972175" y="2909888"/>
                </a:moveTo>
                <a:cubicBezTo>
                  <a:pt x="5972175" y="2917778"/>
                  <a:pt x="5965778" y="2924175"/>
                  <a:pt x="5957888" y="2924175"/>
                </a:cubicBezTo>
                <a:cubicBezTo>
                  <a:pt x="5949997" y="2924175"/>
                  <a:pt x="5943600" y="2917778"/>
                  <a:pt x="5943600" y="2909888"/>
                </a:cubicBezTo>
                <a:cubicBezTo>
                  <a:pt x="5943600" y="2901997"/>
                  <a:pt x="5949997" y="2895600"/>
                  <a:pt x="5957888" y="2895600"/>
                </a:cubicBezTo>
                <a:cubicBezTo>
                  <a:pt x="5965778" y="2895600"/>
                  <a:pt x="5972175" y="2901997"/>
                  <a:pt x="5972175" y="2909888"/>
                </a:cubicBezTo>
                <a:close/>
                <a:moveTo>
                  <a:pt x="5972175" y="3062288"/>
                </a:moveTo>
                <a:cubicBezTo>
                  <a:pt x="5972175" y="3070178"/>
                  <a:pt x="5965778" y="3076575"/>
                  <a:pt x="5957888" y="3076575"/>
                </a:cubicBezTo>
                <a:cubicBezTo>
                  <a:pt x="5949997" y="3076575"/>
                  <a:pt x="5943600" y="3070178"/>
                  <a:pt x="5943600" y="3062288"/>
                </a:cubicBezTo>
                <a:cubicBezTo>
                  <a:pt x="5943600" y="3054397"/>
                  <a:pt x="5949997" y="3048000"/>
                  <a:pt x="5957888" y="3048000"/>
                </a:cubicBezTo>
                <a:cubicBezTo>
                  <a:pt x="5965778" y="3048000"/>
                  <a:pt x="5972175" y="3054397"/>
                  <a:pt x="5972175" y="3062288"/>
                </a:cubicBezTo>
                <a:close/>
                <a:moveTo>
                  <a:pt x="5972175" y="3214688"/>
                </a:moveTo>
                <a:cubicBezTo>
                  <a:pt x="5972175" y="3222578"/>
                  <a:pt x="5965778" y="3228975"/>
                  <a:pt x="5957888" y="3228975"/>
                </a:cubicBezTo>
                <a:cubicBezTo>
                  <a:pt x="5949997" y="3228975"/>
                  <a:pt x="5943600" y="3222578"/>
                  <a:pt x="5943600" y="3214688"/>
                </a:cubicBezTo>
                <a:cubicBezTo>
                  <a:pt x="5943600" y="3206797"/>
                  <a:pt x="5949997" y="3200400"/>
                  <a:pt x="5957888" y="3200400"/>
                </a:cubicBezTo>
                <a:cubicBezTo>
                  <a:pt x="5965778" y="3200400"/>
                  <a:pt x="5972175" y="3206797"/>
                  <a:pt x="5972175" y="3214688"/>
                </a:cubicBezTo>
                <a:close/>
                <a:moveTo>
                  <a:pt x="5972175" y="3367088"/>
                </a:moveTo>
                <a:cubicBezTo>
                  <a:pt x="5972175" y="3374978"/>
                  <a:pt x="5965778" y="3381375"/>
                  <a:pt x="5957888" y="3381375"/>
                </a:cubicBezTo>
                <a:cubicBezTo>
                  <a:pt x="5949997" y="3381375"/>
                  <a:pt x="5943600" y="3374978"/>
                  <a:pt x="5943600" y="3367088"/>
                </a:cubicBezTo>
                <a:cubicBezTo>
                  <a:pt x="5943600" y="3359197"/>
                  <a:pt x="5949997" y="3352800"/>
                  <a:pt x="5957888" y="3352800"/>
                </a:cubicBezTo>
                <a:cubicBezTo>
                  <a:pt x="5965778" y="3352800"/>
                  <a:pt x="5972175" y="3359197"/>
                  <a:pt x="5972175" y="3367088"/>
                </a:cubicBezTo>
                <a:close/>
                <a:moveTo>
                  <a:pt x="5972175" y="3519488"/>
                </a:moveTo>
                <a:cubicBezTo>
                  <a:pt x="5972175" y="3527378"/>
                  <a:pt x="5965778" y="3533775"/>
                  <a:pt x="5957888" y="3533775"/>
                </a:cubicBezTo>
                <a:cubicBezTo>
                  <a:pt x="5949997" y="3533775"/>
                  <a:pt x="5943600" y="3527378"/>
                  <a:pt x="5943600" y="3519488"/>
                </a:cubicBezTo>
                <a:cubicBezTo>
                  <a:pt x="5943600" y="3511597"/>
                  <a:pt x="5949997" y="3505200"/>
                  <a:pt x="5957888" y="3505200"/>
                </a:cubicBezTo>
                <a:cubicBezTo>
                  <a:pt x="5965778" y="3505200"/>
                  <a:pt x="5972175" y="3511597"/>
                  <a:pt x="5972175" y="3519488"/>
                </a:cubicBezTo>
                <a:close/>
                <a:moveTo>
                  <a:pt x="5972175" y="3671888"/>
                </a:moveTo>
                <a:cubicBezTo>
                  <a:pt x="5972175" y="3679778"/>
                  <a:pt x="5965778" y="3686175"/>
                  <a:pt x="5957888" y="3686175"/>
                </a:cubicBezTo>
                <a:cubicBezTo>
                  <a:pt x="5949997" y="3686175"/>
                  <a:pt x="5943600" y="3679778"/>
                  <a:pt x="5943600" y="3671888"/>
                </a:cubicBezTo>
                <a:cubicBezTo>
                  <a:pt x="5943600" y="3663997"/>
                  <a:pt x="5949997" y="3657600"/>
                  <a:pt x="5957888" y="3657600"/>
                </a:cubicBezTo>
                <a:cubicBezTo>
                  <a:pt x="5965778" y="3657600"/>
                  <a:pt x="5972175" y="3663997"/>
                  <a:pt x="5972175" y="3671888"/>
                </a:cubicBezTo>
                <a:close/>
                <a:moveTo>
                  <a:pt x="5972175" y="3824288"/>
                </a:moveTo>
                <a:cubicBezTo>
                  <a:pt x="5972175" y="3832178"/>
                  <a:pt x="5965778" y="3838575"/>
                  <a:pt x="5957888" y="3838575"/>
                </a:cubicBezTo>
                <a:cubicBezTo>
                  <a:pt x="5949997" y="3838575"/>
                  <a:pt x="5943600" y="3832178"/>
                  <a:pt x="5943600" y="3824288"/>
                </a:cubicBezTo>
                <a:cubicBezTo>
                  <a:pt x="5943600" y="3816397"/>
                  <a:pt x="5949997" y="3810000"/>
                  <a:pt x="5957888" y="3810000"/>
                </a:cubicBezTo>
                <a:cubicBezTo>
                  <a:pt x="5965778" y="3810000"/>
                  <a:pt x="5972175" y="3816397"/>
                  <a:pt x="5972175" y="3824288"/>
                </a:cubicBezTo>
                <a:close/>
                <a:moveTo>
                  <a:pt x="5972175" y="3976688"/>
                </a:moveTo>
                <a:cubicBezTo>
                  <a:pt x="5972175" y="3984578"/>
                  <a:pt x="5965778" y="3990975"/>
                  <a:pt x="5957888" y="3990975"/>
                </a:cubicBezTo>
                <a:cubicBezTo>
                  <a:pt x="5949997" y="3990975"/>
                  <a:pt x="5943600" y="3984578"/>
                  <a:pt x="5943600" y="3976688"/>
                </a:cubicBezTo>
                <a:cubicBezTo>
                  <a:pt x="5943600" y="3968797"/>
                  <a:pt x="5949997" y="3962400"/>
                  <a:pt x="5957888" y="3962400"/>
                </a:cubicBezTo>
                <a:cubicBezTo>
                  <a:pt x="5965778" y="3962400"/>
                  <a:pt x="5972175" y="3968797"/>
                  <a:pt x="5972175" y="3976688"/>
                </a:cubicBezTo>
                <a:close/>
                <a:moveTo>
                  <a:pt x="5972175" y="4129088"/>
                </a:moveTo>
                <a:cubicBezTo>
                  <a:pt x="5972175" y="4136978"/>
                  <a:pt x="5965778" y="4143375"/>
                  <a:pt x="5957888" y="4143375"/>
                </a:cubicBezTo>
                <a:cubicBezTo>
                  <a:pt x="5949997" y="4143375"/>
                  <a:pt x="5943600" y="4136978"/>
                  <a:pt x="5943600" y="4129088"/>
                </a:cubicBezTo>
                <a:cubicBezTo>
                  <a:pt x="5943600" y="4121197"/>
                  <a:pt x="5949997" y="4114800"/>
                  <a:pt x="5957888" y="4114800"/>
                </a:cubicBezTo>
                <a:cubicBezTo>
                  <a:pt x="5965778" y="4114800"/>
                  <a:pt x="5972175" y="4121197"/>
                  <a:pt x="5972175" y="4129088"/>
                </a:cubicBezTo>
                <a:close/>
                <a:moveTo>
                  <a:pt x="5972175" y="4281488"/>
                </a:moveTo>
                <a:cubicBezTo>
                  <a:pt x="5972175" y="4289378"/>
                  <a:pt x="5965778" y="4295775"/>
                  <a:pt x="5957888" y="4295775"/>
                </a:cubicBezTo>
                <a:cubicBezTo>
                  <a:pt x="5949997" y="4295775"/>
                  <a:pt x="5943600" y="4289378"/>
                  <a:pt x="5943600" y="4281488"/>
                </a:cubicBezTo>
                <a:cubicBezTo>
                  <a:pt x="5943600" y="4273597"/>
                  <a:pt x="5949997" y="4267200"/>
                  <a:pt x="5957888" y="4267200"/>
                </a:cubicBezTo>
                <a:cubicBezTo>
                  <a:pt x="5965778" y="4267200"/>
                  <a:pt x="5972175" y="4273597"/>
                  <a:pt x="5972175" y="4281488"/>
                </a:cubicBezTo>
                <a:close/>
                <a:moveTo>
                  <a:pt x="5972175" y="4433888"/>
                </a:moveTo>
                <a:cubicBezTo>
                  <a:pt x="5972175" y="4441778"/>
                  <a:pt x="5965778" y="4448175"/>
                  <a:pt x="5957888" y="4448175"/>
                </a:cubicBezTo>
                <a:cubicBezTo>
                  <a:pt x="5949997" y="4448175"/>
                  <a:pt x="5943600" y="4441778"/>
                  <a:pt x="5943600" y="4433888"/>
                </a:cubicBezTo>
                <a:cubicBezTo>
                  <a:pt x="5943600" y="4425997"/>
                  <a:pt x="5949997" y="4419600"/>
                  <a:pt x="5957888" y="4419600"/>
                </a:cubicBezTo>
                <a:cubicBezTo>
                  <a:pt x="5965778" y="4419600"/>
                  <a:pt x="5972175" y="4425997"/>
                  <a:pt x="5972175" y="4433888"/>
                </a:cubicBezTo>
                <a:close/>
                <a:moveTo>
                  <a:pt x="5972175" y="4586288"/>
                </a:moveTo>
                <a:cubicBezTo>
                  <a:pt x="5972175" y="4594178"/>
                  <a:pt x="5965778" y="4600575"/>
                  <a:pt x="5957888" y="4600575"/>
                </a:cubicBezTo>
                <a:cubicBezTo>
                  <a:pt x="5949997" y="4600575"/>
                  <a:pt x="5943600" y="4594178"/>
                  <a:pt x="5943600" y="4586288"/>
                </a:cubicBezTo>
                <a:cubicBezTo>
                  <a:pt x="5943600" y="4578397"/>
                  <a:pt x="5949997" y="4572000"/>
                  <a:pt x="5957888" y="4572000"/>
                </a:cubicBezTo>
                <a:cubicBezTo>
                  <a:pt x="5965778" y="4572000"/>
                  <a:pt x="5972175" y="4578397"/>
                  <a:pt x="5972175" y="4586288"/>
                </a:cubicBezTo>
                <a:close/>
                <a:moveTo>
                  <a:pt x="5972175" y="4738688"/>
                </a:moveTo>
                <a:cubicBezTo>
                  <a:pt x="5972175" y="4746578"/>
                  <a:pt x="5965778" y="4752975"/>
                  <a:pt x="5957888" y="4752975"/>
                </a:cubicBezTo>
                <a:cubicBezTo>
                  <a:pt x="5949997" y="4752975"/>
                  <a:pt x="5943600" y="4746578"/>
                  <a:pt x="5943600" y="4738688"/>
                </a:cubicBezTo>
                <a:cubicBezTo>
                  <a:pt x="5943600" y="4730797"/>
                  <a:pt x="5949997" y="4724400"/>
                  <a:pt x="5957888" y="4724400"/>
                </a:cubicBezTo>
                <a:cubicBezTo>
                  <a:pt x="5965778" y="4724400"/>
                  <a:pt x="5972175" y="4730797"/>
                  <a:pt x="5972175" y="4738688"/>
                </a:cubicBezTo>
                <a:close/>
                <a:moveTo>
                  <a:pt x="6124575" y="14288"/>
                </a:moveTo>
                <a:cubicBezTo>
                  <a:pt x="6124575" y="22178"/>
                  <a:pt x="6118178" y="28575"/>
                  <a:pt x="6110288" y="28575"/>
                </a:cubicBezTo>
                <a:cubicBezTo>
                  <a:pt x="6102397" y="28575"/>
                  <a:pt x="6096000" y="22178"/>
                  <a:pt x="6096000" y="14288"/>
                </a:cubicBezTo>
                <a:cubicBezTo>
                  <a:pt x="6096000" y="6397"/>
                  <a:pt x="6102397" y="0"/>
                  <a:pt x="6110288" y="0"/>
                </a:cubicBezTo>
                <a:cubicBezTo>
                  <a:pt x="6118178" y="0"/>
                  <a:pt x="6124575" y="6397"/>
                  <a:pt x="6124575" y="14288"/>
                </a:cubicBezTo>
                <a:close/>
                <a:moveTo>
                  <a:pt x="6124575" y="166688"/>
                </a:moveTo>
                <a:cubicBezTo>
                  <a:pt x="6124575" y="174578"/>
                  <a:pt x="6118178" y="180975"/>
                  <a:pt x="6110288" y="180975"/>
                </a:cubicBezTo>
                <a:cubicBezTo>
                  <a:pt x="6102397" y="180975"/>
                  <a:pt x="6096000" y="174578"/>
                  <a:pt x="6096000" y="166688"/>
                </a:cubicBezTo>
                <a:cubicBezTo>
                  <a:pt x="6096000" y="158797"/>
                  <a:pt x="6102397" y="152400"/>
                  <a:pt x="6110288" y="152400"/>
                </a:cubicBezTo>
                <a:cubicBezTo>
                  <a:pt x="6118178" y="152400"/>
                  <a:pt x="6124575" y="158797"/>
                  <a:pt x="6124575" y="166688"/>
                </a:cubicBezTo>
                <a:close/>
                <a:moveTo>
                  <a:pt x="6124575" y="319088"/>
                </a:moveTo>
                <a:cubicBezTo>
                  <a:pt x="6124575" y="326978"/>
                  <a:pt x="6118178" y="333375"/>
                  <a:pt x="6110288" y="333375"/>
                </a:cubicBezTo>
                <a:cubicBezTo>
                  <a:pt x="6102397" y="333375"/>
                  <a:pt x="6096000" y="326978"/>
                  <a:pt x="6096000" y="319088"/>
                </a:cubicBezTo>
                <a:cubicBezTo>
                  <a:pt x="6096000" y="311197"/>
                  <a:pt x="6102397" y="304800"/>
                  <a:pt x="6110288" y="304800"/>
                </a:cubicBezTo>
                <a:cubicBezTo>
                  <a:pt x="6118178" y="304800"/>
                  <a:pt x="6124575" y="311197"/>
                  <a:pt x="6124575" y="319088"/>
                </a:cubicBezTo>
                <a:close/>
                <a:moveTo>
                  <a:pt x="6124575" y="471488"/>
                </a:moveTo>
                <a:cubicBezTo>
                  <a:pt x="6124575" y="479378"/>
                  <a:pt x="6118178" y="485775"/>
                  <a:pt x="6110288" y="485775"/>
                </a:cubicBezTo>
                <a:cubicBezTo>
                  <a:pt x="6102397" y="485775"/>
                  <a:pt x="6096000" y="479378"/>
                  <a:pt x="6096000" y="471488"/>
                </a:cubicBezTo>
                <a:cubicBezTo>
                  <a:pt x="6096000" y="463597"/>
                  <a:pt x="6102397" y="457200"/>
                  <a:pt x="6110288" y="457200"/>
                </a:cubicBezTo>
                <a:cubicBezTo>
                  <a:pt x="6118178" y="457200"/>
                  <a:pt x="6124575" y="463597"/>
                  <a:pt x="6124575" y="471488"/>
                </a:cubicBezTo>
                <a:close/>
                <a:moveTo>
                  <a:pt x="6124575" y="623888"/>
                </a:moveTo>
                <a:cubicBezTo>
                  <a:pt x="6124575" y="631778"/>
                  <a:pt x="6118178" y="638175"/>
                  <a:pt x="6110288" y="638175"/>
                </a:cubicBezTo>
                <a:cubicBezTo>
                  <a:pt x="6102397" y="638175"/>
                  <a:pt x="6096000" y="631778"/>
                  <a:pt x="6096000" y="623888"/>
                </a:cubicBezTo>
                <a:cubicBezTo>
                  <a:pt x="6096000" y="615997"/>
                  <a:pt x="6102397" y="609600"/>
                  <a:pt x="6110288" y="609600"/>
                </a:cubicBezTo>
                <a:cubicBezTo>
                  <a:pt x="6118178" y="609600"/>
                  <a:pt x="6124575" y="615997"/>
                  <a:pt x="6124575" y="623888"/>
                </a:cubicBezTo>
                <a:close/>
                <a:moveTo>
                  <a:pt x="6124575" y="776288"/>
                </a:moveTo>
                <a:cubicBezTo>
                  <a:pt x="6124575" y="784178"/>
                  <a:pt x="6118178" y="790575"/>
                  <a:pt x="6110288" y="790575"/>
                </a:cubicBezTo>
                <a:cubicBezTo>
                  <a:pt x="6102397" y="790575"/>
                  <a:pt x="6096000" y="784178"/>
                  <a:pt x="6096000" y="776288"/>
                </a:cubicBezTo>
                <a:cubicBezTo>
                  <a:pt x="6096000" y="768397"/>
                  <a:pt x="6102397" y="762000"/>
                  <a:pt x="6110288" y="762000"/>
                </a:cubicBezTo>
                <a:cubicBezTo>
                  <a:pt x="6118178" y="762000"/>
                  <a:pt x="6124575" y="768397"/>
                  <a:pt x="6124575" y="776288"/>
                </a:cubicBezTo>
                <a:close/>
                <a:moveTo>
                  <a:pt x="6124575" y="928688"/>
                </a:moveTo>
                <a:cubicBezTo>
                  <a:pt x="6124575" y="936578"/>
                  <a:pt x="6118178" y="942975"/>
                  <a:pt x="6110288" y="942975"/>
                </a:cubicBezTo>
                <a:cubicBezTo>
                  <a:pt x="6102397" y="942975"/>
                  <a:pt x="6096000" y="936578"/>
                  <a:pt x="6096000" y="928688"/>
                </a:cubicBezTo>
                <a:cubicBezTo>
                  <a:pt x="6096000" y="920797"/>
                  <a:pt x="6102397" y="914400"/>
                  <a:pt x="6110288" y="914400"/>
                </a:cubicBezTo>
                <a:cubicBezTo>
                  <a:pt x="6118178" y="914400"/>
                  <a:pt x="6124575" y="920797"/>
                  <a:pt x="6124575" y="928688"/>
                </a:cubicBezTo>
                <a:close/>
                <a:moveTo>
                  <a:pt x="6124575" y="1081088"/>
                </a:moveTo>
                <a:cubicBezTo>
                  <a:pt x="6124575" y="1088978"/>
                  <a:pt x="6118178" y="1095375"/>
                  <a:pt x="6110288" y="1095375"/>
                </a:cubicBezTo>
                <a:cubicBezTo>
                  <a:pt x="6102397" y="1095375"/>
                  <a:pt x="6096000" y="1088978"/>
                  <a:pt x="6096000" y="1081088"/>
                </a:cubicBezTo>
                <a:cubicBezTo>
                  <a:pt x="6096000" y="1073197"/>
                  <a:pt x="6102397" y="1066800"/>
                  <a:pt x="6110288" y="1066800"/>
                </a:cubicBezTo>
                <a:cubicBezTo>
                  <a:pt x="6118178" y="1066800"/>
                  <a:pt x="6124575" y="1073197"/>
                  <a:pt x="6124575" y="1081088"/>
                </a:cubicBezTo>
                <a:close/>
                <a:moveTo>
                  <a:pt x="6124575" y="1233488"/>
                </a:moveTo>
                <a:cubicBezTo>
                  <a:pt x="6124575" y="1241378"/>
                  <a:pt x="6118178" y="1247775"/>
                  <a:pt x="6110288" y="1247775"/>
                </a:cubicBezTo>
                <a:cubicBezTo>
                  <a:pt x="6102397" y="1247775"/>
                  <a:pt x="6096000" y="1241378"/>
                  <a:pt x="6096000" y="1233488"/>
                </a:cubicBezTo>
                <a:cubicBezTo>
                  <a:pt x="6096000" y="1225597"/>
                  <a:pt x="6102397" y="1219200"/>
                  <a:pt x="6110288" y="1219200"/>
                </a:cubicBezTo>
                <a:cubicBezTo>
                  <a:pt x="6118178" y="1219200"/>
                  <a:pt x="6124575" y="1225597"/>
                  <a:pt x="6124575" y="1233488"/>
                </a:cubicBezTo>
                <a:close/>
                <a:moveTo>
                  <a:pt x="6124575" y="1385888"/>
                </a:moveTo>
                <a:cubicBezTo>
                  <a:pt x="6124575" y="1393778"/>
                  <a:pt x="6118178" y="1400175"/>
                  <a:pt x="6110288" y="1400175"/>
                </a:cubicBezTo>
                <a:cubicBezTo>
                  <a:pt x="6102397" y="1400175"/>
                  <a:pt x="6096000" y="1393778"/>
                  <a:pt x="6096000" y="1385888"/>
                </a:cubicBezTo>
                <a:cubicBezTo>
                  <a:pt x="6096000" y="1377997"/>
                  <a:pt x="6102397" y="1371600"/>
                  <a:pt x="6110288" y="1371600"/>
                </a:cubicBezTo>
                <a:cubicBezTo>
                  <a:pt x="6118178" y="1371600"/>
                  <a:pt x="6124575" y="1377997"/>
                  <a:pt x="6124575" y="1385888"/>
                </a:cubicBezTo>
                <a:close/>
                <a:moveTo>
                  <a:pt x="6124575" y="1538288"/>
                </a:moveTo>
                <a:cubicBezTo>
                  <a:pt x="6124575" y="1546178"/>
                  <a:pt x="6118178" y="1552575"/>
                  <a:pt x="6110288" y="1552575"/>
                </a:cubicBezTo>
                <a:cubicBezTo>
                  <a:pt x="6102397" y="1552575"/>
                  <a:pt x="6096000" y="1546178"/>
                  <a:pt x="6096000" y="1538288"/>
                </a:cubicBezTo>
                <a:cubicBezTo>
                  <a:pt x="6096000" y="1530397"/>
                  <a:pt x="6102397" y="1524000"/>
                  <a:pt x="6110288" y="1524000"/>
                </a:cubicBezTo>
                <a:cubicBezTo>
                  <a:pt x="6118178" y="1524000"/>
                  <a:pt x="6124575" y="1530397"/>
                  <a:pt x="6124575" y="1538288"/>
                </a:cubicBezTo>
                <a:close/>
                <a:moveTo>
                  <a:pt x="6124575" y="1690688"/>
                </a:moveTo>
                <a:cubicBezTo>
                  <a:pt x="6124575" y="1698578"/>
                  <a:pt x="6118178" y="1704975"/>
                  <a:pt x="6110288" y="1704975"/>
                </a:cubicBezTo>
                <a:cubicBezTo>
                  <a:pt x="6102397" y="1704975"/>
                  <a:pt x="6096000" y="1698578"/>
                  <a:pt x="6096000" y="1690688"/>
                </a:cubicBezTo>
                <a:cubicBezTo>
                  <a:pt x="6096000" y="1682797"/>
                  <a:pt x="6102397" y="1676400"/>
                  <a:pt x="6110288" y="1676400"/>
                </a:cubicBezTo>
                <a:cubicBezTo>
                  <a:pt x="6118178" y="1676400"/>
                  <a:pt x="6124575" y="1682797"/>
                  <a:pt x="6124575" y="1690688"/>
                </a:cubicBezTo>
                <a:close/>
                <a:moveTo>
                  <a:pt x="6124575" y="1843088"/>
                </a:moveTo>
                <a:cubicBezTo>
                  <a:pt x="6124575" y="1850978"/>
                  <a:pt x="6118178" y="1857375"/>
                  <a:pt x="6110288" y="1857375"/>
                </a:cubicBezTo>
                <a:cubicBezTo>
                  <a:pt x="6102397" y="1857375"/>
                  <a:pt x="6096000" y="1850978"/>
                  <a:pt x="6096000" y="1843088"/>
                </a:cubicBezTo>
                <a:cubicBezTo>
                  <a:pt x="6096000" y="1835197"/>
                  <a:pt x="6102397" y="1828800"/>
                  <a:pt x="6110288" y="1828800"/>
                </a:cubicBezTo>
                <a:cubicBezTo>
                  <a:pt x="6118178" y="1828800"/>
                  <a:pt x="6124575" y="1835197"/>
                  <a:pt x="6124575" y="1843088"/>
                </a:cubicBezTo>
                <a:close/>
                <a:moveTo>
                  <a:pt x="6124575" y="1995488"/>
                </a:moveTo>
                <a:cubicBezTo>
                  <a:pt x="6124575" y="2003378"/>
                  <a:pt x="6118178" y="2009775"/>
                  <a:pt x="6110288" y="2009775"/>
                </a:cubicBezTo>
                <a:cubicBezTo>
                  <a:pt x="6102397" y="2009775"/>
                  <a:pt x="6096000" y="2003378"/>
                  <a:pt x="6096000" y="1995488"/>
                </a:cubicBezTo>
                <a:cubicBezTo>
                  <a:pt x="6096000" y="1987597"/>
                  <a:pt x="6102397" y="1981200"/>
                  <a:pt x="6110288" y="1981200"/>
                </a:cubicBezTo>
                <a:cubicBezTo>
                  <a:pt x="6118178" y="1981200"/>
                  <a:pt x="6124575" y="1987597"/>
                  <a:pt x="6124575" y="1995488"/>
                </a:cubicBezTo>
                <a:close/>
                <a:moveTo>
                  <a:pt x="6124575" y="2147888"/>
                </a:moveTo>
                <a:cubicBezTo>
                  <a:pt x="6124575" y="2155778"/>
                  <a:pt x="6118178" y="2162175"/>
                  <a:pt x="6110288" y="2162175"/>
                </a:cubicBezTo>
                <a:cubicBezTo>
                  <a:pt x="6102397" y="2162175"/>
                  <a:pt x="6096000" y="2155778"/>
                  <a:pt x="6096000" y="2147888"/>
                </a:cubicBezTo>
                <a:cubicBezTo>
                  <a:pt x="6096000" y="2139997"/>
                  <a:pt x="6102397" y="2133600"/>
                  <a:pt x="6110288" y="2133600"/>
                </a:cubicBezTo>
                <a:cubicBezTo>
                  <a:pt x="6118178" y="2133600"/>
                  <a:pt x="6124575" y="2139997"/>
                  <a:pt x="6124575" y="2147888"/>
                </a:cubicBezTo>
                <a:close/>
                <a:moveTo>
                  <a:pt x="6124575" y="2300288"/>
                </a:moveTo>
                <a:cubicBezTo>
                  <a:pt x="6124575" y="2308178"/>
                  <a:pt x="6118178" y="2314575"/>
                  <a:pt x="6110288" y="2314575"/>
                </a:cubicBezTo>
                <a:cubicBezTo>
                  <a:pt x="6102397" y="2314575"/>
                  <a:pt x="6096000" y="2308178"/>
                  <a:pt x="6096000" y="2300288"/>
                </a:cubicBezTo>
                <a:cubicBezTo>
                  <a:pt x="6096000" y="2292397"/>
                  <a:pt x="6102397" y="2286000"/>
                  <a:pt x="6110288" y="2286000"/>
                </a:cubicBezTo>
                <a:cubicBezTo>
                  <a:pt x="6118178" y="2286000"/>
                  <a:pt x="6124575" y="2292397"/>
                  <a:pt x="6124575" y="2300288"/>
                </a:cubicBezTo>
                <a:close/>
                <a:moveTo>
                  <a:pt x="6124575" y="2452688"/>
                </a:moveTo>
                <a:cubicBezTo>
                  <a:pt x="6124575" y="2460578"/>
                  <a:pt x="6118178" y="2466975"/>
                  <a:pt x="6110288" y="2466975"/>
                </a:cubicBezTo>
                <a:cubicBezTo>
                  <a:pt x="6102397" y="2466975"/>
                  <a:pt x="6096000" y="2460578"/>
                  <a:pt x="6096000" y="2452688"/>
                </a:cubicBezTo>
                <a:cubicBezTo>
                  <a:pt x="6096000" y="2444797"/>
                  <a:pt x="6102397" y="2438400"/>
                  <a:pt x="6110288" y="2438400"/>
                </a:cubicBezTo>
                <a:cubicBezTo>
                  <a:pt x="6118178" y="2438400"/>
                  <a:pt x="6124575" y="2444797"/>
                  <a:pt x="6124575" y="2452688"/>
                </a:cubicBezTo>
                <a:close/>
                <a:moveTo>
                  <a:pt x="6124575" y="2605088"/>
                </a:moveTo>
                <a:cubicBezTo>
                  <a:pt x="6124575" y="2612978"/>
                  <a:pt x="6118178" y="2619375"/>
                  <a:pt x="6110288" y="2619375"/>
                </a:cubicBezTo>
                <a:cubicBezTo>
                  <a:pt x="6102397" y="2619375"/>
                  <a:pt x="6096000" y="2612978"/>
                  <a:pt x="6096000" y="2605088"/>
                </a:cubicBezTo>
                <a:cubicBezTo>
                  <a:pt x="6096000" y="2597197"/>
                  <a:pt x="6102397" y="2590800"/>
                  <a:pt x="6110288" y="2590800"/>
                </a:cubicBezTo>
                <a:cubicBezTo>
                  <a:pt x="6118178" y="2590800"/>
                  <a:pt x="6124575" y="2597197"/>
                  <a:pt x="6124575" y="2605088"/>
                </a:cubicBezTo>
                <a:close/>
                <a:moveTo>
                  <a:pt x="6124575" y="2757488"/>
                </a:moveTo>
                <a:cubicBezTo>
                  <a:pt x="6124575" y="2765378"/>
                  <a:pt x="6118178" y="2771775"/>
                  <a:pt x="6110288" y="2771775"/>
                </a:cubicBezTo>
                <a:cubicBezTo>
                  <a:pt x="6102397" y="2771775"/>
                  <a:pt x="6096000" y="2765378"/>
                  <a:pt x="6096000" y="2757488"/>
                </a:cubicBezTo>
                <a:cubicBezTo>
                  <a:pt x="6096000" y="2749597"/>
                  <a:pt x="6102397" y="2743200"/>
                  <a:pt x="6110288" y="2743200"/>
                </a:cubicBezTo>
                <a:cubicBezTo>
                  <a:pt x="6118178" y="2743200"/>
                  <a:pt x="6124575" y="2749597"/>
                  <a:pt x="6124575" y="2757488"/>
                </a:cubicBezTo>
                <a:close/>
                <a:moveTo>
                  <a:pt x="6124575" y="2909888"/>
                </a:moveTo>
                <a:cubicBezTo>
                  <a:pt x="6124575" y="2917778"/>
                  <a:pt x="6118178" y="2924175"/>
                  <a:pt x="6110288" y="2924175"/>
                </a:cubicBezTo>
                <a:cubicBezTo>
                  <a:pt x="6102397" y="2924175"/>
                  <a:pt x="6096000" y="2917778"/>
                  <a:pt x="6096000" y="2909888"/>
                </a:cubicBezTo>
                <a:cubicBezTo>
                  <a:pt x="6096000" y="2901997"/>
                  <a:pt x="6102397" y="2895600"/>
                  <a:pt x="6110288" y="2895600"/>
                </a:cubicBezTo>
                <a:cubicBezTo>
                  <a:pt x="6118178" y="2895600"/>
                  <a:pt x="6124575" y="2901997"/>
                  <a:pt x="6124575" y="2909888"/>
                </a:cubicBezTo>
                <a:close/>
                <a:moveTo>
                  <a:pt x="6124575" y="3062288"/>
                </a:moveTo>
                <a:cubicBezTo>
                  <a:pt x="6124575" y="3070178"/>
                  <a:pt x="6118178" y="3076575"/>
                  <a:pt x="6110288" y="3076575"/>
                </a:cubicBezTo>
                <a:cubicBezTo>
                  <a:pt x="6102397" y="3076575"/>
                  <a:pt x="6096000" y="3070178"/>
                  <a:pt x="6096000" y="3062288"/>
                </a:cubicBezTo>
                <a:cubicBezTo>
                  <a:pt x="6096000" y="3054397"/>
                  <a:pt x="6102397" y="3048000"/>
                  <a:pt x="6110288" y="3048000"/>
                </a:cubicBezTo>
                <a:cubicBezTo>
                  <a:pt x="6118178" y="3048000"/>
                  <a:pt x="6124575" y="3054397"/>
                  <a:pt x="6124575" y="3062288"/>
                </a:cubicBezTo>
                <a:close/>
                <a:moveTo>
                  <a:pt x="6124575" y="3214688"/>
                </a:moveTo>
                <a:cubicBezTo>
                  <a:pt x="6124575" y="3222578"/>
                  <a:pt x="6118178" y="3228975"/>
                  <a:pt x="6110288" y="3228975"/>
                </a:cubicBezTo>
                <a:cubicBezTo>
                  <a:pt x="6102397" y="3228975"/>
                  <a:pt x="6096000" y="3222578"/>
                  <a:pt x="6096000" y="3214688"/>
                </a:cubicBezTo>
                <a:cubicBezTo>
                  <a:pt x="6096000" y="3206797"/>
                  <a:pt x="6102397" y="3200400"/>
                  <a:pt x="6110288" y="3200400"/>
                </a:cubicBezTo>
                <a:cubicBezTo>
                  <a:pt x="6118178" y="3200400"/>
                  <a:pt x="6124575" y="3206797"/>
                  <a:pt x="6124575" y="3214688"/>
                </a:cubicBezTo>
                <a:close/>
                <a:moveTo>
                  <a:pt x="6124575" y="3367088"/>
                </a:moveTo>
                <a:cubicBezTo>
                  <a:pt x="6124575" y="3374978"/>
                  <a:pt x="6118178" y="3381375"/>
                  <a:pt x="6110288" y="3381375"/>
                </a:cubicBezTo>
                <a:cubicBezTo>
                  <a:pt x="6102397" y="3381375"/>
                  <a:pt x="6096000" y="3374978"/>
                  <a:pt x="6096000" y="3367088"/>
                </a:cubicBezTo>
                <a:cubicBezTo>
                  <a:pt x="6096000" y="3359197"/>
                  <a:pt x="6102397" y="3352800"/>
                  <a:pt x="6110288" y="3352800"/>
                </a:cubicBezTo>
                <a:cubicBezTo>
                  <a:pt x="6118178" y="3352800"/>
                  <a:pt x="6124575" y="3359197"/>
                  <a:pt x="6124575" y="3367088"/>
                </a:cubicBezTo>
                <a:close/>
                <a:moveTo>
                  <a:pt x="6124575" y="3519488"/>
                </a:moveTo>
                <a:cubicBezTo>
                  <a:pt x="6124575" y="3527378"/>
                  <a:pt x="6118178" y="3533775"/>
                  <a:pt x="6110288" y="3533775"/>
                </a:cubicBezTo>
                <a:cubicBezTo>
                  <a:pt x="6102397" y="3533775"/>
                  <a:pt x="6096000" y="3527378"/>
                  <a:pt x="6096000" y="3519488"/>
                </a:cubicBezTo>
                <a:cubicBezTo>
                  <a:pt x="6096000" y="3511597"/>
                  <a:pt x="6102397" y="3505200"/>
                  <a:pt x="6110288" y="3505200"/>
                </a:cubicBezTo>
                <a:cubicBezTo>
                  <a:pt x="6118178" y="3505200"/>
                  <a:pt x="6124575" y="3511597"/>
                  <a:pt x="6124575" y="3519488"/>
                </a:cubicBezTo>
                <a:close/>
                <a:moveTo>
                  <a:pt x="6124575" y="3671888"/>
                </a:moveTo>
                <a:cubicBezTo>
                  <a:pt x="6124575" y="3679778"/>
                  <a:pt x="6118178" y="3686175"/>
                  <a:pt x="6110288" y="3686175"/>
                </a:cubicBezTo>
                <a:cubicBezTo>
                  <a:pt x="6102397" y="3686175"/>
                  <a:pt x="6096000" y="3679778"/>
                  <a:pt x="6096000" y="3671888"/>
                </a:cubicBezTo>
                <a:cubicBezTo>
                  <a:pt x="6096000" y="3663997"/>
                  <a:pt x="6102397" y="3657600"/>
                  <a:pt x="6110288" y="3657600"/>
                </a:cubicBezTo>
                <a:cubicBezTo>
                  <a:pt x="6118178" y="3657600"/>
                  <a:pt x="6124575" y="3663997"/>
                  <a:pt x="6124575" y="3671888"/>
                </a:cubicBezTo>
                <a:close/>
                <a:moveTo>
                  <a:pt x="6124575" y="3824288"/>
                </a:moveTo>
                <a:cubicBezTo>
                  <a:pt x="6124575" y="3832178"/>
                  <a:pt x="6118178" y="3838575"/>
                  <a:pt x="6110288" y="3838575"/>
                </a:cubicBezTo>
                <a:cubicBezTo>
                  <a:pt x="6102397" y="3838575"/>
                  <a:pt x="6096000" y="3832178"/>
                  <a:pt x="6096000" y="3824288"/>
                </a:cubicBezTo>
                <a:cubicBezTo>
                  <a:pt x="6096000" y="3816397"/>
                  <a:pt x="6102397" y="3810000"/>
                  <a:pt x="6110288" y="3810000"/>
                </a:cubicBezTo>
                <a:cubicBezTo>
                  <a:pt x="6118178" y="3810000"/>
                  <a:pt x="6124575" y="3816397"/>
                  <a:pt x="6124575" y="3824288"/>
                </a:cubicBezTo>
                <a:close/>
                <a:moveTo>
                  <a:pt x="6124575" y="3976688"/>
                </a:moveTo>
                <a:cubicBezTo>
                  <a:pt x="6124575" y="3984578"/>
                  <a:pt x="6118178" y="3990975"/>
                  <a:pt x="6110288" y="3990975"/>
                </a:cubicBezTo>
                <a:cubicBezTo>
                  <a:pt x="6102397" y="3990975"/>
                  <a:pt x="6096000" y="3984578"/>
                  <a:pt x="6096000" y="3976688"/>
                </a:cubicBezTo>
                <a:cubicBezTo>
                  <a:pt x="6096000" y="3968797"/>
                  <a:pt x="6102397" y="3962400"/>
                  <a:pt x="6110288" y="3962400"/>
                </a:cubicBezTo>
                <a:cubicBezTo>
                  <a:pt x="6118178" y="3962400"/>
                  <a:pt x="6124575" y="3968797"/>
                  <a:pt x="6124575" y="3976688"/>
                </a:cubicBezTo>
                <a:close/>
                <a:moveTo>
                  <a:pt x="6124575" y="4129088"/>
                </a:moveTo>
                <a:cubicBezTo>
                  <a:pt x="6124575" y="4136978"/>
                  <a:pt x="6118178" y="4143375"/>
                  <a:pt x="6110288" y="4143375"/>
                </a:cubicBezTo>
                <a:cubicBezTo>
                  <a:pt x="6102397" y="4143375"/>
                  <a:pt x="6096000" y="4136978"/>
                  <a:pt x="6096000" y="4129088"/>
                </a:cubicBezTo>
                <a:cubicBezTo>
                  <a:pt x="6096000" y="4121197"/>
                  <a:pt x="6102397" y="4114800"/>
                  <a:pt x="6110288" y="4114800"/>
                </a:cubicBezTo>
                <a:cubicBezTo>
                  <a:pt x="6118178" y="4114800"/>
                  <a:pt x="6124575" y="4121197"/>
                  <a:pt x="6124575" y="4129088"/>
                </a:cubicBezTo>
                <a:close/>
                <a:moveTo>
                  <a:pt x="6124575" y="4281488"/>
                </a:moveTo>
                <a:cubicBezTo>
                  <a:pt x="6124575" y="4289378"/>
                  <a:pt x="6118178" y="4295775"/>
                  <a:pt x="6110288" y="4295775"/>
                </a:cubicBezTo>
                <a:cubicBezTo>
                  <a:pt x="6102397" y="4295775"/>
                  <a:pt x="6096000" y="4289378"/>
                  <a:pt x="6096000" y="4281488"/>
                </a:cubicBezTo>
                <a:cubicBezTo>
                  <a:pt x="6096000" y="4273597"/>
                  <a:pt x="6102397" y="4267200"/>
                  <a:pt x="6110288" y="4267200"/>
                </a:cubicBezTo>
                <a:cubicBezTo>
                  <a:pt x="6118178" y="4267200"/>
                  <a:pt x="6124575" y="4273597"/>
                  <a:pt x="6124575" y="4281488"/>
                </a:cubicBezTo>
                <a:close/>
                <a:moveTo>
                  <a:pt x="6124575" y="4433888"/>
                </a:moveTo>
                <a:cubicBezTo>
                  <a:pt x="6124575" y="4441778"/>
                  <a:pt x="6118178" y="4448175"/>
                  <a:pt x="6110288" y="4448175"/>
                </a:cubicBezTo>
                <a:cubicBezTo>
                  <a:pt x="6102397" y="4448175"/>
                  <a:pt x="6096000" y="4441778"/>
                  <a:pt x="6096000" y="4433888"/>
                </a:cubicBezTo>
                <a:cubicBezTo>
                  <a:pt x="6096000" y="4425997"/>
                  <a:pt x="6102397" y="4419600"/>
                  <a:pt x="6110288" y="4419600"/>
                </a:cubicBezTo>
                <a:cubicBezTo>
                  <a:pt x="6118178" y="4419600"/>
                  <a:pt x="6124575" y="4425997"/>
                  <a:pt x="6124575" y="4433888"/>
                </a:cubicBezTo>
                <a:close/>
                <a:moveTo>
                  <a:pt x="6124575" y="4586288"/>
                </a:moveTo>
                <a:cubicBezTo>
                  <a:pt x="6124575" y="4594178"/>
                  <a:pt x="6118178" y="4600575"/>
                  <a:pt x="6110288" y="4600575"/>
                </a:cubicBezTo>
                <a:cubicBezTo>
                  <a:pt x="6102397" y="4600575"/>
                  <a:pt x="6096000" y="4594178"/>
                  <a:pt x="6096000" y="4586288"/>
                </a:cubicBezTo>
                <a:cubicBezTo>
                  <a:pt x="6096000" y="4578397"/>
                  <a:pt x="6102397" y="4572000"/>
                  <a:pt x="6110288" y="4572000"/>
                </a:cubicBezTo>
                <a:cubicBezTo>
                  <a:pt x="6118178" y="4572000"/>
                  <a:pt x="6124575" y="4578397"/>
                  <a:pt x="6124575" y="4586288"/>
                </a:cubicBezTo>
                <a:close/>
                <a:moveTo>
                  <a:pt x="6124575" y="4738688"/>
                </a:moveTo>
                <a:cubicBezTo>
                  <a:pt x="6124575" y="4746578"/>
                  <a:pt x="6118178" y="4752975"/>
                  <a:pt x="6110288" y="4752975"/>
                </a:cubicBezTo>
                <a:cubicBezTo>
                  <a:pt x="6102397" y="4752975"/>
                  <a:pt x="6096000" y="4746578"/>
                  <a:pt x="6096000" y="4738688"/>
                </a:cubicBezTo>
                <a:cubicBezTo>
                  <a:pt x="6096000" y="4730797"/>
                  <a:pt x="6102397" y="4724400"/>
                  <a:pt x="6110288" y="4724400"/>
                </a:cubicBezTo>
                <a:cubicBezTo>
                  <a:pt x="6118178" y="4724400"/>
                  <a:pt x="6124575" y="4730797"/>
                  <a:pt x="6124575" y="4738688"/>
                </a:cubicBezTo>
                <a:close/>
                <a:moveTo>
                  <a:pt x="6276975" y="14288"/>
                </a:moveTo>
                <a:cubicBezTo>
                  <a:pt x="6276975" y="22178"/>
                  <a:pt x="6270578" y="28575"/>
                  <a:pt x="6262688" y="28575"/>
                </a:cubicBezTo>
                <a:cubicBezTo>
                  <a:pt x="6254797" y="28575"/>
                  <a:pt x="6248400" y="22178"/>
                  <a:pt x="6248400" y="14288"/>
                </a:cubicBezTo>
                <a:cubicBezTo>
                  <a:pt x="6248400" y="6397"/>
                  <a:pt x="6254797" y="0"/>
                  <a:pt x="6262688" y="0"/>
                </a:cubicBezTo>
                <a:cubicBezTo>
                  <a:pt x="6270578" y="0"/>
                  <a:pt x="6276975" y="6397"/>
                  <a:pt x="6276975" y="14288"/>
                </a:cubicBezTo>
                <a:close/>
                <a:moveTo>
                  <a:pt x="6276975" y="166688"/>
                </a:moveTo>
                <a:cubicBezTo>
                  <a:pt x="6276975" y="174578"/>
                  <a:pt x="6270578" y="180975"/>
                  <a:pt x="6262688" y="180975"/>
                </a:cubicBezTo>
                <a:cubicBezTo>
                  <a:pt x="6254797" y="180975"/>
                  <a:pt x="6248400" y="174578"/>
                  <a:pt x="6248400" y="166688"/>
                </a:cubicBezTo>
                <a:cubicBezTo>
                  <a:pt x="6248400" y="158797"/>
                  <a:pt x="6254797" y="152400"/>
                  <a:pt x="6262688" y="152400"/>
                </a:cubicBezTo>
                <a:cubicBezTo>
                  <a:pt x="6270578" y="152400"/>
                  <a:pt x="6276975" y="158797"/>
                  <a:pt x="6276975" y="166688"/>
                </a:cubicBezTo>
                <a:close/>
                <a:moveTo>
                  <a:pt x="6276975" y="319088"/>
                </a:moveTo>
                <a:cubicBezTo>
                  <a:pt x="6276975" y="326978"/>
                  <a:pt x="6270578" y="333375"/>
                  <a:pt x="6262688" y="333375"/>
                </a:cubicBezTo>
                <a:cubicBezTo>
                  <a:pt x="6254797" y="333375"/>
                  <a:pt x="6248400" y="326978"/>
                  <a:pt x="6248400" y="319088"/>
                </a:cubicBezTo>
                <a:cubicBezTo>
                  <a:pt x="6248400" y="311197"/>
                  <a:pt x="6254797" y="304800"/>
                  <a:pt x="6262688" y="304800"/>
                </a:cubicBezTo>
                <a:cubicBezTo>
                  <a:pt x="6270578" y="304800"/>
                  <a:pt x="6276975" y="311197"/>
                  <a:pt x="6276975" y="319088"/>
                </a:cubicBezTo>
                <a:close/>
                <a:moveTo>
                  <a:pt x="6276975" y="471488"/>
                </a:moveTo>
                <a:cubicBezTo>
                  <a:pt x="6276975" y="479378"/>
                  <a:pt x="6270578" y="485775"/>
                  <a:pt x="6262688" y="485775"/>
                </a:cubicBezTo>
                <a:cubicBezTo>
                  <a:pt x="6254797" y="485775"/>
                  <a:pt x="6248400" y="479378"/>
                  <a:pt x="6248400" y="471488"/>
                </a:cubicBezTo>
                <a:cubicBezTo>
                  <a:pt x="6248400" y="463597"/>
                  <a:pt x="6254797" y="457200"/>
                  <a:pt x="6262688" y="457200"/>
                </a:cubicBezTo>
                <a:cubicBezTo>
                  <a:pt x="6270578" y="457200"/>
                  <a:pt x="6276975" y="463597"/>
                  <a:pt x="6276975" y="471488"/>
                </a:cubicBezTo>
                <a:close/>
                <a:moveTo>
                  <a:pt x="6276975" y="623888"/>
                </a:moveTo>
                <a:cubicBezTo>
                  <a:pt x="6276975" y="631778"/>
                  <a:pt x="6270578" y="638175"/>
                  <a:pt x="6262688" y="638175"/>
                </a:cubicBezTo>
                <a:cubicBezTo>
                  <a:pt x="6254797" y="638175"/>
                  <a:pt x="6248400" y="631778"/>
                  <a:pt x="6248400" y="623888"/>
                </a:cubicBezTo>
                <a:cubicBezTo>
                  <a:pt x="6248400" y="615997"/>
                  <a:pt x="6254797" y="609600"/>
                  <a:pt x="6262688" y="609600"/>
                </a:cubicBezTo>
                <a:cubicBezTo>
                  <a:pt x="6270578" y="609600"/>
                  <a:pt x="6276975" y="615997"/>
                  <a:pt x="6276975" y="623888"/>
                </a:cubicBezTo>
                <a:close/>
                <a:moveTo>
                  <a:pt x="6276975" y="776288"/>
                </a:moveTo>
                <a:cubicBezTo>
                  <a:pt x="6276975" y="784178"/>
                  <a:pt x="6270578" y="790575"/>
                  <a:pt x="6262688" y="790575"/>
                </a:cubicBezTo>
                <a:cubicBezTo>
                  <a:pt x="6254797" y="790575"/>
                  <a:pt x="6248400" y="784178"/>
                  <a:pt x="6248400" y="776288"/>
                </a:cubicBezTo>
                <a:cubicBezTo>
                  <a:pt x="6248400" y="768397"/>
                  <a:pt x="6254797" y="762000"/>
                  <a:pt x="6262688" y="762000"/>
                </a:cubicBezTo>
                <a:cubicBezTo>
                  <a:pt x="6270578" y="762000"/>
                  <a:pt x="6276975" y="768397"/>
                  <a:pt x="6276975" y="776288"/>
                </a:cubicBezTo>
                <a:close/>
                <a:moveTo>
                  <a:pt x="6276975" y="928688"/>
                </a:moveTo>
                <a:cubicBezTo>
                  <a:pt x="6276975" y="936578"/>
                  <a:pt x="6270578" y="942975"/>
                  <a:pt x="6262688" y="942975"/>
                </a:cubicBezTo>
                <a:cubicBezTo>
                  <a:pt x="6254797" y="942975"/>
                  <a:pt x="6248400" y="936578"/>
                  <a:pt x="6248400" y="928688"/>
                </a:cubicBezTo>
                <a:cubicBezTo>
                  <a:pt x="6248400" y="920797"/>
                  <a:pt x="6254797" y="914400"/>
                  <a:pt x="6262688" y="914400"/>
                </a:cubicBezTo>
                <a:cubicBezTo>
                  <a:pt x="6270578" y="914400"/>
                  <a:pt x="6276975" y="920797"/>
                  <a:pt x="6276975" y="928688"/>
                </a:cubicBezTo>
                <a:close/>
                <a:moveTo>
                  <a:pt x="6276975" y="1081088"/>
                </a:moveTo>
                <a:cubicBezTo>
                  <a:pt x="6276975" y="1088978"/>
                  <a:pt x="6270578" y="1095375"/>
                  <a:pt x="6262688" y="1095375"/>
                </a:cubicBezTo>
                <a:cubicBezTo>
                  <a:pt x="6254797" y="1095375"/>
                  <a:pt x="6248400" y="1088978"/>
                  <a:pt x="6248400" y="1081088"/>
                </a:cubicBezTo>
                <a:cubicBezTo>
                  <a:pt x="6248400" y="1073197"/>
                  <a:pt x="6254797" y="1066800"/>
                  <a:pt x="6262688" y="1066800"/>
                </a:cubicBezTo>
                <a:cubicBezTo>
                  <a:pt x="6270578" y="1066800"/>
                  <a:pt x="6276975" y="1073197"/>
                  <a:pt x="6276975" y="1081088"/>
                </a:cubicBezTo>
                <a:close/>
                <a:moveTo>
                  <a:pt x="6276975" y="1233488"/>
                </a:moveTo>
                <a:cubicBezTo>
                  <a:pt x="6276975" y="1241378"/>
                  <a:pt x="6270578" y="1247775"/>
                  <a:pt x="6262688" y="1247775"/>
                </a:cubicBezTo>
                <a:cubicBezTo>
                  <a:pt x="6254797" y="1247775"/>
                  <a:pt x="6248400" y="1241378"/>
                  <a:pt x="6248400" y="1233488"/>
                </a:cubicBezTo>
                <a:cubicBezTo>
                  <a:pt x="6248400" y="1225597"/>
                  <a:pt x="6254797" y="1219200"/>
                  <a:pt x="6262688" y="1219200"/>
                </a:cubicBezTo>
                <a:cubicBezTo>
                  <a:pt x="6270578" y="1219200"/>
                  <a:pt x="6276975" y="1225597"/>
                  <a:pt x="6276975" y="1233488"/>
                </a:cubicBezTo>
                <a:close/>
                <a:moveTo>
                  <a:pt x="6276975" y="1385888"/>
                </a:moveTo>
                <a:cubicBezTo>
                  <a:pt x="6276975" y="1393778"/>
                  <a:pt x="6270578" y="1400175"/>
                  <a:pt x="6262688" y="1400175"/>
                </a:cubicBezTo>
                <a:cubicBezTo>
                  <a:pt x="6254797" y="1400175"/>
                  <a:pt x="6248400" y="1393778"/>
                  <a:pt x="6248400" y="1385888"/>
                </a:cubicBezTo>
                <a:cubicBezTo>
                  <a:pt x="6248400" y="1377997"/>
                  <a:pt x="6254797" y="1371600"/>
                  <a:pt x="6262688" y="1371600"/>
                </a:cubicBezTo>
                <a:cubicBezTo>
                  <a:pt x="6270578" y="1371600"/>
                  <a:pt x="6276975" y="1377997"/>
                  <a:pt x="6276975" y="1385888"/>
                </a:cubicBezTo>
                <a:close/>
                <a:moveTo>
                  <a:pt x="6276975" y="1538288"/>
                </a:moveTo>
                <a:cubicBezTo>
                  <a:pt x="6276975" y="1546178"/>
                  <a:pt x="6270578" y="1552575"/>
                  <a:pt x="6262688" y="1552575"/>
                </a:cubicBezTo>
                <a:cubicBezTo>
                  <a:pt x="6254797" y="1552575"/>
                  <a:pt x="6248400" y="1546178"/>
                  <a:pt x="6248400" y="1538288"/>
                </a:cubicBezTo>
                <a:cubicBezTo>
                  <a:pt x="6248400" y="1530397"/>
                  <a:pt x="6254797" y="1524000"/>
                  <a:pt x="6262688" y="1524000"/>
                </a:cubicBezTo>
                <a:cubicBezTo>
                  <a:pt x="6270578" y="1524000"/>
                  <a:pt x="6276975" y="1530397"/>
                  <a:pt x="6276975" y="1538288"/>
                </a:cubicBezTo>
                <a:close/>
                <a:moveTo>
                  <a:pt x="6276975" y="1690688"/>
                </a:moveTo>
                <a:cubicBezTo>
                  <a:pt x="6276975" y="1698578"/>
                  <a:pt x="6270578" y="1704975"/>
                  <a:pt x="6262688" y="1704975"/>
                </a:cubicBezTo>
                <a:cubicBezTo>
                  <a:pt x="6254797" y="1704975"/>
                  <a:pt x="6248400" y="1698578"/>
                  <a:pt x="6248400" y="1690688"/>
                </a:cubicBezTo>
                <a:cubicBezTo>
                  <a:pt x="6248400" y="1682797"/>
                  <a:pt x="6254797" y="1676400"/>
                  <a:pt x="6262688" y="1676400"/>
                </a:cubicBezTo>
                <a:cubicBezTo>
                  <a:pt x="6270578" y="1676400"/>
                  <a:pt x="6276975" y="1682797"/>
                  <a:pt x="6276975" y="1690688"/>
                </a:cubicBezTo>
                <a:close/>
                <a:moveTo>
                  <a:pt x="6276975" y="1843088"/>
                </a:moveTo>
                <a:cubicBezTo>
                  <a:pt x="6276975" y="1850978"/>
                  <a:pt x="6270578" y="1857375"/>
                  <a:pt x="6262688" y="1857375"/>
                </a:cubicBezTo>
                <a:cubicBezTo>
                  <a:pt x="6254797" y="1857375"/>
                  <a:pt x="6248400" y="1850978"/>
                  <a:pt x="6248400" y="1843088"/>
                </a:cubicBezTo>
                <a:cubicBezTo>
                  <a:pt x="6248400" y="1835197"/>
                  <a:pt x="6254797" y="1828800"/>
                  <a:pt x="6262688" y="1828800"/>
                </a:cubicBezTo>
                <a:cubicBezTo>
                  <a:pt x="6270578" y="1828800"/>
                  <a:pt x="6276975" y="1835197"/>
                  <a:pt x="6276975" y="1843088"/>
                </a:cubicBezTo>
                <a:close/>
                <a:moveTo>
                  <a:pt x="6276975" y="1995488"/>
                </a:moveTo>
                <a:cubicBezTo>
                  <a:pt x="6276975" y="2003378"/>
                  <a:pt x="6270578" y="2009775"/>
                  <a:pt x="6262688" y="2009775"/>
                </a:cubicBezTo>
                <a:cubicBezTo>
                  <a:pt x="6254797" y="2009775"/>
                  <a:pt x="6248400" y="2003378"/>
                  <a:pt x="6248400" y="1995488"/>
                </a:cubicBezTo>
                <a:cubicBezTo>
                  <a:pt x="6248400" y="1987597"/>
                  <a:pt x="6254797" y="1981200"/>
                  <a:pt x="6262688" y="1981200"/>
                </a:cubicBezTo>
                <a:cubicBezTo>
                  <a:pt x="6270578" y="1981200"/>
                  <a:pt x="6276975" y="1987597"/>
                  <a:pt x="6276975" y="1995488"/>
                </a:cubicBezTo>
                <a:close/>
                <a:moveTo>
                  <a:pt x="6276975" y="2147888"/>
                </a:moveTo>
                <a:cubicBezTo>
                  <a:pt x="6276975" y="2155778"/>
                  <a:pt x="6270578" y="2162175"/>
                  <a:pt x="6262688" y="2162175"/>
                </a:cubicBezTo>
                <a:cubicBezTo>
                  <a:pt x="6254797" y="2162175"/>
                  <a:pt x="6248400" y="2155778"/>
                  <a:pt x="6248400" y="2147888"/>
                </a:cubicBezTo>
                <a:cubicBezTo>
                  <a:pt x="6248400" y="2139997"/>
                  <a:pt x="6254797" y="2133600"/>
                  <a:pt x="6262688" y="2133600"/>
                </a:cubicBezTo>
                <a:cubicBezTo>
                  <a:pt x="6270578" y="2133600"/>
                  <a:pt x="6276975" y="2139997"/>
                  <a:pt x="6276975" y="2147888"/>
                </a:cubicBezTo>
                <a:close/>
                <a:moveTo>
                  <a:pt x="6276975" y="2300288"/>
                </a:moveTo>
                <a:cubicBezTo>
                  <a:pt x="6276975" y="2308178"/>
                  <a:pt x="6270578" y="2314575"/>
                  <a:pt x="6262688" y="2314575"/>
                </a:cubicBezTo>
                <a:cubicBezTo>
                  <a:pt x="6254797" y="2314575"/>
                  <a:pt x="6248400" y="2308178"/>
                  <a:pt x="6248400" y="2300288"/>
                </a:cubicBezTo>
                <a:cubicBezTo>
                  <a:pt x="6248400" y="2292397"/>
                  <a:pt x="6254797" y="2286000"/>
                  <a:pt x="6262688" y="2286000"/>
                </a:cubicBezTo>
                <a:cubicBezTo>
                  <a:pt x="6270578" y="2286000"/>
                  <a:pt x="6276975" y="2292397"/>
                  <a:pt x="6276975" y="2300288"/>
                </a:cubicBezTo>
                <a:close/>
                <a:moveTo>
                  <a:pt x="6276975" y="2452688"/>
                </a:moveTo>
                <a:cubicBezTo>
                  <a:pt x="6276975" y="2460578"/>
                  <a:pt x="6270578" y="2466975"/>
                  <a:pt x="6262688" y="2466975"/>
                </a:cubicBezTo>
                <a:cubicBezTo>
                  <a:pt x="6254797" y="2466975"/>
                  <a:pt x="6248400" y="2460578"/>
                  <a:pt x="6248400" y="2452688"/>
                </a:cubicBezTo>
                <a:cubicBezTo>
                  <a:pt x="6248400" y="2444797"/>
                  <a:pt x="6254797" y="2438400"/>
                  <a:pt x="6262688" y="2438400"/>
                </a:cubicBezTo>
                <a:cubicBezTo>
                  <a:pt x="6270578" y="2438400"/>
                  <a:pt x="6276975" y="2444797"/>
                  <a:pt x="6276975" y="2452688"/>
                </a:cubicBezTo>
                <a:close/>
                <a:moveTo>
                  <a:pt x="6276975" y="2605088"/>
                </a:moveTo>
                <a:cubicBezTo>
                  <a:pt x="6276975" y="2612978"/>
                  <a:pt x="6270578" y="2619375"/>
                  <a:pt x="6262688" y="2619375"/>
                </a:cubicBezTo>
                <a:cubicBezTo>
                  <a:pt x="6254797" y="2619375"/>
                  <a:pt x="6248400" y="2612978"/>
                  <a:pt x="6248400" y="2605088"/>
                </a:cubicBezTo>
                <a:cubicBezTo>
                  <a:pt x="6248400" y="2597197"/>
                  <a:pt x="6254797" y="2590800"/>
                  <a:pt x="6262688" y="2590800"/>
                </a:cubicBezTo>
                <a:cubicBezTo>
                  <a:pt x="6270578" y="2590800"/>
                  <a:pt x="6276975" y="2597197"/>
                  <a:pt x="6276975" y="2605088"/>
                </a:cubicBezTo>
                <a:close/>
                <a:moveTo>
                  <a:pt x="6276975" y="2757488"/>
                </a:moveTo>
                <a:cubicBezTo>
                  <a:pt x="6276975" y="2765378"/>
                  <a:pt x="6270578" y="2771775"/>
                  <a:pt x="6262688" y="2771775"/>
                </a:cubicBezTo>
                <a:cubicBezTo>
                  <a:pt x="6254797" y="2771775"/>
                  <a:pt x="6248400" y="2765378"/>
                  <a:pt x="6248400" y="2757488"/>
                </a:cubicBezTo>
                <a:cubicBezTo>
                  <a:pt x="6248400" y="2749597"/>
                  <a:pt x="6254797" y="2743200"/>
                  <a:pt x="6262688" y="2743200"/>
                </a:cubicBezTo>
                <a:cubicBezTo>
                  <a:pt x="6270578" y="2743200"/>
                  <a:pt x="6276975" y="2749597"/>
                  <a:pt x="6276975" y="2757488"/>
                </a:cubicBezTo>
                <a:close/>
                <a:moveTo>
                  <a:pt x="6276975" y="2909888"/>
                </a:moveTo>
                <a:cubicBezTo>
                  <a:pt x="6276975" y="2917778"/>
                  <a:pt x="6270578" y="2924175"/>
                  <a:pt x="6262688" y="2924175"/>
                </a:cubicBezTo>
                <a:cubicBezTo>
                  <a:pt x="6254797" y="2924175"/>
                  <a:pt x="6248400" y="2917778"/>
                  <a:pt x="6248400" y="2909888"/>
                </a:cubicBezTo>
                <a:cubicBezTo>
                  <a:pt x="6248400" y="2901997"/>
                  <a:pt x="6254797" y="2895600"/>
                  <a:pt x="6262688" y="2895600"/>
                </a:cubicBezTo>
                <a:cubicBezTo>
                  <a:pt x="6270578" y="2895600"/>
                  <a:pt x="6276975" y="2901997"/>
                  <a:pt x="6276975" y="2909888"/>
                </a:cubicBezTo>
                <a:close/>
                <a:moveTo>
                  <a:pt x="6276975" y="3062288"/>
                </a:moveTo>
                <a:cubicBezTo>
                  <a:pt x="6276975" y="3070178"/>
                  <a:pt x="6270578" y="3076575"/>
                  <a:pt x="6262688" y="3076575"/>
                </a:cubicBezTo>
                <a:cubicBezTo>
                  <a:pt x="6254797" y="3076575"/>
                  <a:pt x="6248400" y="3070178"/>
                  <a:pt x="6248400" y="3062288"/>
                </a:cubicBezTo>
                <a:cubicBezTo>
                  <a:pt x="6248400" y="3054397"/>
                  <a:pt x="6254797" y="3048000"/>
                  <a:pt x="6262688" y="3048000"/>
                </a:cubicBezTo>
                <a:cubicBezTo>
                  <a:pt x="6270578" y="3048000"/>
                  <a:pt x="6276975" y="3054397"/>
                  <a:pt x="6276975" y="3062288"/>
                </a:cubicBezTo>
                <a:close/>
                <a:moveTo>
                  <a:pt x="6276975" y="3214688"/>
                </a:moveTo>
                <a:cubicBezTo>
                  <a:pt x="6276975" y="3222578"/>
                  <a:pt x="6270578" y="3228975"/>
                  <a:pt x="6262688" y="3228975"/>
                </a:cubicBezTo>
                <a:cubicBezTo>
                  <a:pt x="6254797" y="3228975"/>
                  <a:pt x="6248400" y="3222578"/>
                  <a:pt x="6248400" y="3214688"/>
                </a:cubicBezTo>
                <a:cubicBezTo>
                  <a:pt x="6248400" y="3206797"/>
                  <a:pt x="6254797" y="3200400"/>
                  <a:pt x="6262688" y="3200400"/>
                </a:cubicBezTo>
                <a:cubicBezTo>
                  <a:pt x="6270578" y="3200400"/>
                  <a:pt x="6276975" y="3206797"/>
                  <a:pt x="6276975" y="3214688"/>
                </a:cubicBezTo>
                <a:close/>
                <a:moveTo>
                  <a:pt x="6276975" y="3367088"/>
                </a:moveTo>
                <a:cubicBezTo>
                  <a:pt x="6276975" y="3374978"/>
                  <a:pt x="6270578" y="3381375"/>
                  <a:pt x="6262688" y="3381375"/>
                </a:cubicBezTo>
                <a:cubicBezTo>
                  <a:pt x="6254797" y="3381375"/>
                  <a:pt x="6248400" y="3374978"/>
                  <a:pt x="6248400" y="3367088"/>
                </a:cubicBezTo>
                <a:cubicBezTo>
                  <a:pt x="6248400" y="3359197"/>
                  <a:pt x="6254797" y="3352800"/>
                  <a:pt x="6262688" y="3352800"/>
                </a:cubicBezTo>
                <a:cubicBezTo>
                  <a:pt x="6270578" y="3352800"/>
                  <a:pt x="6276975" y="3359197"/>
                  <a:pt x="6276975" y="3367088"/>
                </a:cubicBezTo>
                <a:close/>
                <a:moveTo>
                  <a:pt x="6276975" y="3519488"/>
                </a:moveTo>
                <a:cubicBezTo>
                  <a:pt x="6276975" y="3527378"/>
                  <a:pt x="6270578" y="3533775"/>
                  <a:pt x="6262688" y="3533775"/>
                </a:cubicBezTo>
                <a:cubicBezTo>
                  <a:pt x="6254797" y="3533775"/>
                  <a:pt x="6248400" y="3527378"/>
                  <a:pt x="6248400" y="3519488"/>
                </a:cubicBezTo>
                <a:cubicBezTo>
                  <a:pt x="6248400" y="3511597"/>
                  <a:pt x="6254797" y="3505200"/>
                  <a:pt x="6262688" y="3505200"/>
                </a:cubicBezTo>
                <a:cubicBezTo>
                  <a:pt x="6270578" y="3505200"/>
                  <a:pt x="6276975" y="3511597"/>
                  <a:pt x="6276975" y="3519488"/>
                </a:cubicBezTo>
                <a:close/>
                <a:moveTo>
                  <a:pt x="6276975" y="3671888"/>
                </a:moveTo>
                <a:cubicBezTo>
                  <a:pt x="6276975" y="3679778"/>
                  <a:pt x="6270578" y="3686175"/>
                  <a:pt x="6262688" y="3686175"/>
                </a:cubicBezTo>
                <a:cubicBezTo>
                  <a:pt x="6254797" y="3686175"/>
                  <a:pt x="6248400" y="3679778"/>
                  <a:pt x="6248400" y="3671888"/>
                </a:cubicBezTo>
                <a:cubicBezTo>
                  <a:pt x="6248400" y="3663997"/>
                  <a:pt x="6254797" y="3657600"/>
                  <a:pt x="6262688" y="3657600"/>
                </a:cubicBezTo>
                <a:cubicBezTo>
                  <a:pt x="6270578" y="3657600"/>
                  <a:pt x="6276975" y="3663997"/>
                  <a:pt x="6276975" y="3671888"/>
                </a:cubicBezTo>
                <a:close/>
                <a:moveTo>
                  <a:pt x="6276975" y="3824288"/>
                </a:moveTo>
                <a:cubicBezTo>
                  <a:pt x="6276975" y="3832178"/>
                  <a:pt x="6270578" y="3838575"/>
                  <a:pt x="6262688" y="3838575"/>
                </a:cubicBezTo>
                <a:cubicBezTo>
                  <a:pt x="6254797" y="3838575"/>
                  <a:pt x="6248400" y="3832178"/>
                  <a:pt x="6248400" y="3824288"/>
                </a:cubicBezTo>
                <a:cubicBezTo>
                  <a:pt x="6248400" y="3816397"/>
                  <a:pt x="6254797" y="3810000"/>
                  <a:pt x="6262688" y="3810000"/>
                </a:cubicBezTo>
                <a:cubicBezTo>
                  <a:pt x="6270578" y="3810000"/>
                  <a:pt x="6276975" y="3816397"/>
                  <a:pt x="6276975" y="3824288"/>
                </a:cubicBezTo>
                <a:close/>
                <a:moveTo>
                  <a:pt x="6276975" y="3976688"/>
                </a:moveTo>
                <a:cubicBezTo>
                  <a:pt x="6276975" y="3984578"/>
                  <a:pt x="6270578" y="3990975"/>
                  <a:pt x="6262688" y="3990975"/>
                </a:cubicBezTo>
                <a:cubicBezTo>
                  <a:pt x="6254797" y="3990975"/>
                  <a:pt x="6248400" y="3984578"/>
                  <a:pt x="6248400" y="3976688"/>
                </a:cubicBezTo>
                <a:cubicBezTo>
                  <a:pt x="6248400" y="3968797"/>
                  <a:pt x="6254797" y="3962400"/>
                  <a:pt x="6262688" y="3962400"/>
                </a:cubicBezTo>
                <a:cubicBezTo>
                  <a:pt x="6270578" y="3962400"/>
                  <a:pt x="6276975" y="3968797"/>
                  <a:pt x="6276975" y="3976688"/>
                </a:cubicBezTo>
                <a:close/>
                <a:moveTo>
                  <a:pt x="6276975" y="4129088"/>
                </a:moveTo>
                <a:cubicBezTo>
                  <a:pt x="6276975" y="4136978"/>
                  <a:pt x="6270578" y="4143375"/>
                  <a:pt x="6262688" y="4143375"/>
                </a:cubicBezTo>
                <a:cubicBezTo>
                  <a:pt x="6254797" y="4143375"/>
                  <a:pt x="6248400" y="4136978"/>
                  <a:pt x="6248400" y="4129088"/>
                </a:cubicBezTo>
                <a:cubicBezTo>
                  <a:pt x="6248400" y="4121197"/>
                  <a:pt x="6254797" y="4114800"/>
                  <a:pt x="6262688" y="4114800"/>
                </a:cubicBezTo>
                <a:cubicBezTo>
                  <a:pt x="6270578" y="4114800"/>
                  <a:pt x="6276975" y="4121197"/>
                  <a:pt x="6276975" y="4129088"/>
                </a:cubicBezTo>
                <a:close/>
                <a:moveTo>
                  <a:pt x="6276975" y="4281488"/>
                </a:moveTo>
                <a:cubicBezTo>
                  <a:pt x="6276975" y="4289378"/>
                  <a:pt x="6270578" y="4295775"/>
                  <a:pt x="6262688" y="4295775"/>
                </a:cubicBezTo>
                <a:cubicBezTo>
                  <a:pt x="6254797" y="4295775"/>
                  <a:pt x="6248400" y="4289378"/>
                  <a:pt x="6248400" y="4281488"/>
                </a:cubicBezTo>
                <a:cubicBezTo>
                  <a:pt x="6248400" y="4273597"/>
                  <a:pt x="6254797" y="4267200"/>
                  <a:pt x="6262688" y="4267200"/>
                </a:cubicBezTo>
                <a:cubicBezTo>
                  <a:pt x="6270578" y="4267200"/>
                  <a:pt x="6276975" y="4273597"/>
                  <a:pt x="6276975" y="4281488"/>
                </a:cubicBezTo>
                <a:close/>
                <a:moveTo>
                  <a:pt x="6276975" y="4433888"/>
                </a:moveTo>
                <a:cubicBezTo>
                  <a:pt x="6276975" y="4441778"/>
                  <a:pt x="6270578" y="4448175"/>
                  <a:pt x="6262688" y="4448175"/>
                </a:cubicBezTo>
                <a:cubicBezTo>
                  <a:pt x="6254797" y="4448175"/>
                  <a:pt x="6248400" y="4441778"/>
                  <a:pt x="6248400" y="4433888"/>
                </a:cubicBezTo>
                <a:cubicBezTo>
                  <a:pt x="6248400" y="4425997"/>
                  <a:pt x="6254797" y="4419600"/>
                  <a:pt x="6262688" y="4419600"/>
                </a:cubicBezTo>
                <a:cubicBezTo>
                  <a:pt x="6270578" y="4419600"/>
                  <a:pt x="6276975" y="4425997"/>
                  <a:pt x="6276975" y="4433888"/>
                </a:cubicBezTo>
                <a:close/>
                <a:moveTo>
                  <a:pt x="6276975" y="4586288"/>
                </a:moveTo>
                <a:cubicBezTo>
                  <a:pt x="6276975" y="4594178"/>
                  <a:pt x="6270578" y="4600575"/>
                  <a:pt x="6262688" y="4600575"/>
                </a:cubicBezTo>
                <a:cubicBezTo>
                  <a:pt x="6254797" y="4600575"/>
                  <a:pt x="6248400" y="4594178"/>
                  <a:pt x="6248400" y="4586288"/>
                </a:cubicBezTo>
                <a:cubicBezTo>
                  <a:pt x="6248400" y="4578397"/>
                  <a:pt x="6254797" y="4572000"/>
                  <a:pt x="6262688" y="4572000"/>
                </a:cubicBezTo>
                <a:cubicBezTo>
                  <a:pt x="6270578" y="4572000"/>
                  <a:pt x="6276975" y="4578397"/>
                  <a:pt x="6276975" y="4586288"/>
                </a:cubicBezTo>
                <a:close/>
                <a:moveTo>
                  <a:pt x="6276975" y="4738688"/>
                </a:moveTo>
                <a:cubicBezTo>
                  <a:pt x="6276975" y="4746578"/>
                  <a:pt x="6270578" y="4752975"/>
                  <a:pt x="6262688" y="4752975"/>
                </a:cubicBezTo>
                <a:cubicBezTo>
                  <a:pt x="6254797" y="4752975"/>
                  <a:pt x="6248400" y="4746578"/>
                  <a:pt x="6248400" y="4738688"/>
                </a:cubicBezTo>
                <a:cubicBezTo>
                  <a:pt x="6248400" y="4730797"/>
                  <a:pt x="6254797" y="4724400"/>
                  <a:pt x="6262688" y="4724400"/>
                </a:cubicBezTo>
                <a:cubicBezTo>
                  <a:pt x="6270578" y="4724400"/>
                  <a:pt x="6276975" y="4730797"/>
                  <a:pt x="6276975" y="4738688"/>
                </a:cubicBezTo>
                <a:close/>
                <a:moveTo>
                  <a:pt x="6429375" y="14288"/>
                </a:moveTo>
                <a:cubicBezTo>
                  <a:pt x="6429375" y="22178"/>
                  <a:pt x="6422978" y="28575"/>
                  <a:pt x="6415088" y="28575"/>
                </a:cubicBezTo>
                <a:cubicBezTo>
                  <a:pt x="6407197" y="28575"/>
                  <a:pt x="6400800" y="22178"/>
                  <a:pt x="6400800" y="14288"/>
                </a:cubicBezTo>
                <a:cubicBezTo>
                  <a:pt x="6400800" y="6397"/>
                  <a:pt x="6407197" y="0"/>
                  <a:pt x="6415088" y="0"/>
                </a:cubicBezTo>
                <a:cubicBezTo>
                  <a:pt x="6422978" y="0"/>
                  <a:pt x="6429375" y="6397"/>
                  <a:pt x="6429375" y="14288"/>
                </a:cubicBezTo>
                <a:close/>
                <a:moveTo>
                  <a:pt x="6429375" y="166688"/>
                </a:moveTo>
                <a:cubicBezTo>
                  <a:pt x="6429375" y="174578"/>
                  <a:pt x="6422978" y="180975"/>
                  <a:pt x="6415088" y="180975"/>
                </a:cubicBezTo>
                <a:cubicBezTo>
                  <a:pt x="6407197" y="180975"/>
                  <a:pt x="6400800" y="174578"/>
                  <a:pt x="6400800" y="166688"/>
                </a:cubicBezTo>
                <a:cubicBezTo>
                  <a:pt x="6400800" y="158797"/>
                  <a:pt x="6407197" y="152400"/>
                  <a:pt x="6415088" y="152400"/>
                </a:cubicBezTo>
                <a:cubicBezTo>
                  <a:pt x="6422978" y="152400"/>
                  <a:pt x="6429375" y="158797"/>
                  <a:pt x="6429375" y="166688"/>
                </a:cubicBezTo>
                <a:close/>
                <a:moveTo>
                  <a:pt x="6429375" y="319088"/>
                </a:moveTo>
                <a:cubicBezTo>
                  <a:pt x="6429375" y="326978"/>
                  <a:pt x="6422978" y="333375"/>
                  <a:pt x="6415088" y="333375"/>
                </a:cubicBezTo>
                <a:cubicBezTo>
                  <a:pt x="6407197" y="333375"/>
                  <a:pt x="6400800" y="326978"/>
                  <a:pt x="6400800" y="319088"/>
                </a:cubicBezTo>
                <a:cubicBezTo>
                  <a:pt x="6400800" y="311197"/>
                  <a:pt x="6407197" y="304800"/>
                  <a:pt x="6415088" y="304800"/>
                </a:cubicBezTo>
                <a:cubicBezTo>
                  <a:pt x="6422978" y="304800"/>
                  <a:pt x="6429375" y="311197"/>
                  <a:pt x="6429375" y="319088"/>
                </a:cubicBezTo>
                <a:close/>
                <a:moveTo>
                  <a:pt x="6429375" y="471488"/>
                </a:moveTo>
                <a:cubicBezTo>
                  <a:pt x="6429375" y="479378"/>
                  <a:pt x="6422978" y="485775"/>
                  <a:pt x="6415088" y="485775"/>
                </a:cubicBezTo>
                <a:cubicBezTo>
                  <a:pt x="6407197" y="485775"/>
                  <a:pt x="6400800" y="479378"/>
                  <a:pt x="6400800" y="471488"/>
                </a:cubicBezTo>
                <a:cubicBezTo>
                  <a:pt x="6400800" y="463597"/>
                  <a:pt x="6407197" y="457200"/>
                  <a:pt x="6415088" y="457200"/>
                </a:cubicBezTo>
                <a:cubicBezTo>
                  <a:pt x="6422978" y="457200"/>
                  <a:pt x="6429375" y="463597"/>
                  <a:pt x="6429375" y="471488"/>
                </a:cubicBezTo>
                <a:close/>
                <a:moveTo>
                  <a:pt x="6429375" y="623888"/>
                </a:moveTo>
                <a:cubicBezTo>
                  <a:pt x="6429375" y="631778"/>
                  <a:pt x="6422978" y="638175"/>
                  <a:pt x="6415088" y="638175"/>
                </a:cubicBezTo>
                <a:cubicBezTo>
                  <a:pt x="6407197" y="638175"/>
                  <a:pt x="6400800" y="631778"/>
                  <a:pt x="6400800" y="623888"/>
                </a:cubicBezTo>
                <a:cubicBezTo>
                  <a:pt x="6400800" y="615997"/>
                  <a:pt x="6407197" y="609600"/>
                  <a:pt x="6415088" y="609600"/>
                </a:cubicBezTo>
                <a:cubicBezTo>
                  <a:pt x="6422978" y="609600"/>
                  <a:pt x="6429375" y="615997"/>
                  <a:pt x="6429375" y="623888"/>
                </a:cubicBezTo>
                <a:close/>
                <a:moveTo>
                  <a:pt x="6429375" y="776288"/>
                </a:moveTo>
                <a:cubicBezTo>
                  <a:pt x="6429375" y="784178"/>
                  <a:pt x="6422978" y="790575"/>
                  <a:pt x="6415088" y="790575"/>
                </a:cubicBezTo>
                <a:cubicBezTo>
                  <a:pt x="6407197" y="790575"/>
                  <a:pt x="6400800" y="784178"/>
                  <a:pt x="6400800" y="776288"/>
                </a:cubicBezTo>
                <a:cubicBezTo>
                  <a:pt x="6400800" y="768397"/>
                  <a:pt x="6407197" y="762000"/>
                  <a:pt x="6415088" y="762000"/>
                </a:cubicBezTo>
                <a:cubicBezTo>
                  <a:pt x="6422978" y="762000"/>
                  <a:pt x="6429375" y="768397"/>
                  <a:pt x="6429375" y="776288"/>
                </a:cubicBezTo>
                <a:close/>
                <a:moveTo>
                  <a:pt x="6429375" y="928688"/>
                </a:moveTo>
                <a:cubicBezTo>
                  <a:pt x="6429375" y="936578"/>
                  <a:pt x="6422978" y="942975"/>
                  <a:pt x="6415088" y="942975"/>
                </a:cubicBezTo>
                <a:cubicBezTo>
                  <a:pt x="6407197" y="942975"/>
                  <a:pt x="6400800" y="936578"/>
                  <a:pt x="6400800" y="928688"/>
                </a:cubicBezTo>
                <a:cubicBezTo>
                  <a:pt x="6400800" y="920797"/>
                  <a:pt x="6407197" y="914400"/>
                  <a:pt x="6415088" y="914400"/>
                </a:cubicBezTo>
                <a:cubicBezTo>
                  <a:pt x="6422978" y="914400"/>
                  <a:pt x="6429375" y="920797"/>
                  <a:pt x="6429375" y="928688"/>
                </a:cubicBezTo>
                <a:close/>
                <a:moveTo>
                  <a:pt x="6429375" y="1081088"/>
                </a:moveTo>
                <a:cubicBezTo>
                  <a:pt x="6429375" y="1088978"/>
                  <a:pt x="6422978" y="1095375"/>
                  <a:pt x="6415088" y="1095375"/>
                </a:cubicBezTo>
                <a:cubicBezTo>
                  <a:pt x="6407197" y="1095375"/>
                  <a:pt x="6400800" y="1088978"/>
                  <a:pt x="6400800" y="1081088"/>
                </a:cubicBezTo>
                <a:cubicBezTo>
                  <a:pt x="6400800" y="1073197"/>
                  <a:pt x="6407197" y="1066800"/>
                  <a:pt x="6415088" y="1066800"/>
                </a:cubicBezTo>
                <a:cubicBezTo>
                  <a:pt x="6422978" y="1066800"/>
                  <a:pt x="6429375" y="1073197"/>
                  <a:pt x="6429375" y="1081088"/>
                </a:cubicBezTo>
                <a:close/>
                <a:moveTo>
                  <a:pt x="6429375" y="1233488"/>
                </a:moveTo>
                <a:cubicBezTo>
                  <a:pt x="6429375" y="1241378"/>
                  <a:pt x="6422978" y="1247775"/>
                  <a:pt x="6415088" y="1247775"/>
                </a:cubicBezTo>
                <a:cubicBezTo>
                  <a:pt x="6407197" y="1247775"/>
                  <a:pt x="6400800" y="1241378"/>
                  <a:pt x="6400800" y="1233488"/>
                </a:cubicBezTo>
                <a:cubicBezTo>
                  <a:pt x="6400800" y="1225597"/>
                  <a:pt x="6407197" y="1219200"/>
                  <a:pt x="6415088" y="1219200"/>
                </a:cubicBezTo>
                <a:cubicBezTo>
                  <a:pt x="6422978" y="1219200"/>
                  <a:pt x="6429375" y="1225597"/>
                  <a:pt x="6429375" y="1233488"/>
                </a:cubicBezTo>
                <a:close/>
                <a:moveTo>
                  <a:pt x="6429375" y="1385888"/>
                </a:moveTo>
                <a:cubicBezTo>
                  <a:pt x="6429375" y="1393778"/>
                  <a:pt x="6422978" y="1400175"/>
                  <a:pt x="6415088" y="1400175"/>
                </a:cubicBezTo>
                <a:cubicBezTo>
                  <a:pt x="6407197" y="1400175"/>
                  <a:pt x="6400800" y="1393778"/>
                  <a:pt x="6400800" y="1385888"/>
                </a:cubicBezTo>
                <a:cubicBezTo>
                  <a:pt x="6400800" y="1377997"/>
                  <a:pt x="6407197" y="1371600"/>
                  <a:pt x="6415088" y="1371600"/>
                </a:cubicBezTo>
                <a:cubicBezTo>
                  <a:pt x="6422978" y="1371600"/>
                  <a:pt x="6429375" y="1377997"/>
                  <a:pt x="6429375" y="1385888"/>
                </a:cubicBezTo>
                <a:close/>
                <a:moveTo>
                  <a:pt x="6429375" y="1538288"/>
                </a:moveTo>
                <a:cubicBezTo>
                  <a:pt x="6429375" y="1546178"/>
                  <a:pt x="6422978" y="1552575"/>
                  <a:pt x="6415088" y="1552575"/>
                </a:cubicBezTo>
                <a:cubicBezTo>
                  <a:pt x="6407197" y="1552575"/>
                  <a:pt x="6400800" y="1546178"/>
                  <a:pt x="6400800" y="1538288"/>
                </a:cubicBezTo>
                <a:cubicBezTo>
                  <a:pt x="6400800" y="1530397"/>
                  <a:pt x="6407197" y="1524000"/>
                  <a:pt x="6415088" y="1524000"/>
                </a:cubicBezTo>
                <a:cubicBezTo>
                  <a:pt x="6422978" y="1524000"/>
                  <a:pt x="6429375" y="1530397"/>
                  <a:pt x="6429375" y="1538288"/>
                </a:cubicBezTo>
                <a:close/>
                <a:moveTo>
                  <a:pt x="6429375" y="1690688"/>
                </a:moveTo>
                <a:cubicBezTo>
                  <a:pt x="6429375" y="1698578"/>
                  <a:pt x="6422978" y="1704975"/>
                  <a:pt x="6415088" y="1704975"/>
                </a:cubicBezTo>
                <a:cubicBezTo>
                  <a:pt x="6407197" y="1704975"/>
                  <a:pt x="6400800" y="1698578"/>
                  <a:pt x="6400800" y="1690688"/>
                </a:cubicBezTo>
                <a:cubicBezTo>
                  <a:pt x="6400800" y="1682797"/>
                  <a:pt x="6407197" y="1676400"/>
                  <a:pt x="6415088" y="1676400"/>
                </a:cubicBezTo>
                <a:cubicBezTo>
                  <a:pt x="6422978" y="1676400"/>
                  <a:pt x="6429375" y="1682797"/>
                  <a:pt x="6429375" y="1690688"/>
                </a:cubicBezTo>
                <a:close/>
                <a:moveTo>
                  <a:pt x="6429375" y="1843088"/>
                </a:moveTo>
                <a:cubicBezTo>
                  <a:pt x="6429375" y="1850978"/>
                  <a:pt x="6422978" y="1857375"/>
                  <a:pt x="6415088" y="1857375"/>
                </a:cubicBezTo>
                <a:cubicBezTo>
                  <a:pt x="6407197" y="1857375"/>
                  <a:pt x="6400800" y="1850978"/>
                  <a:pt x="6400800" y="1843088"/>
                </a:cubicBezTo>
                <a:cubicBezTo>
                  <a:pt x="6400800" y="1835197"/>
                  <a:pt x="6407197" y="1828800"/>
                  <a:pt x="6415088" y="1828800"/>
                </a:cubicBezTo>
                <a:cubicBezTo>
                  <a:pt x="6422978" y="1828800"/>
                  <a:pt x="6429375" y="1835197"/>
                  <a:pt x="6429375" y="1843088"/>
                </a:cubicBezTo>
                <a:close/>
                <a:moveTo>
                  <a:pt x="6429375" y="1995488"/>
                </a:moveTo>
                <a:cubicBezTo>
                  <a:pt x="6429375" y="2003378"/>
                  <a:pt x="6422978" y="2009775"/>
                  <a:pt x="6415088" y="2009775"/>
                </a:cubicBezTo>
                <a:cubicBezTo>
                  <a:pt x="6407197" y="2009775"/>
                  <a:pt x="6400800" y="2003378"/>
                  <a:pt x="6400800" y="1995488"/>
                </a:cubicBezTo>
                <a:cubicBezTo>
                  <a:pt x="6400800" y="1987597"/>
                  <a:pt x="6407197" y="1981200"/>
                  <a:pt x="6415088" y="1981200"/>
                </a:cubicBezTo>
                <a:cubicBezTo>
                  <a:pt x="6422978" y="1981200"/>
                  <a:pt x="6429375" y="1987597"/>
                  <a:pt x="6429375" y="1995488"/>
                </a:cubicBezTo>
                <a:close/>
                <a:moveTo>
                  <a:pt x="6429375" y="2147888"/>
                </a:moveTo>
                <a:cubicBezTo>
                  <a:pt x="6429375" y="2155778"/>
                  <a:pt x="6422978" y="2162175"/>
                  <a:pt x="6415088" y="2162175"/>
                </a:cubicBezTo>
                <a:cubicBezTo>
                  <a:pt x="6407197" y="2162175"/>
                  <a:pt x="6400800" y="2155778"/>
                  <a:pt x="6400800" y="2147888"/>
                </a:cubicBezTo>
                <a:cubicBezTo>
                  <a:pt x="6400800" y="2139997"/>
                  <a:pt x="6407197" y="2133600"/>
                  <a:pt x="6415088" y="2133600"/>
                </a:cubicBezTo>
                <a:cubicBezTo>
                  <a:pt x="6422978" y="2133600"/>
                  <a:pt x="6429375" y="2139997"/>
                  <a:pt x="6429375" y="2147888"/>
                </a:cubicBezTo>
                <a:close/>
                <a:moveTo>
                  <a:pt x="6429375" y="2300288"/>
                </a:moveTo>
                <a:cubicBezTo>
                  <a:pt x="6429375" y="2308178"/>
                  <a:pt x="6422978" y="2314575"/>
                  <a:pt x="6415088" y="2314575"/>
                </a:cubicBezTo>
                <a:cubicBezTo>
                  <a:pt x="6407197" y="2314575"/>
                  <a:pt x="6400800" y="2308178"/>
                  <a:pt x="6400800" y="2300288"/>
                </a:cubicBezTo>
                <a:cubicBezTo>
                  <a:pt x="6400800" y="2292397"/>
                  <a:pt x="6407197" y="2286000"/>
                  <a:pt x="6415088" y="2286000"/>
                </a:cubicBezTo>
                <a:cubicBezTo>
                  <a:pt x="6422978" y="2286000"/>
                  <a:pt x="6429375" y="2292397"/>
                  <a:pt x="6429375" y="2300288"/>
                </a:cubicBezTo>
                <a:close/>
                <a:moveTo>
                  <a:pt x="6429375" y="2452688"/>
                </a:moveTo>
                <a:cubicBezTo>
                  <a:pt x="6429375" y="2460578"/>
                  <a:pt x="6422978" y="2466975"/>
                  <a:pt x="6415088" y="2466975"/>
                </a:cubicBezTo>
                <a:cubicBezTo>
                  <a:pt x="6407197" y="2466975"/>
                  <a:pt x="6400800" y="2460578"/>
                  <a:pt x="6400800" y="2452688"/>
                </a:cubicBezTo>
                <a:cubicBezTo>
                  <a:pt x="6400800" y="2444797"/>
                  <a:pt x="6407197" y="2438400"/>
                  <a:pt x="6415088" y="2438400"/>
                </a:cubicBezTo>
                <a:cubicBezTo>
                  <a:pt x="6422978" y="2438400"/>
                  <a:pt x="6429375" y="2444797"/>
                  <a:pt x="6429375" y="2452688"/>
                </a:cubicBezTo>
                <a:close/>
                <a:moveTo>
                  <a:pt x="6429375" y="2605088"/>
                </a:moveTo>
                <a:cubicBezTo>
                  <a:pt x="6429375" y="2612978"/>
                  <a:pt x="6422978" y="2619375"/>
                  <a:pt x="6415088" y="2619375"/>
                </a:cubicBezTo>
                <a:cubicBezTo>
                  <a:pt x="6407197" y="2619375"/>
                  <a:pt x="6400800" y="2612978"/>
                  <a:pt x="6400800" y="2605088"/>
                </a:cubicBezTo>
                <a:cubicBezTo>
                  <a:pt x="6400800" y="2597197"/>
                  <a:pt x="6407197" y="2590800"/>
                  <a:pt x="6415088" y="2590800"/>
                </a:cubicBezTo>
                <a:cubicBezTo>
                  <a:pt x="6422978" y="2590800"/>
                  <a:pt x="6429375" y="2597197"/>
                  <a:pt x="6429375" y="2605088"/>
                </a:cubicBezTo>
                <a:close/>
                <a:moveTo>
                  <a:pt x="6429375" y="2757488"/>
                </a:moveTo>
                <a:cubicBezTo>
                  <a:pt x="6429375" y="2765378"/>
                  <a:pt x="6422978" y="2771775"/>
                  <a:pt x="6415088" y="2771775"/>
                </a:cubicBezTo>
                <a:cubicBezTo>
                  <a:pt x="6407197" y="2771775"/>
                  <a:pt x="6400800" y="2765378"/>
                  <a:pt x="6400800" y="2757488"/>
                </a:cubicBezTo>
                <a:cubicBezTo>
                  <a:pt x="6400800" y="2749597"/>
                  <a:pt x="6407197" y="2743200"/>
                  <a:pt x="6415088" y="2743200"/>
                </a:cubicBezTo>
                <a:cubicBezTo>
                  <a:pt x="6422978" y="2743200"/>
                  <a:pt x="6429375" y="2749597"/>
                  <a:pt x="6429375" y="2757488"/>
                </a:cubicBezTo>
                <a:close/>
                <a:moveTo>
                  <a:pt x="6429375" y="2909888"/>
                </a:moveTo>
                <a:cubicBezTo>
                  <a:pt x="6429375" y="2917778"/>
                  <a:pt x="6422978" y="2924175"/>
                  <a:pt x="6415088" y="2924175"/>
                </a:cubicBezTo>
                <a:cubicBezTo>
                  <a:pt x="6407197" y="2924175"/>
                  <a:pt x="6400800" y="2917778"/>
                  <a:pt x="6400800" y="2909888"/>
                </a:cubicBezTo>
                <a:cubicBezTo>
                  <a:pt x="6400800" y="2901997"/>
                  <a:pt x="6407197" y="2895600"/>
                  <a:pt x="6415088" y="2895600"/>
                </a:cubicBezTo>
                <a:cubicBezTo>
                  <a:pt x="6422978" y="2895600"/>
                  <a:pt x="6429375" y="2901997"/>
                  <a:pt x="6429375" y="2909888"/>
                </a:cubicBezTo>
                <a:close/>
                <a:moveTo>
                  <a:pt x="6429375" y="3062288"/>
                </a:moveTo>
                <a:cubicBezTo>
                  <a:pt x="6429375" y="3070178"/>
                  <a:pt x="6422978" y="3076575"/>
                  <a:pt x="6415088" y="3076575"/>
                </a:cubicBezTo>
                <a:cubicBezTo>
                  <a:pt x="6407197" y="3076575"/>
                  <a:pt x="6400800" y="3070178"/>
                  <a:pt x="6400800" y="3062288"/>
                </a:cubicBezTo>
                <a:cubicBezTo>
                  <a:pt x="6400800" y="3054397"/>
                  <a:pt x="6407197" y="3048000"/>
                  <a:pt x="6415088" y="3048000"/>
                </a:cubicBezTo>
                <a:cubicBezTo>
                  <a:pt x="6422978" y="3048000"/>
                  <a:pt x="6429375" y="3054397"/>
                  <a:pt x="6429375" y="3062288"/>
                </a:cubicBezTo>
                <a:close/>
                <a:moveTo>
                  <a:pt x="6429375" y="3214688"/>
                </a:moveTo>
                <a:cubicBezTo>
                  <a:pt x="6429375" y="3222578"/>
                  <a:pt x="6422978" y="3228975"/>
                  <a:pt x="6415088" y="3228975"/>
                </a:cubicBezTo>
                <a:cubicBezTo>
                  <a:pt x="6407197" y="3228975"/>
                  <a:pt x="6400800" y="3222578"/>
                  <a:pt x="6400800" y="3214688"/>
                </a:cubicBezTo>
                <a:cubicBezTo>
                  <a:pt x="6400800" y="3206797"/>
                  <a:pt x="6407197" y="3200400"/>
                  <a:pt x="6415088" y="3200400"/>
                </a:cubicBezTo>
                <a:cubicBezTo>
                  <a:pt x="6422978" y="3200400"/>
                  <a:pt x="6429375" y="3206797"/>
                  <a:pt x="6429375" y="3214688"/>
                </a:cubicBezTo>
                <a:close/>
                <a:moveTo>
                  <a:pt x="6429375" y="3367088"/>
                </a:moveTo>
                <a:cubicBezTo>
                  <a:pt x="6429375" y="3374978"/>
                  <a:pt x="6422978" y="3381375"/>
                  <a:pt x="6415088" y="3381375"/>
                </a:cubicBezTo>
                <a:cubicBezTo>
                  <a:pt x="6407197" y="3381375"/>
                  <a:pt x="6400800" y="3374978"/>
                  <a:pt x="6400800" y="3367088"/>
                </a:cubicBezTo>
                <a:cubicBezTo>
                  <a:pt x="6400800" y="3359197"/>
                  <a:pt x="6407197" y="3352800"/>
                  <a:pt x="6415088" y="3352800"/>
                </a:cubicBezTo>
                <a:cubicBezTo>
                  <a:pt x="6422978" y="3352800"/>
                  <a:pt x="6429375" y="3359197"/>
                  <a:pt x="6429375" y="3367088"/>
                </a:cubicBezTo>
                <a:close/>
                <a:moveTo>
                  <a:pt x="6429375" y="3519488"/>
                </a:moveTo>
                <a:cubicBezTo>
                  <a:pt x="6429375" y="3527378"/>
                  <a:pt x="6422978" y="3533775"/>
                  <a:pt x="6415088" y="3533775"/>
                </a:cubicBezTo>
                <a:cubicBezTo>
                  <a:pt x="6407197" y="3533775"/>
                  <a:pt x="6400800" y="3527378"/>
                  <a:pt x="6400800" y="3519488"/>
                </a:cubicBezTo>
                <a:cubicBezTo>
                  <a:pt x="6400800" y="3511597"/>
                  <a:pt x="6407197" y="3505200"/>
                  <a:pt x="6415088" y="3505200"/>
                </a:cubicBezTo>
                <a:cubicBezTo>
                  <a:pt x="6422978" y="3505200"/>
                  <a:pt x="6429375" y="3511597"/>
                  <a:pt x="6429375" y="3519488"/>
                </a:cubicBezTo>
                <a:close/>
                <a:moveTo>
                  <a:pt x="6429375" y="3671888"/>
                </a:moveTo>
                <a:cubicBezTo>
                  <a:pt x="6429375" y="3679778"/>
                  <a:pt x="6422978" y="3686175"/>
                  <a:pt x="6415088" y="3686175"/>
                </a:cubicBezTo>
                <a:cubicBezTo>
                  <a:pt x="6407197" y="3686175"/>
                  <a:pt x="6400800" y="3679778"/>
                  <a:pt x="6400800" y="3671888"/>
                </a:cubicBezTo>
                <a:cubicBezTo>
                  <a:pt x="6400800" y="3663997"/>
                  <a:pt x="6407197" y="3657600"/>
                  <a:pt x="6415088" y="3657600"/>
                </a:cubicBezTo>
                <a:cubicBezTo>
                  <a:pt x="6422978" y="3657600"/>
                  <a:pt x="6429375" y="3663997"/>
                  <a:pt x="6429375" y="3671888"/>
                </a:cubicBezTo>
                <a:close/>
                <a:moveTo>
                  <a:pt x="6429375" y="3824288"/>
                </a:moveTo>
                <a:cubicBezTo>
                  <a:pt x="6429375" y="3832178"/>
                  <a:pt x="6422978" y="3838575"/>
                  <a:pt x="6415088" y="3838575"/>
                </a:cubicBezTo>
                <a:cubicBezTo>
                  <a:pt x="6407197" y="3838575"/>
                  <a:pt x="6400800" y="3832178"/>
                  <a:pt x="6400800" y="3824288"/>
                </a:cubicBezTo>
                <a:cubicBezTo>
                  <a:pt x="6400800" y="3816397"/>
                  <a:pt x="6407197" y="3810000"/>
                  <a:pt x="6415088" y="3810000"/>
                </a:cubicBezTo>
                <a:cubicBezTo>
                  <a:pt x="6422978" y="3810000"/>
                  <a:pt x="6429375" y="3816397"/>
                  <a:pt x="6429375" y="3824288"/>
                </a:cubicBezTo>
                <a:close/>
                <a:moveTo>
                  <a:pt x="6429375" y="3976688"/>
                </a:moveTo>
                <a:cubicBezTo>
                  <a:pt x="6429375" y="3984578"/>
                  <a:pt x="6422978" y="3990975"/>
                  <a:pt x="6415088" y="3990975"/>
                </a:cubicBezTo>
                <a:cubicBezTo>
                  <a:pt x="6407197" y="3990975"/>
                  <a:pt x="6400800" y="3984578"/>
                  <a:pt x="6400800" y="3976688"/>
                </a:cubicBezTo>
                <a:cubicBezTo>
                  <a:pt x="6400800" y="3968797"/>
                  <a:pt x="6407197" y="3962400"/>
                  <a:pt x="6415088" y="3962400"/>
                </a:cubicBezTo>
                <a:cubicBezTo>
                  <a:pt x="6422978" y="3962400"/>
                  <a:pt x="6429375" y="3968797"/>
                  <a:pt x="6429375" y="3976688"/>
                </a:cubicBezTo>
                <a:close/>
                <a:moveTo>
                  <a:pt x="6429375" y="4129088"/>
                </a:moveTo>
                <a:cubicBezTo>
                  <a:pt x="6429375" y="4136978"/>
                  <a:pt x="6422978" y="4143375"/>
                  <a:pt x="6415088" y="4143375"/>
                </a:cubicBezTo>
                <a:cubicBezTo>
                  <a:pt x="6407197" y="4143375"/>
                  <a:pt x="6400800" y="4136978"/>
                  <a:pt x="6400800" y="4129088"/>
                </a:cubicBezTo>
                <a:cubicBezTo>
                  <a:pt x="6400800" y="4121197"/>
                  <a:pt x="6407197" y="4114800"/>
                  <a:pt x="6415088" y="4114800"/>
                </a:cubicBezTo>
                <a:cubicBezTo>
                  <a:pt x="6422978" y="4114800"/>
                  <a:pt x="6429375" y="4121197"/>
                  <a:pt x="6429375" y="4129088"/>
                </a:cubicBezTo>
                <a:close/>
                <a:moveTo>
                  <a:pt x="6429375" y="4281488"/>
                </a:moveTo>
                <a:cubicBezTo>
                  <a:pt x="6429375" y="4289378"/>
                  <a:pt x="6422978" y="4295775"/>
                  <a:pt x="6415088" y="4295775"/>
                </a:cubicBezTo>
                <a:cubicBezTo>
                  <a:pt x="6407197" y="4295775"/>
                  <a:pt x="6400800" y="4289378"/>
                  <a:pt x="6400800" y="4281488"/>
                </a:cubicBezTo>
                <a:cubicBezTo>
                  <a:pt x="6400800" y="4273597"/>
                  <a:pt x="6407197" y="4267200"/>
                  <a:pt x="6415088" y="4267200"/>
                </a:cubicBezTo>
                <a:cubicBezTo>
                  <a:pt x="6422978" y="4267200"/>
                  <a:pt x="6429375" y="4273597"/>
                  <a:pt x="6429375" y="4281488"/>
                </a:cubicBezTo>
                <a:close/>
                <a:moveTo>
                  <a:pt x="6429375" y="4433888"/>
                </a:moveTo>
                <a:cubicBezTo>
                  <a:pt x="6429375" y="4441778"/>
                  <a:pt x="6422978" y="4448175"/>
                  <a:pt x="6415088" y="4448175"/>
                </a:cubicBezTo>
                <a:cubicBezTo>
                  <a:pt x="6407197" y="4448175"/>
                  <a:pt x="6400800" y="4441778"/>
                  <a:pt x="6400800" y="4433888"/>
                </a:cubicBezTo>
                <a:cubicBezTo>
                  <a:pt x="6400800" y="4425997"/>
                  <a:pt x="6407197" y="4419600"/>
                  <a:pt x="6415088" y="4419600"/>
                </a:cubicBezTo>
                <a:cubicBezTo>
                  <a:pt x="6422978" y="4419600"/>
                  <a:pt x="6429375" y="4425997"/>
                  <a:pt x="6429375" y="4433888"/>
                </a:cubicBezTo>
                <a:close/>
                <a:moveTo>
                  <a:pt x="6429375" y="4586288"/>
                </a:moveTo>
                <a:cubicBezTo>
                  <a:pt x="6429375" y="4594178"/>
                  <a:pt x="6422978" y="4600575"/>
                  <a:pt x="6415088" y="4600575"/>
                </a:cubicBezTo>
                <a:cubicBezTo>
                  <a:pt x="6407197" y="4600575"/>
                  <a:pt x="6400800" y="4594178"/>
                  <a:pt x="6400800" y="4586288"/>
                </a:cubicBezTo>
                <a:cubicBezTo>
                  <a:pt x="6400800" y="4578397"/>
                  <a:pt x="6407197" y="4572000"/>
                  <a:pt x="6415088" y="4572000"/>
                </a:cubicBezTo>
                <a:cubicBezTo>
                  <a:pt x="6422978" y="4572000"/>
                  <a:pt x="6429375" y="4578397"/>
                  <a:pt x="6429375" y="4586288"/>
                </a:cubicBezTo>
                <a:close/>
                <a:moveTo>
                  <a:pt x="6429375" y="4738688"/>
                </a:moveTo>
                <a:cubicBezTo>
                  <a:pt x="6429375" y="4746578"/>
                  <a:pt x="6422978" y="4752975"/>
                  <a:pt x="6415088" y="4752975"/>
                </a:cubicBezTo>
                <a:cubicBezTo>
                  <a:pt x="6407197" y="4752975"/>
                  <a:pt x="6400800" y="4746578"/>
                  <a:pt x="6400800" y="4738688"/>
                </a:cubicBezTo>
                <a:cubicBezTo>
                  <a:pt x="6400800" y="4730797"/>
                  <a:pt x="6407197" y="4724400"/>
                  <a:pt x="6415088" y="4724400"/>
                </a:cubicBezTo>
                <a:cubicBezTo>
                  <a:pt x="6422978" y="4724400"/>
                  <a:pt x="6429375" y="4730797"/>
                  <a:pt x="6429375" y="4738688"/>
                </a:cubicBezTo>
                <a:close/>
                <a:moveTo>
                  <a:pt x="6581775" y="14288"/>
                </a:moveTo>
                <a:cubicBezTo>
                  <a:pt x="6581775" y="22178"/>
                  <a:pt x="6575378" y="28575"/>
                  <a:pt x="6567488" y="28575"/>
                </a:cubicBezTo>
                <a:cubicBezTo>
                  <a:pt x="6559597" y="28575"/>
                  <a:pt x="6553200" y="22178"/>
                  <a:pt x="6553200" y="14288"/>
                </a:cubicBezTo>
                <a:cubicBezTo>
                  <a:pt x="6553200" y="6397"/>
                  <a:pt x="6559597" y="0"/>
                  <a:pt x="6567488" y="0"/>
                </a:cubicBezTo>
                <a:cubicBezTo>
                  <a:pt x="6575378" y="0"/>
                  <a:pt x="6581775" y="6397"/>
                  <a:pt x="6581775" y="14288"/>
                </a:cubicBezTo>
                <a:close/>
                <a:moveTo>
                  <a:pt x="6581775" y="166688"/>
                </a:moveTo>
                <a:cubicBezTo>
                  <a:pt x="6581775" y="174578"/>
                  <a:pt x="6575378" y="180975"/>
                  <a:pt x="6567488" y="180975"/>
                </a:cubicBezTo>
                <a:cubicBezTo>
                  <a:pt x="6559597" y="180975"/>
                  <a:pt x="6553200" y="174578"/>
                  <a:pt x="6553200" y="166688"/>
                </a:cubicBezTo>
                <a:cubicBezTo>
                  <a:pt x="6553200" y="158797"/>
                  <a:pt x="6559597" y="152400"/>
                  <a:pt x="6567488" y="152400"/>
                </a:cubicBezTo>
                <a:cubicBezTo>
                  <a:pt x="6575378" y="152400"/>
                  <a:pt x="6581775" y="158797"/>
                  <a:pt x="6581775" y="166688"/>
                </a:cubicBezTo>
                <a:close/>
                <a:moveTo>
                  <a:pt x="6581775" y="319088"/>
                </a:moveTo>
                <a:cubicBezTo>
                  <a:pt x="6581775" y="326978"/>
                  <a:pt x="6575378" y="333375"/>
                  <a:pt x="6567488" y="333375"/>
                </a:cubicBezTo>
                <a:cubicBezTo>
                  <a:pt x="6559597" y="333375"/>
                  <a:pt x="6553200" y="326978"/>
                  <a:pt x="6553200" y="319088"/>
                </a:cubicBezTo>
                <a:cubicBezTo>
                  <a:pt x="6553200" y="311197"/>
                  <a:pt x="6559597" y="304800"/>
                  <a:pt x="6567488" y="304800"/>
                </a:cubicBezTo>
                <a:cubicBezTo>
                  <a:pt x="6575378" y="304800"/>
                  <a:pt x="6581775" y="311197"/>
                  <a:pt x="6581775" y="319088"/>
                </a:cubicBezTo>
                <a:close/>
                <a:moveTo>
                  <a:pt x="6581775" y="471488"/>
                </a:moveTo>
                <a:cubicBezTo>
                  <a:pt x="6581775" y="479378"/>
                  <a:pt x="6575378" y="485775"/>
                  <a:pt x="6567488" y="485775"/>
                </a:cubicBezTo>
                <a:cubicBezTo>
                  <a:pt x="6559597" y="485775"/>
                  <a:pt x="6553200" y="479378"/>
                  <a:pt x="6553200" y="471488"/>
                </a:cubicBezTo>
                <a:cubicBezTo>
                  <a:pt x="6553200" y="463597"/>
                  <a:pt x="6559597" y="457200"/>
                  <a:pt x="6567488" y="457200"/>
                </a:cubicBezTo>
                <a:cubicBezTo>
                  <a:pt x="6575378" y="457200"/>
                  <a:pt x="6581775" y="463597"/>
                  <a:pt x="6581775" y="471488"/>
                </a:cubicBezTo>
                <a:close/>
                <a:moveTo>
                  <a:pt x="6581775" y="623888"/>
                </a:moveTo>
                <a:cubicBezTo>
                  <a:pt x="6581775" y="631778"/>
                  <a:pt x="6575378" y="638175"/>
                  <a:pt x="6567488" y="638175"/>
                </a:cubicBezTo>
                <a:cubicBezTo>
                  <a:pt x="6559597" y="638175"/>
                  <a:pt x="6553200" y="631778"/>
                  <a:pt x="6553200" y="623888"/>
                </a:cubicBezTo>
                <a:cubicBezTo>
                  <a:pt x="6553200" y="615997"/>
                  <a:pt x="6559597" y="609600"/>
                  <a:pt x="6567488" y="609600"/>
                </a:cubicBezTo>
                <a:cubicBezTo>
                  <a:pt x="6575378" y="609600"/>
                  <a:pt x="6581775" y="615997"/>
                  <a:pt x="6581775" y="623888"/>
                </a:cubicBezTo>
                <a:close/>
                <a:moveTo>
                  <a:pt x="6581775" y="776288"/>
                </a:moveTo>
                <a:cubicBezTo>
                  <a:pt x="6581775" y="784178"/>
                  <a:pt x="6575378" y="790575"/>
                  <a:pt x="6567488" y="790575"/>
                </a:cubicBezTo>
                <a:cubicBezTo>
                  <a:pt x="6559597" y="790575"/>
                  <a:pt x="6553200" y="784178"/>
                  <a:pt x="6553200" y="776288"/>
                </a:cubicBezTo>
                <a:cubicBezTo>
                  <a:pt x="6553200" y="768397"/>
                  <a:pt x="6559597" y="762000"/>
                  <a:pt x="6567488" y="762000"/>
                </a:cubicBezTo>
                <a:cubicBezTo>
                  <a:pt x="6575378" y="762000"/>
                  <a:pt x="6581775" y="768397"/>
                  <a:pt x="6581775" y="776288"/>
                </a:cubicBezTo>
                <a:close/>
                <a:moveTo>
                  <a:pt x="6581775" y="928688"/>
                </a:moveTo>
                <a:cubicBezTo>
                  <a:pt x="6581775" y="936578"/>
                  <a:pt x="6575378" y="942975"/>
                  <a:pt x="6567488" y="942975"/>
                </a:cubicBezTo>
                <a:cubicBezTo>
                  <a:pt x="6559597" y="942975"/>
                  <a:pt x="6553200" y="936578"/>
                  <a:pt x="6553200" y="928688"/>
                </a:cubicBezTo>
                <a:cubicBezTo>
                  <a:pt x="6553200" y="920797"/>
                  <a:pt x="6559597" y="914400"/>
                  <a:pt x="6567488" y="914400"/>
                </a:cubicBezTo>
                <a:cubicBezTo>
                  <a:pt x="6575378" y="914400"/>
                  <a:pt x="6581775" y="920797"/>
                  <a:pt x="6581775" y="928688"/>
                </a:cubicBezTo>
                <a:close/>
                <a:moveTo>
                  <a:pt x="6581775" y="1081088"/>
                </a:moveTo>
                <a:cubicBezTo>
                  <a:pt x="6581775" y="1088978"/>
                  <a:pt x="6575378" y="1095375"/>
                  <a:pt x="6567488" y="1095375"/>
                </a:cubicBezTo>
                <a:cubicBezTo>
                  <a:pt x="6559597" y="1095375"/>
                  <a:pt x="6553200" y="1088978"/>
                  <a:pt x="6553200" y="1081088"/>
                </a:cubicBezTo>
                <a:cubicBezTo>
                  <a:pt x="6553200" y="1073197"/>
                  <a:pt x="6559597" y="1066800"/>
                  <a:pt x="6567488" y="1066800"/>
                </a:cubicBezTo>
                <a:cubicBezTo>
                  <a:pt x="6575378" y="1066800"/>
                  <a:pt x="6581775" y="1073197"/>
                  <a:pt x="6581775" y="1081088"/>
                </a:cubicBezTo>
                <a:close/>
                <a:moveTo>
                  <a:pt x="6581775" y="1233488"/>
                </a:moveTo>
                <a:cubicBezTo>
                  <a:pt x="6581775" y="1241378"/>
                  <a:pt x="6575378" y="1247775"/>
                  <a:pt x="6567488" y="1247775"/>
                </a:cubicBezTo>
                <a:cubicBezTo>
                  <a:pt x="6559597" y="1247775"/>
                  <a:pt x="6553200" y="1241378"/>
                  <a:pt x="6553200" y="1233488"/>
                </a:cubicBezTo>
                <a:cubicBezTo>
                  <a:pt x="6553200" y="1225597"/>
                  <a:pt x="6559597" y="1219200"/>
                  <a:pt x="6567488" y="1219200"/>
                </a:cubicBezTo>
                <a:cubicBezTo>
                  <a:pt x="6575378" y="1219200"/>
                  <a:pt x="6581775" y="1225597"/>
                  <a:pt x="6581775" y="1233488"/>
                </a:cubicBezTo>
                <a:close/>
                <a:moveTo>
                  <a:pt x="6581775" y="1385888"/>
                </a:moveTo>
                <a:cubicBezTo>
                  <a:pt x="6581775" y="1393778"/>
                  <a:pt x="6575378" y="1400175"/>
                  <a:pt x="6567488" y="1400175"/>
                </a:cubicBezTo>
                <a:cubicBezTo>
                  <a:pt x="6559597" y="1400175"/>
                  <a:pt x="6553200" y="1393778"/>
                  <a:pt x="6553200" y="1385888"/>
                </a:cubicBezTo>
                <a:cubicBezTo>
                  <a:pt x="6553200" y="1377997"/>
                  <a:pt x="6559597" y="1371600"/>
                  <a:pt x="6567488" y="1371600"/>
                </a:cubicBezTo>
                <a:cubicBezTo>
                  <a:pt x="6575378" y="1371600"/>
                  <a:pt x="6581775" y="1377997"/>
                  <a:pt x="6581775" y="1385888"/>
                </a:cubicBezTo>
                <a:close/>
                <a:moveTo>
                  <a:pt x="6581775" y="1538288"/>
                </a:moveTo>
                <a:cubicBezTo>
                  <a:pt x="6581775" y="1546178"/>
                  <a:pt x="6575378" y="1552575"/>
                  <a:pt x="6567488" y="1552575"/>
                </a:cubicBezTo>
                <a:cubicBezTo>
                  <a:pt x="6559597" y="1552575"/>
                  <a:pt x="6553200" y="1546178"/>
                  <a:pt x="6553200" y="1538288"/>
                </a:cubicBezTo>
                <a:cubicBezTo>
                  <a:pt x="6553200" y="1530397"/>
                  <a:pt x="6559597" y="1524000"/>
                  <a:pt x="6567488" y="1524000"/>
                </a:cubicBezTo>
                <a:cubicBezTo>
                  <a:pt x="6575378" y="1524000"/>
                  <a:pt x="6581775" y="1530397"/>
                  <a:pt x="6581775" y="1538288"/>
                </a:cubicBezTo>
                <a:close/>
                <a:moveTo>
                  <a:pt x="6581775" y="1690688"/>
                </a:moveTo>
                <a:cubicBezTo>
                  <a:pt x="6581775" y="1698578"/>
                  <a:pt x="6575378" y="1704975"/>
                  <a:pt x="6567488" y="1704975"/>
                </a:cubicBezTo>
                <a:cubicBezTo>
                  <a:pt x="6559597" y="1704975"/>
                  <a:pt x="6553200" y="1698578"/>
                  <a:pt x="6553200" y="1690688"/>
                </a:cubicBezTo>
                <a:cubicBezTo>
                  <a:pt x="6553200" y="1682797"/>
                  <a:pt x="6559597" y="1676400"/>
                  <a:pt x="6567488" y="1676400"/>
                </a:cubicBezTo>
                <a:cubicBezTo>
                  <a:pt x="6575378" y="1676400"/>
                  <a:pt x="6581775" y="1682797"/>
                  <a:pt x="6581775" y="1690688"/>
                </a:cubicBezTo>
                <a:close/>
                <a:moveTo>
                  <a:pt x="6581775" y="1843088"/>
                </a:moveTo>
                <a:cubicBezTo>
                  <a:pt x="6581775" y="1850978"/>
                  <a:pt x="6575378" y="1857375"/>
                  <a:pt x="6567488" y="1857375"/>
                </a:cubicBezTo>
                <a:cubicBezTo>
                  <a:pt x="6559597" y="1857375"/>
                  <a:pt x="6553200" y="1850978"/>
                  <a:pt x="6553200" y="1843088"/>
                </a:cubicBezTo>
                <a:cubicBezTo>
                  <a:pt x="6553200" y="1835197"/>
                  <a:pt x="6559597" y="1828800"/>
                  <a:pt x="6567488" y="1828800"/>
                </a:cubicBezTo>
                <a:cubicBezTo>
                  <a:pt x="6575378" y="1828800"/>
                  <a:pt x="6581775" y="1835197"/>
                  <a:pt x="6581775" y="1843088"/>
                </a:cubicBezTo>
                <a:close/>
                <a:moveTo>
                  <a:pt x="6581775" y="1995488"/>
                </a:moveTo>
                <a:cubicBezTo>
                  <a:pt x="6581775" y="2003378"/>
                  <a:pt x="6575378" y="2009775"/>
                  <a:pt x="6567488" y="2009775"/>
                </a:cubicBezTo>
                <a:cubicBezTo>
                  <a:pt x="6559597" y="2009775"/>
                  <a:pt x="6553200" y="2003378"/>
                  <a:pt x="6553200" y="1995488"/>
                </a:cubicBezTo>
                <a:cubicBezTo>
                  <a:pt x="6553200" y="1987597"/>
                  <a:pt x="6559597" y="1981200"/>
                  <a:pt x="6567488" y="1981200"/>
                </a:cubicBezTo>
                <a:cubicBezTo>
                  <a:pt x="6575378" y="1981200"/>
                  <a:pt x="6581775" y="1987597"/>
                  <a:pt x="6581775" y="1995488"/>
                </a:cubicBezTo>
                <a:close/>
                <a:moveTo>
                  <a:pt x="6581775" y="2147888"/>
                </a:moveTo>
                <a:cubicBezTo>
                  <a:pt x="6581775" y="2155778"/>
                  <a:pt x="6575378" y="2162175"/>
                  <a:pt x="6567488" y="2162175"/>
                </a:cubicBezTo>
                <a:cubicBezTo>
                  <a:pt x="6559597" y="2162175"/>
                  <a:pt x="6553200" y="2155778"/>
                  <a:pt x="6553200" y="2147888"/>
                </a:cubicBezTo>
                <a:cubicBezTo>
                  <a:pt x="6553200" y="2139997"/>
                  <a:pt x="6559597" y="2133600"/>
                  <a:pt x="6567488" y="2133600"/>
                </a:cubicBezTo>
                <a:cubicBezTo>
                  <a:pt x="6575378" y="2133600"/>
                  <a:pt x="6581775" y="2139997"/>
                  <a:pt x="6581775" y="2147888"/>
                </a:cubicBezTo>
                <a:close/>
                <a:moveTo>
                  <a:pt x="6581775" y="2300288"/>
                </a:moveTo>
                <a:cubicBezTo>
                  <a:pt x="6581775" y="2308178"/>
                  <a:pt x="6575378" y="2314575"/>
                  <a:pt x="6567488" y="2314575"/>
                </a:cubicBezTo>
                <a:cubicBezTo>
                  <a:pt x="6559597" y="2314575"/>
                  <a:pt x="6553200" y="2308178"/>
                  <a:pt x="6553200" y="2300288"/>
                </a:cubicBezTo>
                <a:cubicBezTo>
                  <a:pt x="6553200" y="2292397"/>
                  <a:pt x="6559597" y="2286000"/>
                  <a:pt x="6567488" y="2286000"/>
                </a:cubicBezTo>
                <a:cubicBezTo>
                  <a:pt x="6575378" y="2286000"/>
                  <a:pt x="6581775" y="2292397"/>
                  <a:pt x="6581775" y="2300288"/>
                </a:cubicBezTo>
                <a:close/>
                <a:moveTo>
                  <a:pt x="6581775" y="2452688"/>
                </a:moveTo>
                <a:cubicBezTo>
                  <a:pt x="6581775" y="2460578"/>
                  <a:pt x="6575378" y="2466975"/>
                  <a:pt x="6567488" y="2466975"/>
                </a:cubicBezTo>
                <a:cubicBezTo>
                  <a:pt x="6559597" y="2466975"/>
                  <a:pt x="6553200" y="2460578"/>
                  <a:pt x="6553200" y="2452688"/>
                </a:cubicBezTo>
                <a:cubicBezTo>
                  <a:pt x="6553200" y="2444797"/>
                  <a:pt x="6559597" y="2438400"/>
                  <a:pt x="6567488" y="2438400"/>
                </a:cubicBezTo>
                <a:cubicBezTo>
                  <a:pt x="6575378" y="2438400"/>
                  <a:pt x="6581775" y="2444797"/>
                  <a:pt x="6581775" y="2452688"/>
                </a:cubicBezTo>
                <a:close/>
                <a:moveTo>
                  <a:pt x="6581775" y="2605088"/>
                </a:moveTo>
                <a:cubicBezTo>
                  <a:pt x="6581775" y="2612978"/>
                  <a:pt x="6575378" y="2619375"/>
                  <a:pt x="6567488" y="2619375"/>
                </a:cubicBezTo>
                <a:cubicBezTo>
                  <a:pt x="6559597" y="2619375"/>
                  <a:pt x="6553200" y="2612978"/>
                  <a:pt x="6553200" y="2605088"/>
                </a:cubicBezTo>
                <a:cubicBezTo>
                  <a:pt x="6553200" y="2597197"/>
                  <a:pt x="6559597" y="2590800"/>
                  <a:pt x="6567488" y="2590800"/>
                </a:cubicBezTo>
                <a:cubicBezTo>
                  <a:pt x="6575378" y="2590800"/>
                  <a:pt x="6581775" y="2597197"/>
                  <a:pt x="6581775" y="2605088"/>
                </a:cubicBezTo>
                <a:close/>
                <a:moveTo>
                  <a:pt x="6581775" y="2757488"/>
                </a:moveTo>
                <a:cubicBezTo>
                  <a:pt x="6581775" y="2765378"/>
                  <a:pt x="6575378" y="2771775"/>
                  <a:pt x="6567488" y="2771775"/>
                </a:cubicBezTo>
                <a:cubicBezTo>
                  <a:pt x="6559597" y="2771775"/>
                  <a:pt x="6553200" y="2765378"/>
                  <a:pt x="6553200" y="2757488"/>
                </a:cubicBezTo>
                <a:cubicBezTo>
                  <a:pt x="6553200" y="2749597"/>
                  <a:pt x="6559597" y="2743200"/>
                  <a:pt x="6567488" y="2743200"/>
                </a:cubicBezTo>
                <a:cubicBezTo>
                  <a:pt x="6575378" y="2743200"/>
                  <a:pt x="6581775" y="2749597"/>
                  <a:pt x="6581775" y="2757488"/>
                </a:cubicBezTo>
                <a:close/>
                <a:moveTo>
                  <a:pt x="6581775" y="2909888"/>
                </a:moveTo>
                <a:cubicBezTo>
                  <a:pt x="6581775" y="2917778"/>
                  <a:pt x="6575378" y="2924175"/>
                  <a:pt x="6567488" y="2924175"/>
                </a:cubicBezTo>
                <a:cubicBezTo>
                  <a:pt x="6559597" y="2924175"/>
                  <a:pt x="6553200" y="2917778"/>
                  <a:pt x="6553200" y="2909888"/>
                </a:cubicBezTo>
                <a:cubicBezTo>
                  <a:pt x="6553200" y="2901997"/>
                  <a:pt x="6559597" y="2895600"/>
                  <a:pt x="6567488" y="2895600"/>
                </a:cubicBezTo>
                <a:cubicBezTo>
                  <a:pt x="6575378" y="2895600"/>
                  <a:pt x="6581775" y="2901997"/>
                  <a:pt x="6581775" y="2909888"/>
                </a:cubicBezTo>
                <a:close/>
                <a:moveTo>
                  <a:pt x="6581775" y="3062288"/>
                </a:moveTo>
                <a:cubicBezTo>
                  <a:pt x="6581775" y="3070178"/>
                  <a:pt x="6575378" y="3076575"/>
                  <a:pt x="6567488" y="3076575"/>
                </a:cubicBezTo>
                <a:cubicBezTo>
                  <a:pt x="6559597" y="3076575"/>
                  <a:pt x="6553200" y="3070178"/>
                  <a:pt x="6553200" y="3062288"/>
                </a:cubicBezTo>
                <a:cubicBezTo>
                  <a:pt x="6553200" y="3054397"/>
                  <a:pt x="6559597" y="3048000"/>
                  <a:pt x="6567488" y="3048000"/>
                </a:cubicBezTo>
                <a:cubicBezTo>
                  <a:pt x="6575378" y="3048000"/>
                  <a:pt x="6581775" y="3054397"/>
                  <a:pt x="6581775" y="3062288"/>
                </a:cubicBezTo>
                <a:close/>
                <a:moveTo>
                  <a:pt x="6581775" y="3214688"/>
                </a:moveTo>
                <a:cubicBezTo>
                  <a:pt x="6581775" y="3222578"/>
                  <a:pt x="6575378" y="3228975"/>
                  <a:pt x="6567488" y="3228975"/>
                </a:cubicBezTo>
                <a:cubicBezTo>
                  <a:pt x="6559597" y="3228975"/>
                  <a:pt x="6553200" y="3222578"/>
                  <a:pt x="6553200" y="3214688"/>
                </a:cubicBezTo>
                <a:cubicBezTo>
                  <a:pt x="6553200" y="3206797"/>
                  <a:pt x="6559597" y="3200400"/>
                  <a:pt x="6567488" y="3200400"/>
                </a:cubicBezTo>
                <a:cubicBezTo>
                  <a:pt x="6575378" y="3200400"/>
                  <a:pt x="6581775" y="3206797"/>
                  <a:pt x="6581775" y="3214688"/>
                </a:cubicBezTo>
                <a:close/>
                <a:moveTo>
                  <a:pt x="6581775" y="3367088"/>
                </a:moveTo>
                <a:cubicBezTo>
                  <a:pt x="6581775" y="3374978"/>
                  <a:pt x="6575378" y="3381375"/>
                  <a:pt x="6567488" y="3381375"/>
                </a:cubicBezTo>
                <a:cubicBezTo>
                  <a:pt x="6559597" y="3381375"/>
                  <a:pt x="6553200" y="3374978"/>
                  <a:pt x="6553200" y="3367088"/>
                </a:cubicBezTo>
                <a:cubicBezTo>
                  <a:pt x="6553200" y="3359197"/>
                  <a:pt x="6559597" y="3352800"/>
                  <a:pt x="6567488" y="3352800"/>
                </a:cubicBezTo>
                <a:cubicBezTo>
                  <a:pt x="6575378" y="3352800"/>
                  <a:pt x="6581775" y="3359197"/>
                  <a:pt x="6581775" y="3367088"/>
                </a:cubicBezTo>
                <a:close/>
                <a:moveTo>
                  <a:pt x="6581775" y="3519488"/>
                </a:moveTo>
                <a:cubicBezTo>
                  <a:pt x="6581775" y="3527378"/>
                  <a:pt x="6575378" y="3533775"/>
                  <a:pt x="6567488" y="3533775"/>
                </a:cubicBezTo>
                <a:cubicBezTo>
                  <a:pt x="6559597" y="3533775"/>
                  <a:pt x="6553200" y="3527378"/>
                  <a:pt x="6553200" y="3519488"/>
                </a:cubicBezTo>
                <a:cubicBezTo>
                  <a:pt x="6553200" y="3511597"/>
                  <a:pt x="6559597" y="3505200"/>
                  <a:pt x="6567488" y="3505200"/>
                </a:cubicBezTo>
                <a:cubicBezTo>
                  <a:pt x="6575378" y="3505200"/>
                  <a:pt x="6581775" y="3511597"/>
                  <a:pt x="6581775" y="3519488"/>
                </a:cubicBezTo>
                <a:close/>
                <a:moveTo>
                  <a:pt x="6581775" y="3671888"/>
                </a:moveTo>
                <a:cubicBezTo>
                  <a:pt x="6581775" y="3679778"/>
                  <a:pt x="6575378" y="3686175"/>
                  <a:pt x="6567488" y="3686175"/>
                </a:cubicBezTo>
                <a:cubicBezTo>
                  <a:pt x="6559597" y="3686175"/>
                  <a:pt x="6553200" y="3679778"/>
                  <a:pt x="6553200" y="3671888"/>
                </a:cubicBezTo>
                <a:cubicBezTo>
                  <a:pt x="6553200" y="3663997"/>
                  <a:pt x="6559597" y="3657600"/>
                  <a:pt x="6567488" y="3657600"/>
                </a:cubicBezTo>
                <a:cubicBezTo>
                  <a:pt x="6575378" y="3657600"/>
                  <a:pt x="6581775" y="3663997"/>
                  <a:pt x="6581775" y="3671888"/>
                </a:cubicBezTo>
                <a:close/>
                <a:moveTo>
                  <a:pt x="6581775" y="3824288"/>
                </a:moveTo>
                <a:cubicBezTo>
                  <a:pt x="6581775" y="3832178"/>
                  <a:pt x="6575378" y="3838575"/>
                  <a:pt x="6567488" y="3838575"/>
                </a:cubicBezTo>
                <a:cubicBezTo>
                  <a:pt x="6559597" y="3838575"/>
                  <a:pt x="6553200" y="3832178"/>
                  <a:pt x="6553200" y="3824288"/>
                </a:cubicBezTo>
                <a:cubicBezTo>
                  <a:pt x="6553200" y="3816397"/>
                  <a:pt x="6559597" y="3810000"/>
                  <a:pt x="6567488" y="3810000"/>
                </a:cubicBezTo>
                <a:cubicBezTo>
                  <a:pt x="6575378" y="3810000"/>
                  <a:pt x="6581775" y="3816397"/>
                  <a:pt x="6581775" y="3824288"/>
                </a:cubicBezTo>
                <a:close/>
                <a:moveTo>
                  <a:pt x="6581775" y="3976688"/>
                </a:moveTo>
                <a:cubicBezTo>
                  <a:pt x="6581775" y="3984578"/>
                  <a:pt x="6575378" y="3990975"/>
                  <a:pt x="6567488" y="3990975"/>
                </a:cubicBezTo>
                <a:cubicBezTo>
                  <a:pt x="6559597" y="3990975"/>
                  <a:pt x="6553200" y="3984578"/>
                  <a:pt x="6553200" y="3976688"/>
                </a:cubicBezTo>
                <a:cubicBezTo>
                  <a:pt x="6553200" y="3968797"/>
                  <a:pt x="6559597" y="3962400"/>
                  <a:pt x="6567488" y="3962400"/>
                </a:cubicBezTo>
                <a:cubicBezTo>
                  <a:pt x="6575378" y="3962400"/>
                  <a:pt x="6581775" y="3968797"/>
                  <a:pt x="6581775" y="3976688"/>
                </a:cubicBezTo>
                <a:close/>
                <a:moveTo>
                  <a:pt x="6581775" y="4129088"/>
                </a:moveTo>
                <a:cubicBezTo>
                  <a:pt x="6581775" y="4136978"/>
                  <a:pt x="6575378" y="4143375"/>
                  <a:pt x="6567488" y="4143375"/>
                </a:cubicBezTo>
                <a:cubicBezTo>
                  <a:pt x="6559597" y="4143375"/>
                  <a:pt x="6553200" y="4136978"/>
                  <a:pt x="6553200" y="4129088"/>
                </a:cubicBezTo>
                <a:cubicBezTo>
                  <a:pt x="6553200" y="4121197"/>
                  <a:pt x="6559597" y="4114800"/>
                  <a:pt x="6567488" y="4114800"/>
                </a:cubicBezTo>
                <a:cubicBezTo>
                  <a:pt x="6575378" y="4114800"/>
                  <a:pt x="6581775" y="4121197"/>
                  <a:pt x="6581775" y="4129088"/>
                </a:cubicBezTo>
                <a:close/>
                <a:moveTo>
                  <a:pt x="6581775" y="4281488"/>
                </a:moveTo>
                <a:cubicBezTo>
                  <a:pt x="6581775" y="4289378"/>
                  <a:pt x="6575378" y="4295775"/>
                  <a:pt x="6567488" y="4295775"/>
                </a:cubicBezTo>
                <a:cubicBezTo>
                  <a:pt x="6559597" y="4295775"/>
                  <a:pt x="6553200" y="4289378"/>
                  <a:pt x="6553200" y="4281488"/>
                </a:cubicBezTo>
                <a:cubicBezTo>
                  <a:pt x="6553200" y="4273597"/>
                  <a:pt x="6559597" y="4267200"/>
                  <a:pt x="6567488" y="4267200"/>
                </a:cubicBezTo>
                <a:cubicBezTo>
                  <a:pt x="6575378" y="4267200"/>
                  <a:pt x="6581775" y="4273597"/>
                  <a:pt x="6581775" y="4281488"/>
                </a:cubicBezTo>
                <a:close/>
                <a:moveTo>
                  <a:pt x="6581775" y="4433888"/>
                </a:moveTo>
                <a:cubicBezTo>
                  <a:pt x="6581775" y="4441778"/>
                  <a:pt x="6575378" y="4448175"/>
                  <a:pt x="6567488" y="4448175"/>
                </a:cubicBezTo>
                <a:cubicBezTo>
                  <a:pt x="6559597" y="4448175"/>
                  <a:pt x="6553200" y="4441778"/>
                  <a:pt x="6553200" y="4433888"/>
                </a:cubicBezTo>
                <a:cubicBezTo>
                  <a:pt x="6553200" y="4425997"/>
                  <a:pt x="6559597" y="4419600"/>
                  <a:pt x="6567488" y="4419600"/>
                </a:cubicBezTo>
                <a:cubicBezTo>
                  <a:pt x="6575378" y="4419600"/>
                  <a:pt x="6581775" y="4425997"/>
                  <a:pt x="6581775" y="4433888"/>
                </a:cubicBezTo>
                <a:close/>
                <a:moveTo>
                  <a:pt x="6581775" y="4586288"/>
                </a:moveTo>
                <a:cubicBezTo>
                  <a:pt x="6581775" y="4594178"/>
                  <a:pt x="6575378" y="4600575"/>
                  <a:pt x="6567488" y="4600575"/>
                </a:cubicBezTo>
                <a:cubicBezTo>
                  <a:pt x="6559597" y="4600575"/>
                  <a:pt x="6553200" y="4594178"/>
                  <a:pt x="6553200" y="4586288"/>
                </a:cubicBezTo>
                <a:cubicBezTo>
                  <a:pt x="6553200" y="4578397"/>
                  <a:pt x="6559597" y="4572000"/>
                  <a:pt x="6567488" y="4572000"/>
                </a:cubicBezTo>
                <a:cubicBezTo>
                  <a:pt x="6575378" y="4572000"/>
                  <a:pt x="6581775" y="4578397"/>
                  <a:pt x="6581775" y="4586288"/>
                </a:cubicBezTo>
                <a:close/>
                <a:moveTo>
                  <a:pt x="6581775" y="4738688"/>
                </a:moveTo>
                <a:cubicBezTo>
                  <a:pt x="6581775" y="4746578"/>
                  <a:pt x="6575378" y="4752975"/>
                  <a:pt x="6567488" y="4752975"/>
                </a:cubicBezTo>
                <a:cubicBezTo>
                  <a:pt x="6559597" y="4752975"/>
                  <a:pt x="6553200" y="4746578"/>
                  <a:pt x="6553200" y="4738688"/>
                </a:cubicBezTo>
                <a:cubicBezTo>
                  <a:pt x="6553200" y="4730797"/>
                  <a:pt x="6559597" y="4724400"/>
                  <a:pt x="6567488" y="4724400"/>
                </a:cubicBezTo>
                <a:cubicBezTo>
                  <a:pt x="6575378" y="4724400"/>
                  <a:pt x="6581775" y="4730797"/>
                  <a:pt x="6581775" y="4738688"/>
                </a:cubicBezTo>
                <a:close/>
                <a:moveTo>
                  <a:pt x="6734175" y="14288"/>
                </a:moveTo>
                <a:cubicBezTo>
                  <a:pt x="6734175" y="22178"/>
                  <a:pt x="6727778" y="28575"/>
                  <a:pt x="6719888" y="28575"/>
                </a:cubicBezTo>
                <a:cubicBezTo>
                  <a:pt x="6711997" y="28575"/>
                  <a:pt x="6705600" y="22178"/>
                  <a:pt x="6705600" y="14288"/>
                </a:cubicBezTo>
                <a:cubicBezTo>
                  <a:pt x="6705600" y="6397"/>
                  <a:pt x="6711997" y="0"/>
                  <a:pt x="6719888" y="0"/>
                </a:cubicBezTo>
                <a:cubicBezTo>
                  <a:pt x="6727778" y="0"/>
                  <a:pt x="6734175" y="6397"/>
                  <a:pt x="6734175" y="14288"/>
                </a:cubicBezTo>
                <a:close/>
                <a:moveTo>
                  <a:pt x="6734175" y="166688"/>
                </a:moveTo>
                <a:cubicBezTo>
                  <a:pt x="6734175" y="174578"/>
                  <a:pt x="6727778" y="180975"/>
                  <a:pt x="6719888" y="180975"/>
                </a:cubicBezTo>
                <a:cubicBezTo>
                  <a:pt x="6711997" y="180975"/>
                  <a:pt x="6705600" y="174578"/>
                  <a:pt x="6705600" y="166688"/>
                </a:cubicBezTo>
                <a:cubicBezTo>
                  <a:pt x="6705600" y="158797"/>
                  <a:pt x="6711997" y="152400"/>
                  <a:pt x="6719888" y="152400"/>
                </a:cubicBezTo>
                <a:cubicBezTo>
                  <a:pt x="6727778" y="152400"/>
                  <a:pt x="6734175" y="158797"/>
                  <a:pt x="6734175" y="166688"/>
                </a:cubicBezTo>
                <a:close/>
                <a:moveTo>
                  <a:pt x="6734175" y="319088"/>
                </a:moveTo>
                <a:cubicBezTo>
                  <a:pt x="6734175" y="326978"/>
                  <a:pt x="6727778" y="333375"/>
                  <a:pt x="6719888" y="333375"/>
                </a:cubicBezTo>
                <a:cubicBezTo>
                  <a:pt x="6711997" y="333375"/>
                  <a:pt x="6705600" y="326978"/>
                  <a:pt x="6705600" y="319088"/>
                </a:cubicBezTo>
                <a:cubicBezTo>
                  <a:pt x="6705600" y="311197"/>
                  <a:pt x="6711997" y="304800"/>
                  <a:pt x="6719888" y="304800"/>
                </a:cubicBezTo>
                <a:cubicBezTo>
                  <a:pt x="6727778" y="304800"/>
                  <a:pt x="6734175" y="311197"/>
                  <a:pt x="6734175" y="319088"/>
                </a:cubicBezTo>
                <a:close/>
                <a:moveTo>
                  <a:pt x="6734175" y="471488"/>
                </a:moveTo>
                <a:cubicBezTo>
                  <a:pt x="6734175" y="479378"/>
                  <a:pt x="6727778" y="485775"/>
                  <a:pt x="6719888" y="485775"/>
                </a:cubicBezTo>
                <a:cubicBezTo>
                  <a:pt x="6711997" y="485775"/>
                  <a:pt x="6705600" y="479378"/>
                  <a:pt x="6705600" y="471488"/>
                </a:cubicBezTo>
                <a:cubicBezTo>
                  <a:pt x="6705600" y="463597"/>
                  <a:pt x="6711997" y="457200"/>
                  <a:pt x="6719888" y="457200"/>
                </a:cubicBezTo>
                <a:cubicBezTo>
                  <a:pt x="6727778" y="457200"/>
                  <a:pt x="6734175" y="463597"/>
                  <a:pt x="6734175" y="471488"/>
                </a:cubicBezTo>
                <a:close/>
                <a:moveTo>
                  <a:pt x="6734175" y="623888"/>
                </a:moveTo>
                <a:cubicBezTo>
                  <a:pt x="6734175" y="631778"/>
                  <a:pt x="6727778" y="638175"/>
                  <a:pt x="6719888" y="638175"/>
                </a:cubicBezTo>
                <a:cubicBezTo>
                  <a:pt x="6711997" y="638175"/>
                  <a:pt x="6705600" y="631778"/>
                  <a:pt x="6705600" y="623888"/>
                </a:cubicBezTo>
                <a:cubicBezTo>
                  <a:pt x="6705600" y="615997"/>
                  <a:pt x="6711997" y="609600"/>
                  <a:pt x="6719888" y="609600"/>
                </a:cubicBezTo>
                <a:cubicBezTo>
                  <a:pt x="6727778" y="609600"/>
                  <a:pt x="6734175" y="615997"/>
                  <a:pt x="6734175" y="623888"/>
                </a:cubicBezTo>
                <a:close/>
                <a:moveTo>
                  <a:pt x="6734175" y="776288"/>
                </a:moveTo>
                <a:cubicBezTo>
                  <a:pt x="6734175" y="784178"/>
                  <a:pt x="6727778" y="790575"/>
                  <a:pt x="6719888" y="790575"/>
                </a:cubicBezTo>
                <a:cubicBezTo>
                  <a:pt x="6711997" y="790575"/>
                  <a:pt x="6705600" y="784178"/>
                  <a:pt x="6705600" y="776288"/>
                </a:cubicBezTo>
                <a:cubicBezTo>
                  <a:pt x="6705600" y="768397"/>
                  <a:pt x="6711997" y="762000"/>
                  <a:pt x="6719888" y="762000"/>
                </a:cubicBezTo>
                <a:cubicBezTo>
                  <a:pt x="6727778" y="762000"/>
                  <a:pt x="6734175" y="768397"/>
                  <a:pt x="6734175" y="776288"/>
                </a:cubicBezTo>
                <a:close/>
                <a:moveTo>
                  <a:pt x="6734175" y="928688"/>
                </a:moveTo>
                <a:cubicBezTo>
                  <a:pt x="6734175" y="936578"/>
                  <a:pt x="6727778" y="942975"/>
                  <a:pt x="6719888" y="942975"/>
                </a:cubicBezTo>
                <a:cubicBezTo>
                  <a:pt x="6711997" y="942975"/>
                  <a:pt x="6705600" y="936578"/>
                  <a:pt x="6705600" y="928688"/>
                </a:cubicBezTo>
                <a:cubicBezTo>
                  <a:pt x="6705600" y="920797"/>
                  <a:pt x="6711997" y="914400"/>
                  <a:pt x="6719888" y="914400"/>
                </a:cubicBezTo>
                <a:cubicBezTo>
                  <a:pt x="6727778" y="914400"/>
                  <a:pt x="6734175" y="920797"/>
                  <a:pt x="6734175" y="928688"/>
                </a:cubicBezTo>
                <a:close/>
                <a:moveTo>
                  <a:pt x="6734175" y="1081088"/>
                </a:moveTo>
                <a:cubicBezTo>
                  <a:pt x="6734175" y="1088978"/>
                  <a:pt x="6727778" y="1095375"/>
                  <a:pt x="6719888" y="1095375"/>
                </a:cubicBezTo>
                <a:cubicBezTo>
                  <a:pt x="6711997" y="1095375"/>
                  <a:pt x="6705600" y="1088978"/>
                  <a:pt x="6705600" y="1081088"/>
                </a:cubicBezTo>
                <a:cubicBezTo>
                  <a:pt x="6705600" y="1073197"/>
                  <a:pt x="6711997" y="1066800"/>
                  <a:pt x="6719888" y="1066800"/>
                </a:cubicBezTo>
                <a:cubicBezTo>
                  <a:pt x="6727778" y="1066800"/>
                  <a:pt x="6734175" y="1073197"/>
                  <a:pt x="6734175" y="1081088"/>
                </a:cubicBezTo>
                <a:close/>
                <a:moveTo>
                  <a:pt x="6734175" y="1233488"/>
                </a:moveTo>
                <a:cubicBezTo>
                  <a:pt x="6734175" y="1241378"/>
                  <a:pt x="6727778" y="1247775"/>
                  <a:pt x="6719888" y="1247775"/>
                </a:cubicBezTo>
                <a:cubicBezTo>
                  <a:pt x="6711997" y="1247775"/>
                  <a:pt x="6705600" y="1241378"/>
                  <a:pt x="6705600" y="1233488"/>
                </a:cubicBezTo>
                <a:cubicBezTo>
                  <a:pt x="6705600" y="1225597"/>
                  <a:pt x="6711997" y="1219200"/>
                  <a:pt x="6719888" y="1219200"/>
                </a:cubicBezTo>
                <a:cubicBezTo>
                  <a:pt x="6727778" y="1219200"/>
                  <a:pt x="6734175" y="1225597"/>
                  <a:pt x="6734175" y="1233488"/>
                </a:cubicBezTo>
                <a:close/>
                <a:moveTo>
                  <a:pt x="6734175" y="1385888"/>
                </a:moveTo>
                <a:cubicBezTo>
                  <a:pt x="6734175" y="1393778"/>
                  <a:pt x="6727778" y="1400175"/>
                  <a:pt x="6719888" y="1400175"/>
                </a:cubicBezTo>
                <a:cubicBezTo>
                  <a:pt x="6711997" y="1400175"/>
                  <a:pt x="6705600" y="1393778"/>
                  <a:pt x="6705600" y="1385888"/>
                </a:cubicBezTo>
                <a:cubicBezTo>
                  <a:pt x="6705600" y="1377997"/>
                  <a:pt x="6711997" y="1371600"/>
                  <a:pt x="6719888" y="1371600"/>
                </a:cubicBezTo>
                <a:cubicBezTo>
                  <a:pt x="6727778" y="1371600"/>
                  <a:pt x="6734175" y="1377997"/>
                  <a:pt x="6734175" y="1385888"/>
                </a:cubicBezTo>
                <a:close/>
                <a:moveTo>
                  <a:pt x="6734175" y="1538288"/>
                </a:moveTo>
                <a:cubicBezTo>
                  <a:pt x="6734175" y="1546178"/>
                  <a:pt x="6727778" y="1552575"/>
                  <a:pt x="6719888" y="1552575"/>
                </a:cubicBezTo>
                <a:cubicBezTo>
                  <a:pt x="6711997" y="1552575"/>
                  <a:pt x="6705600" y="1546178"/>
                  <a:pt x="6705600" y="1538288"/>
                </a:cubicBezTo>
                <a:cubicBezTo>
                  <a:pt x="6705600" y="1530397"/>
                  <a:pt x="6711997" y="1524000"/>
                  <a:pt x="6719888" y="1524000"/>
                </a:cubicBezTo>
                <a:cubicBezTo>
                  <a:pt x="6727778" y="1524000"/>
                  <a:pt x="6734175" y="1530397"/>
                  <a:pt x="6734175" y="1538288"/>
                </a:cubicBezTo>
                <a:close/>
                <a:moveTo>
                  <a:pt x="6734175" y="1690688"/>
                </a:moveTo>
                <a:cubicBezTo>
                  <a:pt x="6734175" y="1698578"/>
                  <a:pt x="6727778" y="1704975"/>
                  <a:pt x="6719888" y="1704975"/>
                </a:cubicBezTo>
                <a:cubicBezTo>
                  <a:pt x="6711997" y="1704975"/>
                  <a:pt x="6705600" y="1698578"/>
                  <a:pt x="6705600" y="1690688"/>
                </a:cubicBezTo>
                <a:cubicBezTo>
                  <a:pt x="6705600" y="1682797"/>
                  <a:pt x="6711997" y="1676400"/>
                  <a:pt x="6719888" y="1676400"/>
                </a:cubicBezTo>
                <a:cubicBezTo>
                  <a:pt x="6727778" y="1676400"/>
                  <a:pt x="6734175" y="1682797"/>
                  <a:pt x="6734175" y="1690688"/>
                </a:cubicBezTo>
                <a:close/>
                <a:moveTo>
                  <a:pt x="6734175" y="1843088"/>
                </a:moveTo>
                <a:cubicBezTo>
                  <a:pt x="6734175" y="1850978"/>
                  <a:pt x="6727778" y="1857375"/>
                  <a:pt x="6719888" y="1857375"/>
                </a:cubicBezTo>
                <a:cubicBezTo>
                  <a:pt x="6711997" y="1857375"/>
                  <a:pt x="6705600" y="1850978"/>
                  <a:pt x="6705600" y="1843088"/>
                </a:cubicBezTo>
                <a:cubicBezTo>
                  <a:pt x="6705600" y="1835197"/>
                  <a:pt x="6711997" y="1828800"/>
                  <a:pt x="6719888" y="1828800"/>
                </a:cubicBezTo>
                <a:cubicBezTo>
                  <a:pt x="6727778" y="1828800"/>
                  <a:pt x="6734175" y="1835197"/>
                  <a:pt x="6734175" y="1843088"/>
                </a:cubicBezTo>
                <a:close/>
                <a:moveTo>
                  <a:pt x="6734175" y="1995488"/>
                </a:moveTo>
                <a:cubicBezTo>
                  <a:pt x="6734175" y="2003378"/>
                  <a:pt x="6727778" y="2009775"/>
                  <a:pt x="6719888" y="2009775"/>
                </a:cubicBezTo>
                <a:cubicBezTo>
                  <a:pt x="6711997" y="2009775"/>
                  <a:pt x="6705600" y="2003378"/>
                  <a:pt x="6705600" y="1995488"/>
                </a:cubicBezTo>
                <a:cubicBezTo>
                  <a:pt x="6705600" y="1987597"/>
                  <a:pt x="6711997" y="1981200"/>
                  <a:pt x="6719888" y="1981200"/>
                </a:cubicBezTo>
                <a:cubicBezTo>
                  <a:pt x="6727778" y="1981200"/>
                  <a:pt x="6734175" y="1987597"/>
                  <a:pt x="6734175" y="1995488"/>
                </a:cubicBezTo>
                <a:close/>
                <a:moveTo>
                  <a:pt x="6734175" y="2147888"/>
                </a:moveTo>
                <a:cubicBezTo>
                  <a:pt x="6734175" y="2155778"/>
                  <a:pt x="6727778" y="2162175"/>
                  <a:pt x="6719888" y="2162175"/>
                </a:cubicBezTo>
                <a:cubicBezTo>
                  <a:pt x="6711997" y="2162175"/>
                  <a:pt x="6705600" y="2155778"/>
                  <a:pt x="6705600" y="2147888"/>
                </a:cubicBezTo>
                <a:cubicBezTo>
                  <a:pt x="6705600" y="2139997"/>
                  <a:pt x="6711997" y="2133600"/>
                  <a:pt x="6719888" y="2133600"/>
                </a:cubicBezTo>
                <a:cubicBezTo>
                  <a:pt x="6727778" y="2133600"/>
                  <a:pt x="6734175" y="2139997"/>
                  <a:pt x="6734175" y="2147888"/>
                </a:cubicBezTo>
                <a:close/>
                <a:moveTo>
                  <a:pt x="6734175" y="2300288"/>
                </a:moveTo>
                <a:cubicBezTo>
                  <a:pt x="6734175" y="2308178"/>
                  <a:pt x="6727778" y="2314575"/>
                  <a:pt x="6719888" y="2314575"/>
                </a:cubicBezTo>
                <a:cubicBezTo>
                  <a:pt x="6711997" y="2314575"/>
                  <a:pt x="6705600" y="2308178"/>
                  <a:pt x="6705600" y="2300288"/>
                </a:cubicBezTo>
                <a:cubicBezTo>
                  <a:pt x="6705600" y="2292397"/>
                  <a:pt x="6711997" y="2286000"/>
                  <a:pt x="6719888" y="2286000"/>
                </a:cubicBezTo>
                <a:cubicBezTo>
                  <a:pt x="6727778" y="2286000"/>
                  <a:pt x="6734175" y="2292397"/>
                  <a:pt x="6734175" y="2300288"/>
                </a:cubicBezTo>
                <a:close/>
                <a:moveTo>
                  <a:pt x="6734175" y="2452688"/>
                </a:moveTo>
                <a:cubicBezTo>
                  <a:pt x="6734175" y="2460578"/>
                  <a:pt x="6727778" y="2466975"/>
                  <a:pt x="6719888" y="2466975"/>
                </a:cubicBezTo>
                <a:cubicBezTo>
                  <a:pt x="6711997" y="2466975"/>
                  <a:pt x="6705600" y="2460578"/>
                  <a:pt x="6705600" y="2452688"/>
                </a:cubicBezTo>
                <a:cubicBezTo>
                  <a:pt x="6705600" y="2444797"/>
                  <a:pt x="6711997" y="2438400"/>
                  <a:pt x="6719888" y="2438400"/>
                </a:cubicBezTo>
                <a:cubicBezTo>
                  <a:pt x="6727778" y="2438400"/>
                  <a:pt x="6734175" y="2444797"/>
                  <a:pt x="6734175" y="2452688"/>
                </a:cubicBezTo>
                <a:close/>
                <a:moveTo>
                  <a:pt x="6734175" y="2605088"/>
                </a:moveTo>
                <a:cubicBezTo>
                  <a:pt x="6734175" y="2612978"/>
                  <a:pt x="6727778" y="2619375"/>
                  <a:pt x="6719888" y="2619375"/>
                </a:cubicBezTo>
                <a:cubicBezTo>
                  <a:pt x="6711997" y="2619375"/>
                  <a:pt x="6705600" y="2612978"/>
                  <a:pt x="6705600" y="2605088"/>
                </a:cubicBezTo>
                <a:cubicBezTo>
                  <a:pt x="6705600" y="2597197"/>
                  <a:pt x="6711997" y="2590800"/>
                  <a:pt x="6719888" y="2590800"/>
                </a:cubicBezTo>
                <a:cubicBezTo>
                  <a:pt x="6727778" y="2590800"/>
                  <a:pt x="6734175" y="2597197"/>
                  <a:pt x="6734175" y="2605088"/>
                </a:cubicBezTo>
                <a:close/>
                <a:moveTo>
                  <a:pt x="6734175" y="2757488"/>
                </a:moveTo>
                <a:cubicBezTo>
                  <a:pt x="6734175" y="2765378"/>
                  <a:pt x="6727778" y="2771775"/>
                  <a:pt x="6719888" y="2771775"/>
                </a:cubicBezTo>
                <a:cubicBezTo>
                  <a:pt x="6711997" y="2771775"/>
                  <a:pt x="6705600" y="2765378"/>
                  <a:pt x="6705600" y="2757488"/>
                </a:cubicBezTo>
                <a:cubicBezTo>
                  <a:pt x="6705600" y="2749597"/>
                  <a:pt x="6711997" y="2743200"/>
                  <a:pt x="6719888" y="2743200"/>
                </a:cubicBezTo>
                <a:cubicBezTo>
                  <a:pt x="6727778" y="2743200"/>
                  <a:pt x="6734175" y="2749597"/>
                  <a:pt x="6734175" y="2757488"/>
                </a:cubicBezTo>
                <a:close/>
                <a:moveTo>
                  <a:pt x="6734175" y="2909888"/>
                </a:moveTo>
                <a:cubicBezTo>
                  <a:pt x="6734175" y="2917778"/>
                  <a:pt x="6727778" y="2924175"/>
                  <a:pt x="6719888" y="2924175"/>
                </a:cubicBezTo>
                <a:cubicBezTo>
                  <a:pt x="6711997" y="2924175"/>
                  <a:pt x="6705600" y="2917778"/>
                  <a:pt x="6705600" y="2909888"/>
                </a:cubicBezTo>
                <a:cubicBezTo>
                  <a:pt x="6705600" y="2901997"/>
                  <a:pt x="6711997" y="2895600"/>
                  <a:pt x="6719888" y="2895600"/>
                </a:cubicBezTo>
                <a:cubicBezTo>
                  <a:pt x="6727778" y="2895600"/>
                  <a:pt x="6734175" y="2901997"/>
                  <a:pt x="6734175" y="2909888"/>
                </a:cubicBezTo>
                <a:close/>
                <a:moveTo>
                  <a:pt x="6734175" y="3062288"/>
                </a:moveTo>
                <a:cubicBezTo>
                  <a:pt x="6734175" y="3070178"/>
                  <a:pt x="6727778" y="3076575"/>
                  <a:pt x="6719888" y="3076575"/>
                </a:cubicBezTo>
                <a:cubicBezTo>
                  <a:pt x="6711997" y="3076575"/>
                  <a:pt x="6705600" y="3070178"/>
                  <a:pt x="6705600" y="3062288"/>
                </a:cubicBezTo>
                <a:cubicBezTo>
                  <a:pt x="6705600" y="3054397"/>
                  <a:pt x="6711997" y="3048000"/>
                  <a:pt x="6719888" y="3048000"/>
                </a:cubicBezTo>
                <a:cubicBezTo>
                  <a:pt x="6727778" y="3048000"/>
                  <a:pt x="6734175" y="3054397"/>
                  <a:pt x="6734175" y="3062288"/>
                </a:cubicBezTo>
                <a:close/>
                <a:moveTo>
                  <a:pt x="6734175" y="3214688"/>
                </a:moveTo>
                <a:cubicBezTo>
                  <a:pt x="6734175" y="3222578"/>
                  <a:pt x="6727778" y="3228975"/>
                  <a:pt x="6719888" y="3228975"/>
                </a:cubicBezTo>
                <a:cubicBezTo>
                  <a:pt x="6711997" y="3228975"/>
                  <a:pt x="6705600" y="3222578"/>
                  <a:pt x="6705600" y="3214688"/>
                </a:cubicBezTo>
                <a:cubicBezTo>
                  <a:pt x="6705600" y="3206797"/>
                  <a:pt x="6711997" y="3200400"/>
                  <a:pt x="6719888" y="3200400"/>
                </a:cubicBezTo>
                <a:cubicBezTo>
                  <a:pt x="6727778" y="3200400"/>
                  <a:pt x="6734175" y="3206797"/>
                  <a:pt x="6734175" y="3214688"/>
                </a:cubicBezTo>
                <a:close/>
                <a:moveTo>
                  <a:pt x="6734175" y="3367088"/>
                </a:moveTo>
                <a:cubicBezTo>
                  <a:pt x="6734175" y="3374978"/>
                  <a:pt x="6727778" y="3381375"/>
                  <a:pt x="6719888" y="3381375"/>
                </a:cubicBezTo>
                <a:cubicBezTo>
                  <a:pt x="6711997" y="3381375"/>
                  <a:pt x="6705600" y="3374978"/>
                  <a:pt x="6705600" y="3367088"/>
                </a:cubicBezTo>
                <a:cubicBezTo>
                  <a:pt x="6705600" y="3359197"/>
                  <a:pt x="6711997" y="3352800"/>
                  <a:pt x="6719888" y="3352800"/>
                </a:cubicBezTo>
                <a:cubicBezTo>
                  <a:pt x="6727778" y="3352800"/>
                  <a:pt x="6734175" y="3359197"/>
                  <a:pt x="6734175" y="3367088"/>
                </a:cubicBezTo>
                <a:close/>
                <a:moveTo>
                  <a:pt x="6734175" y="3519488"/>
                </a:moveTo>
                <a:cubicBezTo>
                  <a:pt x="6734175" y="3527378"/>
                  <a:pt x="6727778" y="3533775"/>
                  <a:pt x="6719888" y="3533775"/>
                </a:cubicBezTo>
                <a:cubicBezTo>
                  <a:pt x="6711997" y="3533775"/>
                  <a:pt x="6705600" y="3527378"/>
                  <a:pt x="6705600" y="3519488"/>
                </a:cubicBezTo>
                <a:cubicBezTo>
                  <a:pt x="6705600" y="3511597"/>
                  <a:pt x="6711997" y="3505200"/>
                  <a:pt x="6719888" y="3505200"/>
                </a:cubicBezTo>
                <a:cubicBezTo>
                  <a:pt x="6727778" y="3505200"/>
                  <a:pt x="6734175" y="3511597"/>
                  <a:pt x="6734175" y="3519488"/>
                </a:cubicBezTo>
                <a:close/>
                <a:moveTo>
                  <a:pt x="6734175" y="3671888"/>
                </a:moveTo>
                <a:cubicBezTo>
                  <a:pt x="6734175" y="3679778"/>
                  <a:pt x="6727778" y="3686175"/>
                  <a:pt x="6719888" y="3686175"/>
                </a:cubicBezTo>
                <a:cubicBezTo>
                  <a:pt x="6711997" y="3686175"/>
                  <a:pt x="6705600" y="3679778"/>
                  <a:pt x="6705600" y="3671888"/>
                </a:cubicBezTo>
                <a:cubicBezTo>
                  <a:pt x="6705600" y="3663997"/>
                  <a:pt x="6711997" y="3657600"/>
                  <a:pt x="6719888" y="3657600"/>
                </a:cubicBezTo>
                <a:cubicBezTo>
                  <a:pt x="6727778" y="3657600"/>
                  <a:pt x="6734175" y="3663997"/>
                  <a:pt x="6734175" y="3671888"/>
                </a:cubicBezTo>
                <a:close/>
                <a:moveTo>
                  <a:pt x="6734175" y="3824288"/>
                </a:moveTo>
                <a:cubicBezTo>
                  <a:pt x="6734175" y="3832178"/>
                  <a:pt x="6727778" y="3838575"/>
                  <a:pt x="6719888" y="3838575"/>
                </a:cubicBezTo>
                <a:cubicBezTo>
                  <a:pt x="6711997" y="3838575"/>
                  <a:pt x="6705600" y="3832178"/>
                  <a:pt x="6705600" y="3824288"/>
                </a:cubicBezTo>
                <a:cubicBezTo>
                  <a:pt x="6705600" y="3816397"/>
                  <a:pt x="6711997" y="3810000"/>
                  <a:pt x="6719888" y="3810000"/>
                </a:cubicBezTo>
                <a:cubicBezTo>
                  <a:pt x="6727778" y="3810000"/>
                  <a:pt x="6734175" y="3816397"/>
                  <a:pt x="6734175" y="3824288"/>
                </a:cubicBezTo>
                <a:close/>
                <a:moveTo>
                  <a:pt x="6734175" y="3976688"/>
                </a:moveTo>
                <a:cubicBezTo>
                  <a:pt x="6734175" y="3984578"/>
                  <a:pt x="6727778" y="3990975"/>
                  <a:pt x="6719888" y="3990975"/>
                </a:cubicBezTo>
                <a:cubicBezTo>
                  <a:pt x="6711997" y="3990975"/>
                  <a:pt x="6705600" y="3984578"/>
                  <a:pt x="6705600" y="3976688"/>
                </a:cubicBezTo>
                <a:cubicBezTo>
                  <a:pt x="6705600" y="3968797"/>
                  <a:pt x="6711997" y="3962400"/>
                  <a:pt x="6719888" y="3962400"/>
                </a:cubicBezTo>
                <a:cubicBezTo>
                  <a:pt x="6727778" y="3962400"/>
                  <a:pt x="6734175" y="3968797"/>
                  <a:pt x="6734175" y="3976688"/>
                </a:cubicBezTo>
                <a:close/>
                <a:moveTo>
                  <a:pt x="6734175" y="4129088"/>
                </a:moveTo>
                <a:cubicBezTo>
                  <a:pt x="6734175" y="4136978"/>
                  <a:pt x="6727778" y="4143375"/>
                  <a:pt x="6719888" y="4143375"/>
                </a:cubicBezTo>
                <a:cubicBezTo>
                  <a:pt x="6711997" y="4143375"/>
                  <a:pt x="6705600" y="4136978"/>
                  <a:pt x="6705600" y="4129088"/>
                </a:cubicBezTo>
                <a:cubicBezTo>
                  <a:pt x="6705600" y="4121197"/>
                  <a:pt x="6711997" y="4114800"/>
                  <a:pt x="6719888" y="4114800"/>
                </a:cubicBezTo>
                <a:cubicBezTo>
                  <a:pt x="6727778" y="4114800"/>
                  <a:pt x="6734175" y="4121197"/>
                  <a:pt x="6734175" y="4129088"/>
                </a:cubicBezTo>
                <a:close/>
                <a:moveTo>
                  <a:pt x="6734175" y="4281488"/>
                </a:moveTo>
                <a:cubicBezTo>
                  <a:pt x="6734175" y="4289378"/>
                  <a:pt x="6727778" y="4295775"/>
                  <a:pt x="6719888" y="4295775"/>
                </a:cubicBezTo>
                <a:cubicBezTo>
                  <a:pt x="6711997" y="4295775"/>
                  <a:pt x="6705600" y="4289378"/>
                  <a:pt x="6705600" y="4281488"/>
                </a:cubicBezTo>
                <a:cubicBezTo>
                  <a:pt x="6705600" y="4273597"/>
                  <a:pt x="6711997" y="4267200"/>
                  <a:pt x="6719888" y="4267200"/>
                </a:cubicBezTo>
                <a:cubicBezTo>
                  <a:pt x="6727778" y="4267200"/>
                  <a:pt x="6734175" y="4273597"/>
                  <a:pt x="6734175" y="4281488"/>
                </a:cubicBezTo>
                <a:close/>
                <a:moveTo>
                  <a:pt x="6734175" y="4433888"/>
                </a:moveTo>
                <a:cubicBezTo>
                  <a:pt x="6734175" y="4441778"/>
                  <a:pt x="6727778" y="4448175"/>
                  <a:pt x="6719888" y="4448175"/>
                </a:cubicBezTo>
                <a:cubicBezTo>
                  <a:pt x="6711997" y="4448175"/>
                  <a:pt x="6705600" y="4441778"/>
                  <a:pt x="6705600" y="4433888"/>
                </a:cubicBezTo>
                <a:cubicBezTo>
                  <a:pt x="6705600" y="4425997"/>
                  <a:pt x="6711997" y="4419600"/>
                  <a:pt x="6719888" y="4419600"/>
                </a:cubicBezTo>
                <a:cubicBezTo>
                  <a:pt x="6727778" y="4419600"/>
                  <a:pt x="6734175" y="4425997"/>
                  <a:pt x="6734175" y="4433888"/>
                </a:cubicBezTo>
                <a:close/>
                <a:moveTo>
                  <a:pt x="6734175" y="4586288"/>
                </a:moveTo>
                <a:cubicBezTo>
                  <a:pt x="6734175" y="4594178"/>
                  <a:pt x="6727778" y="4600575"/>
                  <a:pt x="6719888" y="4600575"/>
                </a:cubicBezTo>
                <a:cubicBezTo>
                  <a:pt x="6711997" y="4600575"/>
                  <a:pt x="6705600" y="4594178"/>
                  <a:pt x="6705600" y="4586288"/>
                </a:cubicBezTo>
                <a:cubicBezTo>
                  <a:pt x="6705600" y="4578397"/>
                  <a:pt x="6711997" y="4572000"/>
                  <a:pt x="6719888" y="4572000"/>
                </a:cubicBezTo>
                <a:cubicBezTo>
                  <a:pt x="6727778" y="4572000"/>
                  <a:pt x="6734175" y="4578397"/>
                  <a:pt x="6734175" y="4586288"/>
                </a:cubicBezTo>
                <a:close/>
                <a:moveTo>
                  <a:pt x="6734175" y="4738688"/>
                </a:moveTo>
                <a:cubicBezTo>
                  <a:pt x="6734175" y="4746578"/>
                  <a:pt x="6727778" y="4752975"/>
                  <a:pt x="6719888" y="4752975"/>
                </a:cubicBezTo>
                <a:cubicBezTo>
                  <a:pt x="6711997" y="4752975"/>
                  <a:pt x="6705600" y="4746578"/>
                  <a:pt x="6705600" y="4738688"/>
                </a:cubicBezTo>
                <a:cubicBezTo>
                  <a:pt x="6705600" y="4730797"/>
                  <a:pt x="6711997" y="4724400"/>
                  <a:pt x="6719888" y="4724400"/>
                </a:cubicBezTo>
                <a:cubicBezTo>
                  <a:pt x="6727778" y="4724400"/>
                  <a:pt x="6734175" y="4730797"/>
                  <a:pt x="6734175" y="4738688"/>
                </a:cubicBezTo>
                <a:close/>
                <a:moveTo>
                  <a:pt x="6886575" y="14288"/>
                </a:moveTo>
                <a:cubicBezTo>
                  <a:pt x="6886575" y="22178"/>
                  <a:pt x="6880178" y="28575"/>
                  <a:pt x="6872288" y="28575"/>
                </a:cubicBezTo>
                <a:cubicBezTo>
                  <a:pt x="6864397" y="28575"/>
                  <a:pt x="6858000" y="22178"/>
                  <a:pt x="6858000" y="14288"/>
                </a:cubicBezTo>
                <a:cubicBezTo>
                  <a:pt x="6858000" y="6397"/>
                  <a:pt x="6864397" y="0"/>
                  <a:pt x="6872288" y="0"/>
                </a:cubicBezTo>
                <a:cubicBezTo>
                  <a:pt x="6880178" y="0"/>
                  <a:pt x="6886575" y="6397"/>
                  <a:pt x="6886575" y="14288"/>
                </a:cubicBezTo>
                <a:close/>
                <a:moveTo>
                  <a:pt x="6886575" y="166688"/>
                </a:moveTo>
                <a:cubicBezTo>
                  <a:pt x="6886575" y="174578"/>
                  <a:pt x="6880178" y="180975"/>
                  <a:pt x="6872288" y="180975"/>
                </a:cubicBezTo>
                <a:cubicBezTo>
                  <a:pt x="6864397" y="180975"/>
                  <a:pt x="6858000" y="174578"/>
                  <a:pt x="6858000" y="166688"/>
                </a:cubicBezTo>
                <a:cubicBezTo>
                  <a:pt x="6858000" y="158797"/>
                  <a:pt x="6864397" y="152400"/>
                  <a:pt x="6872288" y="152400"/>
                </a:cubicBezTo>
                <a:cubicBezTo>
                  <a:pt x="6880178" y="152400"/>
                  <a:pt x="6886575" y="158797"/>
                  <a:pt x="6886575" y="166688"/>
                </a:cubicBezTo>
                <a:close/>
                <a:moveTo>
                  <a:pt x="6886575" y="319088"/>
                </a:moveTo>
                <a:cubicBezTo>
                  <a:pt x="6886575" y="326978"/>
                  <a:pt x="6880178" y="333375"/>
                  <a:pt x="6872288" y="333375"/>
                </a:cubicBezTo>
                <a:cubicBezTo>
                  <a:pt x="6864397" y="333375"/>
                  <a:pt x="6858000" y="326978"/>
                  <a:pt x="6858000" y="319088"/>
                </a:cubicBezTo>
                <a:cubicBezTo>
                  <a:pt x="6858000" y="311197"/>
                  <a:pt x="6864397" y="304800"/>
                  <a:pt x="6872288" y="304800"/>
                </a:cubicBezTo>
                <a:cubicBezTo>
                  <a:pt x="6880178" y="304800"/>
                  <a:pt x="6886575" y="311197"/>
                  <a:pt x="6886575" y="319088"/>
                </a:cubicBezTo>
                <a:close/>
                <a:moveTo>
                  <a:pt x="6886575" y="471488"/>
                </a:moveTo>
                <a:cubicBezTo>
                  <a:pt x="6886575" y="479378"/>
                  <a:pt x="6880178" y="485775"/>
                  <a:pt x="6872288" y="485775"/>
                </a:cubicBezTo>
                <a:cubicBezTo>
                  <a:pt x="6864397" y="485775"/>
                  <a:pt x="6858000" y="479378"/>
                  <a:pt x="6858000" y="471488"/>
                </a:cubicBezTo>
                <a:cubicBezTo>
                  <a:pt x="6858000" y="463597"/>
                  <a:pt x="6864397" y="457200"/>
                  <a:pt x="6872288" y="457200"/>
                </a:cubicBezTo>
                <a:cubicBezTo>
                  <a:pt x="6880178" y="457200"/>
                  <a:pt x="6886575" y="463597"/>
                  <a:pt x="6886575" y="471488"/>
                </a:cubicBezTo>
                <a:close/>
                <a:moveTo>
                  <a:pt x="6886575" y="623888"/>
                </a:moveTo>
                <a:cubicBezTo>
                  <a:pt x="6886575" y="631778"/>
                  <a:pt x="6880178" y="638175"/>
                  <a:pt x="6872288" y="638175"/>
                </a:cubicBezTo>
                <a:cubicBezTo>
                  <a:pt x="6864397" y="638175"/>
                  <a:pt x="6858000" y="631778"/>
                  <a:pt x="6858000" y="623888"/>
                </a:cubicBezTo>
                <a:cubicBezTo>
                  <a:pt x="6858000" y="615997"/>
                  <a:pt x="6864397" y="609600"/>
                  <a:pt x="6872288" y="609600"/>
                </a:cubicBezTo>
                <a:cubicBezTo>
                  <a:pt x="6880178" y="609600"/>
                  <a:pt x="6886575" y="615997"/>
                  <a:pt x="6886575" y="623888"/>
                </a:cubicBezTo>
                <a:close/>
                <a:moveTo>
                  <a:pt x="6886575" y="776288"/>
                </a:moveTo>
                <a:cubicBezTo>
                  <a:pt x="6886575" y="784178"/>
                  <a:pt x="6880178" y="790575"/>
                  <a:pt x="6872288" y="790575"/>
                </a:cubicBezTo>
                <a:cubicBezTo>
                  <a:pt x="6864397" y="790575"/>
                  <a:pt x="6858000" y="784178"/>
                  <a:pt x="6858000" y="776288"/>
                </a:cubicBezTo>
                <a:cubicBezTo>
                  <a:pt x="6858000" y="768397"/>
                  <a:pt x="6864397" y="762000"/>
                  <a:pt x="6872288" y="762000"/>
                </a:cubicBezTo>
                <a:cubicBezTo>
                  <a:pt x="6880178" y="762000"/>
                  <a:pt x="6886575" y="768397"/>
                  <a:pt x="6886575" y="776288"/>
                </a:cubicBezTo>
                <a:close/>
                <a:moveTo>
                  <a:pt x="6886575" y="928688"/>
                </a:moveTo>
                <a:cubicBezTo>
                  <a:pt x="6886575" y="936578"/>
                  <a:pt x="6880178" y="942975"/>
                  <a:pt x="6872288" y="942975"/>
                </a:cubicBezTo>
                <a:cubicBezTo>
                  <a:pt x="6864397" y="942975"/>
                  <a:pt x="6858000" y="936578"/>
                  <a:pt x="6858000" y="928688"/>
                </a:cubicBezTo>
                <a:cubicBezTo>
                  <a:pt x="6858000" y="920797"/>
                  <a:pt x="6864397" y="914400"/>
                  <a:pt x="6872288" y="914400"/>
                </a:cubicBezTo>
                <a:cubicBezTo>
                  <a:pt x="6880178" y="914400"/>
                  <a:pt x="6886575" y="920797"/>
                  <a:pt x="6886575" y="928688"/>
                </a:cubicBezTo>
                <a:close/>
                <a:moveTo>
                  <a:pt x="6886575" y="1081088"/>
                </a:moveTo>
                <a:cubicBezTo>
                  <a:pt x="6886575" y="1088978"/>
                  <a:pt x="6880178" y="1095375"/>
                  <a:pt x="6872288" y="1095375"/>
                </a:cubicBezTo>
                <a:cubicBezTo>
                  <a:pt x="6864397" y="1095375"/>
                  <a:pt x="6858000" y="1088978"/>
                  <a:pt x="6858000" y="1081088"/>
                </a:cubicBezTo>
                <a:cubicBezTo>
                  <a:pt x="6858000" y="1073197"/>
                  <a:pt x="6864397" y="1066800"/>
                  <a:pt x="6872288" y="1066800"/>
                </a:cubicBezTo>
                <a:cubicBezTo>
                  <a:pt x="6880178" y="1066800"/>
                  <a:pt x="6886575" y="1073197"/>
                  <a:pt x="6886575" y="1081088"/>
                </a:cubicBezTo>
                <a:close/>
                <a:moveTo>
                  <a:pt x="6886575" y="1233488"/>
                </a:moveTo>
                <a:cubicBezTo>
                  <a:pt x="6886575" y="1241378"/>
                  <a:pt x="6880178" y="1247775"/>
                  <a:pt x="6872288" y="1247775"/>
                </a:cubicBezTo>
                <a:cubicBezTo>
                  <a:pt x="6864397" y="1247775"/>
                  <a:pt x="6858000" y="1241378"/>
                  <a:pt x="6858000" y="1233488"/>
                </a:cubicBezTo>
                <a:cubicBezTo>
                  <a:pt x="6858000" y="1225597"/>
                  <a:pt x="6864397" y="1219200"/>
                  <a:pt x="6872288" y="1219200"/>
                </a:cubicBezTo>
                <a:cubicBezTo>
                  <a:pt x="6880178" y="1219200"/>
                  <a:pt x="6886575" y="1225597"/>
                  <a:pt x="6886575" y="1233488"/>
                </a:cubicBezTo>
                <a:close/>
                <a:moveTo>
                  <a:pt x="6886575" y="1385888"/>
                </a:moveTo>
                <a:cubicBezTo>
                  <a:pt x="6886575" y="1393778"/>
                  <a:pt x="6880178" y="1400175"/>
                  <a:pt x="6872288" y="1400175"/>
                </a:cubicBezTo>
                <a:cubicBezTo>
                  <a:pt x="6864397" y="1400175"/>
                  <a:pt x="6858000" y="1393778"/>
                  <a:pt x="6858000" y="1385888"/>
                </a:cubicBezTo>
                <a:cubicBezTo>
                  <a:pt x="6858000" y="1377997"/>
                  <a:pt x="6864397" y="1371600"/>
                  <a:pt x="6872288" y="1371600"/>
                </a:cubicBezTo>
                <a:cubicBezTo>
                  <a:pt x="6880178" y="1371600"/>
                  <a:pt x="6886575" y="1377997"/>
                  <a:pt x="6886575" y="1385888"/>
                </a:cubicBezTo>
                <a:close/>
                <a:moveTo>
                  <a:pt x="6886575" y="1538288"/>
                </a:moveTo>
                <a:cubicBezTo>
                  <a:pt x="6886575" y="1546178"/>
                  <a:pt x="6880178" y="1552575"/>
                  <a:pt x="6872288" y="1552575"/>
                </a:cubicBezTo>
                <a:cubicBezTo>
                  <a:pt x="6864397" y="1552575"/>
                  <a:pt x="6858000" y="1546178"/>
                  <a:pt x="6858000" y="1538288"/>
                </a:cubicBezTo>
                <a:cubicBezTo>
                  <a:pt x="6858000" y="1530397"/>
                  <a:pt x="6864397" y="1524000"/>
                  <a:pt x="6872288" y="1524000"/>
                </a:cubicBezTo>
                <a:cubicBezTo>
                  <a:pt x="6880178" y="1524000"/>
                  <a:pt x="6886575" y="1530397"/>
                  <a:pt x="6886575" y="1538288"/>
                </a:cubicBezTo>
                <a:close/>
                <a:moveTo>
                  <a:pt x="6886575" y="1690688"/>
                </a:moveTo>
                <a:cubicBezTo>
                  <a:pt x="6886575" y="1698578"/>
                  <a:pt x="6880178" y="1704975"/>
                  <a:pt x="6872288" y="1704975"/>
                </a:cubicBezTo>
                <a:cubicBezTo>
                  <a:pt x="6864397" y="1704975"/>
                  <a:pt x="6858000" y="1698578"/>
                  <a:pt x="6858000" y="1690688"/>
                </a:cubicBezTo>
                <a:cubicBezTo>
                  <a:pt x="6858000" y="1682797"/>
                  <a:pt x="6864397" y="1676400"/>
                  <a:pt x="6872288" y="1676400"/>
                </a:cubicBezTo>
                <a:cubicBezTo>
                  <a:pt x="6880178" y="1676400"/>
                  <a:pt x="6886575" y="1682797"/>
                  <a:pt x="6886575" y="1690688"/>
                </a:cubicBezTo>
                <a:close/>
                <a:moveTo>
                  <a:pt x="6886575" y="1843088"/>
                </a:moveTo>
                <a:cubicBezTo>
                  <a:pt x="6886575" y="1850978"/>
                  <a:pt x="6880178" y="1857375"/>
                  <a:pt x="6872288" y="1857375"/>
                </a:cubicBezTo>
                <a:cubicBezTo>
                  <a:pt x="6864397" y="1857375"/>
                  <a:pt x="6858000" y="1850978"/>
                  <a:pt x="6858000" y="1843088"/>
                </a:cubicBezTo>
                <a:cubicBezTo>
                  <a:pt x="6858000" y="1835197"/>
                  <a:pt x="6864397" y="1828800"/>
                  <a:pt x="6872288" y="1828800"/>
                </a:cubicBezTo>
                <a:cubicBezTo>
                  <a:pt x="6880178" y="1828800"/>
                  <a:pt x="6886575" y="1835197"/>
                  <a:pt x="6886575" y="1843088"/>
                </a:cubicBezTo>
                <a:close/>
                <a:moveTo>
                  <a:pt x="6886575" y="1995488"/>
                </a:moveTo>
                <a:cubicBezTo>
                  <a:pt x="6886575" y="2003378"/>
                  <a:pt x="6880178" y="2009775"/>
                  <a:pt x="6872288" y="2009775"/>
                </a:cubicBezTo>
                <a:cubicBezTo>
                  <a:pt x="6864397" y="2009775"/>
                  <a:pt x="6858000" y="2003378"/>
                  <a:pt x="6858000" y="1995488"/>
                </a:cubicBezTo>
                <a:cubicBezTo>
                  <a:pt x="6858000" y="1987597"/>
                  <a:pt x="6864397" y="1981200"/>
                  <a:pt x="6872288" y="1981200"/>
                </a:cubicBezTo>
                <a:cubicBezTo>
                  <a:pt x="6880178" y="1981200"/>
                  <a:pt x="6886575" y="1987597"/>
                  <a:pt x="6886575" y="1995488"/>
                </a:cubicBezTo>
                <a:close/>
                <a:moveTo>
                  <a:pt x="6886575" y="2147888"/>
                </a:moveTo>
                <a:cubicBezTo>
                  <a:pt x="6886575" y="2155778"/>
                  <a:pt x="6880178" y="2162175"/>
                  <a:pt x="6872288" y="2162175"/>
                </a:cubicBezTo>
                <a:cubicBezTo>
                  <a:pt x="6864397" y="2162175"/>
                  <a:pt x="6858000" y="2155778"/>
                  <a:pt x="6858000" y="2147888"/>
                </a:cubicBezTo>
                <a:cubicBezTo>
                  <a:pt x="6858000" y="2139997"/>
                  <a:pt x="6864397" y="2133600"/>
                  <a:pt x="6872288" y="2133600"/>
                </a:cubicBezTo>
                <a:cubicBezTo>
                  <a:pt x="6880178" y="2133600"/>
                  <a:pt x="6886575" y="2139997"/>
                  <a:pt x="6886575" y="2147888"/>
                </a:cubicBezTo>
                <a:close/>
                <a:moveTo>
                  <a:pt x="6886575" y="2300288"/>
                </a:moveTo>
                <a:cubicBezTo>
                  <a:pt x="6886575" y="2308178"/>
                  <a:pt x="6880178" y="2314575"/>
                  <a:pt x="6872288" y="2314575"/>
                </a:cubicBezTo>
                <a:cubicBezTo>
                  <a:pt x="6864397" y="2314575"/>
                  <a:pt x="6858000" y="2308178"/>
                  <a:pt x="6858000" y="2300288"/>
                </a:cubicBezTo>
                <a:cubicBezTo>
                  <a:pt x="6858000" y="2292397"/>
                  <a:pt x="6864397" y="2286000"/>
                  <a:pt x="6872288" y="2286000"/>
                </a:cubicBezTo>
                <a:cubicBezTo>
                  <a:pt x="6880178" y="2286000"/>
                  <a:pt x="6886575" y="2292397"/>
                  <a:pt x="6886575" y="2300288"/>
                </a:cubicBezTo>
                <a:close/>
                <a:moveTo>
                  <a:pt x="6886575" y="2452688"/>
                </a:moveTo>
                <a:cubicBezTo>
                  <a:pt x="6886575" y="2460578"/>
                  <a:pt x="6880178" y="2466975"/>
                  <a:pt x="6872288" y="2466975"/>
                </a:cubicBezTo>
                <a:cubicBezTo>
                  <a:pt x="6864397" y="2466975"/>
                  <a:pt x="6858000" y="2460578"/>
                  <a:pt x="6858000" y="2452688"/>
                </a:cubicBezTo>
                <a:cubicBezTo>
                  <a:pt x="6858000" y="2444797"/>
                  <a:pt x="6864397" y="2438400"/>
                  <a:pt x="6872288" y="2438400"/>
                </a:cubicBezTo>
                <a:cubicBezTo>
                  <a:pt x="6880178" y="2438400"/>
                  <a:pt x="6886575" y="2444797"/>
                  <a:pt x="6886575" y="2452688"/>
                </a:cubicBezTo>
                <a:close/>
                <a:moveTo>
                  <a:pt x="6886575" y="2605088"/>
                </a:moveTo>
                <a:cubicBezTo>
                  <a:pt x="6886575" y="2612978"/>
                  <a:pt x="6880178" y="2619375"/>
                  <a:pt x="6872288" y="2619375"/>
                </a:cubicBezTo>
                <a:cubicBezTo>
                  <a:pt x="6864397" y="2619375"/>
                  <a:pt x="6858000" y="2612978"/>
                  <a:pt x="6858000" y="2605088"/>
                </a:cubicBezTo>
                <a:cubicBezTo>
                  <a:pt x="6858000" y="2597197"/>
                  <a:pt x="6864397" y="2590800"/>
                  <a:pt x="6872288" y="2590800"/>
                </a:cubicBezTo>
                <a:cubicBezTo>
                  <a:pt x="6880178" y="2590800"/>
                  <a:pt x="6886575" y="2597197"/>
                  <a:pt x="6886575" y="2605088"/>
                </a:cubicBezTo>
                <a:close/>
                <a:moveTo>
                  <a:pt x="6886575" y="2757488"/>
                </a:moveTo>
                <a:cubicBezTo>
                  <a:pt x="6886575" y="2765378"/>
                  <a:pt x="6880178" y="2771775"/>
                  <a:pt x="6872288" y="2771775"/>
                </a:cubicBezTo>
                <a:cubicBezTo>
                  <a:pt x="6864397" y="2771775"/>
                  <a:pt x="6858000" y="2765378"/>
                  <a:pt x="6858000" y="2757488"/>
                </a:cubicBezTo>
                <a:cubicBezTo>
                  <a:pt x="6858000" y="2749597"/>
                  <a:pt x="6864397" y="2743200"/>
                  <a:pt x="6872288" y="2743200"/>
                </a:cubicBezTo>
                <a:cubicBezTo>
                  <a:pt x="6880178" y="2743200"/>
                  <a:pt x="6886575" y="2749597"/>
                  <a:pt x="6886575" y="2757488"/>
                </a:cubicBezTo>
                <a:close/>
                <a:moveTo>
                  <a:pt x="6886575" y="2909888"/>
                </a:moveTo>
                <a:cubicBezTo>
                  <a:pt x="6886575" y="2917778"/>
                  <a:pt x="6880178" y="2924175"/>
                  <a:pt x="6872288" y="2924175"/>
                </a:cubicBezTo>
                <a:cubicBezTo>
                  <a:pt x="6864397" y="2924175"/>
                  <a:pt x="6858000" y="2917778"/>
                  <a:pt x="6858000" y="2909888"/>
                </a:cubicBezTo>
                <a:cubicBezTo>
                  <a:pt x="6858000" y="2901997"/>
                  <a:pt x="6864397" y="2895600"/>
                  <a:pt x="6872288" y="2895600"/>
                </a:cubicBezTo>
                <a:cubicBezTo>
                  <a:pt x="6880178" y="2895600"/>
                  <a:pt x="6886575" y="2901997"/>
                  <a:pt x="6886575" y="2909888"/>
                </a:cubicBezTo>
                <a:close/>
                <a:moveTo>
                  <a:pt x="6886575" y="3062288"/>
                </a:moveTo>
                <a:cubicBezTo>
                  <a:pt x="6886575" y="3070178"/>
                  <a:pt x="6880178" y="3076575"/>
                  <a:pt x="6872288" y="3076575"/>
                </a:cubicBezTo>
                <a:cubicBezTo>
                  <a:pt x="6864397" y="3076575"/>
                  <a:pt x="6858000" y="3070178"/>
                  <a:pt x="6858000" y="3062288"/>
                </a:cubicBezTo>
                <a:cubicBezTo>
                  <a:pt x="6858000" y="3054397"/>
                  <a:pt x="6864397" y="3048000"/>
                  <a:pt x="6872288" y="3048000"/>
                </a:cubicBezTo>
                <a:cubicBezTo>
                  <a:pt x="6880178" y="3048000"/>
                  <a:pt x="6886575" y="3054397"/>
                  <a:pt x="6886575" y="3062288"/>
                </a:cubicBezTo>
                <a:close/>
                <a:moveTo>
                  <a:pt x="6886575" y="3214688"/>
                </a:moveTo>
                <a:cubicBezTo>
                  <a:pt x="6886575" y="3222578"/>
                  <a:pt x="6880178" y="3228975"/>
                  <a:pt x="6872288" y="3228975"/>
                </a:cubicBezTo>
                <a:cubicBezTo>
                  <a:pt x="6864397" y="3228975"/>
                  <a:pt x="6858000" y="3222578"/>
                  <a:pt x="6858000" y="3214688"/>
                </a:cubicBezTo>
                <a:cubicBezTo>
                  <a:pt x="6858000" y="3206797"/>
                  <a:pt x="6864397" y="3200400"/>
                  <a:pt x="6872288" y="3200400"/>
                </a:cubicBezTo>
                <a:cubicBezTo>
                  <a:pt x="6880178" y="3200400"/>
                  <a:pt x="6886575" y="3206797"/>
                  <a:pt x="6886575" y="3214688"/>
                </a:cubicBezTo>
                <a:close/>
                <a:moveTo>
                  <a:pt x="6886575" y="3367088"/>
                </a:moveTo>
                <a:cubicBezTo>
                  <a:pt x="6886575" y="3374978"/>
                  <a:pt x="6880178" y="3381375"/>
                  <a:pt x="6872288" y="3381375"/>
                </a:cubicBezTo>
                <a:cubicBezTo>
                  <a:pt x="6864397" y="3381375"/>
                  <a:pt x="6858000" y="3374978"/>
                  <a:pt x="6858000" y="3367088"/>
                </a:cubicBezTo>
                <a:cubicBezTo>
                  <a:pt x="6858000" y="3359197"/>
                  <a:pt x="6864397" y="3352800"/>
                  <a:pt x="6872288" y="3352800"/>
                </a:cubicBezTo>
                <a:cubicBezTo>
                  <a:pt x="6880178" y="3352800"/>
                  <a:pt x="6886575" y="3359197"/>
                  <a:pt x="6886575" y="3367088"/>
                </a:cubicBezTo>
                <a:close/>
                <a:moveTo>
                  <a:pt x="6886575" y="3519488"/>
                </a:moveTo>
                <a:cubicBezTo>
                  <a:pt x="6886575" y="3527378"/>
                  <a:pt x="6880178" y="3533775"/>
                  <a:pt x="6872288" y="3533775"/>
                </a:cubicBezTo>
                <a:cubicBezTo>
                  <a:pt x="6864397" y="3533775"/>
                  <a:pt x="6858000" y="3527378"/>
                  <a:pt x="6858000" y="3519488"/>
                </a:cubicBezTo>
                <a:cubicBezTo>
                  <a:pt x="6858000" y="3511597"/>
                  <a:pt x="6864397" y="3505200"/>
                  <a:pt x="6872288" y="3505200"/>
                </a:cubicBezTo>
                <a:cubicBezTo>
                  <a:pt x="6880178" y="3505200"/>
                  <a:pt x="6886575" y="3511597"/>
                  <a:pt x="6886575" y="3519488"/>
                </a:cubicBezTo>
                <a:close/>
                <a:moveTo>
                  <a:pt x="6886575" y="3671888"/>
                </a:moveTo>
                <a:cubicBezTo>
                  <a:pt x="6886575" y="3679778"/>
                  <a:pt x="6880178" y="3686175"/>
                  <a:pt x="6872288" y="3686175"/>
                </a:cubicBezTo>
                <a:cubicBezTo>
                  <a:pt x="6864397" y="3686175"/>
                  <a:pt x="6858000" y="3679778"/>
                  <a:pt x="6858000" y="3671888"/>
                </a:cubicBezTo>
                <a:cubicBezTo>
                  <a:pt x="6858000" y="3663997"/>
                  <a:pt x="6864397" y="3657600"/>
                  <a:pt x="6872288" y="3657600"/>
                </a:cubicBezTo>
                <a:cubicBezTo>
                  <a:pt x="6880178" y="3657600"/>
                  <a:pt x="6886575" y="3663997"/>
                  <a:pt x="6886575" y="3671888"/>
                </a:cubicBezTo>
                <a:close/>
                <a:moveTo>
                  <a:pt x="6886575" y="3824288"/>
                </a:moveTo>
                <a:cubicBezTo>
                  <a:pt x="6886575" y="3832178"/>
                  <a:pt x="6880178" y="3838575"/>
                  <a:pt x="6872288" y="3838575"/>
                </a:cubicBezTo>
                <a:cubicBezTo>
                  <a:pt x="6864397" y="3838575"/>
                  <a:pt x="6858000" y="3832178"/>
                  <a:pt x="6858000" y="3824288"/>
                </a:cubicBezTo>
                <a:cubicBezTo>
                  <a:pt x="6858000" y="3816397"/>
                  <a:pt x="6864397" y="3810000"/>
                  <a:pt x="6872288" y="3810000"/>
                </a:cubicBezTo>
                <a:cubicBezTo>
                  <a:pt x="6880178" y="3810000"/>
                  <a:pt x="6886575" y="3816397"/>
                  <a:pt x="6886575" y="3824288"/>
                </a:cubicBezTo>
                <a:close/>
                <a:moveTo>
                  <a:pt x="6886575" y="3976688"/>
                </a:moveTo>
                <a:cubicBezTo>
                  <a:pt x="6886575" y="3984578"/>
                  <a:pt x="6880178" y="3990975"/>
                  <a:pt x="6872288" y="3990975"/>
                </a:cubicBezTo>
                <a:cubicBezTo>
                  <a:pt x="6864397" y="3990975"/>
                  <a:pt x="6858000" y="3984578"/>
                  <a:pt x="6858000" y="3976688"/>
                </a:cubicBezTo>
                <a:cubicBezTo>
                  <a:pt x="6858000" y="3968797"/>
                  <a:pt x="6864397" y="3962400"/>
                  <a:pt x="6872288" y="3962400"/>
                </a:cubicBezTo>
                <a:cubicBezTo>
                  <a:pt x="6880178" y="3962400"/>
                  <a:pt x="6886575" y="3968797"/>
                  <a:pt x="6886575" y="3976688"/>
                </a:cubicBezTo>
                <a:close/>
                <a:moveTo>
                  <a:pt x="6886575" y="4129088"/>
                </a:moveTo>
                <a:cubicBezTo>
                  <a:pt x="6886575" y="4136978"/>
                  <a:pt x="6880178" y="4143375"/>
                  <a:pt x="6872288" y="4143375"/>
                </a:cubicBezTo>
                <a:cubicBezTo>
                  <a:pt x="6864397" y="4143375"/>
                  <a:pt x="6858000" y="4136978"/>
                  <a:pt x="6858000" y="4129088"/>
                </a:cubicBezTo>
                <a:cubicBezTo>
                  <a:pt x="6858000" y="4121197"/>
                  <a:pt x="6864397" y="4114800"/>
                  <a:pt x="6872288" y="4114800"/>
                </a:cubicBezTo>
                <a:cubicBezTo>
                  <a:pt x="6880178" y="4114800"/>
                  <a:pt x="6886575" y="4121197"/>
                  <a:pt x="6886575" y="4129088"/>
                </a:cubicBezTo>
                <a:close/>
                <a:moveTo>
                  <a:pt x="6886575" y="4281488"/>
                </a:moveTo>
                <a:cubicBezTo>
                  <a:pt x="6886575" y="4289378"/>
                  <a:pt x="6880178" y="4295775"/>
                  <a:pt x="6872288" y="4295775"/>
                </a:cubicBezTo>
                <a:cubicBezTo>
                  <a:pt x="6864397" y="4295775"/>
                  <a:pt x="6858000" y="4289378"/>
                  <a:pt x="6858000" y="4281488"/>
                </a:cubicBezTo>
                <a:cubicBezTo>
                  <a:pt x="6858000" y="4273597"/>
                  <a:pt x="6864397" y="4267200"/>
                  <a:pt x="6872288" y="4267200"/>
                </a:cubicBezTo>
                <a:cubicBezTo>
                  <a:pt x="6880178" y="4267200"/>
                  <a:pt x="6886575" y="4273597"/>
                  <a:pt x="6886575" y="4281488"/>
                </a:cubicBezTo>
                <a:close/>
                <a:moveTo>
                  <a:pt x="6886575" y="4433888"/>
                </a:moveTo>
                <a:cubicBezTo>
                  <a:pt x="6886575" y="4441778"/>
                  <a:pt x="6880178" y="4448175"/>
                  <a:pt x="6872288" y="4448175"/>
                </a:cubicBezTo>
                <a:cubicBezTo>
                  <a:pt x="6864397" y="4448175"/>
                  <a:pt x="6858000" y="4441778"/>
                  <a:pt x="6858000" y="4433888"/>
                </a:cubicBezTo>
                <a:cubicBezTo>
                  <a:pt x="6858000" y="4425997"/>
                  <a:pt x="6864397" y="4419600"/>
                  <a:pt x="6872288" y="4419600"/>
                </a:cubicBezTo>
                <a:cubicBezTo>
                  <a:pt x="6880178" y="4419600"/>
                  <a:pt x="6886575" y="4425997"/>
                  <a:pt x="6886575" y="4433888"/>
                </a:cubicBezTo>
                <a:close/>
                <a:moveTo>
                  <a:pt x="6886575" y="4586288"/>
                </a:moveTo>
                <a:cubicBezTo>
                  <a:pt x="6886575" y="4594178"/>
                  <a:pt x="6880178" y="4600575"/>
                  <a:pt x="6872288" y="4600575"/>
                </a:cubicBezTo>
                <a:cubicBezTo>
                  <a:pt x="6864397" y="4600575"/>
                  <a:pt x="6858000" y="4594178"/>
                  <a:pt x="6858000" y="4586288"/>
                </a:cubicBezTo>
                <a:cubicBezTo>
                  <a:pt x="6858000" y="4578397"/>
                  <a:pt x="6864397" y="4572000"/>
                  <a:pt x="6872288" y="4572000"/>
                </a:cubicBezTo>
                <a:cubicBezTo>
                  <a:pt x="6880178" y="4572000"/>
                  <a:pt x="6886575" y="4578397"/>
                  <a:pt x="6886575" y="4586288"/>
                </a:cubicBezTo>
                <a:close/>
                <a:moveTo>
                  <a:pt x="6886575" y="4738688"/>
                </a:moveTo>
                <a:cubicBezTo>
                  <a:pt x="6886575" y="4746578"/>
                  <a:pt x="6880178" y="4752975"/>
                  <a:pt x="6872288" y="4752975"/>
                </a:cubicBezTo>
                <a:cubicBezTo>
                  <a:pt x="6864397" y="4752975"/>
                  <a:pt x="6858000" y="4746578"/>
                  <a:pt x="6858000" y="4738688"/>
                </a:cubicBezTo>
                <a:cubicBezTo>
                  <a:pt x="6858000" y="4730797"/>
                  <a:pt x="6864397" y="4724400"/>
                  <a:pt x="6872288" y="4724400"/>
                </a:cubicBezTo>
                <a:cubicBezTo>
                  <a:pt x="6880178" y="4724400"/>
                  <a:pt x="6886575" y="4730797"/>
                  <a:pt x="6886575" y="4738688"/>
                </a:cubicBezTo>
                <a:close/>
              </a:path>
            </a:pathLst>
          </a:custGeom>
          <a:solidFill xmlns:a="http://schemas.openxmlformats.org/drawingml/2006/main">
            <a:srgbClr val="F4E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ode-driven lower halftone native pattern">
            <a:extLst xmlns:a="http://schemas.openxmlformats.org/drawingml/2006/main">
              <a:ext uri="{FF2B5EF4-FFF2-40B4-BE49-F238E27FC236}">
                <a16:creationId xmlns:a16="http://schemas.microsoft.com/office/drawing/2014/main" id="{C42065C3-BF9B-45FD-A066-7DDD83C3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235" y="4461510"/>
            <a:ext cx="10850880" cy="4450080"/>
          </a:xfrm>
          <a:custGeom xmlns:a="http://schemas.openxmlformats.org/drawingml/2006/main">
            <a:pathLst>
              <a:path w="10850880" h="4450080">
                <a:moveTo>
                  <a:pt x="30480" y="15240"/>
                </a:moveTo>
                <a:cubicBezTo>
                  <a:pt x="30480" y="23657"/>
                  <a:pt x="23657" y="30480"/>
                  <a:pt x="15240" y="30480"/>
                </a:cubicBezTo>
                <a:cubicBezTo>
                  <a:pt x="6823" y="30480"/>
                  <a:pt x="0" y="23657"/>
                  <a:pt x="0" y="15240"/>
                </a:cubicBezTo>
                <a:cubicBezTo>
                  <a:pt x="0" y="6823"/>
                  <a:pt x="6823" y="0"/>
                  <a:pt x="15240" y="0"/>
                </a:cubicBezTo>
                <a:cubicBezTo>
                  <a:pt x="23657" y="0"/>
                  <a:pt x="30480" y="6823"/>
                  <a:pt x="30480" y="15240"/>
                </a:cubicBezTo>
                <a:close/>
                <a:moveTo>
                  <a:pt x="30480" y="167640"/>
                </a:moveTo>
                <a:cubicBezTo>
                  <a:pt x="30480" y="176057"/>
                  <a:pt x="23657" y="182880"/>
                  <a:pt x="15240" y="182880"/>
                </a:cubicBezTo>
                <a:cubicBezTo>
                  <a:pt x="6823" y="182880"/>
                  <a:pt x="0" y="176057"/>
                  <a:pt x="0" y="167640"/>
                </a:cubicBezTo>
                <a:cubicBezTo>
                  <a:pt x="0" y="159223"/>
                  <a:pt x="6823" y="152400"/>
                  <a:pt x="15240" y="152400"/>
                </a:cubicBezTo>
                <a:cubicBezTo>
                  <a:pt x="23657" y="152400"/>
                  <a:pt x="30480" y="159223"/>
                  <a:pt x="30480" y="167640"/>
                </a:cubicBezTo>
                <a:close/>
                <a:moveTo>
                  <a:pt x="30480" y="320040"/>
                </a:moveTo>
                <a:cubicBezTo>
                  <a:pt x="30480" y="328457"/>
                  <a:pt x="23657" y="335280"/>
                  <a:pt x="15240" y="335280"/>
                </a:cubicBezTo>
                <a:cubicBezTo>
                  <a:pt x="6823" y="335280"/>
                  <a:pt x="0" y="328457"/>
                  <a:pt x="0" y="320040"/>
                </a:cubicBezTo>
                <a:cubicBezTo>
                  <a:pt x="0" y="311623"/>
                  <a:pt x="6823" y="304800"/>
                  <a:pt x="15240" y="304800"/>
                </a:cubicBezTo>
                <a:cubicBezTo>
                  <a:pt x="23657" y="304800"/>
                  <a:pt x="30480" y="311623"/>
                  <a:pt x="30480" y="320040"/>
                </a:cubicBezTo>
                <a:close/>
                <a:moveTo>
                  <a:pt x="30480" y="472440"/>
                </a:moveTo>
                <a:cubicBezTo>
                  <a:pt x="30480" y="480857"/>
                  <a:pt x="23657" y="487680"/>
                  <a:pt x="15240" y="487680"/>
                </a:cubicBezTo>
                <a:cubicBezTo>
                  <a:pt x="6823" y="487680"/>
                  <a:pt x="0" y="480857"/>
                  <a:pt x="0" y="472440"/>
                </a:cubicBezTo>
                <a:cubicBezTo>
                  <a:pt x="0" y="464023"/>
                  <a:pt x="6823" y="457200"/>
                  <a:pt x="15240" y="457200"/>
                </a:cubicBezTo>
                <a:cubicBezTo>
                  <a:pt x="23657" y="457200"/>
                  <a:pt x="30480" y="464023"/>
                  <a:pt x="30480" y="472440"/>
                </a:cubicBezTo>
                <a:close/>
                <a:moveTo>
                  <a:pt x="30480" y="624840"/>
                </a:moveTo>
                <a:cubicBezTo>
                  <a:pt x="30480" y="633257"/>
                  <a:pt x="23657" y="640080"/>
                  <a:pt x="15240" y="640080"/>
                </a:cubicBezTo>
                <a:cubicBezTo>
                  <a:pt x="6823" y="640080"/>
                  <a:pt x="0" y="633257"/>
                  <a:pt x="0" y="624840"/>
                </a:cubicBezTo>
                <a:cubicBezTo>
                  <a:pt x="0" y="616423"/>
                  <a:pt x="6823" y="609600"/>
                  <a:pt x="15240" y="609600"/>
                </a:cubicBezTo>
                <a:cubicBezTo>
                  <a:pt x="23657" y="609600"/>
                  <a:pt x="30480" y="616423"/>
                  <a:pt x="30480" y="624840"/>
                </a:cubicBezTo>
                <a:close/>
                <a:moveTo>
                  <a:pt x="30480" y="777240"/>
                </a:moveTo>
                <a:cubicBezTo>
                  <a:pt x="30480" y="785657"/>
                  <a:pt x="23657" y="792480"/>
                  <a:pt x="15240" y="792480"/>
                </a:cubicBezTo>
                <a:cubicBezTo>
                  <a:pt x="6823" y="792480"/>
                  <a:pt x="0" y="785657"/>
                  <a:pt x="0" y="777240"/>
                </a:cubicBezTo>
                <a:cubicBezTo>
                  <a:pt x="0" y="768823"/>
                  <a:pt x="6823" y="762000"/>
                  <a:pt x="15240" y="762000"/>
                </a:cubicBezTo>
                <a:cubicBezTo>
                  <a:pt x="23657" y="762000"/>
                  <a:pt x="30480" y="768823"/>
                  <a:pt x="30480" y="777240"/>
                </a:cubicBezTo>
                <a:close/>
                <a:moveTo>
                  <a:pt x="30480" y="929640"/>
                </a:moveTo>
                <a:cubicBezTo>
                  <a:pt x="30480" y="938057"/>
                  <a:pt x="23657" y="944880"/>
                  <a:pt x="15240" y="944880"/>
                </a:cubicBezTo>
                <a:cubicBezTo>
                  <a:pt x="6823" y="944880"/>
                  <a:pt x="0" y="938057"/>
                  <a:pt x="0" y="929640"/>
                </a:cubicBezTo>
                <a:cubicBezTo>
                  <a:pt x="0" y="921223"/>
                  <a:pt x="6823" y="914400"/>
                  <a:pt x="15240" y="914400"/>
                </a:cubicBezTo>
                <a:cubicBezTo>
                  <a:pt x="23657" y="914400"/>
                  <a:pt x="30480" y="921223"/>
                  <a:pt x="30480" y="929640"/>
                </a:cubicBezTo>
                <a:close/>
                <a:moveTo>
                  <a:pt x="30480" y="1082040"/>
                </a:moveTo>
                <a:cubicBezTo>
                  <a:pt x="30480" y="1090457"/>
                  <a:pt x="23657" y="1097280"/>
                  <a:pt x="15240" y="1097280"/>
                </a:cubicBezTo>
                <a:cubicBezTo>
                  <a:pt x="6823" y="1097280"/>
                  <a:pt x="0" y="1090457"/>
                  <a:pt x="0" y="1082040"/>
                </a:cubicBezTo>
                <a:cubicBezTo>
                  <a:pt x="0" y="1073623"/>
                  <a:pt x="6823" y="1066800"/>
                  <a:pt x="15240" y="1066800"/>
                </a:cubicBezTo>
                <a:cubicBezTo>
                  <a:pt x="23657" y="1066800"/>
                  <a:pt x="30480" y="1073623"/>
                  <a:pt x="30480" y="1082040"/>
                </a:cubicBezTo>
                <a:close/>
                <a:moveTo>
                  <a:pt x="30480" y="1234440"/>
                </a:moveTo>
                <a:cubicBezTo>
                  <a:pt x="30480" y="1242857"/>
                  <a:pt x="23657" y="1249680"/>
                  <a:pt x="15240" y="1249680"/>
                </a:cubicBezTo>
                <a:cubicBezTo>
                  <a:pt x="6823" y="1249680"/>
                  <a:pt x="0" y="1242857"/>
                  <a:pt x="0" y="1234440"/>
                </a:cubicBezTo>
                <a:cubicBezTo>
                  <a:pt x="0" y="1226023"/>
                  <a:pt x="6823" y="1219200"/>
                  <a:pt x="15240" y="1219200"/>
                </a:cubicBezTo>
                <a:cubicBezTo>
                  <a:pt x="23657" y="1219200"/>
                  <a:pt x="30480" y="1226023"/>
                  <a:pt x="30480" y="1234440"/>
                </a:cubicBezTo>
                <a:close/>
                <a:moveTo>
                  <a:pt x="30480" y="1386840"/>
                </a:moveTo>
                <a:cubicBezTo>
                  <a:pt x="30480" y="1395257"/>
                  <a:pt x="23657" y="1402080"/>
                  <a:pt x="15240" y="1402080"/>
                </a:cubicBezTo>
                <a:cubicBezTo>
                  <a:pt x="6823" y="1402080"/>
                  <a:pt x="0" y="1395257"/>
                  <a:pt x="0" y="1386840"/>
                </a:cubicBezTo>
                <a:cubicBezTo>
                  <a:pt x="0" y="1378423"/>
                  <a:pt x="6823" y="1371600"/>
                  <a:pt x="15240" y="1371600"/>
                </a:cubicBezTo>
                <a:cubicBezTo>
                  <a:pt x="23657" y="1371600"/>
                  <a:pt x="30480" y="1378423"/>
                  <a:pt x="30480" y="1386840"/>
                </a:cubicBezTo>
                <a:close/>
                <a:moveTo>
                  <a:pt x="30480" y="1539240"/>
                </a:moveTo>
                <a:cubicBezTo>
                  <a:pt x="30480" y="1547657"/>
                  <a:pt x="23657" y="1554480"/>
                  <a:pt x="15240" y="1554480"/>
                </a:cubicBezTo>
                <a:cubicBezTo>
                  <a:pt x="6823" y="1554480"/>
                  <a:pt x="0" y="1547657"/>
                  <a:pt x="0" y="1539240"/>
                </a:cubicBezTo>
                <a:cubicBezTo>
                  <a:pt x="0" y="1530823"/>
                  <a:pt x="6823" y="1524000"/>
                  <a:pt x="15240" y="1524000"/>
                </a:cubicBezTo>
                <a:cubicBezTo>
                  <a:pt x="23657" y="1524000"/>
                  <a:pt x="30480" y="1530823"/>
                  <a:pt x="30480" y="1539240"/>
                </a:cubicBezTo>
                <a:close/>
                <a:moveTo>
                  <a:pt x="30480" y="1691640"/>
                </a:moveTo>
                <a:cubicBezTo>
                  <a:pt x="30480" y="1700057"/>
                  <a:pt x="23657" y="1706880"/>
                  <a:pt x="15240" y="1706880"/>
                </a:cubicBezTo>
                <a:cubicBezTo>
                  <a:pt x="6823" y="1706880"/>
                  <a:pt x="0" y="1700057"/>
                  <a:pt x="0" y="1691640"/>
                </a:cubicBezTo>
                <a:cubicBezTo>
                  <a:pt x="0" y="1683223"/>
                  <a:pt x="6823" y="1676400"/>
                  <a:pt x="15240" y="1676400"/>
                </a:cubicBezTo>
                <a:cubicBezTo>
                  <a:pt x="23657" y="1676400"/>
                  <a:pt x="30480" y="1683223"/>
                  <a:pt x="30480" y="1691640"/>
                </a:cubicBezTo>
                <a:close/>
                <a:moveTo>
                  <a:pt x="30480" y="1844040"/>
                </a:moveTo>
                <a:cubicBezTo>
                  <a:pt x="30480" y="1852457"/>
                  <a:pt x="23657" y="1859280"/>
                  <a:pt x="15240" y="1859280"/>
                </a:cubicBezTo>
                <a:cubicBezTo>
                  <a:pt x="6823" y="1859280"/>
                  <a:pt x="0" y="1852457"/>
                  <a:pt x="0" y="1844040"/>
                </a:cubicBezTo>
                <a:cubicBezTo>
                  <a:pt x="0" y="1835623"/>
                  <a:pt x="6823" y="1828800"/>
                  <a:pt x="15240" y="1828800"/>
                </a:cubicBezTo>
                <a:cubicBezTo>
                  <a:pt x="23657" y="1828800"/>
                  <a:pt x="30480" y="1835623"/>
                  <a:pt x="30480" y="1844040"/>
                </a:cubicBezTo>
                <a:close/>
                <a:moveTo>
                  <a:pt x="30480" y="1996440"/>
                </a:moveTo>
                <a:cubicBezTo>
                  <a:pt x="30480" y="2004857"/>
                  <a:pt x="23657" y="2011680"/>
                  <a:pt x="15240" y="2011680"/>
                </a:cubicBezTo>
                <a:cubicBezTo>
                  <a:pt x="6823" y="2011680"/>
                  <a:pt x="0" y="2004857"/>
                  <a:pt x="0" y="1996440"/>
                </a:cubicBezTo>
                <a:cubicBezTo>
                  <a:pt x="0" y="1988023"/>
                  <a:pt x="6823" y="1981200"/>
                  <a:pt x="15240" y="1981200"/>
                </a:cubicBezTo>
                <a:cubicBezTo>
                  <a:pt x="23657" y="1981200"/>
                  <a:pt x="30480" y="1988023"/>
                  <a:pt x="30480" y="1996440"/>
                </a:cubicBezTo>
                <a:close/>
                <a:moveTo>
                  <a:pt x="30480" y="2148840"/>
                </a:moveTo>
                <a:cubicBezTo>
                  <a:pt x="30480" y="2157257"/>
                  <a:pt x="23657" y="2164080"/>
                  <a:pt x="15240" y="2164080"/>
                </a:cubicBezTo>
                <a:cubicBezTo>
                  <a:pt x="6823" y="2164080"/>
                  <a:pt x="0" y="2157257"/>
                  <a:pt x="0" y="2148840"/>
                </a:cubicBezTo>
                <a:cubicBezTo>
                  <a:pt x="0" y="2140423"/>
                  <a:pt x="6823" y="2133600"/>
                  <a:pt x="15240" y="2133600"/>
                </a:cubicBezTo>
                <a:cubicBezTo>
                  <a:pt x="23657" y="2133600"/>
                  <a:pt x="30480" y="2140423"/>
                  <a:pt x="30480" y="2148840"/>
                </a:cubicBezTo>
                <a:close/>
                <a:moveTo>
                  <a:pt x="30480" y="2301240"/>
                </a:moveTo>
                <a:cubicBezTo>
                  <a:pt x="30480" y="2309657"/>
                  <a:pt x="23657" y="2316480"/>
                  <a:pt x="15240" y="2316480"/>
                </a:cubicBezTo>
                <a:cubicBezTo>
                  <a:pt x="6823" y="2316480"/>
                  <a:pt x="0" y="2309657"/>
                  <a:pt x="0" y="2301240"/>
                </a:cubicBezTo>
                <a:cubicBezTo>
                  <a:pt x="0" y="2292823"/>
                  <a:pt x="6823" y="2286000"/>
                  <a:pt x="15240" y="2286000"/>
                </a:cubicBezTo>
                <a:cubicBezTo>
                  <a:pt x="23657" y="2286000"/>
                  <a:pt x="30480" y="2292823"/>
                  <a:pt x="30480" y="2301240"/>
                </a:cubicBezTo>
                <a:close/>
                <a:moveTo>
                  <a:pt x="30480" y="2453640"/>
                </a:moveTo>
                <a:cubicBezTo>
                  <a:pt x="30480" y="2462057"/>
                  <a:pt x="23657" y="2468880"/>
                  <a:pt x="15240" y="2468880"/>
                </a:cubicBezTo>
                <a:cubicBezTo>
                  <a:pt x="6823" y="2468880"/>
                  <a:pt x="0" y="2462057"/>
                  <a:pt x="0" y="2453640"/>
                </a:cubicBezTo>
                <a:cubicBezTo>
                  <a:pt x="0" y="2445223"/>
                  <a:pt x="6823" y="2438400"/>
                  <a:pt x="15240" y="2438400"/>
                </a:cubicBezTo>
                <a:cubicBezTo>
                  <a:pt x="23657" y="2438400"/>
                  <a:pt x="30480" y="2445223"/>
                  <a:pt x="30480" y="2453640"/>
                </a:cubicBezTo>
                <a:close/>
                <a:moveTo>
                  <a:pt x="30480" y="2606040"/>
                </a:moveTo>
                <a:cubicBezTo>
                  <a:pt x="30480" y="2614457"/>
                  <a:pt x="23657" y="2621280"/>
                  <a:pt x="15240" y="2621280"/>
                </a:cubicBezTo>
                <a:cubicBezTo>
                  <a:pt x="6823" y="2621280"/>
                  <a:pt x="0" y="2614457"/>
                  <a:pt x="0" y="2606040"/>
                </a:cubicBezTo>
                <a:cubicBezTo>
                  <a:pt x="0" y="2597623"/>
                  <a:pt x="6823" y="2590800"/>
                  <a:pt x="15240" y="2590800"/>
                </a:cubicBezTo>
                <a:cubicBezTo>
                  <a:pt x="23657" y="2590800"/>
                  <a:pt x="30480" y="2597623"/>
                  <a:pt x="30480" y="2606040"/>
                </a:cubicBezTo>
                <a:close/>
                <a:moveTo>
                  <a:pt x="30480" y="2758440"/>
                </a:moveTo>
                <a:cubicBezTo>
                  <a:pt x="30480" y="2766857"/>
                  <a:pt x="23657" y="2773680"/>
                  <a:pt x="15240" y="2773680"/>
                </a:cubicBezTo>
                <a:cubicBezTo>
                  <a:pt x="6823" y="2773680"/>
                  <a:pt x="0" y="2766857"/>
                  <a:pt x="0" y="2758440"/>
                </a:cubicBezTo>
                <a:cubicBezTo>
                  <a:pt x="0" y="2750023"/>
                  <a:pt x="6823" y="2743200"/>
                  <a:pt x="15240" y="2743200"/>
                </a:cubicBezTo>
                <a:cubicBezTo>
                  <a:pt x="23657" y="2743200"/>
                  <a:pt x="30480" y="2750023"/>
                  <a:pt x="30480" y="2758440"/>
                </a:cubicBezTo>
                <a:close/>
                <a:moveTo>
                  <a:pt x="30480" y="2910840"/>
                </a:moveTo>
                <a:cubicBezTo>
                  <a:pt x="30480" y="2919257"/>
                  <a:pt x="23657" y="2926080"/>
                  <a:pt x="15240" y="2926080"/>
                </a:cubicBezTo>
                <a:cubicBezTo>
                  <a:pt x="6823" y="2926080"/>
                  <a:pt x="0" y="2919257"/>
                  <a:pt x="0" y="2910840"/>
                </a:cubicBezTo>
                <a:cubicBezTo>
                  <a:pt x="0" y="2902423"/>
                  <a:pt x="6823" y="2895600"/>
                  <a:pt x="15240" y="2895600"/>
                </a:cubicBezTo>
                <a:cubicBezTo>
                  <a:pt x="23657" y="2895600"/>
                  <a:pt x="30480" y="2902423"/>
                  <a:pt x="30480" y="2910840"/>
                </a:cubicBezTo>
                <a:close/>
                <a:moveTo>
                  <a:pt x="30480" y="3063240"/>
                </a:moveTo>
                <a:cubicBezTo>
                  <a:pt x="30480" y="3071657"/>
                  <a:pt x="23657" y="3078480"/>
                  <a:pt x="15240" y="3078480"/>
                </a:cubicBezTo>
                <a:cubicBezTo>
                  <a:pt x="6823" y="3078480"/>
                  <a:pt x="0" y="3071657"/>
                  <a:pt x="0" y="3063240"/>
                </a:cubicBezTo>
                <a:cubicBezTo>
                  <a:pt x="0" y="3054823"/>
                  <a:pt x="6823" y="3048000"/>
                  <a:pt x="15240" y="3048000"/>
                </a:cubicBezTo>
                <a:cubicBezTo>
                  <a:pt x="23657" y="3048000"/>
                  <a:pt x="30480" y="3054823"/>
                  <a:pt x="30480" y="3063240"/>
                </a:cubicBezTo>
                <a:close/>
                <a:moveTo>
                  <a:pt x="30480" y="3215640"/>
                </a:moveTo>
                <a:cubicBezTo>
                  <a:pt x="30480" y="3224057"/>
                  <a:pt x="23657" y="3230880"/>
                  <a:pt x="15240" y="3230880"/>
                </a:cubicBezTo>
                <a:cubicBezTo>
                  <a:pt x="6823" y="3230880"/>
                  <a:pt x="0" y="3224057"/>
                  <a:pt x="0" y="3215640"/>
                </a:cubicBezTo>
                <a:cubicBezTo>
                  <a:pt x="0" y="3207223"/>
                  <a:pt x="6823" y="3200400"/>
                  <a:pt x="15240" y="3200400"/>
                </a:cubicBezTo>
                <a:cubicBezTo>
                  <a:pt x="23657" y="3200400"/>
                  <a:pt x="30480" y="3207223"/>
                  <a:pt x="30480" y="3215640"/>
                </a:cubicBezTo>
                <a:close/>
                <a:moveTo>
                  <a:pt x="30480" y="3368040"/>
                </a:moveTo>
                <a:cubicBezTo>
                  <a:pt x="30480" y="3376457"/>
                  <a:pt x="23657" y="3383280"/>
                  <a:pt x="15240" y="3383280"/>
                </a:cubicBezTo>
                <a:cubicBezTo>
                  <a:pt x="6823" y="3383280"/>
                  <a:pt x="0" y="3376457"/>
                  <a:pt x="0" y="3368040"/>
                </a:cubicBezTo>
                <a:cubicBezTo>
                  <a:pt x="0" y="3359623"/>
                  <a:pt x="6823" y="3352800"/>
                  <a:pt x="15240" y="3352800"/>
                </a:cubicBezTo>
                <a:cubicBezTo>
                  <a:pt x="23657" y="3352800"/>
                  <a:pt x="30480" y="3359623"/>
                  <a:pt x="30480" y="3368040"/>
                </a:cubicBezTo>
                <a:close/>
                <a:moveTo>
                  <a:pt x="30480" y="3520440"/>
                </a:moveTo>
                <a:cubicBezTo>
                  <a:pt x="30480" y="3528857"/>
                  <a:pt x="23657" y="3535680"/>
                  <a:pt x="15240" y="3535680"/>
                </a:cubicBezTo>
                <a:cubicBezTo>
                  <a:pt x="6823" y="3535680"/>
                  <a:pt x="0" y="3528857"/>
                  <a:pt x="0" y="3520440"/>
                </a:cubicBezTo>
                <a:cubicBezTo>
                  <a:pt x="0" y="3512023"/>
                  <a:pt x="6823" y="3505200"/>
                  <a:pt x="15240" y="3505200"/>
                </a:cubicBezTo>
                <a:cubicBezTo>
                  <a:pt x="23657" y="3505200"/>
                  <a:pt x="30480" y="3512023"/>
                  <a:pt x="30480" y="3520440"/>
                </a:cubicBezTo>
                <a:close/>
                <a:moveTo>
                  <a:pt x="30480" y="3672840"/>
                </a:moveTo>
                <a:cubicBezTo>
                  <a:pt x="30480" y="3681257"/>
                  <a:pt x="23657" y="3688080"/>
                  <a:pt x="15240" y="3688080"/>
                </a:cubicBezTo>
                <a:cubicBezTo>
                  <a:pt x="6823" y="3688080"/>
                  <a:pt x="0" y="3681257"/>
                  <a:pt x="0" y="3672840"/>
                </a:cubicBezTo>
                <a:cubicBezTo>
                  <a:pt x="0" y="3664423"/>
                  <a:pt x="6823" y="3657600"/>
                  <a:pt x="15240" y="3657600"/>
                </a:cubicBezTo>
                <a:cubicBezTo>
                  <a:pt x="23657" y="3657600"/>
                  <a:pt x="30480" y="3664423"/>
                  <a:pt x="30480" y="3672840"/>
                </a:cubicBezTo>
                <a:close/>
                <a:moveTo>
                  <a:pt x="30480" y="3825240"/>
                </a:moveTo>
                <a:cubicBezTo>
                  <a:pt x="30480" y="3833657"/>
                  <a:pt x="23657" y="3840480"/>
                  <a:pt x="15240" y="3840480"/>
                </a:cubicBezTo>
                <a:cubicBezTo>
                  <a:pt x="6823" y="3840480"/>
                  <a:pt x="0" y="3833657"/>
                  <a:pt x="0" y="3825240"/>
                </a:cubicBezTo>
                <a:cubicBezTo>
                  <a:pt x="0" y="3816823"/>
                  <a:pt x="6823" y="3810000"/>
                  <a:pt x="15240" y="3810000"/>
                </a:cubicBezTo>
                <a:cubicBezTo>
                  <a:pt x="23657" y="3810000"/>
                  <a:pt x="30480" y="3816823"/>
                  <a:pt x="30480" y="3825240"/>
                </a:cubicBezTo>
                <a:close/>
                <a:moveTo>
                  <a:pt x="30480" y="3977640"/>
                </a:moveTo>
                <a:cubicBezTo>
                  <a:pt x="30480" y="3986057"/>
                  <a:pt x="23657" y="3992880"/>
                  <a:pt x="15240" y="3992880"/>
                </a:cubicBezTo>
                <a:cubicBezTo>
                  <a:pt x="6823" y="3992880"/>
                  <a:pt x="0" y="3986057"/>
                  <a:pt x="0" y="3977640"/>
                </a:cubicBezTo>
                <a:cubicBezTo>
                  <a:pt x="0" y="3969223"/>
                  <a:pt x="6823" y="3962400"/>
                  <a:pt x="15240" y="3962400"/>
                </a:cubicBezTo>
                <a:cubicBezTo>
                  <a:pt x="23657" y="3962400"/>
                  <a:pt x="30480" y="3969223"/>
                  <a:pt x="30480" y="3977640"/>
                </a:cubicBezTo>
                <a:close/>
                <a:moveTo>
                  <a:pt x="30480" y="4130040"/>
                </a:moveTo>
                <a:cubicBezTo>
                  <a:pt x="30480" y="4138457"/>
                  <a:pt x="23657" y="4145280"/>
                  <a:pt x="15240" y="4145280"/>
                </a:cubicBezTo>
                <a:cubicBezTo>
                  <a:pt x="6823" y="4145280"/>
                  <a:pt x="0" y="4138457"/>
                  <a:pt x="0" y="4130040"/>
                </a:cubicBezTo>
                <a:cubicBezTo>
                  <a:pt x="0" y="4121623"/>
                  <a:pt x="6823" y="4114800"/>
                  <a:pt x="15240" y="4114800"/>
                </a:cubicBezTo>
                <a:cubicBezTo>
                  <a:pt x="23657" y="4114800"/>
                  <a:pt x="30480" y="4121623"/>
                  <a:pt x="30480" y="4130040"/>
                </a:cubicBezTo>
                <a:close/>
                <a:moveTo>
                  <a:pt x="30480" y="4282440"/>
                </a:moveTo>
                <a:cubicBezTo>
                  <a:pt x="30480" y="4290857"/>
                  <a:pt x="23657" y="4297680"/>
                  <a:pt x="15240" y="4297680"/>
                </a:cubicBezTo>
                <a:cubicBezTo>
                  <a:pt x="6823" y="4297680"/>
                  <a:pt x="0" y="4290857"/>
                  <a:pt x="0" y="4282440"/>
                </a:cubicBezTo>
                <a:cubicBezTo>
                  <a:pt x="0" y="4274023"/>
                  <a:pt x="6823" y="4267200"/>
                  <a:pt x="15240" y="4267200"/>
                </a:cubicBezTo>
                <a:cubicBezTo>
                  <a:pt x="23657" y="4267200"/>
                  <a:pt x="30480" y="4274023"/>
                  <a:pt x="30480" y="4282440"/>
                </a:cubicBezTo>
                <a:close/>
                <a:moveTo>
                  <a:pt x="30480" y="4434840"/>
                </a:moveTo>
                <a:cubicBezTo>
                  <a:pt x="30480" y="4443257"/>
                  <a:pt x="23657" y="4450080"/>
                  <a:pt x="15240" y="4450080"/>
                </a:cubicBezTo>
                <a:cubicBezTo>
                  <a:pt x="6823" y="4450080"/>
                  <a:pt x="0" y="4443257"/>
                  <a:pt x="0" y="4434840"/>
                </a:cubicBezTo>
                <a:cubicBezTo>
                  <a:pt x="0" y="4426423"/>
                  <a:pt x="6823" y="4419600"/>
                  <a:pt x="15240" y="4419600"/>
                </a:cubicBezTo>
                <a:cubicBezTo>
                  <a:pt x="23657" y="4419600"/>
                  <a:pt x="30480" y="4426423"/>
                  <a:pt x="30480" y="4434840"/>
                </a:cubicBezTo>
                <a:close/>
                <a:moveTo>
                  <a:pt x="182880" y="15240"/>
                </a:moveTo>
                <a:cubicBezTo>
                  <a:pt x="182880" y="23657"/>
                  <a:pt x="176057" y="30480"/>
                  <a:pt x="167640" y="30480"/>
                </a:cubicBezTo>
                <a:cubicBezTo>
                  <a:pt x="159223" y="30480"/>
                  <a:pt x="152400" y="23657"/>
                  <a:pt x="152400" y="15240"/>
                </a:cubicBezTo>
                <a:cubicBezTo>
                  <a:pt x="152400" y="6823"/>
                  <a:pt x="159223" y="0"/>
                  <a:pt x="167640" y="0"/>
                </a:cubicBezTo>
                <a:cubicBezTo>
                  <a:pt x="176057" y="0"/>
                  <a:pt x="182880" y="6823"/>
                  <a:pt x="182880" y="15240"/>
                </a:cubicBezTo>
                <a:close/>
                <a:moveTo>
                  <a:pt x="182880" y="167640"/>
                </a:moveTo>
                <a:cubicBezTo>
                  <a:pt x="182880" y="176057"/>
                  <a:pt x="176057" y="182880"/>
                  <a:pt x="167640" y="182880"/>
                </a:cubicBezTo>
                <a:cubicBezTo>
                  <a:pt x="159223" y="182880"/>
                  <a:pt x="152400" y="176057"/>
                  <a:pt x="152400" y="167640"/>
                </a:cubicBezTo>
                <a:cubicBezTo>
                  <a:pt x="152400" y="159223"/>
                  <a:pt x="159223" y="152400"/>
                  <a:pt x="167640" y="152400"/>
                </a:cubicBezTo>
                <a:cubicBezTo>
                  <a:pt x="176057" y="152400"/>
                  <a:pt x="182880" y="159223"/>
                  <a:pt x="182880" y="167640"/>
                </a:cubicBezTo>
                <a:close/>
                <a:moveTo>
                  <a:pt x="182880" y="320040"/>
                </a:moveTo>
                <a:cubicBezTo>
                  <a:pt x="182880" y="328457"/>
                  <a:pt x="176057" y="335280"/>
                  <a:pt x="167640" y="335280"/>
                </a:cubicBezTo>
                <a:cubicBezTo>
                  <a:pt x="159223" y="335280"/>
                  <a:pt x="152400" y="328457"/>
                  <a:pt x="152400" y="320040"/>
                </a:cubicBezTo>
                <a:cubicBezTo>
                  <a:pt x="152400" y="311623"/>
                  <a:pt x="159223" y="304800"/>
                  <a:pt x="167640" y="304800"/>
                </a:cubicBezTo>
                <a:cubicBezTo>
                  <a:pt x="176057" y="304800"/>
                  <a:pt x="182880" y="311623"/>
                  <a:pt x="182880" y="320040"/>
                </a:cubicBezTo>
                <a:close/>
                <a:moveTo>
                  <a:pt x="182880" y="472440"/>
                </a:moveTo>
                <a:cubicBezTo>
                  <a:pt x="182880" y="480857"/>
                  <a:pt x="176057" y="487680"/>
                  <a:pt x="167640" y="487680"/>
                </a:cubicBezTo>
                <a:cubicBezTo>
                  <a:pt x="159223" y="487680"/>
                  <a:pt x="152400" y="480857"/>
                  <a:pt x="152400" y="472440"/>
                </a:cubicBezTo>
                <a:cubicBezTo>
                  <a:pt x="152400" y="464023"/>
                  <a:pt x="159223" y="457200"/>
                  <a:pt x="167640" y="457200"/>
                </a:cubicBezTo>
                <a:cubicBezTo>
                  <a:pt x="176057" y="457200"/>
                  <a:pt x="182880" y="464023"/>
                  <a:pt x="182880" y="472440"/>
                </a:cubicBezTo>
                <a:close/>
                <a:moveTo>
                  <a:pt x="182880" y="624840"/>
                </a:moveTo>
                <a:cubicBezTo>
                  <a:pt x="182880" y="633257"/>
                  <a:pt x="176057" y="640080"/>
                  <a:pt x="167640" y="640080"/>
                </a:cubicBezTo>
                <a:cubicBezTo>
                  <a:pt x="159223" y="640080"/>
                  <a:pt x="152400" y="633257"/>
                  <a:pt x="152400" y="624840"/>
                </a:cubicBezTo>
                <a:cubicBezTo>
                  <a:pt x="152400" y="616423"/>
                  <a:pt x="159223" y="609600"/>
                  <a:pt x="167640" y="609600"/>
                </a:cubicBezTo>
                <a:cubicBezTo>
                  <a:pt x="176057" y="609600"/>
                  <a:pt x="182880" y="616423"/>
                  <a:pt x="182880" y="624840"/>
                </a:cubicBezTo>
                <a:close/>
                <a:moveTo>
                  <a:pt x="182880" y="777240"/>
                </a:moveTo>
                <a:cubicBezTo>
                  <a:pt x="182880" y="785657"/>
                  <a:pt x="176057" y="792480"/>
                  <a:pt x="167640" y="792480"/>
                </a:cubicBezTo>
                <a:cubicBezTo>
                  <a:pt x="159223" y="792480"/>
                  <a:pt x="152400" y="785657"/>
                  <a:pt x="152400" y="777240"/>
                </a:cubicBezTo>
                <a:cubicBezTo>
                  <a:pt x="152400" y="768823"/>
                  <a:pt x="159223" y="762000"/>
                  <a:pt x="167640" y="762000"/>
                </a:cubicBezTo>
                <a:cubicBezTo>
                  <a:pt x="176057" y="762000"/>
                  <a:pt x="182880" y="768823"/>
                  <a:pt x="182880" y="777240"/>
                </a:cubicBezTo>
                <a:close/>
                <a:moveTo>
                  <a:pt x="182880" y="929640"/>
                </a:moveTo>
                <a:cubicBezTo>
                  <a:pt x="182880" y="938057"/>
                  <a:pt x="176057" y="944880"/>
                  <a:pt x="167640" y="944880"/>
                </a:cubicBezTo>
                <a:cubicBezTo>
                  <a:pt x="159223" y="944880"/>
                  <a:pt x="152400" y="938057"/>
                  <a:pt x="152400" y="929640"/>
                </a:cubicBezTo>
                <a:cubicBezTo>
                  <a:pt x="152400" y="921223"/>
                  <a:pt x="159223" y="914400"/>
                  <a:pt x="167640" y="914400"/>
                </a:cubicBezTo>
                <a:cubicBezTo>
                  <a:pt x="176057" y="914400"/>
                  <a:pt x="182880" y="921223"/>
                  <a:pt x="182880" y="929640"/>
                </a:cubicBezTo>
                <a:close/>
                <a:moveTo>
                  <a:pt x="182880" y="1082040"/>
                </a:moveTo>
                <a:cubicBezTo>
                  <a:pt x="182880" y="1090457"/>
                  <a:pt x="176057" y="1097280"/>
                  <a:pt x="167640" y="1097280"/>
                </a:cubicBezTo>
                <a:cubicBezTo>
                  <a:pt x="159223" y="1097280"/>
                  <a:pt x="152400" y="1090457"/>
                  <a:pt x="152400" y="1082040"/>
                </a:cubicBezTo>
                <a:cubicBezTo>
                  <a:pt x="152400" y="1073623"/>
                  <a:pt x="159223" y="1066800"/>
                  <a:pt x="167640" y="1066800"/>
                </a:cubicBezTo>
                <a:cubicBezTo>
                  <a:pt x="176057" y="1066800"/>
                  <a:pt x="182880" y="1073623"/>
                  <a:pt x="182880" y="1082040"/>
                </a:cubicBezTo>
                <a:close/>
                <a:moveTo>
                  <a:pt x="182880" y="1234440"/>
                </a:moveTo>
                <a:cubicBezTo>
                  <a:pt x="182880" y="1242857"/>
                  <a:pt x="176057" y="1249680"/>
                  <a:pt x="167640" y="1249680"/>
                </a:cubicBezTo>
                <a:cubicBezTo>
                  <a:pt x="159223" y="1249680"/>
                  <a:pt x="152400" y="1242857"/>
                  <a:pt x="152400" y="1234440"/>
                </a:cubicBezTo>
                <a:cubicBezTo>
                  <a:pt x="152400" y="1226023"/>
                  <a:pt x="159223" y="1219200"/>
                  <a:pt x="167640" y="1219200"/>
                </a:cubicBezTo>
                <a:cubicBezTo>
                  <a:pt x="176057" y="1219200"/>
                  <a:pt x="182880" y="1226023"/>
                  <a:pt x="182880" y="1234440"/>
                </a:cubicBezTo>
                <a:close/>
                <a:moveTo>
                  <a:pt x="182880" y="1386840"/>
                </a:moveTo>
                <a:cubicBezTo>
                  <a:pt x="182880" y="1395257"/>
                  <a:pt x="176057" y="1402080"/>
                  <a:pt x="167640" y="1402080"/>
                </a:cubicBezTo>
                <a:cubicBezTo>
                  <a:pt x="159223" y="1402080"/>
                  <a:pt x="152400" y="1395257"/>
                  <a:pt x="152400" y="1386840"/>
                </a:cubicBezTo>
                <a:cubicBezTo>
                  <a:pt x="152400" y="1378423"/>
                  <a:pt x="159223" y="1371600"/>
                  <a:pt x="167640" y="1371600"/>
                </a:cubicBezTo>
                <a:cubicBezTo>
                  <a:pt x="176057" y="1371600"/>
                  <a:pt x="182880" y="1378423"/>
                  <a:pt x="182880" y="1386840"/>
                </a:cubicBezTo>
                <a:close/>
                <a:moveTo>
                  <a:pt x="182880" y="1539240"/>
                </a:moveTo>
                <a:cubicBezTo>
                  <a:pt x="182880" y="1547657"/>
                  <a:pt x="176057" y="1554480"/>
                  <a:pt x="167640" y="1554480"/>
                </a:cubicBezTo>
                <a:cubicBezTo>
                  <a:pt x="159223" y="1554480"/>
                  <a:pt x="152400" y="1547657"/>
                  <a:pt x="152400" y="1539240"/>
                </a:cubicBezTo>
                <a:cubicBezTo>
                  <a:pt x="152400" y="1530823"/>
                  <a:pt x="159223" y="1524000"/>
                  <a:pt x="167640" y="1524000"/>
                </a:cubicBezTo>
                <a:cubicBezTo>
                  <a:pt x="176057" y="1524000"/>
                  <a:pt x="182880" y="1530823"/>
                  <a:pt x="182880" y="1539240"/>
                </a:cubicBezTo>
                <a:close/>
                <a:moveTo>
                  <a:pt x="182880" y="1691640"/>
                </a:moveTo>
                <a:cubicBezTo>
                  <a:pt x="182880" y="1700057"/>
                  <a:pt x="176057" y="1706880"/>
                  <a:pt x="167640" y="1706880"/>
                </a:cubicBezTo>
                <a:cubicBezTo>
                  <a:pt x="159223" y="1706880"/>
                  <a:pt x="152400" y="1700057"/>
                  <a:pt x="152400" y="1691640"/>
                </a:cubicBezTo>
                <a:cubicBezTo>
                  <a:pt x="152400" y="1683223"/>
                  <a:pt x="159223" y="1676400"/>
                  <a:pt x="167640" y="1676400"/>
                </a:cubicBezTo>
                <a:cubicBezTo>
                  <a:pt x="176057" y="1676400"/>
                  <a:pt x="182880" y="1683223"/>
                  <a:pt x="182880" y="1691640"/>
                </a:cubicBezTo>
                <a:close/>
                <a:moveTo>
                  <a:pt x="182880" y="1844040"/>
                </a:moveTo>
                <a:cubicBezTo>
                  <a:pt x="182880" y="1852457"/>
                  <a:pt x="176057" y="1859280"/>
                  <a:pt x="167640" y="1859280"/>
                </a:cubicBezTo>
                <a:cubicBezTo>
                  <a:pt x="159223" y="1859280"/>
                  <a:pt x="152400" y="1852457"/>
                  <a:pt x="152400" y="1844040"/>
                </a:cubicBezTo>
                <a:cubicBezTo>
                  <a:pt x="152400" y="1835623"/>
                  <a:pt x="159223" y="1828800"/>
                  <a:pt x="167640" y="1828800"/>
                </a:cubicBezTo>
                <a:cubicBezTo>
                  <a:pt x="176057" y="1828800"/>
                  <a:pt x="182880" y="1835623"/>
                  <a:pt x="182880" y="1844040"/>
                </a:cubicBezTo>
                <a:close/>
                <a:moveTo>
                  <a:pt x="182880" y="1996440"/>
                </a:moveTo>
                <a:cubicBezTo>
                  <a:pt x="182880" y="2004857"/>
                  <a:pt x="176057" y="2011680"/>
                  <a:pt x="167640" y="2011680"/>
                </a:cubicBezTo>
                <a:cubicBezTo>
                  <a:pt x="159223" y="2011680"/>
                  <a:pt x="152400" y="2004857"/>
                  <a:pt x="152400" y="1996440"/>
                </a:cubicBezTo>
                <a:cubicBezTo>
                  <a:pt x="152400" y="1988023"/>
                  <a:pt x="159223" y="1981200"/>
                  <a:pt x="167640" y="1981200"/>
                </a:cubicBezTo>
                <a:cubicBezTo>
                  <a:pt x="176057" y="1981200"/>
                  <a:pt x="182880" y="1988023"/>
                  <a:pt x="182880" y="1996440"/>
                </a:cubicBezTo>
                <a:close/>
                <a:moveTo>
                  <a:pt x="182880" y="2148840"/>
                </a:moveTo>
                <a:cubicBezTo>
                  <a:pt x="182880" y="2157257"/>
                  <a:pt x="176057" y="2164080"/>
                  <a:pt x="167640" y="2164080"/>
                </a:cubicBezTo>
                <a:cubicBezTo>
                  <a:pt x="159223" y="2164080"/>
                  <a:pt x="152400" y="2157257"/>
                  <a:pt x="152400" y="2148840"/>
                </a:cubicBezTo>
                <a:cubicBezTo>
                  <a:pt x="152400" y="2140423"/>
                  <a:pt x="159223" y="2133600"/>
                  <a:pt x="167640" y="2133600"/>
                </a:cubicBezTo>
                <a:cubicBezTo>
                  <a:pt x="176057" y="2133600"/>
                  <a:pt x="182880" y="2140423"/>
                  <a:pt x="182880" y="2148840"/>
                </a:cubicBezTo>
                <a:close/>
                <a:moveTo>
                  <a:pt x="182880" y="2301240"/>
                </a:moveTo>
                <a:cubicBezTo>
                  <a:pt x="182880" y="2309657"/>
                  <a:pt x="176057" y="2316480"/>
                  <a:pt x="167640" y="2316480"/>
                </a:cubicBezTo>
                <a:cubicBezTo>
                  <a:pt x="159223" y="2316480"/>
                  <a:pt x="152400" y="2309657"/>
                  <a:pt x="152400" y="2301240"/>
                </a:cubicBezTo>
                <a:cubicBezTo>
                  <a:pt x="152400" y="2292823"/>
                  <a:pt x="159223" y="2286000"/>
                  <a:pt x="167640" y="2286000"/>
                </a:cubicBezTo>
                <a:cubicBezTo>
                  <a:pt x="176057" y="2286000"/>
                  <a:pt x="182880" y="2292823"/>
                  <a:pt x="182880" y="2301240"/>
                </a:cubicBezTo>
                <a:close/>
                <a:moveTo>
                  <a:pt x="182880" y="2453640"/>
                </a:moveTo>
                <a:cubicBezTo>
                  <a:pt x="182880" y="2462057"/>
                  <a:pt x="176057" y="2468880"/>
                  <a:pt x="167640" y="2468880"/>
                </a:cubicBezTo>
                <a:cubicBezTo>
                  <a:pt x="159223" y="2468880"/>
                  <a:pt x="152400" y="2462057"/>
                  <a:pt x="152400" y="2453640"/>
                </a:cubicBezTo>
                <a:cubicBezTo>
                  <a:pt x="152400" y="2445223"/>
                  <a:pt x="159223" y="2438400"/>
                  <a:pt x="167640" y="2438400"/>
                </a:cubicBezTo>
                <a:cubicBezTo>
                  <a:pt x="176057" y="2438400"/>
                  <a:pt x="182880" y="2445223"/>
                  <a:pt x="182880" y="2453640"/>
                </a:cubicBezTo>
                <a:close/>
                <a:moveTo>
                  <a:pt x="182880" y="2606040"/>
                </a:moveTo>
                <a:cubicBezTo>
                  <a:pt x="182880" y="2614457"/>
                  <a:pt x="176057" y="2621280"/>
                  <a:pt x="167640" y="2621280"/>
                </a:cubicBezTo>
                <a:cubicBezTo>
                  <a:pt x="159223" y="2621280"/>
                  <a:pt x="152400" y="2614457"/>
                  <a:pt x="152400" y="2606040"/>
                </a:cubicBezTo>
                <a:cubicBezTo>
                  <a:pt x="152400" y="2597623"/>
                  <a:pt x="159223" y="2590800"/>
                  <a:pt x="167640" y="2590800"/>
                </a:cubicBezTo>
                <a:cubicBezTo>
                  <a:pt x="176057" y="2590800"/>
                  <a:pt x="182880" y="2597623"/>
                  <a:pt x="182880" y="2606040"/>
                </a:cubicBezTo>
                <a:close/>
                <a:moveTo>
                  <a:pt x="182880" y="2758440"/>
                </a:moveTo>
                <a:cubicBezTo>
                  <a:pt x="182880" y="2766857"/>
                  <a:pt x="176057" y="2773680"/>
                  <a:pt x="167640" y="2773680"/>
                </a:cubicBezTo>
                <a:cubicBezTo>
                  <a:pt x="159223" y="2773680"/>
                  <a:pt x="152400" y="2766857"/>
                  <a:pt x="152400" y="2758440"/>
                </a:cubicBezTo>
                <a:cubicBezTo>
                  <a:pt x="152400" y="2750023"/>
                  <a:pt x="159223" y="2743200"/>
                  <a:pt x="167640" y="2743200"/>
                </a:cubicBezTo>
                <a:cubicBezTo>
                  <a:pt x="176057" y="2743200"/>
                  <a:pt x="182880" y="2750023"/>
                  <a:pt x="182880" y="2758440"/>
                </a:cubicBezTo>
                <a:close/>
                <a:moveTo>
                  <a:pt x="182880" y="2910840"/>
                </a:moveTo>
                <a:cubicBezTo>
                  <a:pt x="182880" y="2919257"/>
                  <a:pt x="176057" y="2926080"/>
                  <a:pt x="167640" y="2926080"/>
                </a:cubicBezTo>
                <a:cubicBezTo>
                  <a:pt x="159223" y="2926080"/>
                  <a:pt x="152400" y="2919257"/>
                  <a:pt x="152400" y="2910840"/>
                </a:cubicBezTo>
                <a:cubicBezTo>
                  <a:pt x="152400" y="2902423"/>
                  <a:pt x="159223" y="2895600"/>
                  <a:pt x="167640" y="2895600"/>
                </a:cubicBezTo>
                <a:cubicBezTo>
                  <a:pt x="176057" y="2895600"/>
                  <a:pt x="182880" y="2902423"/>
                  <a:pt x="182880" y="2910840"/>
                </a:cubicBezTo>
                <a:close/>
                <a:moveTo>
                  <a:pt x="182880" y="3063240"/>
                </a:moveTo>
                <a:cubicBezTo>
                  <a:pt x="182880" y="3071657"/>
                  <a:pt x="176057" y="3078480"/>
                  <a:pt x="167640" y="3078480"/>
                </a:cubicBezTo>
                <a:cubicBezTo>
                  <a:pt x="159223" y="3078480"/>
                  <a:pt x="152400" y="3071657"/>
                  <a:pt x="152400" y="3063240"/>
                </a:cubicBezTo>
                <a:cubicBezTo>
                  <a:pt x="152400" y="3054823"/>
                  <a:pt x="159223" y="3048000"/>
                  <a:pt x="167640" y="3048000"/>
                </a:cubicBezTo>
                <a:cubicBezTo>
                  <a:pt x="176057" y="3048000"/>
                  <a:pt x="182880" y="3054823"/>
                  <a:pt x="182880" y="3063240"/>
                </a:cubicBezTo>
                <a:close/>
                <a:moveTo>
                  <a:pt x="182880" y="3215640"/>
                </a:moveTo>
                <a:cubicBezTo>
                  <a:pt x="182880" y="3224057"/>
                  <a:pt x="176057" y="3230880"/>
                  <a:pt x="167640" y="3230880"/>
                </a:cubicBezTo>
                <a:cubicBezTo>
                  <a:pt x="159223" y="3230880"/>
                  <a:pt x="152400" y="3224057"/>
                  <a:pt x="152400" y="3215640"/>
                </a:cubicBezTo>
                <a:cubicBezTo>
                  <a:pt x="152400" y="3207223"/>
                  <a:pt x="159223" y="3200400"/>
                  <a:pt x="167640" y="3200400"/>
                </a:cubicBezTo>
                <a:cubicBezTo>
                  <a:pt x="176057" y="3200400"/>
                  <a:pt x="182880" y="3207223"/>
                  <a:pt x="182880" y="3215640"/>
                </a:cubicBezTo>
                <a:close/>
                <a:moveTo>
                  <a:pt x="182880" y="3368040"/>
                </a:moveTo>
                <a:cubicBezTo>
                  <a:pt x="182880" y="3376457"/>
                  <a:pt x="176057" y="3383280"/>
                  <a:pt x="167640" y="3383280"/>
                </a:cubicBezTo>
                <a:cubicBezTo>
                  <a:pt x="159223" y="3383280"/>
                  <a:pt x="152400" y="3376457"/>
                  <a:pt x="152400" y="3368040"/>
                </a:cubicBezTo>
                <a:cubicBezTo>
                  <a:pt x="152400" y="3359623"/>
                  <a:pt x="159223" y="3352800"/>
                  <a:pt x="167640" y="3352800"/>
                </a:cubicBezTo>
                <a:cubicBezTo>
                  <a:pt x="176057" y="3352800"/>
                  <a:pt x="182880" y="3359623"/>
                  <a:pt x="182880" y="3368040"/>
                </a:cubicBezTo>
                <a:close/>
                <a:moveTo>
                  <a:pt x="182880" y="3520440"/>
                </a:moveTo>
                <a:cubicBezTo>
                  <a:pt x="182880" y="3528857"/>
                  <a:pt x="176057" y="3535680"/>
                  <a:pt x="167640" y="3535680"/>
                </a:cubicBezTo>
                <a:cubicBezTo>
                  <a:pt x="159223" y="3535680"/>
                  <a:pt x="152400" y="3528857"/>
                  <a:pt x="152400" y="3520440"/>
                </a:cubicBezTo>
                <a:cubicBezTo>
                  <a:pt x="152400" y="3512023"/>
                  <a:pt x="159223" y="3505200"/>
                  <a:pt x="167640" y="3505200"/>
                </a:cubicBezTo>
                <a:cubicBezTo>
                  <a:pt x="176057" y="3505200"/>
                  <a:pt x="182880" y="3512023"/>
                  <a:pt x="182880" y="3520440"/>
                </a:cubicBezTo>
                <a:close/>
                <a:moveTo>
                  <a:pt x="182880" y="3672840"/>
                </a:moveTo>
                <a:cubicBezTo>
                  <a:pt x="182880" y="3681257"/>
                  <a:pt x="176057" y="3688080"/>
                  <a:pt x="167640" y="3688080"/>
                </a:cubicBezTo>
                <a:cubicBezTo>
                  <a:pt x="159223" y="3688080"/>
                  <a:pt x="152400" y="3681257"/>
                  <a:pt x="152400" y="3672840"/>
                </a:cubicBezTo>
                <a:cubicBezTo>
                  <a:pt x="152400" y="3664423"/>
                  <a:pt x="159223" y="3657600"/>
                  <a:pt x="167640" y="3657600"/>
                </a:cubicBezTo>
                <a:cubicBezTo>
                  <a:pt x="176057" y="3657600"/>
                  <a:pt x="182880" y="3664423"/>
                  <a:pt x="182880" y="3672840"/>
                </a:cubicBezTo>
                <a:close/>
                <a:moveTo>
                  <a:pt x="182880" y="3825240"/>
                </a:moveTo>
                <a:cubicBezTo>
                  <a:pt x="182880" y="3833657"/>
                  <a:pt x="176057" y="3840480"/>
                  <a:pt x="167640" y="3840480"/>
                </a:cubicBezTo>
                <a:cubicBezTo>
                  <a:pt x="159223" y="3840480"/>
                  <a:pt x="152400" y="3833657"/>
                  <a:pt x="152400" y="3825240"/>
                </a:cubicBezTo>
                <a:cubicBezTo>
                  <a:pt x="152400" y="3816823"/>
                  <a:pt x="159223" y="3810000"/>
                  <a:pt x="167640" y="3810000"/>
                </a:cubicBezTo>
                <a:cubicBezTo>
                  <a:pt x="176057" y="3810000"/>
                  <a:pt x="182880" y="3816823"/>
                  <a:pt x="182880" y="3825240"/>
                </a:cubicBezTo>
                <a:close/>
                <a:moveTo>
                  <a:pt x="182880" y="3977640"/>
                </a:moveTo>
                <a:cubicBezTo>
                  <a:pt x="182880" y="3986057"/>
                  <a:pt x="176057" y="3992880"/>
                  <a:pt x="167640" y="3992880"/>
                </a:cubicBezTo>
                <a:cubicBezTo>
                  <a:pt x="159223" y="3992880"/>
                  <a:pt x="152400" y="3986057"/>
                  <a:pt x="152400" y="3977640"/>
                </a:cubicBezTo>
                <a:cubicBezTo>
                  <a:pt x="152400" y="3969223"/>
                  <a:pt x="159223" y="3962400"/>
                  <a:pt x="167640" y="3962400"/>
                </a:cubicBezTo>
                <a:cubicBezTo>
                  <a:pt x="176057" y="3962400"/>
                  <a:pt x="182880" y="3969223"/>
                  <a:pt x="182880" y="3977640"/>
                </a:cubicBezTo>
                <a:close/>
                <a:moveTo>
                  <a:pt x="182880" y="4130040"/>
                </a:moveTo>
                <a:cubicBezTo>
                  <a:pt x="182880" y="4138457"/>
                  <a:pt x="176057" y="4145280"/>
                  <a:pt x="167640" y="4145280"/>
                </a:cubicBezTo>
                <a:cubicBezTo>
                  <a:pt x="159223" y="4145280"/>
                  <a:pt x="152400" y="4138457"/>
                  <a:pt x="152400" y="4130040"/>
                </a:cubicBezTo>
                <a:cubicBezTo>
                  <a:pt x="152400" y="4121623"/>
                  <a:pt x="159223" y="4114800"/>
                  <a:pt x="167640" y="4114800"/>
                </a:cubicBezTo>
                <a:cubicBezTo>
                  <a:pt x="176057" y="4114800"/>
                  <a:pt x="182880" y="4121623"/>
                  <a:pt x="182880" y="4130040"/>
                </a:cubicBezTo>
                <a:close/>
                <a:moveTo>
                  <a:pt x="182880" y="4282440"/>
                </a:moveTo>
                <a:cubicBezTo>
                  <a:pt x="182880" y="4290857"/>
                  <a:pt x="176057" y="4297680"/>
                  <a:pt x="167640" y="4297680"/>
                </a:cubicBezTo>
                <a:cubicBezTo>
                  <a:pt x="159223" y="4297680"/>
                  <a:pt x="152400" y="4290857"/>
                  <a:pt x="152400" y="4282440"/>
                </a:cubicBezTo>
                <a:cubicBezTo>
                  <a:pt x="152400" y="4274023"/>
                  <a:pt x="159223" y="4267200"/>
                  <a:pt x="167640" y="4267200"/>
                </a:cubicBezTo>
                <a:cubicBezTo>
                  <a:pt x="176057" y="4267200"/>
                  <a:pt x="182880" y="4274023"/>
                  <a:pt x="182880" y="4282440"/>
                </a:cubicBezTo>
                <a:close/>
                <a:moveTo>
                  <a:pt x="182880" y="4434840"/>
                </a:moveTo>
                <a:cubicBezTo>
                  <a:pt x="182880" y="4443257"/>
                  <a:pt x="176057" y="4450080"/>
                  <a:pt x="167640" y="4450080"/>
                </a:cubicBezTo>
                <a:cubicBezTo>
                  <a:pt x="159223" y="4450080"/>
                  <a:pt x="152400" y="4443257"/>
                  <a:pt x="152400" y="4434840"/>
                </a:cubicBezTo>
                <a:cubicBezTo>
                  <a:pt x="152400" y="4426423"/>
                  <a:pt x="159223" y="4419600"/>
                  <a:pt x="167640" y="4419600"/>
                </a:cubicBezTo>
                <a:cubicBezTo>
                  <a:pt x="176057" y="4419600"/>
                  <a:pt x="182880" y="4426423"/>
                  <a:pt x="182880" y="4434840"/>
                </a:cubicBezTo>
                <a:close/>
                <a:moveTo>
                  <a:pt x="335280" y="15240"/>
                </a:moveTo>
                <a:cubicBezTo>
                  <a:pt x="335280" y="23657"/>
                  <a:pt x="328457" y="30480"/>
                  <a:pt x="320040" y="30480"/>
                </a:cubicBezTo>
                <a:cubicBezTo>
                  <a:pt x="311623" y="30480"/>
                  <a:pt x="304800" y="23657"/>
                  <a:pt x="304800" y="15240"/>
                </a:cubicBezTo>
                <a:cubicBezTo>
                  <a:pt x="304800" y="6823"/>
                  <a:pt x="311623" y="0"/>
                  <a:pt x="320040" y="0"/>
                </a:cubicBezTo>
                <a:cubicBezTo>
                  <a:pt x="328457" y="0"/>
                  <a:pt x="335280" y="6823"/>
                  <a:pt x="335280" y="15240"/>
                </a:cubicBezTo>
                <a:close/>
                <a:moveTo>
                  <a:pt x="335280" y="167640"/>
                </a:moveTo>
                <a:cubicBezTo>
                  <a:pt x="335280" y="176057"/>
                  <a:pt x="328457" y="182880"/>
                  <a:pt x="320040" y="182880"/>
                </a:cubicBezTo>
                <a:cubicBezTo>
                  <a:pt x="311623" y="182880"/>
                  <a:pt x="304800" y="176057"/>
                  <a:pt x="304800" y="167640"/>
                </a:cubicBezTo>
                <a:cubicBezTo>
                  <a:pt x="304800" y="159223"/>
                  <a:pt x="311623" y="152400"/>
                  <a:pt x="320040" y="152400"/>
                </a:cubicBezTo>
                <a:cubicBezTo>
                  <a:pt x="328457" y="152400"/>
                  <a:pt x="335280" y="159223"/>
                  <a:pt x="335280" y="167640"/>
                </a:cubicBezTo>
                <a:close/>
                <a:moveTo>
                  <a:pt x="335280" y="320040"/>
                </a:moveTo>
                <a:cubicBezTo>
                  <a:pt x="335280" y="328457"/>
                  <a:pt x="328457" y="335280"/>
                  <a:pt x="320040" y="335280"/>
                </a:cubicBezTo>
                <a:cubicBezTo>
                  <a:pt x="311623" y="335280"/>
                  <a:pt x="304800" y="328457"/>
                  <a:pt x="304800" y="320040"/>
                </a:cubicBezTo>
                <a:cubicBezTo>
                  <a:pt x="304800" y="311623"/>
                  <a:pt x="311623" y="304800"/>
                  <a:pt x="320040" y="304800"/>
                </a:cubicBezTo>
                <a:cubicBezTo>
                  <a:pt x="328457" y="304800"/>
                  <a:pt x="335280" y="311623"/>
                  <a:pt x="335280" y="320040"/>
                </a:cubicBezTo>
                <a:close/>
                <a:moveTo>
                  <a:pt x="335280" y="472440"/>
                </a:moveTo>
                <a:cubicBezTo>
                  <a:pt x="335280" y="480857"/>
                  <a:pt x="328457" y="487680"/>
                  <a:pt x="320040" y="487680"/>
                </a:cubicBezTo>
                <a:cubicBezTo>
                  <a:pt x="311623" y="487680"/>
                  <a:pt x="304800" y="480857"/>
                  <a:pt x="304800" y="472440"/>
                </a:cubicBezTo>
                <a:cubicBezTo>
                  <a:pt x="304800" y="464023"/>
                  <a:pt x="311623" y="457200"/>
                  <a:pt x="320040" y="457200"/>
                </a:cubicBezTo>
                <a:cubicBezTo>
                  <a:pt x="328457" y="457200"/>
                  <a:pt x="335280" y="464023"/>
                  <a:pt x="335280" y="472440"/>
                </a:cubicBezTo>
                <a:close/>
                <a:moveTo>
                  <a:pt x="335280" y="624840"/>
                </a:moveTo>
                <a:cubicBezTo>
                  <a:pt x="335280" y="633257"/>
                  <a:pt x="328457" y="640080"/>
                  <a:pt x="320040" y="640080"/>
                </a:cubicBezTo>
                <a:cubicBezTo>
                  <a:pt x="311623" y="640080"/>
                  <a:pt x="304800" y="633257"/>
                  <a:pt x="304800" y="624840"/>
                </a:cubicBezTo>
                <a:cubicBezTo>
                  <a:pt x="304800" y="616423"/>
                  <a:pt x="311623" y="609600"/>
                  <a:pt x="320040" y="609600"/>
                </a:cubicBezTo>
                <a:cubicBezTo>
                  <a:pt x="328457" y="609600"/>
                  <a:pt x="335280" y="616423"/>
                  <a:pt x="335280" y="624840"/>
                </a:cubicBezTo>
                <a:close/>
                <a:moveTo>
                  <a:pt x="335280" y="777240"/>
                </a:moveTo>
                <a:cubicBezTo>
                  <a:pt x="335280" y="785657"/>
                  <a:pt x="328457" y="792480"/>
                  <a:pt x="320040" y="792480"/>
                </a:cubicBezTo>
                <a:cubicBezTo>
                  <a:pt x="311623" y="792480"/>
                  <a:pt x="304800" y="785657"/>
                  <a:pt x="304800" y="777240"/>
                </a:cubicBezTo>
                <a:cubicBezTo>
                  <a:pt x="304800" y="768823"/>
                  <a:pt x="311623" y="762000"/>
                  <a:pt x="320040" y="762000"/>
                </a:cubicBezTo>
                <a:cubicBezTo>
                  <a:pt x="328457" y="762000"/>
                  <a:pt x="335280" y="768823"/>
                  <a:pt x="335280" y="777240"/>
                </a:cubicBezTo>
                <a:close/>
                <a:moveTo>
                  <a:pt x="335280" y="929640"/>
                </a:moveTo>
                <a:cubicBezTo>
                  <a:pt x="335280" y="938057"/>
                  <a:pt x="328457" y="944880"/>
                  <a:pt x="320040" y="944880"/>
                </a:cubicBezTo>
                <a:cubicBezTo>
                  <a:pt x="311623" y="944880"/>
                  <a:pt x="304800" y="938057"/>
                  <a:pt x="304800" y="929640"/>
                </a:cubicBezTo>
                <a:cubicBezTo>
                  <a:pt x="304800" y="921223"/>
                  <a:pt x="311623" y="914400"/>
                  <a:pt x="320040" y="914400"/>
                </a:cubicBezTo>
                <a:cubicBezTo>
                  <a:pt x="328457" y="914400"/>
                  <a:pt x="335280" y="921223"/>
                  <a:pt x="335280" y="929640"/>
                </a:cubicBezTo>
                <a:close/>
                <a:moveTo>
                  <a:pt x="335280" y="1082040"/>
                </a:moveTo>
                <a:cubicBezTo>
                  <a:pt x="335280" y="1090457"/>
                  <a:pt x="328457" y="1097280"/>
                  <a:pt x="320040" y="1097280"/>
                </a:cubicBezTo>
                <a:cubicBezTo>
                  <a:pt x="311623" y="1097280"/>
                  <a:pt x="304800" y="1090457"/>
                  <a:pt x="304800" y="1082040"/>
                </a:cubicBezTo>
                <a:cubicBezTo>
                  <a:pt x="304800" y="1073623"/>
                  <a:pt x="311623" y="1066800"/>
                  <a:pt x="320040" y="1066800"/>
                </a:cubicBezTo>
                <a:cubicBezTo>
                  <a:pt x="328457" y="1066800"/>
                  <a:pt x="335280" y="1073623"/>
                  <a:pt x="335280" y="1082040"/>
                </a:cubicBezTo>
                <a:close/>
                <a:moveTo>
                  <a:pt x="335280" y="1234440"/>
                </a:moveTo>
                <a:cubicBezTo>
                  <a:pt x="335280" y="1242857"/>
                  <a:pt x="328457" y="1249680"/>
                  <a:pt x="320040" y="1249680"/>
                </a:cubicBezTo>
                <a:cubicBezTo>
                  <a:pt x="311623" y="1249680"/>
                  <a:pt x="304800" y="1242857"/>
                  <a:pt x="304800" y="1234440"/>
                </a:cubicBezTo>
                <a:cubicBezTo>
                  <a:pt x="304800" y="1226023"/>
                  <a:pt x="311623" y="1219200"/>
                  <a:pt x="320040" y="1219200"/>
                </a:cubicBezTo>
                <a:cubicBezTo>
                  <a:pt x="328457" y="1219200"/>
                  <a:pt x="335280" y="1226023"/>
                  <a:pt x="335280" y="1234440"/>
                </a:cubicBezTo>
                <a:close/>
                <a:moveTo>
                  <a:pt x="335280" y="1386840"/>
                </a:moveTo>
                <a:cubicBezTo>
                  <a:pt x="335280" y="1395257"/>
                  <a:pt x="328457" y="1402080"/>
                  <a:pt x="320040" y="1402080"/>
                </a:cubicBezTo>
                <a:cubicBezTo>
                  <a:pt x="311623" y="1402080"/>
                  <a:pt x="304800" y="1395257"/>
                  <a:pt x="304800" y="1386840"/>
                </a:cubicBezTo>
                <a:cubicBezTo>
                  <a:pt x="304800" y="1378423"/>
                  <a:pt x="311623" y="1371600"/>
                  <a:pt x="320040" y="1371600"/>
                </a:cubicBezTo>
                <a:cubicBezTo>
                  <a:pt x="328457" y="1371600"/>
                  <a:pt x="335280" y="1378423"/>
                  <a:pt x="335280" y="1386840"/>
                </a:cubicBezTo>
                <a:close/>
                <a:moveTo>
                  <a:pt x="335280" y="1539240"/>
                </a:moveTo>
                <a:cubicBezTo>
                  <a:pt x="335280" y="1547657"/>
                  <a:pt x="328457" y="1554480"/>
                  <a:pt x="320040" y="1554480"/>
                </a:cubicBezTo>
                <a:cubicBezTo>
                  <a:pt x="311623" y="1554480"/>
                  <a:pt x="304800" y="1547657"/>
                  <a:pt x="304800" y="1539240"/>
                </a:cubicBezTo>
                <a:cubicBezTo>
                  <a:pt x="304800" y="1530823"/>
                  <a:pt x="311623" y="1524000"/>
                  <a:pt x="320040" y="1524000"/>
                </a:cubicBezTo>
                <a:cubicBezTo>
                  <a:pt x="328457" y="1524000"/>
                  <a:pt x="335280" y="1530823"/>
                  <a:pt x="335280" y="1539240"/>
                </a:cubicBezTo>
                <a:close/>
                <a:moveTo>
                  <a:pt x="335280" y="1691640"/>
                </a:moveTo>
                <a:cubicBezTo>
                  <a:pt x="335280" y="1700057"/>
                  <a:pt x="328457" y="1706880"/>
                  <a:pt x="320040" y="1706880"/>
                </a:cubicBezTo>
                <a:cubicBezTo>
                  <a:pt x="311623" y="1706880"/>
                  <a:pt x="304800" y="1700057"/>
                  <a:pt x="304800" y="1691640"/>
                </a:cubicBezTo>
                <a:cubicBezTo>
                  <a:pt x="304800" y="1683223"/>
                  <a:pt x="311623" y="1676400"/>
                  <a:pt x="320040" y="1676400"/>
                </a:cubicBezTo>
                <a:cubicBezTo>
                  <a:pt x="328457" y="1676400"/>
                  <a:pt x="335280" y="1683223"/>
                  <a:pt x="335280" y="1691640"/>
                </a:cubicBezTo>
                <a:close/>
                <a:moveTo>
                  <a:pt x="335280" y="1844040"/>
                </a:moveTo>
                <a:cubicBezTo>
                  <a:pt x="335280" y="1852457"/>
                  <a:pt x="328457" y="1859280"/>
                  <a:pt x="320040" y="1859280"/>
                </a:cubicBezTo>
                <a:cubicBezTo>
                  <a:pt x="311623" y="1859280"/>
                  <a:pt x="304800" y="1852457"/>
                  <a:pt x="304800" y="1844040"/>
                </a:cubicBezTo>
                <a:cubicBezTo>
                  <a:pt x="304800" y="1835623"/>
                  <a:pt x="311623" y="1828800"/>
                  <a:pt x="320040" y="1828800"/>
                </a:cubicBezTo>
                <a:cubicBezTo>
                  <a:pt x="328457" y="1828800"/>
                  <a:pt x="335280" y="1835623"/>
                  <a:pt x="335280" y="1844040"/>
                </a:cubicBezTo>
                <a:close/>
                <a:moveTo>
                  <a:pt x="335280" y="1996440"/>
                </a:moveTo>
                <a:cubicBezTo>
                  <a:pt x="335280" y="2004857"/>
                  <a:pt x="328457" y="2011680"/>
                  <a:pt x="320040" y="2011680"/>
                </a:cubicBezTo>
                <a:cubicBezTo>
                  <a:pt x="311623" y="2011680"/>
                  <a:pt x="304800" y="2004857"/>
                  <a:pt x="304800" y="1996440"/>
                </a:cubicBezTo>
                <a:cubicBezTo>
                  <a:pt x="304800" y="1988023"/>
                  <a:pt x="311623" y="1981200"/>
                  <a:pt x="320040" y="1981200"/>
                </a:cubicBezTo>
                <a:cubicBezTo>
                  <a:pt x="328457" y="1981200"/>
                  <a:pt x="335280" y="1988023"/>
                  <a:pt x="335280" y="1996440"/>
                </a:cubicBezTo>
                <a:close/>
                <a:moveTo>
                  <a:pt x="335280" y="2148840"/>
                </a:moveTo>
                <a:cubicBezTo>
                  <a:pt x="335280" y="2157257"/>
                  <a:pt x="328457" y="2164080"/>
                  <a:pt x="320040" y="2164080"/>
                </a:cubicBezTo>
                <a:cubicBezTo>
                  <a:pt x="311623" y="2164080"/>
                  <a:pt x="304800" y="2157257"/>
                  <a:pt x="304800" y="2148840"/>
                </a:cubicBezTo>
                <a:cubicBezTo>
                  <a:pt x="304800" y="2140423"/>
                  <a:pt x="311623" y="2133600"/>
                  <a:pt x="320040" y="2133600"/>
                </a:cubicBezTo>
                <a:cubicBezTo>
                  <a:pt x="328457" y="2133600"/>
                  <a:pt x="335280" y="2140423"/>
                  <a:pt x="335280" y="2148840"/>
                </a:cubicBezTo>
                <a:close/>
                <a:moveTo>
                  <a:pt x="335280" y="2301240"/>
                </a:moveTo>
                <a:cubicBezTo>
                  <a:pt x="335280" y="2309657"/>
                  <a:pt x="328457" y="2316480"/>
                  <a:pt x="320040" y="2316480"/>
                </a:cubicBezTo>
                <a:cubicBezTo>
                  <a:pt x="311623" y="2316480"/>
                  <a:pt x="304800" y="2309657"/>
                  <a:pt x="304800" y="2301240"/>
                </a:cubicBezTo>
                <a:cubicBezTo>
                  <a:pt x="304800" y="2292823"/>
                  <a:pt x="311623" y="2286000"/>
                  <a:pt x="320040" y="2286000"/>
                </a:cubicBezTo>
                <a:cubicBezTo>
                  <a:pt x="328457" y="2286000"/>
                  <a:pt x="335280" y="2292823"/>
                  <a:pt x="335280" y="2301240"/>
                </a:cubicBezTo>
                <a:close/>
                <a:moveTo>
                  <a:pt x="335280" y="2453640"/>
                </a:moveTo>
                <a:cubicBezTo>
                  <a:pt x="335280" y="2462057"/>
                  <a:pt x="328457" y="2468880"/>
                  <a:pt x="320040" y="2468880"/>
                </a:cubicBezTo>
                <a:cubicBezTo>
                  <a:pt x="311623" y="2468880"/>
                  <a:pt x="304800" y="2462057"/>
                  <a:pt x="304800" y="2453640"/>
                </a:cubicBezTo>
                <a:cubicBezTo>
                  <a:pt x="304800" y="2445223"/>
                  <a:pt x="311623" y="2438400"/>
                  <a:pt x="320040" y="2438400"/>
                </a:cubicBezTo>
                <a:cubicBezTo>
                  <a:pt x="328457" y="2438400"/>
                  <a:pt x="335280" y="2445223"/>
                  <a:pt x="335280" y="2453640"/>
                </a:cubicBezTo>
                <a:close/>
                <a:moveTo>
                  <a:pt x="335280" y="2606040"/>
                </a:moveTo>
                <a:cubicBezTo>
                  <a:pt x="335280" y="2614457"/>
                  <a:pt x="328457" y="2621280"/>
                  <a:pt x="320040" y="2621280"/>
                </a:cubicBezTo>
                <a:cubicBezTo>
                  <a:pt x="311623" y="2621280"/>
                  <a:pt x="304800" y="2614457"/>
                  <a:pt x="304800" y="2606040"/>
                </a:cubicBezTo>
                <a:cubicBezTo>
                  <a:pt x="304800" y="2597623"/>
                  <a:pt x="311623" y="2590800"/>
                  <a:pt x="320040" y="2590800"/>
                </a:cubicBezTo>
                <a:cubicBezTo>
                  <a:pt x="328457" y="2590800"/>
                  <a:pt x="335280" y="2597623"/>
                  <a:pt x="335280" y="2606040"/>
                </a:cubicBezTo>
                <a:close/>
                <a:moveTo>
                  <a:pt x="335280" y="2758440"/>
                </a:moveTo>
                <a:cubicBezTo>
                  <a:pt x="335280" y="2766857"/>
                  <a:pt x="328457" y="2773680"/>
                  <a:pt x="320040" y="2773680"/>
                </a:cubicBezTo>
                <a:cubicBezTo>
                  <a:pt x="311623" y="2773680"/>
                  <a:pt x="304800" y="2766857"/>
                  <a:pt x="304800" y="2758440"/>
                </a:cubicBezTo>
                <a:cubicBezTo>
                  <a:pt x="304800" y="2750023"/>
                  <a:pt x="311623" y="2743200"/>
                  <a:pt x="320040" y="2743200"/>
                </a:cubicBezTo>
                <a:cubicBezTo>
                  <a:pt x="328457" y="2743200"/>
                  <a:pt x="335280" y="2750023"/>
                  <a:pt x="335280" y="2758440"/>
                </a:cubicBezTo>
                <a:close/>
                <a:moveTo>
                  <a:pt x="335280" y="2910840"/>
                </a:moveTo>
                <a:cubicBezTo>
                  <a:pt x="335280" y="2919257"/>
                  <a:pt x="328457" y="2926080"/>
                  <a:pt x="320040" y="2926080"/>
                </a:cubicBezTo>
                <a:cubicBezTo>
                  <a:pt x="311623" y="2926080"/>
                  <a:pt x="304800" y="2919257"/>
                  <a:pt x="304800" y="2910840"/>
                </a:cubicBezTo>
                <a:cubicBezTo>
                  <a:pt x="304800" y="2902423"/>
                  <a:pt x="311623" y="2895600"/>
                  <a:pt x="320040" y="2895600"/>
                </a:cubicBezTo>
                <a:cubicBezTo>
                  <a:pt x="328457" y="2895600"/>
                  <a:pt x="335280" y="2902423"/>
                  <a:pt x="335280" y="2910840"/>
                </a:cubicBezTo>
                <a:close/>
                <a:moveTo>
                  <a:pt x="335280" y="3063240"/>
                </a:moveTo>
                <a:cubicBezTo>
                  <a:pt x="335280" y="3071657"/>
                  <a:pt x="328457" y="3078480"/>
                  <a:pt x="320040" y="3078480"/>
                </a:cubicBezTo>
                <a:cubicBezTo>
                  <a:pt x="311623" y="3078480"/>
                  <a:pt x="304800" y="3071657"/>
                  <a:pt x="304800" y="3063240"/>
                </a:cubicBezTo>
                <a:cubicBezTo>
                  <a:pt x="304800" y="3054823"/>
                  <a:pt x="311623" y="3048000"/>
                  <a:pt x="320040" y="3048000"/>
                </a:cubicBezTo>
                <a:cubicBezTo>
                  <a:pt x="328457" y="3048000"/>
                  <a:pt x="335280" y="3054823"/>
                  <a:pt x="335280" y="3063240"/>
                </a:cubicBezTo>
                <a:close/>
                <a:moveTo>
                  <a:pt x="335280" y="3215640"/>
                </a:moveTo>
                <a:cubicBezTo>
                  <a:pt x="335280" y="3224057"/>
                  <a:pt x="328457" y="3230880"/>
                  <a:pt x="320040" y="3230880"/>
                </a:cubicBezTo>
                <a:cubicBezTo>
                  <a:pt x="311623" y="3230880"/>
                  <a:pt x="304800" y="3224057"/>
                  <a:pt x="304800" y="3215640"/>
                </a:cubicBezTo>
                <a:cubicBezTo>
                  <a:pt x="304800" y="3207223"/>
                  <a:pt x="311623" y="3200400"/>
                  <a:pt x="320040" y="3200400"/>
                </a:cubicBezTo>
                <a:cubicBezTo>
                  <a:pt x="328457" y="3200400"/>
                  <a:pt x="335280" y="3207223"/>
                  <a:pt x="335280" y="3215640"/>
                </a:cubicBezTo>
                <a:close/>
                <a:moveTo>
                  <a:pt x="335280" y="3368040"/>
                </a:moveTo>
                <a:cubicBezTo>
                  <a:pt x="335280" y="3376457"/>
                  <a:pt x="328457" y="3383280"/>
                  <a:pt x="320040" y="3383280"/>
                </a:cubicBezTo>
                <a:cubicBezTo>
                  <a:pt x="311623" y="3383280"/>
                  <a:pt x="304800" y="3376457"/>
                  <a:pt x="304800" y="3368040"/>
                </a:cubicBezTo>
                <a:cubicBezTo>
                  <a:pt x="304800" y="3359623"/>
                  <a:pt x="311623" y="3352800"/>
                  <a:pt x="320040" y="3352800"/>
                </a:cubicBezTo>
                <a:cubicBezTo>
                  <a:pt x="328457" y="3352800"/>
                  <a:pt x="335280" y="3359623"/>
                  <a:pt x="335280" y="3368040"/>
                </a:cubicBezTo>
                <a:close/>
                <a:moveTo>
                  <a:pt x="335280" y="3520440"/>
                </a:moveTo>
                <a:cubicBezTo>
                  <a:pt x="335280" y="3528857"/>
                  <a:pt x="328457" y="3535680"/>
                  <a:pt x="320040" y="3535680"/>
                </a:cubicBezTo>
                <a:cubicBezTo>
                  <a:pt x="311623" y="3535680"/>
                  <a:pt x="304800" y="3528857"/>
                  <a:pt x="304800" y="3520440"/>
                </a:cubicBezTo>
                <a:cubicBezTo>
                  <a:pt x="304800" y="3512023"/>
                  <a:pt x="311623" y="3505200"/>
                  <a:pt x="320040" y="3505200"/>
                </a:cubicBezTo>
                <a:cubicBezTo>
                  <a:pt x="328457" y="3505200"/>
                  <a:pt x="335280" y="3512023"/>
                  <a:pt x="335280" y="3520440"/>
                </a:cubicBezTo>
                <a:close/>
                <a:moveTo>
                  <a:pt x="335280" y="3672840"/>
                </a:moveTo>
                <a:cubicBezTo>
                  <a:pt x="335280" y="3681257"/>
                  <a:pt x="328457" y="3688080"/>
                  <a:pt x="320040" y="3688080"/>
                </a:cubicBezTo>
                <a:cubicBezTo>
                  <a:pt x="311623" y="3688080"/>
                  <a:pt x="304800" y="3681257"/>
                  <a:pt x="304800" y="3672840"/>
                </a:cubicBezTo>
                <a:cubicBezTo>
                  <a:pt x="304800" y="3664423"/>
                  <a:pt x="311623" y="3657600"/>
                  <a:pt x="320040" y="3657600"/>
                </a:cubicBezTo>
                <a:cubicBezTo>
                  <a:pt x="328457" y="3657600"/>
                  <a:pt x="335280" y="3664423"/>
                  <a:pt x="335280" y="3672840"/>
                </a:cubicBezTo>
                <a:close/>
                <a:moveTo>
                  <a:pt x="335280" y="3825240"/>
                </a:moveTo>
                <a:cubicBezTo>
                  <a:pt x="335280" y="3833657"/>
                  <a:pt x="328457" y="3840480"/>
                  <a:pt x="320040" y="3840480"/>
                </a:cubicBezTo>
                <a:cubicBezTo>
                  <a:pt x="311623" y="3840480"/>
                  <a:pt x="304800" y="3833657"/>
                  <a:pt x="304800" y="3825240"/>
                </a:cubicBezTo>
                <a:cubicBezTo>
                  <a:pt x="304800" y="3816823"/>
                  <a:pt x="311623" y="3810000"/>
                  <a:pt x="320040" y="3810000"/>
                </a:cubicBezTo>
                <a:cubicBezTo>
                  <a:pt x="328457" y="3810000"/>
                  <a:pt x="335280" y="3816823"/>
                  <a:pt x="335280" y="3825240"/>
                </a:cubicBezTo>
                <a:close/>
                <a:moveTo>
                  <a:pt x="335280" y="3977640"/>
                </a:moveTo>
                <a:cubicBezTo>
                  <a:pt x="335280" y="3986057"/>
                  <a:pt x="328457" y="3992880"/>
                  <a:pt x="320040" y="3992880"/>
                </a:cubicBezTo>
                <a:cubicBezTo>
                  <a:pt x="311623" y="3992880"/>
                  <a:pt x="304800" y="3986057"/>
                  <a:pt x="304800" y="3977640"/>
                </a:cubicBezTo>
                <a:cubicBezTo>
                  <a:pt x="304800" y="3969223"/>
                  <a:pt x="311623" y="3962400"/>
                  <a:pt x="320040" y="3962400"/>
                </a:cubicBezTo>
                <a:cubicBezTo>
                  <a:pt x="328457" y="3962400"/>
                  <a:pt x="335280" y="3969223"/>
                  <a:pt x="335280" y="3977640"/>
                </a:cubicBezTo>
                <a:close/>
                <a:moveTo>
                  <a:pt x="335280" y="4130040"/>
                </a:moveTo>
                <a:cubicBezTo>
                  <a:pt x="335280" y="4138457"/>
                  <a:pt x="328457" y="4145280"/>
                  <a:pt x="320040" y="4145280"/>
                </a:cubicBezTo>
                <a:cubicBezTo>
                  <a:pt x="311623" y="4145280"/>
                  <a:pt x="304800" y="4138457"/>
                  <a:pt x="304800" y="4130040"/>
                </a:cubicBezTo>
                <a:cubicBezTo>
                  <a:pt x="304800" y="4121623"/>
                  <a:pt x="311623" y="4114800"/>
                  <a:pt x="320040" y="4114800"/>
                </a:cubicBezTo>
                <a:cubicBezTo>
                  <a:pt x="328457" y="4114800"/>
                  <a:pt x="335280" y="4121623"/>
                  <a:pt x="335280" y="4130040"/>
                </a:cubicBezTo>
                <a:close/>
                <a:moveTo>
                  <a:pt x="335280" y="4282440"/>
                </a:moveTo>
                <a:cubicBezTo>
                  <a:pt x="335280" y="4290857"/>
                  <a:pt x="328457" y="4297680"/>
                  <a:pt x="320040" y="4297680"/>
                </a:cubicBezTo>
                <a:cubicBezTo>
                  <a:pt x="311623" y="4297680"/>
                  <a:pt x="304800" y="4290857"/>
                  <a:pt x="304800" y="4282440"/>
                </a:cubicBezTo>
                <a:cubicBezTo>
                  <a:pt x="304800" y="4274023"/>
                  <a:pt x="311623" y="4267200"/>
                  <a:pt x="320040" y="4267200"/>
                </a:cubicBezTo>
                <a:cubicBezTo>
                  <a:pt x="328457" y="4267200"/>
                  <a:pt x="335280" y="4274023"/>
                  <a:pt x="335280" y="4282440"/>
                </a:cubicBezTo>
                <a:close/>
                <a:moveTo>
                  <a:pt x="335280" y="4434840"/>
                </a:moveTo>
                <a:cubicBezTo>
                  <a:pt x="335280" y="4443257"/>
                  <a:pt x="328457" y="4450080"/>
                  <a:pt x="320040" y="4450080"/>
                </a:cubicBezTo>
                <a:cubicBezTo>
                  <a:pt x="311623" y="4450080"/>
                  <a:pt x="304800" y="4443257"/>
                  <a:pt x="304800" y="4434840"/>
                </a:cubicBezTo>
                <a:cubicBezTo>
                  <a:pt x="304800" y="4426423"/>
                  <a:pt x="311623" y="4419600"/>
                  <a:pt x="320040" y="4419600"/>
                </a:cubicBezTo>
                <a:cubicBezTo>
                  <a:pt x="328457" y="4419600"/>
                  <a:pt x="335280" y="4426423"/>
                  <a:pt x="335280" y="4434840"/>
                </a:cubicBezTo>
                <a:close/>
                <a:moveTo>
                  <a:pt x="487680" y="15240"/>
                </a:moveTo>
                <a:cubicBezTo>
                  <a:pt x="487680" y="23657"/>
                  <a:pt x="480857" y="30480"/>
                  <a:pt x="472440" y="30480"/>
                </a:cubicBezTo>
                <a:cubicBezTo>
                  <a:pt x="464023" y="30480"/>
                  <a:pt x="457200" y="23657"/>
                  <a:pt x="457200" y="15240"/>
                </a:cubicBezTo>
                <a:cubicBezTo>
                  <a:pt x="457200" y="6823"/>
                  <a:pt x="464023" y="0"/>
                  <a:pt x="472440" y="0"/>
                </a:cubicBezTo>
                <a:cubicBezTo>
                  <a:pt x="480857" y="0"/>
                  <a:pt x="487680" y="6823"/>
                  <a:pt x="487680" y="15240"/>
                </a:cubicBezTo>
                <a:close/>
                <a:moveTo>
                  <a:pt x="487680" y="167640"/>
                </a:moveTo>
                <a:cubicBezTo>
                  <a:pt x="487680" y="176057"/>
                  <a:pt x="480857" y="182880"/>
                  <a:pt x="472440" y="182880"/>
                </a:cubicBezTo>
                <a:cubicBezTo>
                  <a:pt x="464023" y="182880"/>
                  <a:pt x="457200" y="176057"/>
                  <a:pt x="457200" y="167640"/>
                </a:cubicBezTo>
                <a:cubicBezTo>
                  <a:pt x="457200" y="159223"/>
                  <a:pt x="464023" y="152400"/>
                  <a:pt x="472440" y="152400"/>
                </a:cubicBezTo>
                <a:cubicBezTo>
                  <a:pt x="480857" y="152400"/>
                  <a:pt x="487680" y="159223"/>
                  <a:pt x="487680" y="167640"/>
                </a:cubicBezTo>
                <a:close/>
                <a:moveTo>
                  <a:pt x="487680" y="320040"/>
                </a:moveTo>
                <a:cubicBezTo>
                  <a:pt x="487680" y="328457"/>
                  <a:pt x="480857" y="335280"/>
                  <a:pt x="472440" y="335280"/>
                </a:cubicBezTo>
                <a:cubicBezTo>
                  <a:pt x="464023" y="335280"/>
                  <a:pt x="457200" y="328457"/>
                  <a:pt x="457200" y="320040"/>
                </a:cubicBezTo>
                <a:cubicBezTo>
                  <a:pt x="457200" y="311623"/>
                  <a:pt x="464023" y="304800"/>
                  <a:pt x="472440" y="304800"/>
                </a:cubicBezTo>
                <a:cubicBezTo>
                  <a:pt x="480857" y="304800"/>
                  <a:pt x="487680" y="311623"/>
                  <a:pt x="487680" y="320040"/>
                </a:cubicBezTo>
                <a:close/>
                <a:moveTo>
                  <a:pt x="487680" y="472440"/>
                </a:moveTo>
                <a:cubicBezTo>
                  <a:pt x="487680" y="480857"/>
                  <a:pt x="480857" y="487680"/>
                  <a:pt x="472440" y="487680"/>
                </a:cubicBezTo>
                <a:cubicBezTo>
                  <a:pt x="464023" y="487680"/>
                  <a:pt x="457200" y="480857"/>
                  <a:pt x="457200" y="472440"/>
                </a:cubicBezTo>
                <a:cubicBezTo>
                  <a:pt x="457200" y="464023"/>
                  <a:pt x="464023" y="457200"/>
                  <a:pt x="472440" y="457200"/>
                </a:cubicBezTo>
                <a:cubicBezTo>
                  <a:pt x="480857" y="457200"/>
                  <a:pt x="487680" y="464023"/>
                  <a:pt x="487680" y="472440"/>
                </a:cubicBezTo>
                <a:close/>
                <a:moveTo>
                  <a:pt x="487680" y="624840"/>
                </a:moveTo>
                <a:cubicBezTo>
                  <a:pt x="487680" y="633257"/>
                  <a:pt x="480857" y="640080"/>
                  <a:pt x="472440" y="640080"/>
                </a:cubicBezTo>
                <a:cubicBezTo>
                  <a:pt x="464023" y="640080"/>
                  <a:pt x="457200" y="633257"/>
                  <a:pt x="457200" y="624840"/>
                </a:cubicBezTo>
                <a:cubicBezTo>
                  <a:pt x="457200" y="616423"/>
                  <a:pt x="464023" y="609600"/>
                  <a:pt x="472440" y="609600"/>
                </a:cubicBezTo>
                <a:cubicBezTo>
                  <a:pt x="480857" y="609600"/>
                  <a:pt x="487680" y="616423"/>
                  <a:pt x="487680" y="624840"/>
                </a:cubicBezTo>
                <a:close/>
                <a:moveTo>
                  <a:pt x="487680" y="777240"/>
                </a:moveTo>
                <a:cubicBezTo>
                  <a:pt x="487680" y="785657"/>
                  <a:pt x="480857" y="792480"/>
                  <a:pt x="472440" y="792480"/>
                </a:cubicBezTo>
                <a:cubicBezTo>
                  <a:pt x="464023" y="792480"/>
                  <a:pt x="457200" y="785657"/>
                  <a:pt x="457200" y="777240"/>
                </a:cubicBezTo>
                <a:cubicBezTo>
                  <a:pt x="457200" y="768823"/>
                  <a:pt x="464023" y="762000"/>
                  <a:pt x="472440" y="762000"/>
                </a:cubicBezTo>
                <a:cubicBezTo>
                  <a:pt x="480857" y="762000"/>
                  <a:pt x="487680" y="768823"/>
                  <a:pt x="487680" y="777240"/>
                </a:cubicBezTo>
                <a:close/>
                <a:moveTo>
                  <a:pt x="487680" y="929640"/>
                </a:moveTo>
                <a:cubicBezTo>
                  <a:pt x="487680" y="938057"/>
                  <a:pt x="480857" y="944880"/>
                  <a:pt x="472440" y="944880"/>
                </a:cubicBezTo>
                <a:cubicBezTo>
                  <a:pt x="464023" y="944880"/>
                  <a:pt x="457200" y="938057"/>
                  <a:pt x="457200" y="929640"/>
                </a:cubicBezTo>
                <a:cubicBezTo>
                  <a:pt x="457200" y="921223"/>
                  <a:pt x="464023" y="914400"/>
                  <a:pt x="472440" y="914400"/>
                </a:cubicBezTo>
                <a:cubicBezTo>
                  <a:pt x="480857" y="914400"/>
                  <a:pt x="487680" y="921223"/>
                  <a:pt x="487680" y="929640"/>
                </a:cubicBezTo>
                <a:close/>
                <a:moveTo>
                  <a:pt x="487680" y="1082040"/>
                </a:moveTo>
                <a:cubicBezTo>
                  <a:pt x="487680" y="1090457"/>
                  <a:pt x="480857" y="1097280"/>
                  <a:pt x="472440" y="1097280"/>
                </a:cubicBezTo>
                <a:cubicBezTo>
                  <a:pt x="464023" y="1097280"/>
                  <a:pt x="457200" y="1090457"/>
                  <a:pt x="457200" y="1082040"/>
                </a:cubicBezTo>
                <a:cubicBezTo>
                  <a:pt x="457200" y="1073623"/>
                  <a:pt x="464023" y="1066800"/>
                  <a:pt x="472440" y="1066800"/>
                </a:cubicBezTo>
                <a:cubicBezTo>
                  <a:pt x="480857" y="1066800"/>
                  <a:pt x="487680" y="1073623"/>
                  <a:pt x="487680" y="1082040"/>
                </a:cubicBezTo>
                <a:close/>
                <a:moveTo>
                  <a:pt x="487680" y="1234440"/>
                </a:moveTo>
                <a:cubicBezTo>
                  <a:pt x="487680" y="1242857"/>
                  <a:pt x="480857" y="1249680"/>
                  <a:pt x="472440" y="1249680"/>
                </a:cubicBezTo>
                <a:cubicBezTo>
                  <a:pt x="464023" y="1249680"/>
                  <a:pt x="457200" y="1242857"/>
                  <a:pt x="457200" y="1234440"/>
                </a:cubicBezTo>
                <a:cubicBezTo>
                  <a:pt x="457200" y="1226023"/>
                  <a:pt x="464023" y="1219200"/>
                  <a:pt x="472440" y="1219200"/>
                </a:cubicBezTo>
                <a:cubicBezTo>
                  <a:pt x="480857" y="1219200"/>
                  <a:pt x="487680" y="1226023"/>
                  <a:pt x="487680" y="1234440"/>
                </a:cubicBezTo>
                <a:close/>
                <a:moveTo>
                  <a:pt x="487680" y="1386840"/>
                </a:moveTo>
                <a:cubicBezTo>
                  <a:pt x="487680" y="1395257"/>
                  <a:pt x="480857" y="1402080"/>
                  <a:pt x="472440" y="1402080"/>
                </a:cubicBezTo>
                <a:cubicBezTo>
                  <a:pt x="464023" y="1402080"/>
                  <a:pt x="457200" y="1395257"/>
                  <a:pt x="457200" y="1386840"/>
                </a:cubicBezTo>
                <a:cubicBezTo>
                  <a:pt x="457200" y="1378423"/>
                  <a:pt x="464023" y="1371600"/>
                  <a:pt x="472440" y="1371600"/>
                </a:cubicBezTo>
                <a:cubicBezTo>
                  <a:pt x="480857" y="1371600"/>
                  <a:pt x="487680" y="1378423"/>
                  <a:pt x="487680" y="1386840"/>
                </a:cubicBezTo>
                <a:close/>
                <a:moveTo>
                  <a:pt x="487680" y="1539240"/>
                </a:moveTo>
                <a:cubicBezTo>
                  <a:pt x="487680" y="1547657"/>
                  <a:pt x="480857" y="1554480"/>
                  <a:pt x="472440" y="1554480"/>
                </a:cubicBezTo>
                <a:cubicBezTo>
                  <a:pt x="464023" y="1554480"/>
                  <a:pt x="457200" y="1547657"/>
                  <a:pt x="457200" y="1539240"/>
                </a:cubicBezTo>
                <a:cubicBezTo>
                  <a:pt x="457200" y="1530823"/>
                  <a:pt x="464023" y="1524000"/>
                  <a:pt x="472440" y="1524000"/>
                </a:cubicBezTo>
                <a:cubicBezTo>
                  <a:pt x="480857" y="1524000"/>
                  <a:pt x="487680" y="1530823"/>
                  <a:pt x="487680" y="1539240"/>
                </a:cubicBezTo>
                <a:close/>
                <a:moveTo>
                  <a:pt x="487680" y="1691640"/>
                </a:moveTo>
                <a:cubicBezTo>
                  <a:pt x="487680" y="1700057"/>
                  <a:pt x="480857" y="1706880"/>
                  <a:pt x="472440" y="1706880"/>
                </a:cubicBezTo>
                <a:cubicBezTo>
                  <a:pt x="464023" y="1706880"/>
                  <a:pt x="457200" y="1700057"/>
                  <a:pt x="457200" y="1691640"/>
                </a:cubicBezTo>
                <a:cubicBezTo>
                  <a:pt x="457200" y="1683223"/>
                  <a:pt x="464023" y="1676400"/>
                  <a:pt x="472440" y="1676400"/>
                </a:cubicBezTo>
                <a:cubicBezTo>
                  <a:pt x="480857" y="1676400"/>
                  <a:pt x="487680" y="1683223"/>
                  <a:pt x="487680" y="1691640"/>
                </a:cubicBezTo>
                <a:close/>
                <a:moveTo>
                  <a:pt x="487680" y="1844040"/>
                </a:moveTo>
                <a:cubicBezTo>
                  <a:pt x="487680" y="1852457"/>
                  <a:pt x="480857" y="1859280"/>
                  <a:pt x="472440" y="1859280"/>
                </a:cubicBezTo>
                <a:cubicBezTo>
                  <a:pt x="464023" y="1859280"/>
                  <a:pt x="457200" y="1852457"/>
                  <a:pt x="457200" y="1844040"/>
                </a:cubicBezTo>
                <a:cubicBezTo>
                  <a:pt x="457200" y="1835623"/>
                  <a:pt x="464023" y="1828800"/>
                  <a:pt x="472440" y="1828800"/>
                </a:cubicBezTo>
                <a:cubicBezTo>
                  <a:pt x="480857" y="1828800"/>
                  <a:pt x="487680" y="1835623"/>
                  <a:pt x="487680" y="1844040"/>
                </a:cubicBezTo>
                <a:close/>
                <a:moveTo>
                  <a:pt x="487680" y="1996440"/>
                </a:moveTo>
                <a:cubicBezTo>
                  <a:pt x="487680" y="2004857"/>
                  <a:pt x="480857" y="2011680"/>
                  <a:pt x="472440" y="2011680"/>
                </a:cubicBezTo>
                <a:cubicBezTo>
                  <a:pt x="464023" y="2011680"/>
                  <a:pt x="457200" y="2004857"/>
                  <a:pt x="457200" y="1996440"/>
                </a:cubicBezTo>
                <a:cubicBezTo>
                  <a:pt x="457200" y="1988023"/>
                  <a:pt x="464023" y="1981200"/>
                  <a:pt x="472440" y="1981200"/>
                </a:cubicBezTo>
                <a:cubicBezTo>
                  <a:pt x="480857" y="1981200"/>
                  <a:pt x="487680" y="1988023"/>
                  <a:pt x="487680" y="1996440"/>
                </a:cubicBezTo>
                <a:close/>
                <a:moveTo>
                  <a:pt x="487680" y="2148840"/>
                </a:moveTo>
                <a:cubicBezTo>
                  <a:pt x="487680" y="2157257"/>
                  <a:pt x="480857" y="2164080"/>
                  <a:pt x="472440" y="2164080"/>
                </a:cubicBezTo>
                <a:cubicBezTo>
                  <a:pt x="464023" y="2164080"/>
                  <a:pt x="457200" y="2157257"/>
                  <a:pt x="457200" y="2148840"/>
                </a:cubicBezTo>
                <a:cubicBezTo>
                  <a:pt x="457200" y="2140423"/>
                  <a:pt x="464023" y="2133600"/>
                  <a:pt x="472440" y="2133600"/>
                </a:cubicBezTo>
                <a:cubicBezTo>
                  <a:pt x="480857" y="2133600"/>
                  <a:pt x="487680" y="2140423"/>
                  <a:pt x="487680" y="2148840"/>
                </a:cubicBezTo>
                <a:close/>
                <a:moveTo>
                  <a:pt x="487680" y="2301240"/>
                </a:moveTo>
                <a:cubicBezTo>
                  <a:pt x="487680" y="2309657"/>
                  <a:pt x="480857" y="2316480"/>
                  <a:pt x="472440" y="2316480"/>
                </a:cubicBezTo>
                <a:cubicBezTo>
                  <a:pt x="464023" y="2316480"/>
                  <a:pt x="457200" y="2309657"/>
                  <a:pt x="457200" y="2301240"/>
                </a:cubicBezTo>
                <a:cubicBezTo>
                  <a:pt x="457200" y="2292823"/>
                  <a:pt x="464023" y="2286000"/>
                  <a:pt x="472440" y="2286000"/>
                </a:cubicBezTo>
                <a:cubicBezTo>
                  <a:pt x="480857" y="2286000"/>
                  <a:pt x="487680" y="2292823"/>
                  <a:pt x="487680" y="2301240"/>
                </a:cubicBezTo>
                <a:close/>
                <a:moveTo>
                  <a:pt x="487680" y="2453640"/>
                </a:moveTo>
                <a:cubicBezTo>
                  <a:pt x="487680" y="2462057"/>
                  <a:pt x="480857" y="2468880"/>
                  <a:pt x="472440" y="2468880"/>
                </a:cubicBezTo>
                <a:cubicBezTo>
                  <a:pt x="464023" y="2468880"/>
                  <a:pt x="457200" y="2462057"/>
                  <a:pt x="457200" y="2453640"/>
                </a:cubicBezTo>
                <a:cubicBezTo>
                  <a:pt x="457200" y="2445223"/>
                  <a:pt x="464023" y="2438400"/>
                  <a:pt x="472440" y="2438400"/>
                </a:cubicBezTo>
                <a:cubicBezTo>
                  <a:pt x="480857" y="2438400"/>
                  <a:pt x="487680" y="2445223"/>
                  <a:pt x="487680" y="2453640"/>
                </a:cubicBezTo>
                <a:close/>
                <a:moveTo>
                  <a:pt x="487680" y="2606040"/>
                </a:moveTo>
                <a:cubicBezTo>
                  <a:pt x="487680" y="2614457"/>
                  <a:pt x="480857" y="2621280"/>
                  <a:pt x="472440" y="2621280"/>
                </a:cubicBezTo>
                <a:cubicBezTo>
                  <a:pt x="464023" y="2621280"/>
                  <a:pt x="457200" y="2614457"/>
                  <a:pt x="457200" y="2606040"/>
                </a:cubicBezTo>
                <a:cubicBezTo>
                  <a:pt x="457200" y="2597623"/>
                  <a:pt x="464023" y="2590800"/>
                  <a:pt x="472440" y="2590800"/>
                </a:cubicBezTo>
                <a:cubicBezTo>
                  <a:pt x="480857" y="2590800"/>
                  <a:pt x="487680" y="2597623"/>
                  <a:pt x="487680" y="2606040"/>
                </a:cubicBezTo>
                <a:close/>
                <a:moveTo>
                  <a:pt x="487680" y="2758440"/>
                </a:moveTo>
                <a:cubicBezTo>
                  <a:pt x="487680" y="2766857"/>
                  <a:pt x="480857" y="2773680"/>
                  <a:pt x="472440" y="2773680"/>
                </a:cubicBezTo>
                <a:cubicBezTo>
                  <a:pt x="464023" y="2773680"/>
                  <a:pt x="457200" y="2766857"/>
                  <a:pt x="457200" y="2758440"/>
                </a:cubicBezTo>
                <a:cubicBezTo>
                  <a:pt x="457200" y="2750023"/>
                  <a:pt x="464023" y="2743200"/>
                  <a:pt x="472440" y="2743200"/>
                </a:cubicBezTo>
                <a:cubicBezTo>
                  <a:pt x="480857" y="2743200"/>
                  <a:pt x="487680" y="2750023"/>
                  <a:pt x="487680" y="2758440"/>
                </a:cubicBezTo>
                <a:close/>
                <a:moveTo>
                  <a:pt x="487680" y="2910840"/>
                </a:moveTo>
                <a:cubicBezTo>
                  <a:pt x="487680" y="2919257"/>
                  <a:pt x="480857" y="2926080"/>
                  <a:pt x="472440" y="2926080"/>
                </a:cubicBezTo>
                <a:cubicBezTo>
                  <a:pt x="464023" y="2926080"/>
                  <a:pt x="457200" y="2919257"/>
                  <a:pt x="457200" y="2910840"/>
                </a:cubicBezTo>
                <a:cubicBezTo>
                  <a:pt x="457200" y="2902423"/>
                  <a:pt x="464023" y="2895600"/>
                  <a:pt x="472440" y="2895600"/>
                </a:cubicBezTo>
                <a:cubicBezTo>
                  <a:pt x="480857" y="2895600"/>
                  <a:pt x="487680" y="2902423"/>
                  <a:pt x="487680" y="2910840"/>
                </a:cubicBezTo>
                <a:close/>
                <a:moveTo>
                  <a:pt x="487680" y="3063240"/>
                </a:moveTo>
                <a:cubicBezTo>
                  <a:pt x="487680" y="3071657"/>
                  <a:pt x="480857" y="3078480"/>
                  <a:pt x="472440" y="3078480"/>
                </a:cubicBezTo>
                <a:cubicBezTo>
                  <a:pt x="464023" y="3078480"/>
                  <a:pt x="457200" y="3071657"/>
                  <a:pt x="457200" y="3063240"/>
                </a:cubicBezTo>
                <a:cubicBezTo>
                  <a:pt x="457200" y="3054823"/>
                  <a:pt x="464023" y="3048000"/>
                  <a:pt x="472440" y="3048000"/>
                </a:cubicBezTo>
                <a:cubicBezTo>
                  <a:pt x="480857" y="3048000"/>
                  <a:pt x="487680" y="3054823"/>
                  <a:pt x="487680" y="3063240"/>
                </a:cubicBezTo>
                <a:close/>
                <a:moveTo>
                  <a:pt x="487680" y="3215640"/>
                </a:moveTo>
                <a:cubicBezTo>
                  <a:pt x="487680" y="3224057"/>
                  <a:pt x="480857" y="3230880"/>
                  <a:pt x="472440" y="3230880"/>
                </a:cubicBezTo>
                <a:cubicBezTo>
                  <a:pt x="464023" y="3230880"/>
                  <a:pt x="457200" y="3224057"/>
                  <a:pt x="457200" y="3215640"/>
                </a:cubicBezTo>
                <a:cubicBezTo>
                  <a:pt x="457200" y="3207223"/>
                  <a:pt x="464023" y="3200400"/>
                  <a:pt x="472440" y="3200400"/>
                </a:cubicBezTo>
                <a:cubicBezTo>
                  <a:pt x="480857" y="3200400"/>
                  <a:pt x="487680" y="3207223"/>
                  <a:pt x="487680" y="3215640"/>
                </a:cubicBezTo>
                <a:close/>
                <a:moveTo>
                  <a:pt x="487680" y="3368040"/>
                </a:moveTo>
                <a:cubicBezTo>
                  <a:pt x="487680" y="3376457"/>
                  <a:pt x="480857" y="3383280"/>
                  <a:pt x="472440" y="3383280"/>
                </a:cubicBezTo>
                <a:cubicBezTo>
                  <a:pt x="464023" y="3383280"/>
                  <a:pt x="457200" y="3376457"/>
                  <a:pt x="457200" y="3368040"/>
                </a:cubicBezTo>
                <a:cubicBezTo>
                  <a:pt x="457200" y="3359623"/>
                  <a:pt x="464023" y="3352800"/>
                  <a:pt x="472440" y="3352800"/>
                </a:cubicBezTo>
                <a:cubicBezTo>
                  <a:pt x="480857" y="3352800"/>
                  <a:pt x="487680" y="3359623"/>
                  <a:pt x="487680" y="3368040"/>
                </a:cubicBezTo>
                <a:close/>
                <a:moveTo>
                  <a:pt x="487680" y="3520440"/>
                </a:moveTo>
                <a:cubicBezTo>
                  <a:pt x="487680" y="3528857"/>
                  <a:pt x="480857" y="3535680"/>
                  <a:pt x="472440" y="3535680"/>
                </a:cubicBezTo>
                <a:cubicBezTo>
                  <a:pt x="464023" y="3535680"/>
                  <a:pt x="457200" y="3528857"/>
                  <a:pt x="457200" y="3520440"/>
                </a:cubicBezTo>
                <a:cubicBezTo>
                  <a:pt x="457200" y="3512023"/>
                  <a:pt x="464023" y="3505200"/>
                  <a:pt x="472440" y="3505200"/>
                </a:cubicBezTo>
                <a:cubicBezTo>
                  <a:pt x="480857" y="3505200"/>
                  <a:pt x="487680" y="3512023"/>
                  <a:pt x="487680" y="3520440"/>
                </a:cubicBezTo>
                <a:close/>
                <a:moveTo>
                  <a:pt x="487680" y="3672840"/>
                </a:moveTo>
                <a:cubicBezTo>
                  <a:pt x="487680" y="3681257"/>
                  <a:pt x="480857" y="3688080"/>
                  <a:pt x="472440" y="3688080"/>
                </a:cubicBezTo>
                <a:cubicBezTo>
                  <a:pt x="464023" y="3688080"/>
                  <a:pt x="457200" y="3681257"/>
                  <a:pt x="457200" y="3672840"/>
                </a:cubicBezTo>
                <a:cubicBezTo>
                  <a:pt x="457200" y="3664423"/>
                  <a:pt x="464023" y="3657600"/>
                  <a:pt x="472440" y="3657600"/>
                </a:cubicBezTo>
                <a:cubicBezTo>
                  <a:pt x="480857" y="3657600"/>
                  <a:pt x="487680" y="3664423"/>
                  <a:pt x="487680" y="3672840"/>
                </a:cubicBezTo>
                <a:close/>
                <a:moveTo>
                  <a:pt x="487680" y="3825240"/>
                </a:moveTo>
                <a:cubicBezTo>
                  <a:pt x="487680" y="3833657"/>
                  <a:pt x="480857" y="3840480"/>
                  <a:pt x="472440" y="3840480"/>
                </a:cubicBezTo>
                <a:cubicBezTo>
                  <a:pt x="464023" y="3840480"/>
                  <a:pt x="457200" y="3833657"/>
                  <a:pt x="457200" y="3825240"/>
                </a:cubicBezTo>
                <a:cubicBezTo>
                  <a:pt x="457200" y="3816823"/>
                  <a:pt x="464023" y="3810000"/>
                  <a:pt x="472440" y="3810000"/>
                </a:cubicBezTo>
                <a:cubicBezTo>
                  <a:pt x="480857" y="3810000"/>
                  <a:pt x="487680" y="3816823"/>
                  <a:pt x="487680" y="3825240"/>
                </a:cubicBezTo>
                <a:close/>
                <a:moveTo>
                  <a:pt x="487680" y="3977640"/>
                </a:moveTo>
                <a:cubicBezTo>
                  <a:pt x="487680" y="3986057"/>
                  <a:pt x="480857" y="3992880"/>
                  <a:pt x="472440" y="3992880"/>
                </a:cubicBezTo>
                <a:cubicBezTo>
                  <a:pt x="464023" y="3992880"/>
                  <a:pt x="457200" y="3986057"/>
                  <a:pt x="457200" y="3977640"/>
                </a:cubicBezTo>
                <a:cubicBezTo>
                  <a:pt x="457200" y="3969223"/>
                  <a:pt x="464023" y="3962400"/>
                  <a:pt x="472440" y="3962400"/>
                </a:cubicBezTo>
                <a:cubicBezTo>
                  <a:pt x="480857" y="3962400"/>
                  <a:pt x="487680" y="3969223"/>
                  <a:pt x="487680" y="3977640"/>
                </a:cubicBezTo>
                <a:close/>
                <a:moveTo>
                  <a:pt x="487680" y="4130040"/>
                </a:moveTo>
                <a:cubicBezTo>
                  <a:pt x="487680" y="4138457"/>
                  <a:pt x="480857" y="4145280"/>
                  <a:pt x="472440" y="4145280"/>
                </a:cubicBezTo>
                <a:cubicBezTo>
                  <a:pt x="464023" y="4145280"/>
                  <a:pt x="457200" y="4138457"/>
                  <a:pt x="457200" y="4130040"/>
                </a:cubicBezTo>
                <a:cubicBezTo>
                  <a:pt x="457200" y="4121623"/>
                  <a:pt x="464023" y="4114800"/>
                  <a:pt x="472440" y="4114800"/>
                </a:cubicBezTo>
                <a:cubicBezTo>
                  <a:pt x="480857" y="4114800"/>
                  <a:pt x="487680" y="4121623"/>
                  <a:pt x="487680" y="4130040"/>
                </a:cubicBezTo>
                <a:close/>
                <a:moveTo>
                  <a:pt x="487680" y="4282440"/>
                </a:moveTo>
                <a:cubicBezTo>
                  <a:pt x="487680" y="4290857"/>
                  <a:pt x="480857" y="4297680"/>
                  <a:pt x="472440" y="4297680"/>
                </a:cubicBezTo>
                <a:cubicBezTo>
                  <a:pt x="464023" y="4297680"/>
                  <a:pt x="457200" y="4290857"/>
                  <a:pt x="457200" y="4282440"/>
                </a:cubicBezTo>
                <a:cubicBezTo>
                  <a:pt x="457200" y="4274023"/>
                  <a:pt x="464023" y="4267200"/>
                  <a:pt x="472440" y="4267200"/>
                </a:cubicBezTo>
                <a:cubicBezTo>
                  <a:pt x="480857" y="4267200"/>
                  <a:pt x="487680" y="4274023"/>
                  <a:pt x="487680" y="4282440"/>
                </a:cubicBezTo>
                <a:close/>
                <a:moveTo>
                  <a:pt x="487680" y="4434840"/>
                </a:moveTo>
                <a:cubicBezTo>
                  <a:pt x="487680" y="4443257"/>
                  <a:pt x="480857" y="4450080"/>
                  <a:pt x="472440" y="4450080"/>
                </a:cubicBezTo>
                <a:cubicBezTo>
                  <a:pt x="464023" y="4450080"/>
                  <a:pt x="457200" y="4443257"/>
                  <a:pt x="457200" y="4434840"/>
                </a:cubicBezTo>
                <a:cubicBezTo>
                  <a:pt x="457200" y="4426423"/>
                  <a:pt x="464023" y="4419600"/>
                  <a:pt x="472440" y="4419600"/>
                </a:cubicBezTo>
                <a:cubicBezTo>
                  <a:pt x="480857" y="4419600"/>
                  <a:pt x="487680" y="4426423"/>
                  <a:pt x="487680" y="4434840"/>
                </a:cubicBezTo>
                <a:close/>
                <a:moveTo>
                  <a:pt x="640080" y="15240"/>
                </a:moveTo>
                <a:cubicBezTo>
                  <a:pt x="640080" y="23657"/>
                  <a:pt x="633257" y="30480"/>
                  <a:pt x="624840" y="30480"/>
                </a:cubicBezTo>
                <a:cubicBezTo>
                  <a:pt x="616423" y="30480"/>
                  <a:pt x="609600" y="23657"/>
                  <a:pt x="609600" y="15240"/>
                </a:cubicBezTo>
                <a:cubicBezTo>
                  <a:pt x="609600" y="6823"/>
                  <a:pt x="616423" y="0"/>
                  <a:pt x="624840" y="0"/>
                </a:cubicBezTo>
                <a:cubicBezTo>
                  <a:pt x="633257" y="0"/>
                  <a:pt x="640080" y="6823"/>
                  <a:pt x="640080" y="15240"/>
                </a:cubicBezTo>
                <a:close/>
                <a:moveTo>
                  <a:pt x="640080" y="167640"/>
                </a:moveTo>
                <a:cubicBezTo>
                  <a:pt x="640080" y="176057"/>
                  <a:pt x="633257" y="182880"/>
                  <a:pt x="624840" y="182880"/>
                </a:cubicBezTo>
                <a:cubicBezTo>
                  <a:pt x="616423" y="182880"/>
                  <a:pt x="609600" y="176057"/>
                  <a:pt x="609600" y="167640"/>
                </a:cubicBezTo>
                <a:cubicBezTo>
                  <a:pt x="609600" y="159223"/>
                  <a:pt x="616423" y="152400"/>
                  <a:pt x="624840" y="152400"/>
                </a:cubicBezTo>
                <a:cubicBezTo>
                  <a:pt x="633257" y="152400"/>
                  <a:pt x="640080" y="159223"/>
                  <a:pt x="640080" y="167640"/>
                </a:cubicBezTo>
                <a:close/>
                <a:moveTo>
                  <a:pt x="640080" y="320040"/>
                </a:moveTo>
                <a:cubicBezTo>
                  <a:pt x="640080" y="328457"/>
                  <a:pt x="633257" y="335280"/>
                  <a:pt x="624840" y="335280"/>
                </a:cubicBezTo>
                <a:cubicBezTo>
                  <a:pt x="616423" y="335280"/>
                  <a:pt x="609600" y="328457"/>
                  <a:pt x="609600" y="320040"/>
                </a:cubicBezTo>
                <a:cubicBezTo>
                  <a:pt x="609600" y="311623"/>
                  <a:pt x="616423" y="304800"/>
                  <a:pt x="624840" y="304800"/>
                </a:cubicBezTo>
                <a:cubicBezTo>
                  <a:pt x="633257" y="304800"/>
                  <a:pt x="640080" y="311623"/>
                  <a:pt x="640080" y="320040"/>
                </a:cubicBezTo>
                <a:close/>
                <a:moveTo>
                  <a:pt x="640080" y="472440"/>
                </a:moveTo>
                <a:cubicBezTo>
                  <a:pt x="640080" y="480857"/>
                  <a:pt x="633257" y="487680"/>
                  <a:pt x="624840" y="487680"/>
                </a:cubicBezTo>
                <a:cubicBezTo>
                  <a:pt x="616423" y="487680"/>
                  <a:pt x="609600" y="480857"/>
                  <a:pt x="609600" y="472440"/>
                </a:cubicBezTo>
                <a:cubicBezTo>
                  <a:pt x="609600" y="464023"/>
                  <a:pt x="616423" y="457200"/>
                  <a:pt x="624840" y="457200"/>
                </a:cubicBezTo>
                <a:cubicBezTo>
                  <a:pt x="633257" y="457200"/>
                  <a:pt x="640080" y="464023"/>
                  <a:pt x="640080" y="472440"/>
                </a:cubicBezTo>
                <a:close/>
                <a:moveTo>
                  <a:pt x="640080" y="624840"/>
                </a:moveTo>
                <a:cubicBezTo>
                  <a:pt x="640080" y="633257"/>
                  <a:pt x="633257" y="640080"/>
                  <a:pt x="624840" y="640080"/>
                </a:cubicBezTo>
                <a:cubicBezTo>
                  <a:pt x="616423" y="640080"/>
                  <a:pt x="609600" y="633257"/>
                  <a:pt x="609600" y="624840"/>
                </a:cubicBezTo>
                <a:cubicBezTo>
                  <a:pt x="609600" y="616423"/>
                  <a:pt x="616423" y="609600"/>
                  <a:pt x="624840" y="609600"/>
                </a:cubicBezTo>
                <a:cubicBezTo>
                  <a:pt x="633257" y="609600"/>
                  <a:pt x="640080" y="616423"/>
                  <a:pt x="640080" y="624840"/>
                </a:cubicBezTo>
                <a:close/>
                <a:moveTo>
                  <a:pt x="640080" y="777240"/>
                </a:moveTo>
                <a:cubicBezTo>
                  <a:pt x="640080" y="785657"/>
                  <a:pt x="633257" y="792480"/>
                  <a:pt x="624840" y="792480"/>
                </a:cubicBezTo>
                <a:cubicBezTo>
                  <a:pt x="616423" y="792480"/>
                  <a:pt x="609600" y="785657"/>
                  <a:pt x="609600" y="777240"/>
                </a:cubicBezTo>
                <a:cubicBezTo>
                  <a:pt x="609600" y="768823"/>
                  <a:pt x="616423" y="762000"/>
                  <a:pt x="624840" y="762000"/>
                </a:cubicBezTo>
                <a:cubicBezTo>
                  <a:pt x="633257" y="762000"/>
                  <a:pt x="640080" y="768823"/>
                  <a:pt x="640080" y="777240"/>
                </a:cubicBezTo>
                <a:close/>
                <a:moveTo>
                  <a:pt x="640080" y="929640"/>
                </a:moveTo>
                <a:cubicBezTo>
                  <a:pt x="640080" y="938057"/>
                  <a:pt x="633257" y="944880"/>
                  <a:pt x="624840" y="944880"/>
                </a:cubicBezTo>
                <a:cubicBezTo>
                  <a:pt x="616423" y="944880"/>
                  <a:pt x="609600" y="938057"/>
                  <a:pt x="609600" y="929640"/>
                </a:cubicBezTo>
                <a:cubicBezTo>
                  <a:pt x="609600" y="921223"/>
                  <a:pt x="616423" y="914400"/>
                  <a:pt x="624840" y="914400"/>
                </a:cubicBezTo>
                <a:cubicBezTo>
                  <a:pt x="633257" y="914400"/>
                  <a:pt x="640080" y="921223"/>
                  <a:pt x="640080" y="929640"/>
                </a:cubicBezTo>
                <a:close/>
                <a:moveTo>
                  <a:pt x="640080" y="1082040"/>
                </a:moveTo>
                <a:cubicBezTo>
                  <a:pt x="640080" y="1090457"/>
                  <a:pt x="633257" y="1097280"/>
                  <a:pt x="624840" y="1097280"/>
                </a:cubicBezTo>
                <a:cubicBezTo>
                  <a:pt x="616423" y="1097280"/>
                  <a:pt x="609600" y="1090457"/>
                  <a:pt x="609600" y="1082040"/>
                </a:cubicBezTo>
                <a:cubicBezTo>
                  <a:pt x="609600" y="1073623"/>
                  <a:pt x="616423" y="1066800"/>
                  <a:pt x="624840" y="1066800"/>
                </a:cubicBezTo>
                <a:cubicBezTo>
                  <a:pt x="633257" y="1066800"/>
                  <a:pt x="640080" y="1073623"/>
                  <a:pt x="640080" y="1082040"/>
                </a:cubicBezTo>
                <a:close/>
                <a:moveTo>
                  <a:pt x="640080" y="1234440"/>
                </a:moveTo>
                <a:cubicBezTo>
                  <a:pt x="640080" y="1242857"/>
                  <a:pt x="633257" y="1249680"/>
                  <a:pt x="624840" y="1249680"/>
                </a:cubicBezTo>
                <a:cubicBezTo>
                  <a:pt x="616423" y="1249680"/>
                  <a:pt x="609600" y="1242857"/>
                  <a:pt x="609600" y="1234440"/>
                </a:cubicBezTo>
                <a:cubicBezTo>
                  <a:pt x="609600" y="1226023"/>
                  <a:pt x="616423" y="1219200"/>
                  <a:pt x="624840" y="1219200"/>
                </a:cubicBezTo>
                <a:cubicBezTo>
                  <a:pt x="633257" y="1219200"/>
                  <a:pt x="640080" y="1226023"/>
                  <a:pt x="640080" y="1234440"/>
                </a:cubicBezTo>
                <a:close/>
                <a:moveTo>
                  <a:pt x="640080" y="1386840"/>
                </a:moveTo>
                <a:cubicBezTo>
                  <a:pt x="640080" y="1395257"/>
                  <a:pt x="633257" y="1402080"/>
                  <a:pt x="624840" y="1402080"/>
                </a:cubicBezTo>
                <a:cubicBezTo>
                  <a:pt x="616423" y="1402080"/>
                  <a:pt x="609600" y="1395257"/>
                  <a:pt x="609600" y="1386840"/>
                </a:cubicBezTo>
                <a:cubicBezTo>
                  <a:pt x="609600" y="1378423"/>
                  <a:pt x="616423" y="1371600"/>
                  <a:pt x="624840" y="1371600"/>
                </a:cubicBezTo>
                <a:cubicBezTo>
                  <a:pt x="633257" y="1371600"/>
                  <a:pt x="640080" y="1378423"/>
                  <a:pt x="640080" y="1386840"/>
                </a:cubicBezTo>
                <a:close/>
                <a:moveTo>
                  <a:pt x="640080" y="1539240"/>
                </a:moveTo>
                <a:cubicBezTo>
                  <a:pt x="640080" y="1547657"/>
                  <a:pt x="633257" y="1554480"/>
                  <a:pt x="624840" y="1554480"/>
                </a:cubicBezTo>
                <a:cubicBezTo>
                  <a:pt x="616423" y="1554480"/>
                  <a:pt x="609600" y="1547657"/>
                  <a:pt x="609600" y="1539240"/>
                </a:cubicBezTo>
                <a:cubicBezTo>
                  <a:pt x="609600" y="1530823"/>
                  <a:pt x="616423" y="1524000"/>
                  <a:pt x="624840" y="1524000"/>
                </a:cubicBezTo>
                <a:cubicBezTo>
                  <a:pt x="633257" y="1524000"/>
                  <a:pt x="640080" y="1530823"/>
                  <a:pt x="640080" y="1539240"/>
                </a:cubicBezTo>
                <a:close/>
                <a:moveTo>
                  <a:pt x="640080" y="1691640"/>
                </a:moveTo>
                <a:cubicBezTo>
                  <a:pt x="640080" y="1700057"/>
                  <a:pt x="633257" y="1706880"/>
                  <a:pt x="624840" y="1706880"/>
                </a:cubicBezTo>
                <a:cubicBezTo>
                  <a:pt x="616423" y="1706880"/>
                  <a:pt x="609600" y="1700057"/>
                  <a:pt x="609600" y="1691640"/>
                </a:cubicBezTo>
                <a:cubicBezTo>
                  <a:pt x="609600" y="1683223"/>
                  <a:pt x="616423" y="1676400"/>
                  <a:pt x="624840" y="1676400"/>
                </a:cubicBezTo>
                <a:cubicBezTo>
                  <a:pt x="633257" y="1676400"/>
                  <a:pt x="640080" y="1683223"/>
                  <a:pt x="640080" y="1691640"/>
                </a:cubicBezTo>
                <a:close/>
                <a:moveTo>
                  <a:pt x="640080" y="1844040"/>
                </a:moveTo>
                <a:cubicBezTo>
                  <a:pt x="640080" y="1852457"/>
                  <a:pt x="633257" y="1859280"/>
                  <a:pt x="624840" y="1859280"/>
                </a:cubicBezTo>
                <a:cubicBezTo>
                  <a:pt x="616423" y="1859280"/>
                  <a:pt x="609600" y="1852457"/>
                  <a:pt x="609600" y="1844040"/>
                </a:cubicBezTo>
                <a:cubicBezTo>
                  <a:pt x="609600" y="1835623"/>
                  <a:pt x="616423" y="1828800"/>
                  <a:pt x="624840" y="1828800"/>
                </a:cubicBezTo>
                <a:cubicBezTo>
                  <a:pt x="633257" y="1828800"/>
                  <a:pt x="640080" y="1835623"/>
                  <a:pt x="640080" y="1844040"/>
                </a:cubicBezTo>
                <a:close/>
                <a:moveTo>
                  <a:pt x="640080" y="1996440"/>
                </a:moveTo>
                <a:cubicBezTo>
                  <a:pt x="640080" y="2004857"/>
                  <a:pt x="633257" y="2011680"/>
                  <a:pt x="624840" y="2011680"/>
                </a:cubicBezTo>
                <a:cubicBezTo>
                  <a:pt x="616423" y="2011680"/>
                  <a:pt x="609600" y="2004857"/>
                  <a:pt x="609600" y="1996440"/>
                </a:cubicBezTo>
                <a:cubicBezTo>
                  <a:pt x="609600" y="1988023"/>
                  <a:pt x="616423" y="1981200"/>
                  <a:pt x="624840" y="1981200"/>
                </a:cubicBezTo>
                <a:cubicBezTo>
                  <a:pt x="633257" y="1981200"/>
                  <a:pt x="640080" y="1988023"/>
                  <a:pt x="640080" y="1996440"/>
                </a:cubicBezTo>
                <a:close/>
                <a:moveTo>
                  <a:pt x="640080" y="2148840"/>
                </a:moveTo>
                <a:cubicBezTo>
                  <a:pt x="640080" y="2157257"/>
                  <a:pt x="633257" y="2164080"/>
                  <a:pt x="624840" y="2164080"/>
                </a:cubicBezTo>
                <a:cubicBezTo>
                  <a:pt x="616423" y="2164080"/>
                  <a:pt x="609600" y="2157257"/>
                  <a:pt x="609600" y="2148840"/>
                </a:cubicBezTo>
                <a:cubicBezTo>
                  <a:pt x="609600" y="2140423"/>
                  <a:pt x="616423" y="2133600"/>
                  <a:pt x="624840" y="2133600"/>
                </a:cubicBezTo>
                <a:cubicBezTo>
                  <a:pt x="633257" y="2133600"/>
                  <a:pt x="640080" y="2140423"/>
                  <a:pt x="640080" y="2148840"/>
                </a:cubicBezTo>
                <a:close/>
                <a:moveTo>
                  <a:pt x="640080" y="2301240"/>
                </a:moveTo>
                <a:cubicBezTo>
                  <a:pt x="640080" y="2309657"/>
                  <a:pt x="633257" y="2316480"/>
                  <a:pt x="624840" y="2316480"/>
                </a:cubicBezTo>
                <a:cubicBezTo>
                  <a:pt x="616423" y="2316480"/>
                  <a:pt x="609600" y="2309657"/>
                  <a:pt x="609600" y="2301240"/>
                </a:cubicBezTo>
                <a:cubicBezTo>
                  <a:pt x="609600" y="2292823"/>
                  <a:pt x="616423" y="2286000"/>
                  <a:pt x="624840" y="2286000"/>
                </a:cubicBezTo>
                <a:cubicBezTo>
                  <a:pt x="633257" y="2286000"/>
                  <a:pt x="640080" y="2292823"/>
                  <a:pt x="640080" y="2301240"/>
                </a:cubicBezTo>
                <a:close/>
                <a:moveTo>
                  <a:pt x="640080" y="2453640"/>
                </a:moveTo>
                <a:cubicBezTo>
                  <a:pt x="640080" y="2462057"/>
                  <a:pt x="633257" y="2468880"/>
                  <a:pt x="624840" y="2468880"/>
                </a:cubicBezTo>
                <a:cubicBezTo>
                  <a:pt x="616423" y="2468880"/>
                  <a:pt x="609600" y="2462057"/>
                  <a:pt x="609600" y="2453640"/>
                </a:cubicBezTo>
                <a:cubicBezTo>
                  <a:pt x="609600" y="2445223"/>
                  <a:pt x="616423" y="2438400"/>
                  <a:pt x="624840" y="2438400"/>
                </a:cubicBezTo>
                <a:cubicBezTo>
                  <a:pt x="633257" y="2438400"/>
                  <a:pt x="640080" y="2445223"/>
                  <a:pt x="640080" y="2453640"/>
                </a:cubicBezTo>
                <a:close/>
                <a:moveTo>
                  <a:pt x="640080" y="2606040"/>
                </a:moveTo>
                <a:cubicBezTo>
                  <a:pt x="640080" y="2614457"/>
                  <a:pt x="633257" y="2621280"/>
                  <a:pt x="624840" y="2621280"/>
                </a:cubicBezTo>
                <a:cubicBezTo>
                  <a:pt x="616423" y="2621280"/>
                  <a:pt x="609600" y="2614457"/>
                  <a:pt x="609600" y="2606040"/>
                </a:cubicBezTo>
                <a:cubicBezTo>
                  <a:pt x="609600" y="2597623"/>
                  <a:pt x="616423" y="2590800"/>
                  <a:pt x="624840" y="2590800"/>
                </a:cubicBezTo>
                <a:cubicBezTo>
                  <a:pt x="633257" y="2590800"/>
                  <a:pt x="640080" y="2597623"/>
                  <a:pt x="640080" y="2606040"/>
                </a:cubicBezTo>
                <a:close/>
                <a:moveTo>
                  <a:pt x="640080" y="2758440"/>
                </a:moveTo>
                <a:cubicBezTo>
                  <a:pt x="640080" y="2766857"/>
                  <a:pt x="633257" y="2773680"/>
                  <a:pt x="624840" y="2773680"/>
                </a:cubicBezTo>
                <a:cubicBezTo>
                  <a:pt x="616423" y="2773680"/>
                  <a:pt x="609600" y="2766857"/>
                  <a:pt x="609600" y="2758440"/>
                </a:cubicBezTo>
                <a:cubicBezTo>
                  <a:pt x="609600" y="2750023"/>
                  <a:pt x="616423" y="2743200"/>
                  <a:pt x="624840" y="2743200"/>
                </a:cubicBezTo>
                <a:cubicBezTo>
                  <a:pt x="633257" y="2743200"/>
                  <a:pt x="640080" y="2750023"/>
                  <a:pt x="640080" y="2758440"/>
                </a:cubicBezTo>
                <a:close/>
                <a:moveTo>
                  <a:pt x="640080" y="2910840"/>
                </a:moveTo>
                <a:cubicBezTo>
                  <a:pt x="640080" y="2919257"/>
                  <a:pt x="633257" y="2926080"/>
                  <a:pt x="624840" y="2926080"/>
                </a:cubicBezTo>
                <a:cubicBezTo>
                  <a:pt x="616423" y="2926080"/>
                  <a:pt x="609600" y="2919257"/>
                  <a:pt x="609600" y="2910840"/>
                </a:cubicBezTo>
                <a:cubicBezTo>
                  <a:pt x="609600" y="2902423"/>
                  <a:pt x="616423" y="2895600"/>
                  <a:pt x="624840" y="2895600"/>
                </a:cubicBezTo>
                <a:cubicBezTo>
                  <a:pt x="633257" y="2895600"/>
                  <a:pt x="640080" y="2902423"/>
                  <a:pt x="640080" y="2910840"/>
                </a:cubicBezTo>
                <a:close/>
                <a:moveTo>
                  <a:pt x="640080" y="3063240"/>
                </a:moveTo>
                <a:cubicBezTo>
                  <a:pt x="640080" y="3071657"/>
                  <a:pt x="633257" y="3078480"/>
                  <a:pt x="624840" y="3078480"/>
                </a:cubicBezTo>
                <a:cubicBezTo>
                  <a:pt x="616423" y="3078480"/>
                  <a:pt x="609600" y="3071657"/>
                  <a:pt x="609600" y="3063240"/>
                </a:cubicBezTo>
                <a:cubicBezTo>
                  <a:pt x="609600" y="3054823"/>
                  <a:pt x="616423" y="3048000"/>
                  <a:pt x="624840" y="3048000"/>
                </a:cubicBezTo>
                <a:cubicBezTo>
                  <a:pt x="633257" y="3048000"/>
                  <a:pt x="640080" y="3054823"/>
                  <a:pt x="640080" y="3063240"/>
                </a:cubicBezTo>
                <a:close/>
                <a:moveTo>
                  <a:pt x="640080" y="3215640"/>
                </a:moveTo>
                <a:cubicBezTo>
                  <a:pt x="640080" y="3224057"/>
                  <a:pt x="633257" y="3230880"/>
                  <a:pt x="624840" y="3230880"/>
                </a:cubicBezTo>
                <a:cubicBezTo>
                  <a:pt x="616423" y="3230880"/>
                  <a:pt x="609600" y="3224057"/>
                  <a:pt x="609600" y="3215640"/>
                </a:cubicBezTo>
                <a:cubicBezTo>
                  <a:pt x="609600" y="3207223"/>
                  <a:pt x="616423" y="3200400"/>
                  <a:pt x="624840" y="3200400"/>
                </a:cubicBezTo>
                <a:cubicBezTo>
                  <a:pt x="633257" y="3200400"/>
                  <a:pt x="640080" y="3207223"/>
                  <a:pt x="640080" y="3215640"/>
                </a:cubicBezTo>
                <a:close/>
                <a:moveTo>
                  <a:pt x="640080" y="3368040"/>
                </a:moveTo>
                <a:cubicBezTo>
                  <a:pt x="640080" y="3376457"/>
                  <a:pt x="633257" y="3383280"/>
                  <a:pt x="624840" y="3383280"/>
                </a:cubicBezTo>
                <a:cubicBezTo>
                  <a:pt x="616423" y="3383280"/>
                  <a:pt x="609600" y="3376457"/>
                  <a:pt x="609600" y="3368040"/>
                </a:cubicBezTo>
                <a:cubicBezTo>
                  <a:pt x="609600" y="3359623"/>
                  <a:pt x="616423" y="3352800"/>
                  <a:pt x="624840" y="3352800"/>
                </a:cubicBezTo>
                <a:cubicBezTo>
                  <a:pt x="633257" y="3352800"/>
                  <a:pt x="640080" y="3359623"/>
                  <a:pt x="640080" y="3368040"/>
                </a:cubicBezTo>
                <a:close/>
                <a:moveTo>
                  <a:pt x="640080" y="3520440"/>
                </a:moveTo>
                <a:cubicBezTo>
                  <a:pt x="640080" y="3528857"/>
                  <a:pt x="633257" y="3535680"/>
                  <a:pt x="624840" y="3535680"/>
                </a:cubicBezTo>
                <a:cubicBezTo>
                  <a:pt x="616423" y="3535680"/>
                  <a:pt x="609600" y="3528857"/>
                  <a:pt x="609600" y="3520440"/>
                </a:cubicBezTo>
                <a:cubicBezTo>
                  <a:pt x="609600" y="3512023"/>
                  <a:pt x="616423" y="3505200"/>
                  <a:pt x="624840" y="3505200"/>
                </a:cubicBezTo>
                <a:cubicBezTo>
                  <a:pt x="633257" y="3505200"/>
                  <a:pt x="640080" y="3512023"/>
                  <a:pt x="640080" y="3520440"/>
                </a:cubicBezTo>
                <a:close/>
                <a:moveTo>
                  <a:pt x="640080" y="3672840"/>
                </a:moveTo>
                <a:cubicBezTo>
                  <a:pt x="640080" y="3681257"/>
                  <a:pt x="633257" y="3688080"/>
                  <a:pt x="624840" y="3688080"/>
                </a:cubicBezTo>
                <a:cubicBezTo>
                  <a:pt x="616423" y="3688080"/>
                  <a:pt x="609600" y="3681257"/>
                  <a:pt x="609600" y="3672840"/>
                </a:cubicBezTo>
                <a:cubicBezTo>
                  <a:pt x="609600" y="3664423"/>
                  <a:pt x="616423" y="3657600"/>
                  <a:pt x="624840" y="3657600"/>
                </a:cubicBezTo>
                <a:cubicBezTo>
                  <a:pt x="633257" y="3657600"/>
                  <a:pt x="640080" y="3664423"/>
                  <a:pt x="640080" y="3672840"/>
                </a:cubicBezTo>
                <a:close/>
                <a:moveTo>
                  <a:pt x="640080" y="3825240"/>
                </a:moveTo>
                <a:cubicBezTo>
                  <a:pt x="640080" y="3833657"/>
                  <a:pt x="633257" y="3840480"/>
                  <a:pt x="624840" y="3840480"/>
                </a:cubicBezTo>
                <a:cubicBezTo>
                  <a:pt x="616423" y="3840480"/>
                  <a:pt x="609600" y="3833657"/>
                  <a:pt x="609600" y="3825240"/>
                </a:cubicBezTo>
                <a:cubicBezTo>
                  <a:pt x="609600" y="3816823"/>
                  <a:pt x="616423" y="3810000"/>
                  <a:pt x="624840" y="3810000"/>
                </a:cubicBezTo>
                <a:cubicBezTo>
                  <a:pt x="633257" y="3810000"/>
                  <a:pt x="640080" y="3816823"/>
                  <a:pt x="640080" y="3825240"/>
                </a:cubicBezTo>
                <a:close/>
                <a:moveTo>
                  <a:pt x="640080" y="3977640"/>
                </a:moveTo>
                <a:cubicBezTo>
                  <a:pt x="640080" y="3986057"/>
                  <a:pt x="633257" y="3992880"/>
                  <a:pt x="624840" y="3992880"/>
                </a:cubicBezTo>
                <a:cubicBezTo>
                  <a:pt x="616423" y="3992880"/>
                  <a:pt x="609600" y="3986057"/>
                  <a:pt x="609600" y="3977640"/>
                </a:cubicBezTo>
                <a:cubicBezTo>
                  <a:pt x="609600" y="3969223"/>
                  <a:pt x="616423" y="3962400"/>
                  <a:pt x="624840" y="3962400"/>
                </a:cubicBezTo>
                <a:cubicBezTo>
                  <a:pt x="633257" y="3962400"/>
                  <a:pt x="640080" y="3969223"/>
                  <a:pt x="640080" y="3977640"/>
                </a:cubicBezTo>
                <a:close/>
                <a:moveTo>
                  <a:pt x="640080" y="4130040"/>
                </a:moveTo>
                <a:cubicBezTo>
                  <a:pt x="640080" y="4138457"/>
                  <a:pt x="633257" y="4145280"/>
                  <a:pt x="624840" y="4145280"/>
                </a:cubicBezTo>
                <a:cubicBezTo>
                  <a:pt x="616423" y="4145280"/>
                  <a:pt x="609600" y="4138457"/>
                  <a:pt x="609600" y="4130040"/>
                </a:cubicBezTo>
                <a:cubicBezTo>
                  <a:pt x="609600" y="4121623"/>
                  <a:pt x="616423" y="4114800"/>
                  <a:pt x="624840" y="4114800"/>
                </a:cubicBezTo>
                <a:cubicBezTo>
                  <a:pt x="633257" y="4114800"/>
                  <a:pt x="640080" y="4121623"/>
                  <a:pt x="640080" y="4130040"/>
                </a:cubicBezTo>
                <a:close/>
                <a:moveTo>
                  <a:pt x="640080" y="4282440"/>
                </a:moveTo>
                <a:cubicBezTo>
                  <a:pt x="640080" y="4290857"/>
                  <a:pt x="633257" y="4297680"/>
                  <a:pt x="624840" y="4297680"/>
                </a:cubicBezTo>
                <a:cubicBezTo>
                  <a:pt x="616423" y="4297680"/>
                  <a:pt x="609600" y="4290857"/>
                  <a:pt x="609600" y="4282440"/>
                </a:cubicBezTo>
                <a:cubicBezTo>
                  <a:pt x="609600" y="4274023"/>
                  <a:pt x="616423" y="4267200"/>
                  <a:pt x="624840" y="4267200"/>
                </a:cubicBezTo>
                <a:cubicBezTo>
                  <a:pt x="633257" y="4267200"/>
                  <a:pt x="640080" y="4274023"/>
                  <a:pt x="640080" y="4282440"/>
                </a:cubicBezTo>
                <a:close/>
                <a:moveTo>
                  <a:pt x="640080" y="4434840"/>
                </a:moveTo>
                <a:cubicBezTo>
                  <a:pt x="640080" y="4443257"/>
                  <a:pt x="633257" y="4450080"/>
                  <a:pt x="624840" y="4450080"/>
                </a:cubicBezTo>
                <a:cubicBezTo>
                  <a:pt x="616423" y="4450080"/>
                  <a:pt x="609600" y="4443257"/>
                  <a:pt x="609600" y="4434840"/>
                </a:cubicBezTo>
                <a:cubicBezTo>
                  <a:pt x="609600" y="4426423"/>
                  <a:pt x="616423" y="4419600"/>
                  <a:pt x="624840" y="4419600"/>
                </a:cubicBezTo>
                <a:cubicBezTo>
                  <a:pt x="633257" y="4419600"/>
                  <a:pt x="640080" y="4426423"/>
                  <a:pt x="640080" y="4434840"/>
                </a:cubicBezTo>
                <a:close/>
                <a:moveTo>
                  <a:pt x="792480" y="15240"/>
                </a:moveTo>
                <a:cubicBezTo>
                  <a:pt x="792480" y="23657"/>
                  <a:pt x="785657" y="30480"/>
                  <a:pt x="777240" y="30480"/>
                </a:cubicBezTo>
                <a:cubicBezTo>
                  <a:pt x="768823" y="30480"/>
                  <a:pt x="762000" y="23657"/>
                  <a:pt x="762000" y="15240"/>
                </a:cubicBezTo>
                <a:cubicBezTo>
                  <a:pt x="762000" y="6823"/>
                  <a:pt x="768823" y="0"/>
                  <a:pt x="777240" y="0"/>
                </a:cubicBezTo>
                <a:cubicBezTo>
                  <a:pt x="785657" y="0"/>
                  <a:pt x="792480" y="6823"/>
                  <a:pt x="792480" y="15240"/>
                </a:cubicBezTo>
                <a:close/>
                <a:moveTo>
                  <a:pt x="792480" y="167640"/>
                </a:moveTo>
                <a:cubicBezTo>
                  <a:pt x="792480" y="176057"/>
                  <a:pt x="785657" y="182880"/>
                  <a:pt x="777240" y="182880"/>
                </a:cubicBezTo>
                <a:cubicBezTo>
                  <a:pt x="768823" y="182880"/>
                  <a:pt x="762000" y="176057"/>
                  <a:pt x="762000" y="167640"/>
                </a:cubicBezTo>
                <a:cubicBezTo>
                  <a:pt x="762000" y="159223"/>
                  <a:pt x="768823" y="152400"/>
                  <a:pt x="777240" y="152400"/>
                </a:cubicBezTo>
                <a:cubicBezTo>
                  <a:pt x="785657" y="152400"/>
                  <a:pt x="792480" y="159223"/>
                  <a:pt x="792480" y="167640"/>
                </a:cubicBezTo>
                <a:close/>
                <a:moveTo>
                  <a:pt x="792480" y="320040"/>
                </a:moveTo>
                <a:cubicBezTo>
                  <a:pt x="792480" y="328457"/>
                  <a:pt x="785657" y="335280"/>
                  <a:pt x="777240" y="335280"/>
                </a:cubicBezTo>
                <a:cubicBezTo>
                  <a:pt x="768823" y="335280"/>
                  <a:pt x="762000" y="328457"/>
                  <a:pt x="762000" y="320040"/>
                </a:cubicBezTo>
                <a:cubicBezTo>
                  <a:pt x="762000" y="311623"/>
                  <a:pt x="768823" y="304800"/>
                  <a:pt x="777240" y="304800"/>
                </a:cubicBezTo>
                <a:cubicBezTo>
                  <a:pt x="785657" y="304800"/>
                  <a:pt x="792480" y="311623"/>
                  <a:pt x="792480" y="320040"/>
                </a:cubicBezTo>
                <a:close/>
                <a:moveTo>
                  <a:pt x="792480" y="472440"/>
                </a:moveTo>
                <a:cubicBezTo>
                  <a:pt x="792480" y="480857"/>
                  <a:pt x="785657" y="487680"/>
                  <a:pt x="777240" y="487680"/>
                </a:cubicBezTo>
                <a:cubicBezTo>
                  <a:pt x="768823" y="487680"/>
                  <a:pt x="762000" y="480857"/>
                  <a:pt x="762000" y="472440"/>
                </a:cubicBezTo>
                <a:cubicBezTo>
                  <a:pt x="762000" y="464023"/>
                  <a:pt x="768823" y="457200"/>
                  <a:pt x="777240" y="457200"/>
                </a:cubicBezTo>
                <a:cubicBezTo>
                  <a:pt x="785657" y="457200"/>
                  <a:pt x="792480" y="464023"/>
                  <a:pt x="792480" y="472440"/>
                </a:cubicBezTo>
                <a:close/>
                <a:moveTo>
                  <a:pt x="792480" y="624840"/>
                </a:moveTo>
                <a:cubicBezTo>
                  <a:pt x="792480" y="633257"/>
                  <a:pt x="785657" y="640080"/>
                  <a:pt x="777240" y="640080"/>
                </a:cubicBezTo>
                <a:cubicBezTo>
                  <a:pt x="768823" y="640080"/>
                  <a:pt x="762000" y="633257"/>
                  <a:pt x="762000" y="624840"/>
                </a:cubicBezTo>
                <a:cubicBezTo>
                  <a:pt x="762000" y="616423"/>
                  <a:pt x="768823" y="609600"/>
                  <a:pt x="777240" y="609600"/>
                </a:cubicBezTo>
                <a:cubicBezTo>
                  <a:pt x="785657" y="609600"/>
                  <a:pt x="792480" y="616423"/>
                  <a:pt x="792480" y="624840"/>
                </a:cubicBezTo>
                <a:close/>
                <a:moveTo>
                  <a:pt x="792480" y="777240"/>
                </a:moveTo>
                <a:cubicBezTo>
                  <a:pt x="792480" y="785657"/>
                  <a:pt x="785657" y="792480"/>
                  <a:pt x="777240" y="792480"/>
                </a:cubicBezTo>
                <a:cubicBezTo>
                  <a:pt x="768823" y="792480"/>
                  <a:pt x="762000" y="785657"/>
                  <a:pt x="762000" y="777240"/>
                </a:cubicBezTo>
                <a:cubicBezTo>
                  <a:pt x="762000" y="768823"/>
                  <a:pt x="768823" y="762000"/>
                  <a:pt x="777240" y="762000"/>
                </a:cubicBezTo>
                <a:cubicBezTo>
                  <a:pt x="785657" y="762000"/>
                  <a:pt x="792480" y="768823"/>
                  <a:pt x="792480" y="777240"/>
                </a:cubicBezTo>
                <a:close/>
                <a:moveTo>
                  <a:pt x="792480" y="929640"/>
                </a:moveTo>
                <a:cubicBezTo>
                  <a:pt x="792480" y="938057"/>
                  <a:pt x="785657" y="944880"/>
                  <a:pt x="777240" y="944880"/>
                </a:cubicBezTo>
                <a:cubicBezTo>
                  <a:pt x="768823" y="944880"/>
                  <a:pt x="762000" y="938057"/>
                  <a:pt x="762000" y="929640"/>
                </a:cubicBezTo>
                <a:cubicBezTo>
                  <a:pt x="762000" y="921223"/>
                  <a:pt x="768823" y="914400"/>
                  <a:pt x="777240" y="914400"/>
                </a:cubicBezTo>
                <a:cubicBezTo>
                  <a:pt x="785657" y="914400"/>
                  <a:pt x="792480" y="921223"/>
                  <a:pt x="792480" y="929640"/>
                </a:cubicBezTo>
                <a:close/>
                <a:moveTo>
                  <a:pt x="792480" y="1082040"/>
                </a:moveTo>
                <a:cubicBezTo>
                  <a:pt x="792480" y="1090457"/>
                  <a:pt x="785657" y="1097280"/>
                  <a:pt x="777240" y="1097280"/>
                </a:cubicBezTo>
                <a:cubicBezTo>
                  <a:pt x="768823" y="1097280"/>
                  <a:pt x="762000" y="1090457"/>
                  <a:pt x="762000" y="1082040"/>
                </a:cubicBezTo>
                <a:cubicBezTo>
                  <a:pt x="762000" y="1073623"/>
                  <a:pt x="768823" y="1066800"/>
                  <a:pt x="777240" y="1066800"/>
                </a:cubicBezTo>
                <a:cubicBezTo>
                  <a:pt x="785657" y="1066800"/>
                  <a:pt x="792480" y="1073623"/>
                  <a:pt x="792480" y="1082040"/>
                </a:cubicBezTo>
                <a:close/>
                <a:moveTo>
                  <a:pt x="792480" y="1234440"/>
                </a:moveTo>
                <a:cubicBezTo>
                  <a:pt x="792480" y="1242857"/>
                  <a:pt x="785657" y="1249680"/>
                  <a:pt x="777240" y="1249680"/>
                </a:cubicBezTo>
                <a:cubicBezTo>
                  <a:pt x="768823" y="1249680"/>
                  <a:pt x="762000" y="1242857"/>
                  <a:pt x="762000" y="1234440"/>
                </a:cubicBezTo>
                <a:cubicBezTo>
                  <a:pt x="762000" y="1226023"/>
                  <a:pt x="768823" y="1219200"/>
                  <a:pt x="777240" y="1219200"/>
                </a:cubicBezTo>
                <a:cubicBezTo>
                  <a:pt x="785657" y="1219200"/>
                  <a:pt x="792480" y="1226023"/>
                  <a:pt x="792480" y="1234440"/>
                </a:cubicBezTo>
                <a:close/>
                <a:moveTo>
                  <a:pt x="792480" y="1386840"/>
                </a:moveTo>
                <a:cubicBezTo>
                  <a:pt x="792480" y="1395257"/>
                  <a:pt x="785657" y="1402080"/>
                  <a:pt x="777240" y="1402080"/>
                </a:cubicBezTo>
                <a:cubicBezTo>
                  <a:pt x="768823" y="1402080"/>
                  <a:pt x="762000" y="1395257"/>
                  <a:pt x="762000" y="1386840"/>
                </a:cubicBezTo>
                <a:cubicBezTo>
                  <a:pt x="762000" y="1378423"/>
                  <a:pt x="768823" y="1371600"/>
                  <a:pt x="777240" y="1371600"/>
                </a:cubicBezTo>
                <a:cubicBezTo>
                  <a:pt x="785657" y="1371600"/>
                  <a:pt x="792480" y="1378423"/>
                  <a:pt x="792480" y="1386840"/>
                </a:cubicBezTo>
                <a:close/>
                <a:moveTo>
                  <a:pt x="792480" y="1539240"/>
                </a:moveTo>
                <a:cubicBezTo>
                  <a:pt x="792480" y="1547657"/>
                  <a:pt x="785657" y="1554480"/>
                  <a:pt x="777240" y="1554480"/>
                </a:cubicBezTo>
                <a:cubicBezTo>
                  <a:pt x="768823" y="1554480"/>
                  <a:pt x="762000" y="1547657"/>
                  <a:pt x="762000" y="1539240"/>
                </a:cubicBezTo>
                <a:cubicBezTo>
                  <a:pt x="762000" y="1530823"/>
                  <a:pt x="768823" y="1524000"/>
                  <a:pt x="777240" y="1524000"/>
                </a:cubicBezTo>
                <a:cubicBezTo>
                  <a:pt x="785657" y="1524000"/>
                  <a:pt x="792480" y="1530823"/>
                  <a:pt x="792480" y="1539240"/>
                </a:cubicBezTo>
                <a:close/>
                <a:moveTo>
                  <a:pt x="792480" y="1691640"/>
                </a:moveTo>
                <a:cubicBezTo>
                  <a:pt x="792480" y="1700057"/>
                  <a:pt x="785657" y="1706880"/>
                  <a:pt x="777240" y="1706880"/>
                </a:cubicBezTo>
                <a:cubicBezTo>
                  <a:pt x="768823" y="1706880"/>
                  <a:pt x="762000" y="1700057"/>
                  <a:pt x="762000" y="1691640"/>
                </a:cubicBezTo>
                <a:cubicBezTo>
                  <a:pt x="762000" y="1683223"/>
                  <a:pt x="768823" y="1676400"/>
                  <a:pt x="777240" y="1676400"/>
                </a:cubicBezTo>
                <a:cubicBezTo>
                  <a:pt x="785657" y="1676400"/>
                  <a:pt x="792480" y="1683223"/>
                  <a:pt x="792480" y="1691640"/>
                </a:cubicBezTo>
                <a:close/>
                <a:moveTo>
                  <a:pt x="792480" y="1844040"/>
                </a:moveTo>
                <a:cubicBezTo>
                  <a:pt x="792480" y="1852457"/>
                  <a:pt x="785657" y="1859280"/>
                  <a:pt x="777240" y="1859280"/>
                </a:cubicBezTo>
                <a:cubicBezTo>
                  <a:pt x="768823" y="1859280"/>
                  <a:pt x="762000" y="1852457"/>
                  <a:pt x="762000" y="1844040"/>
                </a:cubicBezTo>
                <a:cubicBezTo>
                  <a:pt x="762000" y="1835623"/>
                  <a:pt x="768823" y="1828800"/>
                  <a:pt x="777240" y="1828800"/>
                </a:cubicBezTo>
                <a:cubicBezTo>
                  <a:pt x="785657" y="1828800"/>
                  <a:pt x="792480" y="1835623"/>
                  <a:pt x="792480" y="1844040"/>
                </a:cubicBezTo>
                <a:close/>
                <a:moveTo>
                  <a:pt x="792480" y="1996440"/>
                </a:moveTo>
                <a:cubicBezTo>
                  <a:pt x="792480" y="2004857"/>
                  <a:pt x="785657" y="2011680"/>
                  <a:pt x="777240" y="2011680"/>
                </a:cubicBezTo>
                <a:cubicBezTo>
                  <a:pt x="768823" y="2011680"/>
                  <a:pt x="762000" y="2004857"/>
                  <a:pt x="762000" y="1996440"/>
                </a:cubicBezTo>
                <a:cubicBezTo>
                  <a:pt x="762000" y="1988023"/>
                  <a:pt x="768823" y="1981200"/>
                  <a:pt x="777240" y="1981200"/>
                </a:cubicBezTo>
                <a:cubicBezTo>
                  <a:pt x="785657" y="1981200"/>
                  <a:pt x="792480" y="1988023"/>
                  <a:pt x="792480" y="1996440"/>
                </a:cubicBezTo>
                <a:close/>
                <a:moveTo>
                  <a:pt x="792480" y="2148840"/>
                </a:moveTo>
                <a:cubicBezTo>
                  <a:pt x="792480" y="2157257"/>
                  <a:pt x="785657" y="2164080"/>
                  <a:pt x="777240" y="2164080"/>
                </a:cubicBezTo>
                <a:cubicBezTo>
                  <a:pt x="768823" y="2164080"/>
                  <a:pt x="762000" y="2157257"/>
                  <a:pt x="762000" y="2148840"/>
                </a:cubicBezTo>
                <a:cubicBezTo>
                  <a:pt x="762000" y="2140423"/>
                  <a:pt x="768823" y="2133600"/>
                  <a:pt x="777240" y="2133600"/>
                </a:cubicBezTo>
                <a:cubicBezTo>
                  <a:pt x="785657" y="2133600"/>
                  <a:pt x="792480" y="2140423"/>
                  <a:pt x="792480" y="2148840"/>
                </a:cubicBezTo>
                <a:close/>
                <a:moveTo>
                  <a:pt x="792480" y="2301240"/>
                </a:moveTo>
                <a:cubicBezTo>
                  <a:pt x="792480" y="2309657"/>
                  <a:pt x="785657" y="2316480"/>
                  <a:pt x="777240" y="2316480"/>
                </a:cubicBezTo>
                <a:cubicBezTo>
                  <a:pt x="768823" y="2316480"/>
                  <a:pt x="762000" y="2309657"/>
                  <a:pt x="762000" y="2301240"/>
                </a:cubicBezTo>
                <a:cubicBezTo>
                  <a:pt x="762000" y="2292823"/>
                  <a:pt x="768823" y="2286000"/>
                  <a:pt x="777240" y="2286000"/>
                </a:cubicBezTo>
                <a:cubicBezTo>
                  <a:pt x="785657" y="2286000"/>
                  <a:pt x="792480" y="2292823"/>
                  <a:pt x="792480" y="2301240"/>
                </a:cubicBezTo>
                <a:close/>
                <a:moveTo>
                  <a:pt x="792480" y="2453640"/>
                </a:moveTo>
                <a:cubicBezTo>
                  <a:pt x="792480" y="2462057"/>
                  <a:pt x="785657" y="2468880"/>
                  <a:pt x="777240" y="2468880"/>
                </a:cubicBezTo>
                <a:cubicBezTo>
                  <a:pt x="768823" y="2468880"/>
                  <a:pt x="762000" y="2462057"/>
                  <a:pt x="762000" y="2453640"/>
                </a:cubicBezTo>
                <a:cubicBezTo>
                  <a:pt x="762000" y="2445223"/>
                  <a:pt x="768823" y="2438400"/>
                  <a:pt x="777240" y="2438400"/>
                </a:cubicBezTo>
                <a:cubicBezTo>
                  <a:pt x="785657" y="2438400"/>
                  <a:pt x="792480" y="2445223"/>
                  <a:pt x="792480" y="2453640"/>
                </a:cubicBezTo>
                <a:close/>
                <a:moveTo>
                  <a:pt x="792480" y="2606040"/>
                </a:moveTo>
                <a:cubicBezTo>
                  <a:pt x="792480" y="2614457"/>
                  <a:pt x="785657" y="2621280"/>
                  <a:pt x="777240" y="2621280"/>
                </a:cubicBezTo>
                <a:cubicBezTo>
                  <a:pt x="768823" y="2621280"/>
                  <a:pt x="762000" y="2614457"/>
                  <a:pt x="762000" y="2606040"/>
                </a:cubicBezTo>
                <a:cubicBezTo>
                  <a:pt x="762000" y="2597623"/>
                  <a:pt x="768823" y="2590800"/>
                  <a:pt x="777240" y="2590800"/>
                </a:cubicBezTo>
                <a:cubicBezTo>
                  <a:pt x="785657" y="2590800"/>
                  <a:pt x="792480" y="2597623"/>
                  <a:pt x="792480" y="2606040"/>
                </a:cubicBezTo>
                <a:close/>
                <a:moveTo>
                  <a:pt x="792480" y="2758440"/>
                </a:moveTo>
                <a:cubicBezTo>
                  <a:pt x="792480" y="2766857"/>
                  <a:pt x="785657" y="2773680"/>
                  <a:pt x="777240" y="2773680"/>
                </a:cubicBezTo>
                <a:cubicBezTo>
                  <a:pt x="768823" y="2773680"/>
                  <a:pt x="762000" y="2766857"/>
                  <a:pt x="762000" y="2758440"/>
                </a:cubicBezTo>
                <a:cubicBezTo>
                  <a:pt x="762000" y="2750023"/>
                  <a:pt x="768823" y="2743200"/>
                  <a:pt x="777240" y="2743200"/>
                </a:cubicBezTo>
                <a:cubicBezTo>
                  <a:pt x="785657" y="2743200"/>
                  <a:pt x="792480" y="2750023"/>
                  <a:pt x="792480" y="2758440"/>
                </a:cubicBezTo>
                <a:close/>
                <a:moveTo>
                  <a:pt x="792480" y="2910840"/>
                </a:moveTo>
                <a:cubicBezTo>
                  <a:pt x="792480" y="2919257"/>
                  <a:pt x="785657" y="2926080"/>
                  <a:pt x="777240" y="2926080"/>
                </a:cubicBezTo>
                <a:cubicBezTo>
                  <a:pt x="768823" y="2926080"/>
                  <a:pt x="762000" y="2919257"/>
                  <a:pt x="762000" y="2910840"/>
                </a:cubicBezTo>
                <a:cubicBezTo>
                  <a:pt x="762000" y="2902423"/>
                  <a:pt x="768823" y="2895600"/>
                  <a:pt x="777240" y="2895600"/>
                </a:cubicBezTo>
                <a:cubicBezTo>
                  <a:pt x="785657" y="2895600"/>
                  <a:pt x="792480" y="2902423"/>
                  <a:pt x="792480" y="2910840"/>
                </a:cubicBezTo>
                <a:close/>
                <a:moveTo>
                  <a:pt x="792480" y="3063240"/>
                </a:moveTo>
                <a:cubicBezTo>
                  <a:pt x="792480" y="3071657"/>
                  <a:pt x="785657" y="3078480"/>
                  <a:pt x="777240" y="3078480"/>
                </a:cubicBezTo>
                <a:cubicBezTo>
                  <a:pt x="768823" y="3078480"/>
                  <a:pt x="762000" y="3071657"/>
                  <a:pt x="762000" y="3063240"/>
                </a:cubicBezTo>
                <a:cubicBezTo>
                  <a:pt x="762000" y="3054823"/>
                  <a:pt x="768823" y="3048000"/>
                  <a:pt x="777240" y="3048000"/>
                </a:cubicBezTo>
                <a:cubicBezTo>
                  <a:pt x="785657" y="3048000"/>
                  <a:pt x="792480" y="3054823"/>
                  <a:pt x="792480" y="3063240"/>
                </a:cubicBezTo>
                <a:close/>
                <a:moveTo>
                  <a:pt x="792480" y="3215640"/>
                </a:moveTo>
                <a:cubicBezTo>
                  <a:pt x="792480" y="3224057"/>
                  <a:pt x="785657" y="3230880"/>
                  <a:pt x="777240" y="3230880"/>
                </a:cubicBezTo>
                <a:cubicBezTo>
                  <a:pt x="768823" y="3230880"/>
                  <a:pt x="762000" y="3224057"/>
                  <a:pt x="762000" y="3215640"/>
                </a:cubicBezTo>
                <a:cubicBezTo>
                  <a:pt x="762000" y="3207223"/>
                  <a:pt x="768823" y="3200400"/>
                  <a:pt x="777240" y="3200400"/>
                </a:cubicBezTo>
                <a:cubicBezTo>
                  <a:pt x="785657" y="3200400"/>
                  <a:pt x="792480" y="3207223"/>
                  <a:pt x="792480" y="3215640"/>
                </a:cubicBezTo>
                <a:close/>
                <a:moveTo>
                  <a:pt x="792480" y="3368040"/>
                </a:moveTo>
                <a:cubicBezTo>
                  <a:pt x="792480" y="3376457"/>
                  <a:pt x="785657" y="3383280"/>
                  <a:pt x="777240" y="3383280"/>
                </a:cubicBezTo>
                <a:cubicBezTo>
                  <a:pt x="768823" y="3383280"/>
                  <a:pt x="762000" y="3376457"/>
                  <a:pt x="762000" y="3368040"/>
                </a:cubicBezTo>
                <a:cubicBezTo>
                  <a:pt x="762000" y="3359623"/>
                  <a:pt x="768823" y="3352800"/>
                  <a:pt x="777240" y="3352800"/>
                </a:cubicBezTo>
                <a:cubicBezTo>
                  <a:pt x="785657" y="3352800"/>
                  <a:pt x="792480" y="3359623"/>
                  <a:pt x="792480" y="3368040"/>
                </a:cubicBezTo>
                <a:close/>
                <a:moveTo>
                  <a:pt x="792480" y="3520440"/>
                </a:moveTo>
                <a:cubicBezTo>
                  <a:pt x="792480" y="3528857"/>
                  <a:pt x="785657" y="3535680"/>
                  <a:pt x="777240" y="3535680"/>
                </a:cubicBezTo>
                <a:cubicBezTo>
                  <a:pt x="768823" y="3535680"/>
                  <a:pt x="762000" y="3528857"/>
                  <a:pt x="762000" y="3520440"/>
                </a:cubicBezTo>
                <a:cubicBezTo>
                  <a:pt x="762000" y="3512023"/>
                  <a:pt x="768823" y="3505200"/>
                  <a:pt x="777240" y="3505200"/>
                </a:cubicBezTo>
                <a:cubicBezTo>
                  <a:pt x="785657" y="3505200"/>
                  <a:pt x="792480" y="3512023"/>
                  <a:pt x="792480" y="3520440"/>
                </a:cubicBezTo>
                <a:close/>
                <a:moveTo>
                  <a:pt x="792480" y="3672840"/>
                </a:moveTo>
                <a:cubicBezTo>
                  <a:pt x="792480" y="3681257"/>
                  <a:pt x="785657" y="3688080"/>
                  <a:pt x="777240" y="3688080"/>
                </a:cubicBezTo>
                <a:cubicBezTo>
                  <a:pt x="768823" y="3688080"/>
                  <a:pt x="762000" y="3681257"/>
                  <a:pt x="762000" y="3672840"/>
                </a:cubicBezTo>
                <a:cubicBezTo>
                  <a:pt x="762000" y="3664423"/>
                  <a:pt x="768823" y="3657600"/>
                  <a:pt x="777240" y="3657600"/>
                </a:cubicBezTo>
                <a:cubicBezTo>
                  <a:pt x="785657" y="3657600"/>
                  <a:pt x="792480" y="3664423"/>
                  <a:pt x="792480" y="3672840"/>
                </a:cubicBezTo>
                <a:close/>
                <a:moveTo>
                  <a:pt x="792480" y="3825240"/>
                </a:moveTo>
                <a:cubicBezTo>
                  <a:pt x="792480" y="3833657"/>
                  <a:pt x="785657" y="3840480"/>
                  <a:pt x="777240" y="3840480"/>
                </a:cubicBezTo>
                <a:cubicBezTo>
                  <a:pt x="768823" y="3840480"/>
                  <a:pt x="762000" y="3833657"/>
                  <a:pt x="762000" y="3825240"/>
                </a:cubicBezTo>
                <a:cubicBezTo>
                  <a:pt x="762000" y="3816823"/>
                  <a:pt x="768823" y="3810000"/>
                  <a:pt x="777240" y="3810000"/>
                </a:cubicBezTo>
                <a:cubicBezTo>
                  <a:pt x="785657" y="3810000"/>
                  <a:pt x="792480" y="3816823"/>
                  <a:pt x="792480" y="3825240"/>
                </a:cubicBezTo>
                <a:close/>
                <a:moveTo>
                  <a:pt x="792480" y="3977640"/>
                </a:moveTo>
                <a:cubicBezTo>
                  <a:pt x="792480" y="3986057"/>
                  <a:pt x="785657" y="3992880"/>
                  <a:pt x="777240" y="3992880"/>
                </a:cubicBezTo>
                <a:cubicBezTo>
                  <a:pt x="768823" y="3992880"/>
                  <a:pt x="762000" y="3986057"/>
                  <a:pt x="762000" y="3977640"/>
                </a:cubicBezTo>
                <a:cubicBezTo>
                  <a:pt x="762000" y="3969223"/>
                  <a:pt x="768823" y="3962400"/>
                  <a:pt x="777240" y="3962400"/>
                </a:cubicBezTo>
                <a:cubicBezTo>
                  <a:pt x="785657" y="3962400"/>
                  <a:pt x="792480" y="3969223"/>
                  <a:pt x="792480" y="3977640"/>
                </a:cubicBezTo>
                <a:close/>
                <a:moveTo>
                  <a:pt x="792480" y="4130040"/>
                </a:moveTo>
                <a:cubicBezTo>
                  <a:pt x="792480" y="4138457"/>
                  <a:pt x="785657" y="4145280"/>
                  <a:pt x="777240" y="4145280"/>
                </a:cubicBezTo>
                <a:cubicBezTo>
                  <a:pt x="768823" y="4145280"/>
                  <a:pt x="762000" y="4138457"/>
                  <a:pt x="762000" y="4130040"/>
                </a:cubicBezTo>
                <a:cubicBezTo>
                  <a:pt x="762000" y="4121623"/>
                  <a:pt x="768823" y="4114800"/>
                  <a:pt x="777240" y="4114800"/>
                </a:cubicBezTo>
                <a:cubicBezTo>
                  <a:pt x="785657" y="4114800"/>
                  <a:pt x="792480" y="4121623"/>
                  <a:pt x="792480" y="4130040"/>
                </a:cubicBezTo>
                <a:close/>
                <a:moveTo>
                  <a:pt x="792480" y="4282440"/>
                </a:moveTo>
                <a:cubicBezTo>
                  <a:pt x="792480" y="4290857"/>
                  <a:pt x="785657" y="4297680"/>
                  <a:pt x="777240" y="4297680"/>
                </a:cubicBezTo>
                <a:cubicBezTo>
                  <a:pt x="768823" y="4297680"/>
                  <a:pt x="762000" y="4290857"/>
                  <a:pt x="762000" y="4282440"/>
                </a:cubicBezTo>
                <a:cubicBezTo>
                  <a:pt x="762000" y="4274023"/>
                  <a:pt x="768823" y="4267200"/>
                  <a:pt x="777240" y="4267200"/>
                </a:cubicBezTo>
                <a:cubicBezTo>
                  <a:pt x="785657" y="4267200"/>
                  <a:pt x="792480" y="4274023"/>
                  <a:pt x="792480" y="4282440"/>
                </a:cubicBezTo>
                <a:close/>
                <a:moveTo>
                  <a:pt x="792480" y="4434840"/>
                </a:moveTo>
                <a:cubicBezTo>
                  <a:pt x="792480" y="4443257"/>
                  <a:pt x="785657" y="4450080"/>
                  <a:pt x="777240" y="4450080"/>
                </a:cubicBezTo>
                <a:cubicBezTo>
                  <a:pt x="768823" y="4450080"/>
                  <a:pt x="762000" y="4443257"/>
                  <a:pt x="762000" y="4434840"/>
                </a:cubicBezTo>
                <a:cubicBezTo>
                  <a:pt x="762000" y="4426423"/>
                  <a:pt x="768823" y="4419600"/>
                  <a:pt x="777240" y="4419600"/>
                </a:cubicBezTo>
                <a:cubicBezTo>
                  <a:pt x="785657" y="4419600"/>
                  <a:pt x="792480" y="4426423"/>
                  <a:pt x="792480" y="4434840"/>
                </a:cubicBezTo>
                <a:close/>
                <a:moveTo>
                  <a:pt x="944880" y="15240"/>
                </a:moveTo>
                <a:cubicBezTo>
                  <a:pt x="944880" y="23657"/>
                  <a:pt x="938057" y="30480"/>
                  <a:pt x="929640" y="30480"/>
                </a:cubicBezTo>
                <a:cubicBezTo>
                  <a:pt x="921223" y="30480"/>
                  <a:pt x="914400" y="23657"/>
                  <a:pt x="914400" y="15240"/>
                </a:cubicBezTo>
                <a:cubicBezTo>
                  <a:pt x="914400" y="6823"/>
                  <a:pt x="921223" y="0"/>
                  <a:pt x="929640" y="0"/>
                </a:cubicBezTo>
                <a:cubicBezTo>
                  <a:pt x="938057" y="0"/>
                  <a:pt x="944880" y="6823"/>
                  <a:pt x="944880" y="15240"/>
                </a:cubicBezTo>
                <a:close/>
                <a:moveTo>
                  <a:pt x="944880" y="167640"/>
                </a:moveTo>
                <a:cubicBezTo>
                  <a:pt x="944880" y="176057"/>
                  <a:pt x="938057" y="182880"/>
                  <a:pt x="929640" y="182880"/>
                </a:cubicBezTo>
                <a:cubicBezTo>
                  <a:pt x="921223" y="182880"/>
                  <a:pt x="914400" y="176057"/>
                  <a:pt x="914400" y="167640"/>
                </a:cubicBezTo>
                <a:cubicBezTo>
                  <a:pt x="914400" y="159223"/>
                  <a:pt x="921223" y="152400"/>
                  <a:pt x="929640" y="152400"/>
                </a:cubicBezTo>
                <a:cubicBezTo>
                  <a:pt x="938057" y="152400"/>
                  <a:pt x="944880" y="159223"/>
                  <a:pt x="944880" y="167640"/>
                </a:cubicBezTo>
                <a:close/>
                <a:moveTo>
                  <a:pt x="944880" y="320040"/>
                </a:moveTo>
                <a:cubicBezTo>
                  <a:pt x="944880" y="328457"/>
                  <a:pt x="938057" y="335280"/>
                  <a:pt x="929640" y="335280"/>
                </a:cubicBezTo>
                <a:cubicBezTo>
                  <a:pt x="921223" y="335280"/>
                  <a:pt x="914400" y="328457"/>
                  <a:pt x="914400" y="320040"/>
                </a:cubicBezTo>
                <a:cubicBezTo>
                  <a:pt x="914400" y="311623"/>
                  <a:pt x="921223" y="304800"/>
                  <a:pt x="929640" y="304800"/>
                </a:cubicBezTo>
                <a:cubicBezTo>
                  <a:pt x="938057" y="304800"/>
                  <a:pt x="944880" y="311623"/>
                  <a:pt x="944880" y="320040"/>
                </a:cubicBezTo>
                <a:close/>
                <a:moveTo>
                  <a:pt x="944880" y="472440"/>
                </a:moveTo>
                <a:cubicBezTo>
                  <a:pt x="944880" y="480857"/>
                  <a:pt x="938057" y="487680"/>
                  <a:pt x="929640" y="487680"/>
                </a:cubicBezTo>
                <a:cubicBezTo>
                  <a:pt x="921223" y="487680"/>
                  <a:pt x="914400" y="480857"/>
                  <a:pt x="914400" y="472440"/>
                </a:cubicBezTo>
                <a:cubicBezTo>
                  <a:pt x="914400" y="464023"/>
                  <a:pt x="921223" y="457200"/>
                  <a:pt x="929640" y="457200"/>
                </a:cubicBezTo>
                <a:cubicBezTo>
                  <a:pt x="938057" y="457200"/>
                  <a:pt x="944880" y="464023"/>
                  <a:pt x="944880" y="472440"/>
                </a:cubicBezTo>
                <a:close/>
                <a:moveTo>
                  <a:pt x="944880" y="624840"/>
                </a:moveTo>
                <a:cubicBezTo>
                  <a:pt x="944880" y="633257"/>
                  <a:pt x="938057" y="640080"/>
                  <a:pt x="929640" y="640080"/>
                </a:cubicBezTo>
                <a:cubicBezTo>
                  <a:pt x="921223" y="640080"/>
                  <a:pt x="914400" y="633257"/>
                  <a:pt x="914400" y="624840"/>
                </a:cubicBezTo>
                <a:cubicBezTo>
                  <a:pt x="914400" y="616423"/>
                  <a:pt x="921223" y="609600"/>
                  <a:pt x="929640" y="609600"/>
                </a:cubicBezTo>
                <a:cubicBezTo>
                  <a:pt x="938057" y="609600"/>
                  <a:pt x="944880" y="616423"/>
                  <a:pt x="944880" y="624840"/>
                </a:cubicBezTo>
                <a:close/>
                <a:moveTo>
                  <a:pt x="944880" y="777240"/>
                </a:moveTo>
                <a:cubicBezTo>
                  <a:pt x="944880" y="785657"/>
                  <a:pt x="938057" y="792480"/>
                  <a:pt x="929640" y="792480"/>
                </a:cubicBezTo>
                <a:cubicBezTo>
                  <a:pt x="921223" y="792480"/>
                  <a:pt x="914400" y="785657"/>
                  <a:pt x="914400" y="777240"/>
                </a:cubicBezTo>
                <a:cubicBezTo>
                  <a:pt x="914400" y="768823"/>
                  <a:pt x="921223" y="762000"/>
                  <a:pt x="929640" y="762000"/>
                </a:cubicBezTo>
                <a:cubicBezTo>
                  <a:pt x="938057" y="762000"/>
                  <a:pt x="944880" y="768823"/>
                  <a:pt x="944880" y="777240"/>
                </a:cubicBezTo>
                <a:close/>
                <a:moveTo>
                  <a:pt x="944880" y="929640"/>
                </a:moveTo>
                <a:cubicBezTo>
                  <a:pt x="944880" y="938057"/>
                  <a:pt x="938057" y="944880"/>
                  <a:pt x="929640" y="944880"/>
                </a:cubicBezTo>
                <a:cubicBezTo>
                  <a:pt x="921223" y="944880"/>
                  <a:pt x="914400" y="938057"/>
                  <a:pt x="914400" y="929640"/>
                </a:cubicBezTo>
                <a:cubicBezTo>
                  <a:pt x="914400" y="921223"/>
                  <a:pt x="921223" y="914400"/>
                  <a:pt x="929640" y="914400"/>
                </a:cubicBezTo>
                <a:cubicBezTo>
                  <a:pt x="938057" y="914400"/>
                  <a:pt x="944880" y="921223"/>
                  <a:pt x="944880" y="929640"/>
                </a:cubicBezTo>
                <a:close/>
                <a:moveTo>
                  <a:pt x="944880" y="1082040"/>
                </a:moveTo>
                <a:cubicBezTo>
                  <a:pt x="944880" y="1090457"/>
                  <a:pt x="938057" y="1097280"/>
                  <a:pt x="929640" y="1097280"/>
                </a:cubicBezTo>
                <a:cubicBezTo>
                  <a:pt x="921223" y="1097280"/>
                  <a:pt x="914400" y="1090457"/>
                  <a:pt x="914400" y="1082040"/>
                </a:cubicBezTo>
                <a:cubicBezTo>
                  <a:pt x="914400" y="1073623"/>
                  <a:pt x="921223" y="1066800"/>
                  <a:pt x="929640" y="1066800"/>
                </a:cubicBezTo>
                <a:cubicBezTo>
                  <a:pt x="938057" y="1066800"/>
                  <a:pt x="944880" y="1073623"/>
                  <a:pt x="944880" y="1082040"/>
                </a:cubicBezTo>
                <a:close/>
                <a:moveTo>
                  <a:pt x="944880" y="1234440"/>
                </a:moveTo>
                <a:cubicBezTo>
                  <a:pt x="944880" y="1242857"/>
                  <a:pt x="938057" y="1249680"/>
                  <a:pt x="929640" y="1249680"/>
                </a:cubicBezTo>
                <a:cubicBezTo>
                  <a:pt x="921223" y="1249680"/>
                  <a:pt x="914400" y="1242857"/>
                  <a:pt x="914400" y="1234440"/>
                </a:cubicBezTo>
                <a:cubicBezTo>
                  <a:pt x="914400" y="1226023"/>
                  <a:pt x="921223" y="1219200"/>
                  <a:pt x="929640" y="1219200"/>
                </a:cubicBezTo>
                <a:cubicBezTo>
                  <a:pt x="938057" y="1219200"/>
                  <a:pt x="944880" y="1226023"/>
                  <a:pt x="944880" y="1234440"/>
                </a:cubicBezTo>
                <a:close/>
                <a:moveTo>
                  <a:pt x="944880" y="1386840"/>
                </a:moveTo>
                <a:cubicBezTo>
                  <a:pt x="944880" y="1395257"/>
                  <a:pt x="938057" y="1402080"/>
                  <a:pt x="929640" y="1402080"/>
                </a:cubicBezTo>
                <a:cubicBezTo>
                  <a:pt x="921223" y="1402080"/>
                  <a:pt x="914400" y="1395257"/>
                  <a:pt x="914400" y="1386840"/>
                </a:cubicBezTo>
                <a:cubicBezTo>
                  <a:pt x="914400" y="1378423"/>
                  <a:pt x="921223" y="1371600"/>
                  <a:pt x="929640" y="1371600"/>
                </a:cubicBezTo>
                <a:cubicBezTo>
                  <a:pt x="938057" y="1371600"/>
                  <a:pt x="944880" y="1378423"/>
                  <a:pt x="944880" y="1386840"/>
                </a:cubicBezTo>
                <a:close/>
                <a:moveTo>
                  <a:pt x="944880" y="1539240"/>
                </a:moveTo>
                <a:cubicBezTo>
                  <a:pt x="944880" y="1547657"/>
                  <a:pt x="938057" y="1554480"/>
                  <a:pt x="929640" y="1554480"/>
                </a:cubicBezTo>
                <a:cubicBezTo>
                  <a:pt x="921223" y="1554480"/>
                  <a:pt x="914400" y="1547657"/>
                  <a:pt x="914400" y="1539240"/>
                </a:cubicBezTo>
                <a:cubicBezTo>
                  <a:pt x="914400" y="1530823"/>
                  <a:pt x="921223" y="1524000"/>
                  <a:pt x="929640" y="1524000"/>
                </a:cubicBezTo>
                <a:cubicBezTo>
                  <a:pt x="938057" y="1524000"/>
                  <a:pt x="944880" y="1530823"/>
                  <a:pt x="944880" y="1539240"/>
                </a:cubicBezTo>
                <a:close/>
                <a:moveTo>
                  <a:pt x="944880" y="1691640"/>
                </a:moveTo>
                <a:cubicBezTo>
                  <a:pt x="944880" y="1700057"/>
                  <a:pt x="938057" y="1706880"/>
                  <a:pt x="929640" y="1706880"/>
                </a:cubicBezTo>
                <a:cubicBezTo>
                  <a:pt x="921223" y="1706880"/>
                  <a:pt x="914400" y="1700057"/>
                  <a:pt x="914400" y="1691640"/>
                </a:cubicBezTo>
                <a:cubicBezTo>
                  <a:pt x="914400" y="1683223"/>
                  <a:pt x="921223" y="1676400"/>
                  <a:pt x="929640" y="1676400"/>
                </a:cubicBezTo>
                <a:cubicBezTo>
                  <a:pt x="938057" y="1676400"/>
                  <a:pt x="944880" y="1683223"/>
                  <a:pt x="944880" y="1691640"/>
                </a:cubicBezTo>
                <a:close/>
                <a:moveTo>
                  <a:pt x="944880" y="1844040"/>
                </a:moveTo>
                <a:cubicBezTo>
                  <a:pt x="944880" y="1852457"/>
                  <a:pt x="938057" y="1859280"/>
                  <a:pt x="929640" y="1859280"/>
                </a:cubicBezTo>
                <a:cubicBezTo>
                  <a:pt x="921223" y="1859280"/>
                  <a:pt x="914400" y="1852457"/>
                  <a:pt x="914400" y="1844040"/>
                </a:cubicBezTo>
                <a:cubicBezTo>
                  <a:pt x="914400" y="1835623"/>
                  <a:pt x="921223" y="1828800"/>
                  <a:pt x="929640" y="1828800"/>
                </a:cubicBezTo>
                <a:cubicBezTo>
                  <a:pt x="938057" y="1828800"/>
                  <a:pt x="944880" y="1835623"/>
                  <a:pt x="944880" y="1844040"/>
                </a:cubicBezTo>
                <a:close/>
                <a:moveTo>
                  <a:pt x="944880" y="1996440"/>
                </a:moveTo>
                <a:cubicBezTo>
                  <a:pt x="944880" y="2004857"/>
                  <a:pt x="938057" y="2011680"/>
                  <a:pt x="929640" y="2011680"/>
                </a:cubicBezTo>
                <a:cubicBezTo>
                  <a:pt x="921223" y="2011680"/>
                  <a:pt x="914400" y="2004857"/>
                  <a:pt x="914400" y="1996440"/>
                </a:cubicBezTo>
                <a:cubicBezTo>
                  <a:pt x="914400" y="1988023"/>
                  <a:pt x="921223" y="1981200"/>
                  <a:pt x="929640" y="1981200"/>
                </a:cubicBezTo>
                <a:cubicBezTo>
                  <a:pt x="938057" y="1981200"/>
                  <a:pt x="944880" y="1988023"/>
                  <a:pt x="944880" y="1996440"/>
                </a:cubicBezTo>
                <a:close/>
                <a:moveTo>
                  <a:pt x="944880" y="2148840"/>
                </a:moveTo>
                <a:cubicBezTo>
                  <a:pt x="944880" y="2157257"/>
                  <a:pt x="938057" y="2164080"/>
                  <a:pt x="929640" y="2164080"/>
                </a:cubicBezTo>
                <a:cubicBezTo>
                  <a:pt x="921223" y="2164080"/>
                  <a:pt x="914400" y="2157257"/>
                  <a:pt x="914400" y="2148840"/>
                </a:cubicBezTo>
                <a:cubicBezTo>
                  <a:pt x="914400" y="2140423"/>
                  <a:pt x="921223" y="2133600"/>
                  <a:pt x="929640" y="2133600"/>
                </a:cubicBezTo>
                <a:cubicBezTo>
                  <a:pt x="938057" y="2133600"/>
                  <a:pt x="944880" y="2140423"/>
                  <a:pt x="944880" y="2148840"/>
                </a:cubicBezTo>
                <a:close/>
                <a:moveTo>
                  <a:pt x="944880" y="2301240"/>
                </a:moveTo>
                <a:cubicBezTo>
                  <a:pt x="944880" y="2309657"/>
                  <a:pt x="938057" y="2316480"/>
                  <a:pt x="929640" y="2316480"/>
                </a:cubicBezTo>
                <a:cubicBezTo>
                  <a:pt x="921223" y="2316480"/>
                  <a:pt x="914400" y="2309657"/>
                  <a:pt x="914400" y="2301240"/>
                </a:cubicBezTo>
                <a:cubicBezTo>
                  <a:pt x="914400" y="2292823"/>
                  <a:pt x="921223" y="2286000"/>
                  <a:pt x="929640" y="2286000"/>
                </a:cubicBezTo>
                <a:cubicBezTo>
                  <a:pt x="938057" y="2286000"/>
                  <a:pt x="944880" y="2292823"/>
                  <a:pt x="944880" y="2301240"/>
                </a:cubicBezTo>
                <a:close/>
                <a:moveTo>
                  <a:pt x="944880" y="2453640"/>
                </a:moveTo>
                <a:cubicBezTo>
                  <a:pt x="944880" y="2462057"/>
                  <a:pt x="938057" y="2468880"/>
                  <a:pt x="929640" y="2468880"/>
                </a:cubicBezTo>
                <a:cubicBezTo>
                  <a:pt x="921223" y="2468880"/>
                  <a:pt x="914400" y="2462057"/>
                  <a:pt x="914400" y="2453640"/>
                </a:cubicBezTo>
                <a:cubicBezTo>
                  <a:pt x="914400" y="2445223"/>
                  <a:pt x="921223" y="2438400"/>
                  <a:pt x="929640" y="2438400"/>
                </a:cubicBezTo>
                <a:cubicBezTo>
                  <a:pt x="938057" y="2438400"/>
                  <a:pt x="944880" y="2445223"/>
                  <a:pt x="944880" y="2453640"/>
                </a:cubicBezTo>
                <a:close/>
                <a:moveTo>
                  <a:pt x="944880" y="2606040"/>
                </a:moveTo>
                <a:cubicBezTo>
                  <a:pt x="944880" y="2614457"/>
                  <a:pt x="938057" y="2621280"/>
                  <a:pt x="929640" y="2621280"/>
                </a:cubicBezTo>
                <a:cubicBezTo>
                  <a:pt x="921223" y="2621280"/>
                  <a:pt x="914400" y="2614457"/>
                  <a:pt x="914400" y="2606040"/>
                </a:cubicBezTo>
                <a:cubicBezTo>
                  <a:pt x="914400" y="2597623"/>
                  <a:pt x="921223" y="2590800"/>
                  <a:pt x="929640" y="2590800"/>
                </a:cubicBezTo>
                <a:cubicBezTo>
                  <a:pt x="938057" y="2590800"/>
                  <a:pt x="944880" y="2597623"/>
                  <a:pt x="944880" y="2606040"/>
                </a:cubicBezTo>
                <a:close/>
                <a:moveTo>
                  <a:pt x="944880" y="2758440"/>
                </a:moveTo>
                <a:cubicBezTo>
                  <a:pt x="944880" y="2766857"/>
                  <a:pt x="938057" y="2773680"/>
                  <a:pt x="929640" y="2773680"/>
                </a:cubicBezTo>
                <a:cubicBezTo>
                  <a:pt x="921223" y="2773680"/>
                  <a:pt x="914400" y="2766857"/>
                  <a:pt x="914400" y="2758440"/>
                </a:cubicBezTo>
                <a:cubicBezTo>
                  <a:pt x="914400" y="2750023"/>
                  <a:pt x="921223" y="2743200"/>
                  <a:pt x="929640" y="2743200"/>
                </a:cubicBezTo>
                <a:cubicBezTo>
                  <a:pt x="938057" y="2743200"/>
                  <a:pt x="944880" y="2750023"/>
                  <a:pt x="944880" y="2758440"/>
                </a:cubicBezTo>
                <a:close/>
                <a:moveTo>
                  <a:pt x="944880" y="2910840"/>
                </a:moveTo>
                <a:cubicBezTo>
                  <a:pt x="944880" y="2919257"/>
                  <a:pt x="938057" y="2926080"/>
                  <a:pt x="929640" y="2926080"/>
                </a:cubicBezTo>
                <a:cubicBezTo>
                  <a:pt x="921223" y="2926080"/>
                  <a:pt x="914400" y="2919257"/>
                  <a:pt x="914400" y="2910840"/>
                </a:cubicBezTo>
                <a:cubicBezTo>
                  <a:pt x="914400" y="2902423"/>
                  <a:pt x="921223" y="2895600"/>
                  <a:pt x="929640" y="2895600"/>
                </a:cubicBezTo>
                <a:cubicBezTo>
                  <a:pt x="938057" y="2895600"/>
                  <a:pt x="944880" y="2902423"/>
                  <a:pt x="944880" y="2910840"/>
                </a:cubicBezTo>
                <a:close/>
                <a:moveTo>
                  <a:pt x="944880" y="3063240"/>
                </a:moveTo>
                <a:cubicBezTo>
                  <a:pt x="944880" y="3071657"/>
                  <a:pt x="938057" y="3078480"/>
                  <a:pt x="929640" y="3078480"/>
                </a:cubicBezTo>
                <a:cubicBezTo>
                  <a:pt x="921223" y="3078480"/>
                  <a:pt x="914400" y="3071657"/>
                  <a:pt x="914400" y="3063240"/>
                </a:cubicBezTo>
                <a:cubicBezTo>
                  <a:pt x="914400" y="3054823"/>
                  <a:pt x="921223" y="3048000"/>
                  <a:pt x="929640" y="3048000"/>
                </a:cubicBezTo>
                <a:cubicBezTo>
                  <a:pt x="938057" y="3048000"/>
                  <a:pt x="944880" y="3054823"/>
                  <a:pt x="944880" y="3063240"/>
                </a:cubicBezTo>
                <a:close/>
                <a:moveTo>
                  <a:pt x="944880" y="3215640"/>
                </a:moveTo>
                <a:cubicBezTo>
                  <a:pt x="944880" y="3224057"/>
                  <a:pt x="938057" y="3230880"/>
                  <a:pt x="929640" y="3230880"/>
                </a:cubicBezTo>
                <a:cubicBezTo>
                  <a:pt x="921223" y="3230880"/>
                  <a:pt x="914400" y="3224057"/>
                  <a:pt x="914400" y="3215640"/>
                </a:cubicBezTo>
                <a:cubicBezTo>
                  <a:pt x="914400" y="3207223"/>
                  <a:pt x="921223" y="3200400"/>
                  <a:pt x="929640" y="3200400"/>
                </a:cubicBezTo>
                <a:cubicBezTo>
                  <a:pt x="938057" y="3200400"/>
                  <a:pt x="944880" y="3207223"/>
                  <a:pt x="944880" y="3215640"/>
                </a:cubicBezTo>
                <a:close/>
                <a:moveTo>
                  <a:pt x="944880" y="3368040"/>
                </a:moveTo>
                <a:cubicBezTo>
                  <a:pt x="944880" y="3376457"/>
                  <a:pt x="938057" y="3383280"/>
                  <a:pt x="929640" y="3383280"/>
                </a:cubicBezTo>
                <a:cubicBezTo>
                  <a:pt x="921223" y="3383280"/>
                  <a:pt x="914400" y="3376457"/>
                  <a:pt x="914400" y="3368040"/>
                </a:cubicBezTo>
                <a:cubicBezTo>
                  <a:pt x="914400" y="3359623"/>
                  <a:pt x="921223" y="3352800"/>
                  <a:pt x="929640" y="3352800"/>
                </a:cubicBezTo>
                <a:cubicBezTo>
                  <a:pt x="938057" y="3352800"/>
                  <a:pt x="944880" y="3359623"/>
                  <a:pt x="944880" y="3368040"/>
                </a:cubicBezTo>
                <a:close/>
                <a:moveTo>
                  <a:pt x="944880" y="3520440"/>
                </a:moveTo>
                <a:cubicBezTo>
                  <a:pt x="944880" y="3528857"/>
                  <a:pt x="938057" y="3535680"/>
                  <a:pt x="929640" y="3535680"/>
                </a:cubicBezTo>
                <a:cubicBezTo>
                  <a:pt x="921223" y="3535680"/>
                  <a:pt x="914400" y="3528857"/>
                  <a:pt x="914400" y="3520440"/>
                </a:cubicBezTo>
                <a:cubicBezTo>
                  <a:pt x="914400" y="3512023"/>
                  <a:pt x="921223" y="3505200"/>
                  <a:pt x="929640" y="3505200"/>
                </a:cubicBezTo>
                <a:cubicBezTo>
                  <a:pt x="938057" y="3505200"/>
                  <a:pt x="944880" y="3512023"/>
                  <a:pt x="944880" y="3520440"/>
                </a:cubicBezTo>
                <a:close/>
                <a:moveTo>
                  <a:pt x="944880" y="3672840"/>
                </a:moveTo>
                <a:cubicBezTo>
                  <a:pt x="944880" y="3681257"/>
                  <a:pt x="938057" y="3688080"/>
                  <a:pt x="929640" y="3688080"/>
                </a:cubicBezTo>
                <a:cubicBezTo>
                  <a:pt x="921223" y="3688080"/>
                  <a:pt x="914400" y="3681257"/>
                  <a:pt x="914400" y="3672840"/>
                </a:cubicBezTo>
                <a:cubicBezTo>
                  <a:pt x="914400" y="3664423"/>
                  <a:pt x="921223" y="3657600"/>
                  <a:pt x="929640" y="3657600"/>
                </a:cubicBezTo>
                <a:cubicBezTo>
                  <a:pt x="938057" y="3657600"/>
                  <a:pt x="944880" y="3664423"/>
                  <a:pt x="944880" y="3672840"/>
                </a:cubicBezTo>
                <a:close/>
                <a:moveTo>
                  <a:pt x="944880" y="3825240"/>
                </a:moveTo>
                <a:cubicBezTo>
                  <a:pt x="944880" y="3833657"/>
                  <a:pt x="938057" y="3840480"/>
                  <a:pt x="929640" y="3840480"/>
                </a:cubicBezTo>
                <a:cubicBezTo>
                  <a:pt x="921223" y="3840480"/>
                  <a:pt x="914400" y="3833657"/>
                  <a:pt x="914400" y="3825240"/>
                </a:cubicBezTo>
                <a:cubicBezTo>
                  <a:pt x="914400" y="3816823"/>
                  <a:pt x="921223" y="3810000"/>
                  <a:pt x="929640" y="3810000"/>
                </a:cubicBezTo>
                <a:cubicBezTo>
                  <a:pt x="938057" y="3810000"/>
                  <a:pt x="944880" y="3816823"/>
                  <a:pt x="944880" y="3825240"/>
                </a:cubicBezTo>
                <a:close/>
                <a:moveTo>
                  <a:pt x="944880" y="3977640"/>
                </a:moveTo>
                <a:cubicBezTo>
                  <a:pt x="944880" y="3986057"/>
                  <a:pt x="938057" y="3992880"/>
                  <a:pt x="929640" y="3992880"/>
                </a:cubicBezTo>
                <a:cubicBezTo>
                  <a:pt x="921223" y="3992880"/>
                  <a:pt x="914400" y="3986057"/>
                  <a:pt x="914400" y="3977640"/>
                </a:cubicBezTo>
                <a:cubicBezTo>
                  <a:pt x="914400" y="3969223"/>
                  <a:pt x="921223" y="3962400"/>
                  <a:pt x="929640" y="3962400"/>
                </a:cubicBezTo>
                <a:cubicBezTo>
                  <a:pt x="938057" y="3962400"/>
                  <a:pt x="944880" y="3969223"/>
                  <a:pt x="944880" y="3977640"/>
                </a:cubicBezTo>
                <a:close/>
                <a:moveTo>
                  <a:pt x="944880" y="4130040"/>
                </a:moveTo>
                <a:cubicBezTo>
                  <a:pt x="944880" y="4138457"/>
                  <a:pt x="938057" y="4145280"/>
                  <a:pt x="929640" y="4145280"/>
                </a:cubicBezTo>
                <a:cubicBezTo>
                  <a:pt x="921223" y="4145280"/>
                  <a:pt x="914400" y="4138457"/>
                  <a:pt x="914400" y="4130040"/>
                </a:cubicBezTo>
                <a:cubicBezTo>
                  <a:pt x="914400" y="4121623"/>
                  <a:pt x="921223" y="4114800"/>
                  <a:pt x="929640" y="4114800"/>
                </a:cubicBezTo>
                <a:cubicBezTo>
                  <a:pt x="938057" y="4114800"/>
                  <a:pt x="944880" y="4121623"/>
                  <a:pt x="944880" y="4130040"/>
                </a:cubicBezTo>
                <a:close/>
                <a:moveTo>
                  <a:pt x="944880" y="4282440"/>
                </a:moveTo>
                <a:cubicBezTo>
                  <a:pt x="944880" y="4290857"/>
                  <a:pt x="938057" y="4297680"/>
                  <a:pt x="929640" y="4297680"/>
                </a:cubicBezTo>
                <a:cubicBezTo>
                  <a:pt x="921223" y="4297680"/>
                  <a:pt x="914400" y="4290857"/>
                  <a:pt x="914400" y="4282440"/>
                </a:cubicBezTo>
                <a:cubicBezTo>
                  <a:pt x="914400" y="4274023"/>
                  <a:pt x="921223" y="4267200"/>
                  <a:pt x="929640" y="4267200"/>
                </a:cubicBezTo>
                <a:cubicBezTo>
                  <a:pt x="938057" y="4267200"/>
                  <a:pt x="944880" y="4274023"/>
                  <a:pt x="944880" y="4282440"/>
                </a:cubicBezTo>
                <a:close/>
                <a:moveTo>
                  <a:pt x="944880" y="4434840"/>
                </a:moveTo>
                <a:cubicBezTo>
                  <a:pt x="944880" y="4443257"/>
                  <a:pt x="938057" y="4450080"/>
                  <a:pt x="929640" y="4450080"/>
                </a:cubicBezTo>
                <a:cubicBezTo>
                  <a:pt x="921223" y="4450080"/>
                  <a:pt x="914400" y="4443257"/>
                  <a:pt x="914400" y="4434840"/>
                </a:cubicBezTo>
                <a:cubicBezTo>
                  <a:pt x="914400" y="4426423"/>
                  <a:pt x="921223" y="4419600"/>
                  <a:pt x="929640" y="4419600"/>
                </a:cubicBezTo>
                <a:cubicBezTo>
                  <a:pt x="938057" y="4419600"/>
                  <a:pt x="944880" y="4426423"/>
                  <a:pt x="944880" y="4434840"/>
                </a:cubicBezTo>
                <a:close/>
                <a:moveTo>
                  <a:pt x="1097280" y="15240"/>
                </a:moveTo>
                <a:cubicBezTo>
                  <a:pt x="1097280" y="23657"/>
                  <a:pt x="1090457" y="30480"/>
                  <a:pt x="1082040" y="30480"/>
                </a:cubicBezTo>
                <a:cubicBezTo>
                  <a:pt x="1073623" y="30480"/>
                  <a:pt x="1066800" y="23657"/>
                  <a:pt x="1066800" y="15240"/>
                </a:cubicBezTo>
                <a:cubicBezTo>
                  <a:pt x="1066800" y="6823"/>
                  <a:pt x="1073623" y="0"/>
                  <a:pt x="1082040" y="0"/>
                </a:cubicBezTo>
                <a:cubicBezTo>
                  <a:pt x="1090457" y="0"/>
                  <a:pt x="1097280" y="6823"/>
                  <a:pt x="1097280" y="15240"/>
                </a:cubicBezTo>
                <a:close/>
                <a:moveTo>
                  <a:pt x="1097280" y="167640"/>
                </a:moveTo>
                <a:cubicBezTo>
                  <a:pt x="1097280" y="176057"/>
                  <a:pt x="1090457" y="182880"/>
                  <a:pt x="1082040" y="182880"/>
                </a:cubicBezTo>
                <a:cubicBezTo>
                  <a:pt x="1073623" y="182880"/>
                  <a:pt x="1066800" y="176057"/>
                  <a:pt x="1066800" y="167640"/>
                </a:cubicBezTo>
                <a:cubicBezTo>
                  <a:pt x="1066800" y="159223"/>
                  <a:pt x="1073623" y="152400"/>
                  <a:pt x="1082040" y="152400"/>
                </a:cubicBezTo>
                <a:cubicBezTo>
                  <a:pt x="1090457" y="152400"/>
                  <a:pt x="1097280" y="159223"/>
                  <a:pt x="1097280" y="167640"/>
                </a:cubicBezTo>
                <a:close/>
                <a:moveTo>
                  <a:pt x="1097280" y="320040"/>
                </a:moveTo>
                <a:cubicBezTo>
                  <a:pt x="1097280" y="328457"/>
                  <a:pt x="1090457" y="335280"/>
                  <a:pt x="1082040" y="335280"/>
                </a:cubicBezTo>
                <a:cubicBezTo>
                  <a:pt x="1073623" y="335280"/>
                  <a:pt x="1066800" y="328457"/>
                  <a:pt x="1066800" y="320040"/>
                </a:cubicBezTo>
                <a:cubicBezTo>
                  <a:pt x="1066800" y="311623"/>
                  <a:pt x="1073623" y="304800"/>
                  <a:pt x="1082040" y="304800"/>
                </a:cubicBezTo>
                <a:cubicBezTo>
                  <a:pt x="1090457" y="304800"/>
                  <a:pt x="1097280" y="311623"/>
                  <a:pt x="1097280" y="320040"/>
                </a:cubicBezTo>
                <a:close/>
                <a:moveTo>
                  <a:pt x="1097280" y="472440"/>
                </a:moveTo>
                <a:cubicBezTo>
                  <a:pt x="1097280" y="480857"/>
                  <a:pt x="1090457" y="487680"/>
                  <a:pt x="1082040" y="487680"/>
                </a:cubicBezTo>
                <a:cubicBezTo>
                  <a:pt x="1073623" y="487680"/>
                  <a:pt x="1066800" y="480857"/>
                  <a:pt x="1066800" y="472440"/>
                </a:cubicBezTo>
                <a:cubicBezTo>
                  <a:pt x="1066800" y="464023"/>
                  <a:pt x="1073623" y="457200"/>
                  <a:pt x="1082040" y="457200"/>
                </a:cubicBezTo>
                <a:cubicBezTo>
                  <a:pt x="1090457" y="457200"/>
                  <a:pt x="1097280" y="464023"/>
                  <a:pt x="1097280" y="472440"/>
                </a:cubicBezTo>
                <a:close/>
                <a:moveTo>
                  <a:pt x="1097280" y="624840"/>
                </a:moveTo>
                <a:cubicBezTo>
                  <a:pt x="1097280" y="633257"/>
                  <a:pt x="1090457" y="640080"/>
                  <a:pt x="1082040" y="640080"/>
                </a:cubicBezTo>
                <a:cubicBezTo>
                  <a:pt x="1073623" y="640080"/>
                  <a:pt x="1066800" y="633257"/>
                  <a:pt x="1066800" y="624840"/>
                </a:cubicBezTo>
                <a:cubicBezTo>
                  <a:pt x="1066800" y="616423"/>
                  <a:pt x="1073623" y="609600"/>
                  <a:pt x="1082040" y="609600"/>
                </a:cubicBezTo>
                <a:cubicBezTo>
                  <a:pt x="1090457" y="609600"/>
                  <a:pt x="1097280" y="616423"/>
                  <a:pt x="1097280" y="624840"/>
                </a:cubicBezTo>
                <a:close/>
                <a:moveTo>
                  <a:pt x="1097280" y="777240"/>
                </a:moveTo>
                <a:cubicBezTo>
                  <a:pt x="1097280" y="785657"/>
                  <a:pt x="1090457" y="792480"/>
                  <a:pt x="1082040" y="792480"/>
                </a:cubicBezTo>
                <a:cubicBezTo>
                  <a:pt x="1073623" y="792480"/>
                  <a:pt x="1066800" y="785657"/>
                  <a:pt x="1066800" y="777240"/>
                </a:cubicBezTo>
                <a:cubicBezTo>
                  <a:pt x="1066800" y="768823"/>
                  <a:pt x="1073623" y="762000"/>
                  <a:pt x="1082040" y="762000"/>
                </a:cubicBezTo>
                <a:cubicBezTo>
                  <a:pt x="1090457" y="762000"/>
                  <a:pt x="1097280" y="768823"/>
                  <a:pt x="1097280" y="777240"/>
                </a:cubicBezTo>
                <a:close/>
                <a:moveTo>
                  <a:pt x="1097280" y="929640"/>
                </a:moveTo>
                <a:cubicBezTo>
                  <a:pt x="1097280" y="938057"/>
                  <a:pt x="1090457" y="944880"/>
                  <a:pt x="1082040" y="944880"/>
                </a:cubicBezTo>
                <a:cubicBezTo>
                  <a:pt x="1073623" y="944880"/>
                  <a:pt x="1066800" y="938057"/>
                  <a:pt x="1066800" y="929640"/>
                </a:cubicBezTo>
                <a:cubicBezTo>
                  <a:pt x="1066800" y="921223"/>
                  <a:pt x="1073623" y="914400"/>
                  <a:pt x="1082040" y="914400"/>
                </a:cubicBezTo>
                <a:cubicBezTo>
                  <a:pt x="1090457" y="914400"/>
                  <a:pt x="1097280" y="921223"/>
                  <a:pt x="1097280" y="929640"/>
                </a:cubicBezTo>
                <a:close/>
                <a:moveTo>
                  <a:pt x="1097280" y="1082040"/>
                </a:moveTo>
                <a:cubicBezTo>
                  <a:pt x="1097280" y="1090457"/>
                  <a:pt x="1090457" y="1097280"/>
                  <a:pt x="1082040" y="1097280"/>
                </a:cubicBezTo>
                <a:cubicBezTo>
                  <a:pt x="1073623" y="1097280"/>
                  <a:pt x="1066800" y="1090457"/>
                  <a:pt x="1066800" y="1082040"/>
                </a:cubicBezTo>
                <a:cubicBezTo>
                  <a:pt x="1066800" y="1073623"/>
                  <a:pt x="1073623" y="1066800"/>
                  <a:pt x="1082040" y="1066800"/>
                </a:cubicBezTo>
                <a:cubicBezTo>
                  <a:pt x="1090457" y="1066800"/>
                  <a:pt x="1097280" y="1073623"/>
                  <a:pt x="1097280" y="1082040"/>
                </a:cubicBezTo>
                <a:close/>
                <a:moveTo>
                  <a:pt x="1097280" y="1234440"/>
                </a:moveTo>
                <a:cubicBezTo>
                  <a:pt x="1097280" y="1242857"/>
                  <a:pt x="1090457" y="1249680"/>
                  <a:pt x="1082040" y="1249680"/>
                </a:cubicBezTo>
                <a:cubicBezTo>
                  <a:pt x="1073623" y="1249680"/>
                  <a:pt x="1066800" y="1242857"/>
                  <a:pt x="1066800" y="1234440"/>
                </a:cubicBezTo>
                <a:cubicBezTo>
                  <a:pt x="1066800" y="1226023"/>
                  <a:pt x="1073623" y="1219200"/>
                  <a:pt x="1082040" y="1219200"/>
                </a:cubicBezTo>
                <a:cubicBezTo>
                  <a:pt x="1090457" y="1219200"/>
                  <a:pt x="1097280" y="1226023"/>
                  <a:pt x="1097280" y="1234440"/>
                </a:cubicBezTo>
                <a:close/>
                <a:moveTo>
                  <a:pt x="1097280" y="1386840"/>
                </a:moveTo>
                <a:cubicBezTo>
                  <a:pt x="1097280" y="1395257"/>
                  <a:pt x="1090457" y="1402080"/>
                  <a:pt x="1082040" y="1402080"/>
                </a:cubicBezTo>
                <a:cubicBezTo>
                  <a:pt x="1073623" y="1402080"/>
                  <a:pt x="1066800" y="1395257"/>
                  <a:pt x="1066800" y="1386840"/>
                </a:cubicBezTo>
                <a:cubicBezTo>
                  <a:pt x="1066800" y="1378423"/>
                  <a:pt x="1073623" y="1371600"/>
                  <a:pt x="1082040" y="1371600"/>
                </a:cubicBezTo>
                <a:cubicBezTo>
                  <a:pt x="1090457" y="1371600"/>
                  <a:pt x="1097280" y="1378423"/>
                  <a:pt x="1097280" y="1386840"/>
                </a:cubicBezTo>
                <a:close/>
                <a:moveTo>
                  <a:pt x="1097280" y="1539240"/>
                </a:moveTo>
                <a:cubicBezTo>
                  <a:pt x="1097280" y="1547657"/>
                  <a:pt x="1090457" y="1554480"/>
                  <a:pt x="1082040" y="1554480"/>
                </a:cubicBezTo>
                <a:cubicBezTo>
                  <a:pt x="1073623" y="1554480"/>
                  <a:pt x="1066800" y="1547657"/>
                  <a:pt x="1066800" y="1539240"/>
                </a:cubicBezTo>
                <a:cubicBezTo>
                  <a:pt x="1066800" y="1530823"/>
                  <a:pt x="1073623" y="1524000"/>
                  <a:pt x="1082040" y="1524000"/>
                </a:cubicBezTo>
                <a:cubicBezTo>
                  <a:pt x="1090457" y="1524000"/>
                  <a:pt x="1097280" y="1530823"/>
                  <a:pt x="1097280" y="1539240"/>
                </a:cubicBezTo>
                <a:close/>
                <a:moveTo>
                  <a:pt x="1097280" y="1691640"/>
                </a:moveTo>
                <a:cubicBezTo>
                  <a:pt x="1097280" y="1700057"/>
                  <a:pt x="1090457" y="1706880"/>
                  <a:pt x="1082040" y="1706880"/>
                </a:cubicBezTo>
                <a:cubicBezTo>
                  <a:pt x="1073623" y="1706880"/>
                  <a:pt x="1066800" y="1700057"/>
                  <a:pt x="1066800" y="1691640"/>
                </a:cubicBezTo>
                <a:cubicBezTo>
                  <a:pt x="1066800" y="1683223"/>
                  <a:pt x="1073623" y="1676400"/>
                  <a:pt x="1082040" y="1676400"/>
                </a:cubicBezTo>
                <a:cubicBezTo>
                  <a:pt x="1090457" y="1676400"/>
                  <a:pt x="1097280" y="1683223"/>
                  <a:pt x="1097280" y="1691640"/>
                </a:cubicBezTo>
                <a:close/>
                <a:moveTo>
                  <a:pt x="1097280" y="1844040"/>
                </a:moveTo>
                <a:cubicBezTo>
                  <a:pt x="1097280" y="1852457"/>
                  <a:pt x="1090457" y="1859280"/>
                  <a:pt x="1082040" y="1859280"/>
                </a:cubicBezTo>
                <a:cubicBezTo>
                  <a:pt x="1073623" y="1859280"/>
                  <a:pt x="1066800" y="1852457"/>
                  <a:pt x="1066800" y="1844040"/>
                </a:cubicBezTo>
                <a:cubicBezTo>
                  <a:pt x="1066800" y="1835623"/>
                  <a:pt x="1073623" y="1828800"/>
                  <a:pt x="1082040" y="1828800"/>
                </a:cubicBezTo>
                <a:cubicBezTo>
                  <a:pt x="1090457" y="1828800"/>
                  <a:pt x="1097280" y="1835623"/>
                  <a:pt x="1097280" y="1844040"/>
                </a:cubicBezTo>
                <a:close/>
                <a:moveTo>
                  <a:pt x="1097280" y="1996440"/>
                </a:moveTo>
                <a:cubicBezTo>
                  <a:pt x="1097280" y="2004857"/>
                  <a:pt x="1090457" y="2011680"/>
                  <a:pt x="1082040" y="2011680"/>
                </a:cubicBezTo>
                <a:cubicBezTo>
                  <a:pt x="1073623" y="2011680"/>
                  <a:pt x="1066800" y="2004857"/>
                  <a:pt x="1066800" y="1996440"/>
                </a:cubicBezTo>
                <a:cubicBezTo>
                  <a:pt x="1066800" y="1988023"/>
                  <a:pt x="1073623" y="1981200"/>
                  <a:pt x="1082040" y="1981200"/>
                </a:cubicBezTo>
                <a:cubicBezTo>
                  <a:pt x="1090457" y="1981200"/>
                  <a:pt x="1097280" y="1988023"/>
                  <a:pt x="1097280" y="1996440"/>
                </a:cubicBezTo>
                <a:close/>
                <a:moveTo>
                  <a:pt x="1097280" y="2148840"/>
                </a:moveTo>
                <a:cubicBezTo>
                  <a:pt x="1097280" y="2157257"/>
                  <a:pt x="1090457" y="2164080"/>
                  <a:pt x="1082040" y="2164080"/>
                </a:cubicBezTo>
                <a:cubicBezTo>
                  <a:pt x="1073623" y="2164080"/>
                  <a:pt x="1066800" y="2157257"/>
                  <a:pt x="1066800" y="2148840"/>
                </a:cubicBezTo>
                <a:cubicBezTo>
                  <a:pt x="1066800" y="2140423"/>
                  <a:pt x="1073623" y="2133600"/>
                  <a:pt x="1082040" y="2133600"/>
                </a:cubicBezTo>
                <a:cubicBezTo>
                  <a:pt x="1090457" y="2133600"/>
                  <a:pt x="1097280" y="2140423"/>
                  <a:pt x="1097280" y="2148840"/>
                </a:cubicBezTo>
                <a:close/>
                <a:moveTo>
                  <a:pt x="1097280" y="2301240"/>
                </a:moveTo>
                <a:cubicBezTo>
                  <a:pt x="1097280" y="2309657"/>
                  <a:pt x="1090457" y="2316480"/>
                  <a:pt x="1082040" y="2316480"/>
                </a:cubicBezTo>
                <a:cubicBezTo>
                  <a:pt x="1073623" y="2316480"/>
                  <a:pt x="1066800" y="2309657"/>
                  <a:pt x="1066800" y="2301240"/>
                </a:cubicBezTo>
                <a:cubicBezTo>
                  <a:pt x="1066800" y="2292823"/>
                  <a:pt x="1073623" y="2286000"/>
                  <a:pt x="1082040" y="2286000"/>
                </a:cubicBezTo>
                <a:cubicBezTo>
                  <a:pt x="1090457" y="2286000"/>
                  <a:pt x="1097280" y="2292823"/>
                  <a:pt x="1097280" y="2301240"/>
                </a:cubicBezTo>
                <a:close/>
                <a:moveTo>
                  <a:pt x="1097280" y="2453640"/>
                </a:moveTo>
                <a:cubicBezTo>
                  <a:pt x="1097280" y="2462057"/>
                  <a:pt x="1090457" y="2468880"/>
                  <a:pt x="1082040" y="2468880"/>
                </a:cubicBezTo>
                <a:cubicBezTo>
                  <a:pt x="1073623" y="2468880"/>
                  <a:pt x="1066800" y="2462057"/>
                  <a:pt x="1066800" y="2453640"/>
                </a:cubicBezTo>
                <a:cubicBezTo>
                  <a:pt x="1066800" y="2445223"/>
                  <a:pt x="1073623" y="2438400"/>
                  <a:pt x="1082040" y="2438400"/>
                </a:cubicBezTo>
                <a:cubicBezTo>
                  <a:pt x="1090457" y="2438400"/>
                  <a:pt x="1097280" y="2445223"/>
                  <a:pt x="1097280" y="2453640"/>
                </a:cubicBezTo>
                <a:close/>
                <a:moveTo>
                  <a:pt x="1097280" y="2606040"/>
                </a:moveTo>
                <a:cubicBezTo>
                  <a:pt x="1097280" y="2614457"/>
                  <a:pt x="1090457" y="2621280"/>
                  <a:pt x="1082040" y="2621280"/>
                </a:cubicBezTo>
                <a:cubicBezTo>
                  <a:pt x="1073623" y="2621280"/>
                  <a:pt x="1066800" y="2614457"/>
                  <a:pt x="1066800" y="2606040"/>
                </a:cubicBezTo>
                <a:cubicBezTo>
                  <a:pt x="1066800" y="2597623"/>
                  <a:pt x="1073623" y="2590800"/>
                  <a:pt x="1082040" y="2590800"/>
                </a:cubicBezTo>
                <a:cubicBezTo>
                  <a:pt x="1090457" y="2590800"/>
                  <a:pt x="1097280" y="2597623"/>
                  <a:pt x="1097280" y="2606040"/>
                </a:cubicBezTo>
                <a:close/>
                <a:moveTo>
                  <a:pt x="1097280" y="2758440"/>
                </a:moveTo>
                <a:cubicBezTo>
                  <a:pt x="1097280" y="2766857"/>
                  <a:pt x="1090457" y="2773680"/>
                  <a:pt x="1082040" y="2773680"/>
                </a:cubicBezTo>
                <a:cubicBezTo>
                  <a:pt x="1073623" y="2773680"/>
                  <a:pt x="1066800" y="2766857"/>
                  <a:pt x="1066800" y="2758440"/>
                </a:cubicBezTo>
                <a:cubicBezTo>
                  <a:pt x="1066800" y="2750023"/>
                  <a:pt x="1073623" y="2743200"/>
                  <a:pt x="1082040" y="2743200"/>
                </a:cubicBezTo>
                <a:cubicBezTo>
                  <a:pt x="1090457" y="2743200"/>
                  <a:pt x="1097280" y="2750023"/>
                  <a:pt x="1097280" y="2758440"/>
                </a:cubicBezTo>
                <a:close/>
                <a:moveTo>
                  <a:pt x="1097280" y="2910840"/>
                </a:moveTo>
                <a:cubicBezTo>
                  <a:pt x="1097280" y="2919257"/>
                  <a:pt x="1090457" y="2926080"/>
                  <a:pt x="1082040" y="2926080"/>
                </a:cubicBezTo>
                <a:cubicBezTo>
                  <a:pt x="1073623" y="2926080"/>
                  <a:pt x="1066800" y="2919257"/>
                  <a:pt x="1066800" y="2910840"/>
                </a:cubicBezTo>
                <a:cubicBezTo>
                  <a:pt x="1066800" y="2902423"/>
                  <a:pt x="1073623" y="2895600"/>
                  <a:pt x="1082040" y="2895600"/>
                </a:cubicBezTo>
                <a:cubicBezTo>
                  <a:pt x="1090457" y="2895600"/>
                  <a:pt x="1097280" y="2902423"/>
                  <a:pt x="1097280" y="2910840"/>
                </a:cubicBezTo>
                <a:close/>
                <a:moveTo>
                  <a:pt x="1097280" y="3063240"/>
                </a:moveTo>
                <a:cubicBezTo>
                  <a:pt x="1097280" y="3071657"/>
                  <a:pt x="1090457" y="3078480"/>
                  <a:pt x="1082040" y="3078480"/>
                </a:cubicBezTo>
                <a:cubicBezTo>
                  <a:pt x="1073623" y="3078480"/>
                  <a:pt x="1066800" y="3071657"/>
                  <a:pt x="1066800" y="3063240"/>
                </a:cubicBezTo>
                <a:cubicBezTo>
                  <a:pt x="1066800" y="3054823"/>
                  <a:pt x="1073623" y="3048000"/>
                  <a:pt x="1082040" y="3048000"/>
                </a:cubicBezTo>
                <a:cubicBezTo>
                  <a:pt x="1090457" y="3048000"/>
                  <a:pt x="1097280" y="3054823"/>
                  <a:pt x="1097280" y="3063240"/>
                </a:cubicBezTo>
                <a:close/>
                <a:moveTo>
                  <a:pt x="1097280" y="3215640"/>
                </a:moveTo>
                <a:cubicBezTo>
                  <a:pt x="1097280" y="3224057"/>
                  <a:pt x="1090457" y="3230880"/>
                  <a:pt x="1082040" y="3230880"/>
                </a:cubicBezTo>
                <a:cubicBezTo>
                  <a:pt x="1073623" y="3230880"/>
                  <a:pt x="1066800" y="3224057"/>
                  <a:pt x="1066800" y="3215640"/>
                </a:cubicBezTo>
                <a:cubicBezTo>
                  <a:pt x="1066800" y="3207223"/>
                  <a:pt x="1073623" y="3200400"/>
                  <a:pt x="1082040" y="3200400"/>
                </a:cubicBezTo>
                <a:cubicBezTo>
                  <a:pt x="1090457" y="3200400"/>
                  <a:pt x="1097280" y="3207223"/>
                  <a:pt x="1097280" y="3215640"/>
                </a:cubicBezTo>
                <a:close/>
                <a:moveTo>
                  <a:pt x="1097280" y="3368040"/>
                </a:moveTo>
                <a:cubicBezTo>
                  <a:pt x="1097280" y="3376457"/>
                  <a:pt x="1090457" y="3383280"/>
                  <a:pt x="1082040" y="3383280"/>
                </a:cubicBezTo>
                <a:cubicBezTo>
                  <a:pt x="1073623" y="3383280"/>
                  <a:pt x="1066800" y="3376457"/>
                  <a:pt x="1066800" y="3368040"/>
                </a:cubicBezTo>
                <a:cubicBezTo>
                  <a:pt x="1066800" y="3359623"/>
                  <a:pt x="1073623" y="3352800"/>
                  <a:pt x="1082040" y="3352800"/>
                </a:cubicBezTo>
                <a:cubicBezTo>
                  <a:pt x="1090457" y="3352800"/>
                  <a:pt x="1097280" y="3359623"/>
                  <a:pt x="1097280" y="3368040"/>
                </a:cubicBezTo>
                <a:close/>
                <a:moveTo>
                  <a:pt x="1097280" y="3520440"/>
                </a:moveTo>
                <a:cubicBezTo>
                  <a:pt x="1097280" y="3528857"/>
                  <a:pt x="1090457" y="3535680"/>
                  <a:pt x="1082040" y="3535680"/>
                </a:cubicBezTo>
                <a:cubicBezTo>
                  <a:pt x="1073623" y="3535680"/>
                  <a:pt x="1066800" y="3528857"/>
                  <a:pt x="1066800" y="3520440"/>
                </a:cubicBezTo>
                <a:cubicBezTo>
                  <a:pt x="1066800" y="3512023"/>
                  <a:pt x="1073623" y="3505200"/>
                  <a:pt x="1082040" y="3505200"/>
                </a:cubicBezTo>
                <a:cubicBezTo>
                  <a:pt x="1090457" y="3505200"/>
                  <a:pt x="1097280" y="3512023"/>
                  <a:pt x="1097280" y="3520440"/>
                </a:cubicBezTo>
                <a:close/>
                <a:moveTo>
                  <a:pt x="1097280" y="3672840"/>
                </a:moveTo>
                <a:cubicBezTo>
                  <a:pt x="1097280" y="3681257"/>
                  <a:pt x="1090457" y="3688080"/>
                  <a:pt x="1082040" y="3688080"/>
                </a:cubicBezTo>
                <a:cubicBezTo>
                  <a:pt x="1073623" y="3688080"/>
                  <a:pt x="1066800" y="3681257"/>
                  <a:pt x="1066800" y="3672840"/>
                </a:cubicBezTo>
                <a:cubicBezTo>
                  <a:pt x="1066800" y="3664423"/>
                  <a:pt x="1073623" y="3657600"/>
                  <a:pt x="1082040" y="3657600"/>
                </a:cubicBezTo>
                <a:cubicBezTo>
                  <a:pt x="1090457" y="3657600"/>
                  <a:pt x="1097280" y="3664423"/>
                  <a:pt x="1097280" y="3672840"/>
                </a:cubicBezTo>
                <a:close/>
                <a:moveTo>
                  <a:pt x="1097280" y="3825240"/>
                </a:moveTo>
                <a:cubicBezTo>
                  <a:pt x="1097280" y="3833657"/>
                  <a:pt x="1090457" y="3840480"/>
                  <a:pt x="1082040" y="3840480"/>
                </a:cubicBezTo>
                <a:cubicBezTo>
                  <a:pt x="1073623" y="3840480"/>
                  <a:pt x="1066800" y="3833657"/>
                  <a:pt x="1066800" y="3825240"/>
                </a:cubicBezTo>
                <a:cubicBezTo>
                  <a:pt x="1066800" y="3816823"/>
                  <a:pt x="1073623" y="3810000"/>
                  <a:pt x="1082040" y="3810000"/>
                </a:cubicBezTo>
                <a:cubicBezTo>
                  <a:pt x="1090457" y="3810000"/>
                  <a:pt x="1097280" y="3816823"/>
                  <a:pt x="1097280" y="3825240"/>
                </a:cubicBezTo>
                <a:close/>
                <a:moveTo>
                  <a:pt x="1097280" y="3977640"/>
                </a:moveTo>
                <a:cubicBezTo>
                  <a:pt x="1097280" y="3986057"/>
                  <a:pt x="1090457" y="3992880"/>
                  <a:pt x="1082040" y="3992880"/>
                </a:cubicBezTo>
                <a:cubicBezTo>
                  <a:pt x="1073623" y="3992880"/>
                  <a:pt x="1066800" y="3986057"/>
                  <a:pt x="1066800" y="3977640"/>
                </a:cubicBezTo>
                <a:cubicBezTo>
                  <a:pt x="1066800" y="3969223"/>
                  <a:pt x="1073623" y="3962400"/>
                  <a:pt x="1082040" y="3962400"/>
                </a:cubicBezTo>
                <a:cubicBezTo>
                  <a:pt x="1090457" y="3962400"/>
                  <a:pt x="1097280" y="3969223"/>
                  <a:pt x="1097280" y="3977640"/>
                </a:cubicBezTo>
                <a:close/>
                <a:moveTo>
                  <a:pt x="1097280" y="4130040"/>
                </a:moveTo>
                <a:cubicBezTo>
                  <a:pt x="1097280" y="4138457"/>
                  <a:pt x="1090457" y="4145280"/>
                  <a:pt x="1082040" y="4145280"/>
                </a:cubicBezTo>
                <a:cubicBezTo>
                  <a:pt x="1073623" y="4145280"/>
                  <a:pt x="1066800" y="4138457"/>
                  <a:pt x="1066800" y="4130040"/>
                </a:cubicBezTo>
                <a:cubicBezTo>
                  <a:pt x="1066800" y="4121623"/>
                  <a:pt x="1073623" y="4114800"/>
                  <a:pt x="1082040" y="4114800"/>
                </a:cubicBezTo>
                <a:cubicBezTo>
                  <a:pt x="1090457" y="4114800"/>
                  <a:pt x="1097280" y="4121623"/>
                  <a:pt x="1097280" y="4130040"/>
                </a:cubicBezTo>
                <a:close/>
                <a:moveTo>
                  <a:pt x="1097280" y="4282440"/>
                </a:moveTo>
                <a:cubicBezTo>
                  <a:pt x="1097280" y="4290857"/>
                  <a:pt x="1090457" y="4297680"/>
                  <a:pt x="1082040" y="4297680"/>
                </a:cubicBezTo>
                <a:cubicBezTo>
                  <a:pt x="1073623" y="4297680"/>
                  <a:pt x="1066800" y="4290857"/>
                  <a:pt x="1066800" y="4282440"/>
                </a:cubicBezTo>
                <a:cubicBezTo>
                  <a:pt x="1066800" y="4274023"/>
                  <a:pt x="1073623" y="4267200"/>
                  <a:pt x="1082040" y="4267200"/>
                </a:cubicBezTo>
                <a:cubicBezTo>
                  <a:pt x="1090457" y="4267200"/>
                  <a:pt x="1097280" y="4274023"/>
                  <a:pt x="1097280" y="4282440"/>
                </a:cubicBezTo>
                <a:close/>
                <a:moveTo>
                  <a:pt x="1097280" y="4434840"/>
                </a:moveTo>
                <a:cubicBezTo>
                  <a:pt x="1097280" y="4443257"/>
                  <a:pt x="1090457" y="4450080"/>
                  <a:pt x="1082040" y="4450080"/>
                </a:cubicBezTo>
                <a:cubicBezTo>
                  <a:pt x="1073623" y="4450080"/>
                  <a:pt x="1066800" y="4443257"/>
                  <a:pt x="1066800" y="4434840"/>
                </a:cubicBezTo>
                <a:cubicBezTo>
                  <a:pt x="1066800" y="4426423"/>
                  <a:pt x="1073623" y="4419600"/>
                  <a:pt x="1082040" y="4419600"/>
                </a:cubicBezTo>
                <a:cubicBezTo>
                  <a:pt x="1090457" y="4419600"/>
                  <a:pt x="1097280" y="4426423"/>
                  <a:pt x="1097280" y="4434840"/>
                </a:cubicBezTo>
                <a:close/>
                <a:moveTo>
                  <a:pt x="1249680" y="15240"/>
                </a:moveTo>
                <a:cubicBezTo>
                  <a:pt x="1249680" y="23657"/>
                  <a:pt x="1242857" y="30480"/>
                  <a:pt x="1234440" y="30480"/>
                </a:cubicBezTo>
                <a:cubicBezTo>
                  <a:pt x="1226023" y="30480"/>
                  <a:pt x="1219200" y="23657"/>
                  <a:pt x="1219200" y="15240"/>
                </a:cubicBezTo>
                <a:cubicBezTo>
                  <a:pt x="1219200" y="6823"/>
                  <a:pt x="1226023" y="0"/>
                  <a:pt x="1234440" y="0"/>
                </a:cubicBezTo>
                <a:cubicBezTo>
                  <a:pt x="1242857" y="0"/>
                  <a:pt x="1249680" y="6823"/>
                  <a:pt x="1249680" y="15240"/>
                </a:cubicBezTo>
                <a:close/>
                <a:moveTo>
                  <a:pt x="1249680" y="167640"/>
                </a:moveTo>
                <a:cubicBezTo>
                  <a:pt x="1249680" y="176057"/>
                  <a:pt x="1242857" y="182880"/>
                  <a:pt x="1234440" y="182880"/>
                </a:cubicBezTo>
                <a:cubicBezTo>
                  <a:pt x="1226023" y="182880"/>
                  <a:pt x="1219200" y="176057"/>
                  <a:pt x="1219200" y="167640"/>
                </a:cubicBezTo>
                <a:cubicBezTo>
                  <a:pt x="1219200" y="159223"/>
                  <a:pt x="1226023" y="152400"/>
                  <a:pt x="1234440" y="152400"/>
                </a:cubicBezTo>
                <a:cubicBezTo>
                  <a:pt x="1242857" y="152400"/>
                  <a:pt x="1249680" y="159223"/>
                  <a:pt x="1249680" y="167640"/>
                </a:cubicBezTo>
                <a:close/>
                <a:moveTo>
                  <a:pt x="1249680" y="320040"/>
                </a:moveTo>
                <a:cubicBezTo>
                  <a:pt x="1249680" y="328457"/>
                  <a:pt x="1242857" y="335280"/>
                  <a:pt x="1234440" y="335280"/>
                </a:cubicBezTo>
                <a:cubicBezTo>
                  <a:pt x="1226023" y="335280"/>
                  <a:pt x="1219200" y="328457"/>
                  <a:pt x="1219200" y="320040"/>
                </a:cubicBezTo>
                <a:cubicBezTo>
                  <a:pt x="1219200" y="311623"/>
                  <a:pt x="1226023" y="304800"/>
                  <a:pt x="1234440" y="304800"/>
                </a:cubicBezTo>
                <a:cubicBezTo>
                  <a:pt x="1242857" y="304800"/>
                  <a:pt x="1249680" y="311623"/>
                  <a:pt x="1249680" y="320040"/>
                </a:cubicBezTo>
                <a:close/>
                <a:moveTo>
                  <a:pt x="1249680" y="472440"/>
                </a:moveTo>
                <a:cubicBezTo>
                  <a:pt x="1249680" y="480857"/>
                  <a:pt x="1242857" y="487680"/>
                  <a:pt x="1234440" y="487680"/>
                </a:cubicBezTo>
                <a:cubicBezTo>
                  <a:pt x="1226023" y="487680"/>
                  <a:pt x="1219200" y="480857"/>
                  <a:pt x="1219200" y="472440"/>
                </a:cubicBezTo>
                <a:cubicBezTo>
                  <a:pt x="1219200" y="464023"/>
                  <a:pt x="1226023" y="457200"/>
                  <a:pt x="1234440" y="457200"/>
                </a:cubicBezTo>
                <a:cubicBezTo>
                  <a:pt x="1242857" y="457200"/>
                  <a:pt x="1249680" y="464023"/>
                  <a:pt x="1249680" y="472440"/>
                </a:cubicBezTo>
                <a:close/>
                <a:moveTo>
                  <a:pt x="1249680" y="624840"/>
                </a:moveTo>
                <a:cubicBezTo>
                  <a:pt x="1249680" y="633257"/>
                  <a:pt x="1242857" y="640080"/>
                  <a:pt x="1234440" y="640080"/>
                </a:cubicBezTo>
                <a:cubicBezTo>
                  <a:pt x="1226023" y="640080"/>
                  <a:pt x="1219200" y="633257"/>
                  <a:pt x="1219200" y="624840"/>
                </a:cubicBezTo>
                <a:cubicBezTo>
                  <a:pt x="1219200" y="616423"/>
                  <a:pt x="1226023" y="609600"/>
                  <a:pt x="1234440" y="609600"/>
                </a:cubicBezTo>
                <a:cubicBezTo>
                  <a:pt x="1242857" y="609600"/>
                  <a:pt x="1249680" y="616423"/>
                  <a:pt x="1249680" y="624840"/>
                </a:cubicBezTo>
                <a:close/>
                <a:moveTo>
                  <a:pt x="1249680" y="777240"/>
                </a:moveTo>
                <a:cubicBezTo>
                  <a:pt x="1249680" y="785657"/>
                  <a:pt x="1242857" y="792480"/>
                  <a:pt x="1234440" y="792480"/>
                </a:cubicBezTo>
                <a:cubicBezTo>
                  <a:pt x="1226023" y="792480"/>
                  <a:pt x="1219200" y="785657"/>
                  <a:pt x="1219200" y="777240"/>
                </a:cubicBezTo>
                <a:cubicBezTo>
                  <a:pt x="1219200" y="768823"/>
                  <a:pt x="1226023" y="762000"/>
                  <a:pt x="1234440" y="762000"/>
                </a:cubicBezTo>
                <a:cubicBezTo>
                  <a:pt x="1242857" y="762000"/>
                  <a:pt x="1249680" y="768823"/>
                  <a:pt x="1249680" y="777240"/>
                </a:cubicBezTo>
                <a:close/>
                <a:moveTo>
                  <a:pt x="1249680" y="929640"/>
                </a:moveTo>
                <a:cubicBezTo>
                  <a:pt x="1249680" y="938057"/>
                  <a:pt x="1242857" y="944880"/>
                  <a:pt x="1234440" y="944880"/>
                </a:cubicBezTo>
                <a:cubicBezTo>
                  <a:pt x="1226023" y="944880"/>
                  <a:pt x="1219200" y="938057"/>
                  <a:pt x="1219200" y="929640"/>
                </a:cubicBezTo>
                <a:cubicBezTo>
                  <a:pt x="1219200" y="921223"/>
                  <a:pt x="1226023" y="914400"/>
                  <a:pt x="1234440" y="914400"/>
                </a:cubicBezTo>
                <a:cubicBezTo>
                  <a:pt x="1242857" y="914400"/>
                  <a:pt x="1249680" y="921223"/>
                  <a:pt x="1249680" y="929640"/>
                </a:cubicBezTo>
                <a:close/>
                <a:moveTo>
                  <a:pt x="1249680" y="1082040"/>
                </a:moveTo>
                <a:cubicBezTo>
                  <a:pt x="1249680" y="1090457"/>
                  <a:pt x="1242857" y="1097280"/>
                  <a:pt x="1234440" y="1097280"/>
                </a:cubicBezTo>
                <a:cubicBezTo>
                  <a:pt x="1226023" y="1097280"/>
                  <a:pt x="1219200" y="1090457"/>
                  <a:pt x="1219200" y="1082040"/>
                </a:cubicBezTo>
                <a:cubicBezTo>
                  <a:pt x="1219200" y="1073623"/>
                  <a:pt x="1226023" y="1066800"/>
                  <a:pt x="1234440" y="1066800"/>
                </a:cubicBezTo>
                <a:cubicBezTo>
                  <a:pt x="1242857" y="1066800"/>
                  <a:pt x="1249680" y="1073623"/>
                  <a:pt x="1249680" y="1082040"/>
                </a:cubicBezTo>
                <a:close/>
                <a:moveTo>
                  <a:pt x="1249680" y="1234440"/>
                </a:moveTo>
                <a:cubicBezTo>
                  <a:pt x="1249680" y="1242857"/>
                  <a:pt x="1242857" y="1249680"/>
                  <a:pt x="1234440" y="1249680"/>
                </a:cubicBezTo>
                <a:cubicBezTo>
                  <a:pt x="1226023" y="1249680"/>
                  <a:pt x="1219200" y="1242857"/>
                  <a:pt x="1219200" y="1234440"/>
                </a:cubicBezTo>
                <a:cubicBezTo>
                  <a:pt x="1219200" y="1226023"/>
                  <a:pt x="1226023" y="1219200"/>
                  <a:pt x="1234440" y="1219200"/>
                </a:cubicBezTo>
                <a:cubicBezTo>
                  <a:pt x="1242857" y="1219200"/>
                  <a:pt x="1249680" y="1226023"/>
                  <a:pt x="1249680" y="1234440"/>
                </a:cubicBezTo>
                <a:close/>
                <a:moveTo>
                  <a:pt x="1249680" y="1386840"/>
                </a:moveTo>
                <a:cubicBezTo>
                  <a:pt x="1249680" y="1395257"/>
                  <a:pt x="1242857" y="1402080"/>
                  <a:pt x="1234440" y="1402080"/>
                </a:cubicBezTo>
                <a:cubicBezTo>
                  <a:pt x="1226023" y="1402080"/>
                  <a:pt x="1219200" y="1395257"/>
                  <a:pt x="1219200" y="1386840"/>
                </a:cubicBezTo>
                <a:cubicBezTo>
                  <a:pt x="1219200" y="1378423"/>
                  <a:pt x="1226023" y="1371600"/>
                  <a:pt x="1234440" y="1371600"/>
                </a:cubicBezTo>
                <a:cubicBezTo>
                  <a:pt x="1242857" y="1371600"/>
                  <a:pt x="1249680" y="1378423"/>
                  <a:pt x="1249680" y="1386840"/>
                </a:cubicBezTo>
                <a:close/>
                <a:moveTo>
                  <a:pt x="1249680" y="1539240"/>
                </a:moveTo>
                <a:cubicBezTo>
                  <a:pt x="1249680" y="1547657"/>
                  <a:pt x="1242857" y="1554480"/>
                  <a:pt x="1234440" y="1554480"/>
                </a:cubicBezTo>
                <a:cubicBezTo>
                  <a:pt x="1226023" y="1554480"/>
                  <a:pt x="1219200" y="1547657"/>
                  <a:pt x="1219200" y="1539240"/>
                </a:cubicBezTo>
                <a:cubicBezTo>
                  <a:pt x="1219200" y="1530823"/>
                  <a:pt x="1226023" y="1524000"/>
                  <a:pt x="1234440" y="1524000"/>
                </a:cubicBezTo>
                <a:cubicBezTo>
                  <a:pt x="1242857" y="1524000"/>
                  <a:pt x="1249680" y="1530823"/>
                  <a:pt x="1249680" y="1539240"/>
                </a:cubicBezTo>
                <a:close/>
                <a:moveTo>
                  <a:pt x="1249680" y="1691640"/>
                </a:moveTo>
                <a:cubicBezTo>
                  <a:pt x="1249680" y="1700057"/>
                  <a:pt x="1242857" y="1706880"/>
                  <a:pt x="1234440" y="1706880"/>
                </a:cubicBezTo>
                <a:cubicBezTo>
                  <a:pt x="1226023" y="1706880"/>
                  <a:pt x="1219200" y="1700057"/>
                  <a:pt x="1219200" y="1691640"/>
                </a:cubicBezTo>
                <a:cubicBezTo>
                  <a:pt x="1219200" y="1683223"/>
                  <a:pt x="1226023" y="1676400"/>
                  <a:pt x="1234440" y="1676400"/>
                </a:cubicBezTo>
                <a:cubicBezTo>
                  <a:pt x="1242857" y="1676400"/>
                  <a:pt x="1249680" y="1683223"/>
                  <a:pt x="1249680" y="1691640"/>
                </a:cubicBezTo>
                <a:close/>
                <a:moveTo>
                  <a:pt x="1249680" y="1844040"/>
                </a:moveTo>
                <a:cubicBezTo>
                  <a:pt x="1249680" y="1852457"/>
                  <a:pt x="1242857" y="1859280"/>
                  <a:pt x="1234440" y="1859280"/>
                </a:cubicBezTo>
                <a:cubicBezTo>
                  <a:pt x="1226023" y="1859280"/>
                  <a:pt x="1219200" y="1852457"/>
                  <a:pt x="1219200" y="1844040"/>
                </a:cubicBezTo>
                <a:cubicBezTo>
                  <a:pt x="1219200" y="1835623"/>
                  <a:pt x="1226023" y="1828800"/>
                  <a:pt x="1234440" y="1828800"/>
                </a:cubicBezTo>
                <a:cubicBezTo>
                  <a:pt x="1242857" y="1828800"/>
                  <a:pt x="1249680" y="1835623"/>
                  <a:pt x="1249680" y="1844040"/>
                </a:cubicBezTo>
                <a:close/>
                <a:moveTo>
                  <a:pt x="1249680" y="1996440"/>
                </a:moveTo>
                <a:cubicBezTo>
                  <a:pt x="1249680" y="2004857"/>
                  <a:pt x="1242857" y="2011680"/>
                  <a:pt x="1234440" y="2011680"/>
                </a:cubicBezTo>
                <a:cubicBezTo>
                  <a:pt x="1226023" y="2011680"/>
                  <a:pt x="1219200" y="2004857"/>
                  <a:pt x="1219200" y="1996440"/>
                </a:cubicBezTo>
                <a:cubicBezTo>
                  <a:pt x="1219200" y="1988023"/>
                  <a:pt x="1226023" y="1981200"/>
                  <a:pt x="1234440" y="1981200"/>
                </a:cubicBezTo>
                <a:cubicBezTo>
                  <a:pt x="1242857" y="1981200"/>
                  <a:pt x="1249680" y="1988023"/>
                  <a:pt x="1249680" y="1996440"/>
                </a:cubicBezTo>
                <a:close/>
                <a:moveTo>
                  <a:pt x="1249680" y="2148840"/>
                </a:moveTo>
                <a:cubicBezTo>
                  <a:pt x="1249680" y="2157257"/>
                  <a:pt x="1242857" y="2164080"/>
                  <a:pt x="1234440" y="2164080"/>
                </a:cubicBezTo>
                <a:cubicBezTo>
                  <a:pt x="1226023" y="2164080"/>
                  <a:pt x="1219200" y="2157257"/>
                  <a:pt x="1219200" y="2148840"/>
                </a:cubicBezTo>
                <a:cubicBezTo>
                  <a:pt x="1219200" y="2140423"/>
                  <a:pt x="1226023" y="2133600"/>
                  <a:pt x="1234440" y="2133600"/>
                </a:cubicBezTo>
                <a:cubicBezTo>
                  <a:pt x="1242857" y="2133600"/>
                  <a:pt x="1249680" y="2140423"/>
                  <a:pt x="1249680" y="2148840"/>
                </a:cubicBezTo>
                <a:close/>
                <a:moveTo>
                  <a:pt x="1249680" y="2301240"/>
                </a:moveTo>
                <a:cubicBezTo>
                  <a:pt x="1249680" y="2309657"/>
                  <a:pt x="1242857" y="2316480"/>
                  <a:pt x="1234440" y="2316480"/>
                </a:cubicBezTo>
                <a:cubicBezTo>
                  <a:pt x="1226023" y="2316480"/>
                  <a:pt x="1219200" y="2309657"/>
                  <a:pt x="1219200" y="2301240"/>
                </a:cubicBezTo>
                <a:cubicBezTo>
                  <a:pt x="1219200" y="2292823"/>
                  <a:pt x="1226023" y="2286000"/>
                  <a:pt x="1234440" y="2286000"/>
                </a:cubicBezTo>
                <a:cubicBezTo>
                  <a:pt x="1242857" y="2286000"/>
                  <a:pt x="1249680" y="2292823"/>
                  <a:pt x="1249680" y="2301240"/>
                </a:cubicBezTo>
                <a:close/>
                <a:moveTo>
                  <a:pt x="1249680" y="2453640"/>
                </a:moveTo>
                <a:cubicBezTo>
                  <a:pt x="1249680" y="2462057"/>
                  <a:pt x="1242857" y="2468880"/>
                  <a:pt x="1234440" y="2468880"/>
                </a:cubicBezTo>
                <a:cubicBezTo>
                  <a:pt x="1226023" y="2468880"/>
                  <a:pt x="1219200" y="2462057"/>
                  <a:pt x="1219200" y="2453640"/>
                </a:cubicBezTo>
                <a:cubicBezTo>
                  <a:pt x="1219200" y="2445223"/>
                  <a:pt x="1226023" y="2438400"/>
                  <a:pt x="1234440" y="2438400"/>
                </a:cubicBezTo>
                <a:cubicBezTo>
                  <a:pt x="1242857" y="2438400"/>
                  <a:pt x="1249680" y="2445223"/>
                  <a:pt x="1249680" y="2453640"/>
                </a:cubicBezTo>
                <a:close/>
                <a:moveTo>
                  <a:pt x="1249680" y="2606040"/>
                </a:moveTo>
                <a:cubicBezTo>
                  <a:pt x="1249680" y="2614457"/>
                  <a:pt x="1242857" y="2621280"/>
                  <a:pt x="1234440" y="2621280"/>
                </a:cubicBezTo>
                <a:cubicBezTo>
                  <a:pt x="1226023" y="2621280"/>
                  <a:pt x="1219200" y="2614457"/>
                  <a:pt x="1219200" y="2606040"/>
                </a:cubicBezTo>
                <a:cubicBezTo>
                  <a:pt x="1219200" y="2597623"/>
                  <a:pt x="1226023" y="2590800"/>
                  <a:pt x="1234440" y="2590800"/>
                </a:cubicBezTo>
                <a:cubicBezTo>
                  <a:pt x="1242857" y="2590800"/>
                  <a:pt x="1249680" y="2597623"/>
                  <a:pt x="1249680" y="2606040"/>
                </a:cubicBezTo>
                <a:close/>
                <a:moveTo>
                  <a:pt x="1249680" y="2758440"/>
                </a:moveTo>
                <a:cubicBezTo>
                  <a:pt x="1249680" y="2766857"/>
                  <a:pt x="1242857" y="2773680"/>
                  <a:pt x="1234440" y="2773680"/>
                </a:cubicBezTo>
                <a:cubicBezTo>
                  <a:pt x="1226023" y="2773680"/>
                  <a:pt x="1219200" y="2766857"/>
                  <a:pt x="1219200" y="2758440"/>
                </a:cubicBezTo>
                <a:cubicBezTo>
                  <a:pt x="1219200" y="2750023"/>
                  <a:pt x="1226023" y="2743200"/>
                  <a:pt x="1234440" y="2743200"/>
                </a:cubicBezTo>
                <a:cubicBezTo>
                  <a:pt x="1242857" y="2743200"/>
                  <a:pt x="1249680" y="2750023"/>
                  <a:pt x="1249680" y="2758440"/>
                </a:cubicBezTo>
                <a:close/>
                <a:moveTo>
                  <a:pt x="1249680" y="2910840"/>
                </a:moveTo>
                <a:cubicBezTo>
                  <a:pt x="1249680" y="2919257"/>
                  <a:pt x="1242857" y="2926080"/>
                  <a:pt x="1234440" y="2926080"/>
                </a:cubicBezTo>
                <a:cubicBezTo>
                  <a:pt x="1226023" y="2926080"/>
                  <a:pt x="1219200" y="2919257"/>
                  <a:pt x="1219200" y="2910840"/>
                </a:cubicBezTo>
                <a:cubicBezTo>
                  <a:pt x="1219200" y="2902423"/>
                  <a:pt x="1226023" y="2895600"/>
                  <a:pt x="1234440" y="2895600"/>
                </a:cubicBezTo>
                <a:cubicBezTo>
                  <a:pt x="1242857" y="2895600"/>
                  <a:pt x="1249680" y="2902423"/>
                  <a:pt x="1249680" y="2910840"/>
                </a:cubicBezTo>
                <a:close/>
                <a:moveTo>
                  <a:pt x="1249680" y="3063240"/>
                </a:moveTo>
                <a:cubicBezTo>
                  <a:pt x="1249680" y="3071657"/>
                  <a:pt x="1242857" y="3078480"/>
                  <a:pt x="1234440" y="3078480"/>
                </a:cubicBezTo>
                <a:cubicBezTo>
                  <a:pt x="1226023" y="3078480"/>
                  <a:pt x="1219200" y="3071657"/>
                  <a:pt x="1219200" y="3063240"/>
                </a:cubicBezTo>
                <a:cubicBezTo>
                  <a:pt x="1219200" y="3054823"/>
                  <a:pt x="1226023" y="3048000"/>
                  <a:pt x="1234440" y="3048000"/>
                </a:cubicBezTo>
                <a:cubicBezTo>
                  <a:pt x="1242857" y="3048000"/>
                  <a:pt x="1249680" y="3054823"/>
                  <a:pt x="1249680" y="3063240"/>
                </a:cubicBezTo>
                <a:close/>
                <a:moveTo>
                  <a:pt x="1249680" y="3215640"/>
                </a:moveTo>
                <a:cubicBezTo>
                  <a:pt x="1249680" y="3224057"/>
                  <a:pt x="1242857" y="3230880"/>
                  <a:pt x="1234440" y="3230880"/>
                </a:cubicBezTo>
                <a:cubicBezTo>
                  <a:pt x="1226023" y="3230880"/>
                  <a:pt x="1219200" y="3224057"/>
                  <a:pt x="1219200" y="3215640"/>
                </a:cubicBezTo>
                <a:cubicBezTo>
                  <a:pt x="1219200" y="3207223"/>
                  <a:pt x="1226023" y="3200400"/>
                  <a:pt x="1234440" y="3200400"/>
                </a:cubicBezTo>
                <a:cubicBezTo>
                  <a:pt x="1242857" y="3200400"/>
                  <a:pt x="1249680" y="3207223"/>
                  <a:pt x="1249680" y="3215640"/>
                </a:cubicBezTo>
                <a:close/>
                <a:moveTo>
                  <a:pt x="1249680" y="3368040"/>
                </a:moveTo>
                <a:cubicBezTo>
                  <a:pt x="1249680" y="3376457"/>
                  <a:pt x="1242857" y="3383280"/>
                  <a:pt x="1234440" y="3383280"/>
                </a:cubicBezTo>
                <a:cubicBezTo>
                  <a:pt x="1226023" y="3383280"/>
                  <a:pt x="1219200" y="3376457"/>
                  <a:pt x="1219200" y="3368040"/>
                </a:cubicBezTo>
                <a:cubicBezTo>
                  <a:pt x="1219200" y="3359623"/>
                  <a:pt x="1226023" y="3352800"/>
                  <a:pt x="1234440" y="3352800"/>
                </a:cubicBezTo>
                <a:cubicBezTo>
                  <a:pt x="1242857" y="3352800"/>
                  <a:pt x="1249680" y="3359623"/>
                  <a:pt x="1249680" y="3368040"/>
                </a:cubicBezTo>
                <a:close/>
                <a:moveTo>
                  <a:pt x="1249680" y="3520440"/>
                </a:moveTo>
                <a:cubicBezTo>
                  <a:pt x="1249680" y="3528857"/>
                  <a:pt x="1242857" y="3535680"/>
                  <a:pt x="1234440" y="3535680"/>
                </a:cubicBezTo>
                <a:cubicBezTo>
                  <a:pt x="1226023" y="3535680"/>
                  <a:pt x="1219200" y="3528857"/>
                  <a:pt x="1219200" y="3520440"/>
                </a:cubicBezTo>
                <a:cubicBezTo>
                  <a:pt x="1219200" y="3512023"/>
                  <a:pt x="1226023" y="3505200"/>
                  <a:pt x="1234440" y="3505200"/>
                </a:cubicBezTo>
                <a:cubicBezTo>
                  <a:pt x="1242857" y="3505200"/>
                  <a:pt x="1249680" y="3512023"/>
                  <a:pt x="1249680" y="3520440"/>
                </a:cubicBezTo>
                <a:close/>
                <a:moveTo>
                  <a:pt x="1249680" y="3672840"/>
                </a:moveTo>
                <a:cubicBezTo>
                  <a:pt x="1249680" y="3681257"/>
                  <a:pt x="1242857" y="3688080"/>
                  <a:pt x="1234440" y="3688080"/>
                </a:cubicBezTo>
                <a:cubicBezTo>
                  <a:pt x="1226023" y="3688080"/>
                  <a:pt x="1219200" y="3681257"/>
                  <a:pt x="1219200" y="3672840"/>
                </a:cubicBezTo>
                <a:cubicBezTo>
                  <a:pt x="1219200" y="3664423"/>
                  <a:pt x="1226023" y="3657600"/>
                  <a:pt x="1234440" y="3657600"/>
                </a:cubicBezTo>
                <a:cubicBezTo>
                  <a:pt x="1242857" y="3657600"/>
                  <a:pt x="1249680" y="3664423"/>
                  <a:pt x="1249680" y="3672840"/>
                </a:cubicBezTo>
                <a:close/>
                <a:moveTo>
                  <a:pt x="1249680" y="3825240"/>
                </a:moveTo>
                <a:cubicBezTo>
                  <a:pt x="1249680" y="3833657"/>
                  <a:pt x="1242857" y="3840480"/>
                  <a:pt x="1234440" y="3840480"/>
                </a:cubicBezTo>
                <a:cubicBezTo>
                  <a:pt x="1226023" y="3840480"/>
                  <a:pt x="1219200" y="3833657"/>
                  <a:pt x="1219200" y="3825240"/>
                </a:cubicBezTo>
                <a:cubicBezTo>
                  <a:pt x="1219200" y="3816823"/>
                  <a:pt x="1226023" y="3810000"/>
                  <a:pt x="1234440" y="3810000"/>
                </a:cubicBezTo>
                <a:cubicBezTo>
                  <a:pt x="1242857" y="3810000"/>
                  <a:pt x="1249680" y="3816823"/>
                  <a:pt x="1249680" y="3825240"/>
                </a:cubicBezTo>
                <a:close/>
                <a:moveTo>
                  <a:pt x="1249680" y="3977640"/>
                </a:moveTo>
                <a:cubicBezTo>
                  <a:pt x="1249680" y="3986057"/>
                  <a:pt x="1242857" y="3992880"/>
                  <a:pt x="1234440" y="3992880"/>
                </a:cubicBezTo>
                <a:cubicBezTo>
                  <a:pt x="1226023" y="3992880"/>
                  <a:pt x="1219200" y="3986057"/>
                  <a:pt x="1219200" y="3977640"/>
                </a:cubicBezTo>
                <a:cubicBezTo>
                  <a:pt x="1219200" y="3969223"/>
                  <a:pt x="1226023" y="3962400"/>
                  <a:pt x="1234440" y="3962400"/>
                </a:cubicBezTo>
                <a:cubicBezTo>
                  <a:pt x="1242857" y="3962400"/>
                  <a:pt x="1249680" y="3969223"/>
                  <a:pt x="1249680" y="3977640"/>
                </a:cubicBezTo>
                <a:close/>
                <a:moveTo>
                  <a:pt x="1249680" y="4130040"/>
                </a:moveTo>
                <a:cubicBezTo>
                  <a:pt x="1249680" y="4138457"/>
                  <a:pt x="1242857" y="4145280"/>
                  <a:pt x="1234440" y="4145280"/>
                </a:cubicBezTo>
                <a:cubicBezTo>
                  <a:pt x="1226023" y="4145280"/>
                  <a:pt x="1219200" y="4138457"/>
                  <a:pt x="1219200" y="4130040"/>
                </a:cubicBezTo>
                <a:cubicBezTo>
                  <a:pt x="1219200" y="4121623"/>
                  <a:pt x="1226023" y="4114800"/>
                  <a:pt x="1234440" y="4114800"/>
                </a:cubicBezTo>
                <a:cubicBezTo>
                  <a:pt x="1242857" y="4114800"/>
                  <a:pt x="1249680" y="4121623"/>
                  <a:pt x="1249680" y="4130040"/>
                </a:cubicBezTo>
                <a:close/>
                <a:moveTo>
                  <a:pt x="1249680" y="4282440"/>
                </a:moveTo>
                <a:cubicBezTo>
                  <a:pt x="1249680" y="4290857"/>
                  <a:pt x="1242857" y="4297680"/>
                  <a:pt x="1234440" y="4297680"/>
                </a:cubicBezTo>
                <a:cubicBezTo>
                  <a:pt x="1226023" y="4297680"/>
                  <a:pt x="1219200" y="4290857"/>
                  <a:pt x="1219200" y="4282440"/>
                </a:cubicBezTo>
                <a:cubicBezTo>
                  <a:pt x="1219200" y="4274023"/>
                  <a:pt x="1226023" y="4267200"/>
                  <a:pt x="1234440" y="4267200"/>
                </a:cubicBezTo>
                <a:cubicBezTo>
                  <a:pt x="1242857" y="4267200"/>
                  <a:pt x="1249680" y="4274023"/>
                  <a:pt x="1249680" y="4282440"/>
                </a:cubicBezTo>
                <a:close/>
                <a:moveTo>
                  <a:pt x="1249680" y="4434840"/>
                </a:moveTo>
                <a:cubicBezTo>
                  <a:pt x="1249680" y="4443257"/>
                  <a:pt x="1242857" y="4450080"/>
                  <a:pt x="1234440" y="4450080"/>
                </a:cubicBezTo>
                <a:cubicBezTo>
                  <a:pt x="1226023" y="4450080"/>
                  <a:pt x="1219200" y="4443257"/>
                  <a:pt x="1219200" y="4434840"/>
                </a:cubicBezTo>
                <a:cubicBezTo>
                  <a:pt x="1219200" y="4426423"/>
                  <a:pt x="1226023" y="4419600"/>
                  <a:pt x="1234440" y="4419600"/>
                </a:cubicBezTo>
                <a:cubicBezTo>
                  <a:pt x="1242857" y="4419600"/>
                  <a:pt x="1249680" y="4426423"/>
                  <a:pt x="1249680" y="4434840"/>
                </a:cubicBezTo>
                <a:close/>
                <a:moveTo>
                  <a:pt x="1402080" y="15240"/>
                </a:moveTo>
                <a:cubicBezTo>
                  <a:pt x="1402080" y="23657"/>
                  <a:pt x="1395257" y="30480"/>
                  <a:pt x="1386840" y="30480"/>
                </a:cubicBezTo>
                <a:cubicBezTo>
                  <a:pt x="1378423" y="30480"/>
                  <a:pt x="1371600" y="23657"/>
                  <a:pt x="1371600" y="15240"/>
                </a:cubicBezTo>
                <a:cubicBezTo>
                  <a:pt x="1371600" y="6823"/>
                  <a:pt x="1378423" y="0"/>
                  <a:pt x="1386840" y="0"/>
                </a:cubicBezTo>
                <a:cubicBezTo>
                  <a:pt x="1395257" y="0"/>
                  <a:pt x="1402080" y="6823"/>
                  <a:pt x="1402080" y="15240"/>
                </a:cubicBezTo>
                <a:close/>
                <a:moveTo>
                  <a:pt x="1402080" y="167640"/>
                </a:moveTo>
                <a:cubicBezTo>
                  <a:pt x="1402080" y="176057"/>
                  <a:pt x="1395257" y="182880"/>
                  <a:pt x="1386840" y="182880"/>
                </a:cubicBezTo>
                <a:cubicBezTo>
                  <a:pt x="1378423" y="182880"/>
                  <a:pt x="1371600" y="176057"/>
                  <a:pt x="1371600" y="167640"/>
                </a:cubicBezTo>
                <a:cubicBezTo>
                  <a:pt x="1371600" y="159223"/>
                  <a:pt x="1378423" y="152400"/>
                  <a:pt x="1386840" y="152400"/>
                </a:cubicBezTo>
                <a:cubicBezTo>
                  <a:pt x="1395257" y="152400"/>
                  <a:pt x="1402080" y="159223"/>
                  <a:pt x="1402080" y="167640"/>
                </a:cubicBezTo>
                <a:close/>
                <a:moveTo>
                  <a:pt x="1402080" y="320040"/>
                </a:moveTo>
                <a:cubicBezTo>
                  <a:pt x="1402080" y="328457"/>
                  <a:pt x="1395257" y="335280"/>
                  <a:pt x="1386840" y="335280"/>
                </a:cubicBezTo>
                <a:cubicBezTo>
                  <a:pt x="1378423" y="335280"/>
                  <a:pt x="1371600" y="328457"/>
                  <a:pt x="1371600" y="320040"/>
                </a:cubicBezTo>
                <a:cubicBezTo>
                  <a:pt x="1371600" y="311623"/>
                  <a:pt x="1378423" y="304800"/>
                  <a:pt x="1386840" y="304800"/>
                </a:cubicBezTo>
                <a:cubicBezTo>
                  <a:pt x="1395257" y="304800"/>
                  <a:pt x="1402080" y="311623"/>
                  <a:pt x="1402080" y="320040"/>
                </a:cubicBezTo>
                <a:close/>
                <a:moveTo>
                  <a:pt x="1402080" y="472440"/>
                </a:moveTo>
                <a:cubicBezTo>
                  <a:pt x="1402080" y="480857"/>
                  <a:pt x="1395257" y="487680"/>
                  <a:pt x="1386840" y="487680"/>
                </a:cubicBezTo>
                <a:cubicBezTo>
                  <a:pt x="1378423" y="487680"/>
                  <a:pt x="1371600" y="480857"/>
                  <a:pt x="1371600" y="472440"/>
                </a:cubicBezTo>
                <a:cubicBezTo>
                  <a:pt x="1371600" y="464023"/>
                  <a:pt x="1378423" y="457200"/>
                  <a:pt x="1386840" y="457200"/>
                </a:cubicBezTo>
                <a:cubicBezTo>
                  <a:pt x="1395257" y="457200"/>
                  <a:pt x="1402080" y="464023"/>
                  <a:pt x="1402080" y="472440"/>
                </a:cubicBezTo>
                <a:close/>
                <a:moveTo>
                  <a:pt x="1402080" y="624840"/>
                </a:moveTo>
                <a:cubicBezTo>
                  <a:pt x="1402080" y="633257"/>
                  <a:pt x="1395257" y="640080"/>
                  <a:pt x="1386840" y="640080"/>
                </a:cubicBezTo>
                <a:cubicBezTo>
                  <a:pt x="1378423" y="640080"/>
                  <a:pt x="1371600" y="633257"/>
                  <a:pt x="1371600" y="624840"/>
                </a:cubicBezTo>
                <a:cubicBezTo>
                  <a:pt x="1371600" y="616423"/>
                  <a:pt x="1378423" y="609600"/>
                  <a:pt x="1386840" y="609600"/>
                </a:cubicBezTo>
                <a:cubicBezTo>
                  <a:pt x="1395257" y="609600"/>
                  <a:pt x="1402080" y="616423"/>
                  <a:pt x="1402080" y="624840"/>
                </a:cubicBezTo>
                <a:close/>
                <a:moveTo>
                  <a:pt x="1402080" y="777240"/>
                </a:moveTo>
                <a:cubicBezTo>
                  <a:pt x="1402080" y="785657"/>
                  <a:pt x="1395257" y="792480"/>
                  <a:pt x="1386840" y="792480"/>
                </a:cubicBezTo>
                <a:cubicBezTo>
                  <a:pt x="1378423" y="792480"/>
                  <a:pt x="1371600" y="785657"/>
                  <a:pt x="1371600" y="777240"/>
                </a:cubicBezTo>
                <a:cubicBezTo>
                  <a:pt x="1371600" y="768823"/>
                  <a:pt x="1378423" y="762000"/>
                  <a:pt x="1386840" y="762000"/>
                </a:cubicBezTo>
                <a:cubicBezTo>
                  <a:pt x="1395257" y="762000"/>
                  <a:pt x="1402080" y="768823"/>
                  <a:pt x="1402080" y="777240"/>
                </a:cubicBezTo>
                <a:close/>
                <a:moveTo>
                  <a:pt x="1402080" y="929640"/>
                </a:moveTo>
                <a:cubicBezTo>
                  <a:pt x="1402080" y="938057"/>
                  <a:pt x="1395257" y="944880"/>
                  <a:pt x="1386840" y="944880"/>
                </a:cubicBezTo>
                <a:cubicBezTo>
                  <a:pt x="1378423" y="944880"/>
                  <a:pt x="1371600" y="938057"/>
                  <a:pt x="1371600" y="929640"/>
                </a:cubicBezTo>
                <a:cubicBezTo>
                  <a:pt x="1371600" y="921223"/>
                  <a:pt x="1378423" y="914400"/>
                  <a:pt x="1386840" y="914400"/>
                </a:cubicBezTo>
                <a:cubicBezTo>
                  <a:pt x="1395257" y="914400"/>
                  <a:pt x="1402080" y="921223"/>
                  <a:pt x="1402080" y="929640"/>
                </a:cubicBezTo>
                <a:close/>
                <a:moveTo>
                  <a:pt x="1402080" y="1082040"/>
                </a:moveTo>
                <a:cubicBezTo>
                  <a:pt x="1402080" y="1090457"/>
                  <a:pt x="1395257" y="1097280"/>
                  <a:pt x="1386840" y="1097280"/>
                </a:cubicBezTo>
                <a:cubicBezTo>
                  <a:pt x="1378423" y="1097280"/>
                  <a:pt x="1371600" y="1090457"/>
                  <a:pt x="1371600" y="1082040"/>
                </a:cubicBezTo>
                <a:cubicBezTo>
                  <a:pt x="1371600" y="1073623"/>
                  <a:pt x="1378423" y="1066800"/>
                  <a:pt x="1386840" y="1066800"/>
                </a:cubicBezTo>
                <a:cubicBezTo>
                  <a:pt x="1395257" y="1066800"/>
                  <a:pt x="1402080" y="1073623"/>
                  <a:pt x="1402080" y="1082040"/>
                </a:cubicBezTo>
                <a:close/>
                <a:moveTo>
                  <a:pt x="1402080" y="1234440"/>
                </a:moveTo>
                <a:cubicBezTo>
                  <a:pt x="1402080" y="1242857"/>
                  <a:pt x="1395257" y="1249680"/>
                  <a:pt x="1386840" y="1249680"/>
                </a:cubicBezTo>
                <a:cubicBezTo>
                  <a:pt x="1378423" y="1249680"/>
                  <a:pt x="1371600" y="1242857"/>
                  <a:pt x="1371600" y="1234440"/>
                </a:cubicBezTo>
                <a:cubicBezTo>
                  <a:pt x="1371600" y="1226023"/>
                  <a:pt x="1378423" y="1219200"/>
                  <a:pt x="1386840" y="1219200"/>
                </a:cubicBezTo>
                <a:cubicBezTo>
                  <a:pt x="1395257" y="1219200"/>
                  <a:pt x="1402080" y="1226023"/>
                  <a:pt x="1402080" y="1234440"/>
                </a:cubicBezTo>
                <a:close/>
                <a:moveTo>
                  <a:pt x="1402080" y="1386840"/>
                </a:moveTo>
                <a:cubicBezTo>
                  <a:pt x="1402080" y="1395257"/>
                  <a:pt x="1395257" y="1402080"/>
                  <a:pt x="1386840" y="1402080"/>
                </a:cubicBezTo>
                <a:cubicBezTo>
                  <a:pt x="1378423" y="1402080"/>
                  <a:pt x="1371600" y="1395257"/>
                  <a:pt x="1371600" y="1386840"/>
                </a:cubicBezTo>
                <a:cubicBezTo>
                  <a:pt x="1371600" y="1378423"/>
                  <a:pt x="1378423" y="1371600"/>
                  <a:pt x="1386840" y="1371600"/>
                </a:cubicBezTo>
                <a:cubicBezTo>
                  <a:pt x="1395257" y="1371600"/>
                  <a:pt x="1402080" y="1378423"/>
                  <a:pt x="1402080" y="1386840"/>
                </a:cubicBezTo>
                <a:close/>
                <a:moveTo>
                  <a:pt x="1402080" y="1539240"/>
                </a:moveTo>
                <a:cubicBezTo>
                  <a:pt x="1402080" y="1547657"/>
                  <a:pt x="1395257" y="1554480"/>
                  <a:pt x="1386840" y="1554480"/>
                </a:cubicBezTo>
                <a:cubicBezTo>
                  <a:pt x="1378423" y="1554480"/>
                  <a:pt x="1371600" y="1547657"/>
                  <a:pt x="1371600" y="1539240"/>
                </a:cubicBezTo>
                <a:cubicBezTo>
                  <a:pt x="1371600" y="1530823"/>
                  <a:pt x="1378423" y="1524000"/>
                  <a:pt x="1386840" y="1524000"/>
                </a:cubicBezTo>
                <a:cubicBezTo>
                  <a:pt x="1395257" y="1524000"/>
                  <a:pt x="1402080" y="1530823"/>
                  <a:pt x="1402080" y="1539240"/>
                </a:cubicBezTo>
                <a:close/>
                <a:moveTo>
                  <a:pt x="1402080" y="1691640"/>
                </a:moveTo>
                <a:cubicBezTo>
                  <a:pt x="1402080" y="1700057"/>
                  <a:pt x="1395257" y="1706880"/>
                  <a:pt x="1386840" y="1706880"/>
                </a:cubicBezTo>
                <a:cubicBezTo>
                  <a:pt x="1378423" y="1706880"/>
                  <a:pt x="1371600" y="1700057"/>
                  <a:pt x="1371600" y="1691640"/>
                </a:cubicBezTo>
                <a:cubicBezTo>
                  <a:pt x="1371600" y="1683223"/>
                  <a:pt x="1378423" y="1676400"/>
                  <a:pt x="1386840" y="1676400"/>
                </a:cubicBezTo>
                <a:cubicBezTo>
                  <a:pt x="1395257" y="1676400"/>
                  <a:pt x="1402080" y="1683223"/>
                  <a:pt x="1402080" y="1691640"/>
                </a:cubicBezTo>
                <a:close/>
                <a:moveTo>
                  <a:pt x="1402080" y="1844040"/>
                </a:moveTo>
                <a:cubicBezTo>
                  <a:pt x="1402080" y="1852457"/>
                  <a:pt x="1395257" y="1859280"/>
                  <a:pt x="1386840" y="1859280"/>
                </a:cubicBezTo>
                <a:cubicBezTo>
                  <a:pt x="1378423" y="1859280"/>
                  <a:pt x="1371600" y="1852457"/>
                  <a:pt x="1371600" y="1844040"/>
                </a:cubicBezTo>
                <a:cubicBezTo>
                  <a:pt x="1371600" y="1835623"/>
                  <a:pt x="1378423" y="1828800"/>
                  <a:pt x="1386840" y="1828800"/>
                </a:cubicBezTo>
                <a:cubicBezTo>
                  <a:pt x="1395257" y="1828800"/>
                  <a:pt x="1402080" y="1835623"/>
                  <a:pt x="1402080" y="1844040"/>
                </a:cubicBezTo>
                <a:close/>
                <a:moveTo>
                  <a:pt x="1402080" y="1996440"/>
                </a:moveTo>
                <a:cubicBezTo>
                  <a:pt x="1402080" y="2004857"/>
                  <a:pt x="1395257" y="2011680"/>
                  <a:pt x="1386840" y="2011680"/>
                </a:cubicBezTo>
                <a:cubicBezTo>
                  <a:pt x="1378423" y="2011680"/>
                  <a:pt x="1371600" y="2004857"/>
                  <a:pt x="1371600" y="1996440"/>
                </a:cubicBezTo>
                <a:cubicBezTo>
                  <a:pt x="1371600" y="1988023"/>
                  <a:pt x="1378423" y="1981200"/>
                  <a:pt x="1386840" y="1981200"/>
                </a:cubicBezTo>
                <a:cubicBezTo>
                  <a:pt x="1395257" y="1981200"/>
                  <a:pt x="1402080" y="1988023"/>
                  <a:pt x="1402080" y="1996440"/>
                </a:cubicBezTo>
                <a:close/>
                <a:moveTo>
                  <a:pt x="1402080" y="2148840"/>
                </a:moveTo>
                <a:cubicBezTo>
                  <a:pt x="1402080" y="2157257"/>
                  <a:pt x="1395257" y="2164080"/>
                  <a:pt x="1386840" y="2164080"/>
                </a:cubicBezTo>
                <a:cubicBezTo>
                  <a:pt x="1378423" y="2164080"/>
                  <a:pt x="1371600" y="2157257"/>
                  <a:pt x="1371600" y="2148840"/>
                </a:cubicBezTo>
                <a:cubicBezTo>
                  <a:pt x="1371600" y="2140423"/>
                  <a:pt x="1378423" y="2133600"/>
                  <a:pt x="1386840" y="2133600"/>
                </a:cubicBezTo>
                <a:cubicBezTo>
                  <a:pt x="1395257" y="2133600"/>
                  <a:pt x="1402080" y="2140423"/>
                  <a:pt x="1402080" y="2148840"/>
                </a:cubicBezTo>
                <a:close/>
                <a:moveTo>
                  <a:pt x="1402080" y="2301240"/>
                </a:moveTo>
                <a:cubicBezTo>
                  <a:pt x="1402080" y="2309657"/>
                  <a:pt x="1395257" y="2316480"/>
                  <a:pt x="1386840" y="2316480"/>
                </a:cubicBezTo>
                <a:cubicBezTo>
                  <a:pt x="1378423" y="2316480"/>
                  <a:pt x="1371600" y="2309657"/>
                  <a:pt x="1371600" y="2301240"/>
                </a:cubicBezTo>
                <a:cubicBezTo>
                  <a:pt x="1371600" y="2292823"/>
                  <a:pt x="1378423" y="2286000"/>
                  <a:pt x="1386840" y="2286000"/>
                </a:cubicBezTo>
                <a:cubicBezTo>
                  <a:pt x="1395257" y="2286000"/>
                  <a:pt x="1402080" y="2292823"/>
                  <a:pt x="1402080" y="2301240"/>
                </a:cubicBezTo>
                <a:close/>
                <a:moveTo>
                  <a:pt x="1402080" y="2453640"/>
                </a:moveTo>
                <a:cubicBezTo>
                  <a:pt x="1402080" y="2462057"/>
                  <a:pt x="1395257" y="2468880"/>
                  <a:pt x="1386840" y="2468880"/>
                </a:cubicBezTo>
                <a:cubicBezTo>
                  <a:pt x="1378423" y="2468880"/>
                  <a:pt x="1371600" y="2462057"/>
                  <a:pt x="1371600" y="2453640"/>
                </a:cubicBezTo>
                <a:cubicBezTo>
                  <a:pt x="1371600" y="2445223"/>
                  <a:pt x="1378423" y="2438400"/>
                  <a:pt x="1386840" y="2438400"/>
                </a:cubicBezTo>
                <a:cubicBezTo>
                  <a:pt x="1395257" y="2438400"/>
                  <a:pt x="1402080" y="2445223"/>
                  <a:pt x="1402080" y="2453640"/>
                </a:cubicBezTo>
                <a:close/>
                <a:moveTo>
                  <a:pt x="1402080" y="2606040"/>
                </a:moveTo>
                <a:cubicBezTo>
                  <a:pt x="1402080" y="2614457"/>
                  <a:pt x="1395257" y="2621280"/>
                  <a:pt x="1386840" y="2621280"/>
                </a:cubicBezTo>
                <a:cubicBezTo>
                  <a:pt x="1378423" y="2621280"/>
                  <a:pt x="1371600" y="2614457"/>
                  <a:pt x="1371600" y="2606040"/>
                </a:cubicBezTo>
                <a:cubicBezTo>
                  <a:pt x="1371600" y="2597623"/>
                  <a:pt x="1378423" y="2590800"/>
                  <a:pt x="1386840" y="2590800"/>
                </a:cubicBezTo>
                <a:cubicBezTo>
                  <a:pt x="1395257" y="2590800"/>
                  <a:pt x="1402080" y="2597623"/>
                  <a:pt x="1402080" y="2606040"/>
                </a:cubicBezTo>
                <a:close/>
                <a:moveTo>
                  <a:pt x="1402080" y="2758440"/>
                </a:moveTo>
                <a:cubicBezTo>
                  <a:pt x="1402080" y="2766857"/>
                  <a:pt x="1395257" y="2773680"/>
                  <a:pt x="1386840" y="2773680"/>
                </a:cubicBezTo>
                <a:cubicBezTo>
                  <a:pt x="1378423" y="2773680"/>
                  <a:pt x="1371600" y="2766857"/>
                  <a:pt x="1371600" y="2758440"/>
                </a:cubicBezTo>
                <a:cubicBezTo>
                  <a:pt x="1371600" y="2750023"/>
                  <a:pt x="1378423" y="2743200"/>
                  <a:pt x="1386840" y="2743200"/>
                </a:cubicBezTo>
                <a:cubicBezTo>
                  <a:pt x="1395257" y="2743200"/>
                  <a:pt x="1402080" y="2750023"/>
                  <a:pt x="1402080" y="2758440"/>
                </a:cubicBezTo>
                <a:close/>
                <a:moveTo>
                  <a:pt x="1402080" y="2910840"/>
                </a:moveTo>
                <a:cubicBezTo>
                  <a:pt x="1402080" y="2919257"/>
                  <a:pt x="1395257" y="2926080"/>
                  <a:pt x="1386840" y="2926080"/>
                </a:cubicBezTo>
                <a:cubicBezTo>
                  <a:pt x="1378423" y="2926080"/>
                  <a:pt x="1371600" y="2919257"/>
                  <a:pt x="1371600" y="2910840"/>
                </a:cubicBezTo>
                <a:cubicBezTo>
                  <a:pt x="1371600" y="2902423"/>
                  <a:pt x="1378423" y="2895600"/>
                  <a:pt x="1386840" y="2895600"/>
                </a:cubicBezTo>
                <a:cubicBezTo>
                  <a:pt x="1395257" y="2895600"/>
                  <a:pt x="1402080" y="2902423"/>
                  <a:pt x="1402080" y="2910840"/>
                </a:cubicBezTo>
                <a:close/>
                <a:moveTo>
                  <a:pt x="1402080" y="3063240"/>
                </a:moveTo>
                <a:cubicBezTo>
                  <a:pt x="1402080" y="3071657"/>
                  <a:pt x="1395257" y="3078480"/>
                  <a:pt x="1386840" y="3078480"/>
                </a:cubicBezTo>
                <a:cubicBezTo>
                  <a:pt x="1378423" y="3078480"/>
                  <a:pt x="1371600" y="3071657"/>
                  <a:pt x="1371600" y="3063240"/>
                </a:cubicBezTo>
                <a:cubicBezTo>
                  <a:pt x="1371600" y="3054823"/>
                  <a:pt x="1378423" y="3048000"/>
                  <a:pt x="1386840" y="3048000"/>
                </a:cubicBezTo>
                <a:cubicBezTo>
                  <a:pt x="1395257" y="3048000"/>
                  <a:pt x="1402080" y="3054823"/>
                  <a:pt x="1402080" y="3063240"/>
                </a:cubicBezTo>
                <a:close/>
                <a:moveTo>
                  <a:pt x="1402080" y="3215640"/>
                </a:moveTo>
                <a:cubicBezTo>
                  <a:pt x="1402080" y="3224057"/>
                  <a:pt x="1395257" y="3230880"/>
                  <a:pt x="1386840" y="3230880"/>
                </a:cubicBezTo>
                <a:cubicBezTo>
                  <a:pt x="1378423" y="3230880"/>
                  <a:pt x="1371600" y="3224057"/>
                  <a:pt x="1371600" y="3215640"/>
                </a:cubicBezTo>
                <a:cubicBezTo>
                  <a:pt x="1371600" y="3207223"/>
                  <a:pt x="1378423" y="3200400"/>
                  <a:pt x="1386840" y="3200400"/>
                </a:cubicBezTo>
                <a:cubicBezTo>
                  <a:pt x="1395257" y="3200400"/>
                  <a:pt x="1402080" y="3207223"/>
                  <a:pt x="1402080" y="3215640"/>
                </a:cubicBezTo>
                <a:close/>
                <a:moveTo>
                  <a:pt x="1402080" y="3368040"/>
                </a:moveTo>
                <a:cubicBezTo>
                  <a:pt x="1402080" y="3376457"/>
                  <a:pt x="1395257" y="3383280"/>
                  <a:pt x="1386840" y="3383280"/>
                </a:cubicBezTo>
                <a:cubicBezTo>
                  <a:pt x="1378423" y="3383280"/>
                  <a:pt x="1371600" y="3376457"/>
                  <a:pt x="1371600" y="3368040"/>
                </a:cubicBezTo>
                <a:cubicBezTo>
                  <a:pt x="1371600" y="3359623"/>
                  <a:pt x="1378423" y="3352800"/>
                  <a:pt x="1386840" y="3352800"/>
                </a:cubicBezTo>
                <a:cubicBezTo>
                  <a:pt x="1395257" y="3352800"/>
                  <a:pt x="1402080" y="3359623"/>
                  <a:pt x="1402080" y="3368040"/>
                </a:cubicBezTo>
                <a:close/>
                <a:moveTo>
                  <a:pt x="1402080" y="3520440"/>
                </a:moveTo>
                <a:cubicBezTo>
                  <a:pt x="1402080" y="3528857"/>
                  <a:pt x="1395257" y="3535680"/>
                  <a:pt x="1386840" y="3535680"/>
                </a:cubicBezTo>
                <a:cubicBezTo>
                  <a:pt x="1378423" y="3535680"/>
                  <a:pt x="1371600" y="3528857"/>
                  <a:pt x="1371600" y="3520440"/>
                </a:cubicBezTo>
                <a:cubicBezTo>
                  <a:pt x="1371600" y="3512023"/>
                  <a:pt x="1378423" y="3505200"/>
                  <a:pt x="1386840" y="3505200"/>
                </a:cubicBezTo>
                <a:cubicBezTo>
                  <a:pt x="1395257" y="3505200"/>
                  <a:pt x="1402080" y="3512023"/>
                  <a:pt x="1402080" y="3520440"/>
                </a:cubicBezTo>
                <a:close/>
                <a:moveTo>
                  <a:pt x="1402080" y="3672840"/>
                </a:moveTo>
                <a:cubicBezTo>
                  <a:pt x="1402080" y="3681257"/>
                  <a:pt x="1395257" y="3688080"/>
                  <a:pt x="1386840" y="3688080"/>
                </a:cubicBezTo>
                <a:cubicBezTo>
                  <a:pt x="1378423" y="3688080"/>
                  <a:pt x="1371600" y="3681257"/>
                  <a:pt x="1371600" y="3672840"/>
                </a:cubicBezTo>
                <a:cubicBezTo>
                  <a:pt x="1371600" y="3664423"/>
                  <a:pt x="1378423" y="3657600"/>
                  <a:pt x="1386840" y="3657600"/>
                </a:cubicBezTo>
                <a:cubicBezTo>
                  <a:pt x="1395257" y="3657600"/>
                  <a:pt x="1402080" y="3664423"/>
                  <a:pt x="1402080" y="3672840"/>
                </a:cubicBezTo>
                <a:close/>
                <a:moveTo>
                  <a:pt x="1402080" y="3825240"/>
                </a:moveTo>
                <a:cubicBezTo>
                  <a:pt x="1402080" y="3833657"/>
                  <a:pt x="1395257" y="3840480"/>
                  <a:pt x="1386840" y="3840480"/>
                </a:cubicBezTo>
                <a:cubicBezTo>
                  <a:pt x="1378423" y="3840480"/>
                  <a:pt x="1371600" y="3833657"/>
                  <a:pt x="1371600" y="3825240"/>
                </a:cubicBezTo>
                <a:cubicBezTo>
                  <a:pt x="1371600" y="3816823"/>
                  <a:pt x="1378423" y="3810000"/>
                  <a:pt x="1386840" y="3810000"/>
                </a:cubicBezTo>
                <a:cubicBezTo>
                  <a:pt x="1395257" y="3810000"/>
                  <a:pt x="1402080" y="3816823"/>
                  <a:pt x="1402080" y="3825240"/>
                </a:cubicBezTo>
                <a:close/>
                <a:moveTo>
                  <a:pt x="1402080" y="3977640"/>
                </a:moveTo>
                <a:cubicBezTo>
                  <a:pt x="1402080" y="3986057"/>
                  <a:pt x="1395257" y="3992880"/>
                  <a:pt x="1386840" y="3992880"/>
                </a:cubicBezTo>
                <a:cubicBezTo>
                  <a:pt x="1378423" y="3992880"/>
                  <a:pt x="1371600" y="3986057"/>
                  <a:pt x="1371600" y="3977640"/>
                </a:cubicBezTo>
                <a:cubicBezTo>
                  <a:pt x="1371600" y="3969223"/>
                  <a:pt x="1378423" y="3962400"/>
                  <a:pt x="1386840" y="3962400"/>
                </a:cubicBezTo>
                <a:cubicBezTo>
                  <a:pt x="1395257" y="3962400"/>
                  <a:pt x="1402080" y="3969223"/>
                  <a:pt x="1402080" y="3977640"/>
                </a:cubicBezTo>
                <a:close/>
                <a:moveTo>
                  <a:pt x="1402080" y="4130040"/>
                </a:moveTo>
                <a:cubicBezTo>
                  <a:pt x="1402080" y="4138457"/>
                  <a:pt x="1395257" y="4145280"/>
                  <a:pt x="1386840" y="4145280"/>
                </a:cubicBezTo>
                <a:cubicBezTo>
                  <a:pt x="1378423" y="4145280"/>
                  <a:pt x="1371600" y="4138457"/>
                  <a:pt x="1371600" y="4130040"/>
                </a:cubicBezTo>
                <a:cubicBezTo>
                  <a:pt x="1371600" y="4121623"/>
                  <a:pt x="1378423" y="4114800"/>
                  <a:pt x="1386840" y="4114800"/>
                </a:cubicBezTo>
                <a:cubicBezTo>
                  <a:pt x="1395257" y="4114800"/>
                  <a:pt x="1402080" y="4121623"/>
                  <a:pt x="1402080" y="4130040"/>
                </a:cubicBezTo>
                <a:close/>
                <a:moveTo>
                  <a:pt x="1402080" y="4282440"/>
                </a:moveTo>
                <a:cubicBezTo>
                  <a:pt x="1402080" y="4290857"/>
                  <a:pt x="1395257" y="4297680"/>
                  <a:pt x="1386840" y="4297680"/>
                </a:cubicBezTo>
                <a:cubicBezTo>
                  <a:pt x="1378423" y="4297680"/>
                  <a:pt x="1371600" y="4290857"/>
                  <a:pt x="1371600" y="4282440"/>
                </a:cubicBezTo>
                <a:cubicBezTo>
                  <a:pt x="1371600" y="4274023"/>
                  <a:pt x="1378423" y="4267200"/>
                  <a:pt x="1386840" y="4267200"/>
                </a:cubicBezTo>
                <a:cubicBezTo>
                  <a:pt x="1395257" y="4267200"/>
                  <a:pt x="1402080" y="4274023"/>
                  <a:pt x="1402080" y="4282440"/>
                </a:cubicBezTo>
                <a:close/>
                <a:moveTo>
                  <a:pt x="1402080" y="4434840"/>
                </a:moveTo>
                <a:cubicBezTo>
                  <a:pt x="1402080" y="4443257"/>
                  <a:pt x="1395257" y="4450080"/>
                  <a:pt x="1386840" y="4450080"/>
                </a:cubicBezTo>
                <a:cubicBezTo>
                  <a:pt x="1378423" y="4450080"/>
                  <a:pt x="1371600" y="4443257"/>
                  <a:pt x="1371600" y="4434840"/>
                </a:cubicBezTo>
                <a:cubicBezTo>
                  <a:pt x="1371600" y="4426423"/>
                  <a:pt x="1378423" y="4419600"/>
                  <a:pt x="1386840" y="4419600"/>
                </a:cubicBezTo>
                <a:cubicBezTo>
                  <a:pt x="1395257" y="4419600"/>
                  <a:pt x="1402080" y="4426423"/>
                  <a:pt x="1402080" y="4434840"/>
                </a:cubicBezTo>
                <a:close/>
                <a:moveTo>
                  <a:pt x="1554480" y="15240"/>
                </a:moveTo>
                <a:cubicBezTo>
                  <a:pt x="1554480" y="23657"/>
                  <a:pt x="1547657" y="30480"/>
                  <a:pt x="1539240" y="30480"/>
                </a:cubicBezTo>
                <a:cubicBezTo>
                  <a:pt x="1530823" y="30480"/>
                  <a:pt x="1524000" y="23657"/>
                  <a:pt x="1524000" y="15240"/>
                </a:cubicBezTo>
                <a:cubicBezTo>
                  <a:pt x="1524000" y="6823"/>
                  <a:pt x="1530823" y="0"/>
                  <a:pt x="1539240" y="0"/>
                </a:cubicBezTo>
                <a:cubicBezTo>
                  <a:pt x="1547657" y="0"/>
                  <a:pt x="1554480" y="6823"/>
                  <a:pt x="1554480" y="15240"/>
                </a:cubicBezTo>
                <a:close/>
                <a:moveTo>
                  <a:pt x="1554480" y="167640"/>
                </a:moveTo>
                <a:cubicBezTo>
                  <a:pt x="1554480" y="176057"/>
                  <a:pt x="1547657" y="182880"/>
                  <a:pt x="1539240" y="182880"/>
                </a:cubicBezTo>
                <a:cubicBezTo>
                  <a:pt x="1530823" y="182880"/>
                  <a:pt x="1524000" y="176057"/>
                  <a:pt x="1524000" y="167640"/>
                </a:cubicBezTo>
                <a:cubicBezTo>
                  <a:pt x="1524000" y="159223"/>
                  <a:pt x="1530823" y="152400"/>
                  <a:pt x="1539240" y="152400"/>
                </a:cubicBezTo>
                <a:cubicBezTo>
                  <a:pt x="1547657" y="152400"/>
                  <a:pt x="1554480" y="159223"/>
                  <a:pt x="1554480" y="167640"/>
                </a:cubicBezTo>
                <a:close/>
                <a:moveTo>
                  <a:pt x="1554480" y="320040"/>
                </a:moveTo>
                <a:cubicBezTo>
                  <a:pt x="1554480" y="328457"/>
                  <a:pt x="1547657" y="335280"/>
                  <a:pt x="1539240" y="335280"/>
                </a:cubicBezTo>
                <a:cubicBezTo>
                  <a:pt x="1530823" y="335280"/>
                  <a:pt x="1524000" y="328457"/>
                  <a:pt x="1524000" y="320040"/>
                </a:cubicBezTo>
                <a:cubicBezTo>
                  <a:pt x="1524000" y="311623"/>
                  <a:pt x="1530823" y="304800"/>
                  <a:pt x="1539240" y="304800"/>
                </a:cubicBezTo>
                <a:cubicBezTo>
                  <a:pt x="1547657" y="304800"/>
                  <a:pt x="1554480" y="311623"/>
                  <a:pt x="1554480" y="320040"/>
                </a:cubicBezTo>
                <a:close/>
                <a:moveTo>
                  <a:pt x="1554480" y="472440"/>
                </a:moveTo>
                <a:cubicBezTo>
                  <a:pt x="1554480" y="480857"/>
                  <a:pt x="1547657" y="487680"/>
                  <a:pt x="1539240" y="487680"/>
                </a:cubicBezTo>
                <a:cubicBezTo>
                  <a:pt x="1530823" y="487680"/>
                  <a:pt x="1524000" y="480857"/>
                  <a:pt x="1524000" y="472440"/>
                </a:cubicBezTo>
                <a:cubicBezTo>
                  <a:pt x="1524000" y="464023"/>
                  <a:pt x="1530823" y="457200"/>
                  <a:pt x="1539240" y="457200"/>
                </a:cubicBezTo>
                <a:cubicBezTo>
                  <a:pt x="1547657" y="457200"/>
                  <a:pt x="1554480" y="464023"/>
                  <a:pt x="1554480" y="472440"/>
                </a:cubicBezTo>
                <a:close/>
                <a:moveTo>
                  <a:pt x="1554480" y="624840"/>
                </a:moveTo>
                <a:cubicBezTo>
                  <a:pt x="1554480" y="633257"/>
                  <a:pt x="1547657" y="640080"/>
                  <a:pt x="1539240" y="640080"/>
                </a:cubicBezTo>
                <a:cubicBezTo>
                  <a:pt x="1530823" y="640080"/>
                  <a:pt x="1524000" y="633257"/>
                  <a:pt x="1524000" y="624840"/>
                </a:cubicBezTo>
                <a:cubicBezTo>
                  <a:pt x="1524000" y="616423"/>
                  <a:pt x="1530823" y="609600"/>
                  <a:pt x="1539240" y="609600"/>
                </a:cubicBezTo>
                <a:cubicBezTo>
                  <a:pt x="1547657" y="609600"/>
                  <a:pt x="1554480" y="616423"/>
                  <a:pt x="1554480" y="624840"/>
                </a:cubicBezTo>
                <a:close/>
                <a:moveTo>
                  <a:pt x="1554480" y="777240"/>
                </a:moveTo>
                <a:cubicBezTo>
                  <a:pt x="1554480" y="785657"/>
                  <a:pt x="1547657" y="792480"/>
                  <a:pt x="1539240" y="792480"/>
                </a:cubicBezTo>
                <a:cubicBezTo>
                  <a:pt x="1530823" y="792480"/>
                  <a:pt x="1524000" y="785657"/>
                  <a:pt x="1524000" y="777240"/>
                </a:cubicBezTo>
                <a:cubicBezTo>
                  <a:pt x="1524000" y="768823"/>
                  <a:pt x="1530823" y="762000"/>
                  <a:pt x="1539240" y="762000"/>
                </a:cubicBezTo>
                <a:cubicBezTo>
                  <a:pt x="1547657" y="762000"/>
                  <a:pt x="1554480" y="768823"/>
                  <a:pt x="1554480" y="777240"/>
                </a:cubicBezTo>
                <a:close/>
                <a:moveTo>
                  <a:pt x="1554480" y="929640"/>
                </a:moveTo>
                <a:cubicBezTo>
                  <a:pt x="1554480" y="938057"/>
                  <a:pt x="1547657" y="944880"/>
                  <a:pt x="1539240" y="944880"/>
                </a:cubicBezTo>
                <a:cubicBezTo>
                  <a:pt x="1530823" y="944880"/>
                  <a:pt x="1524000" y="938057"/>
                  <a:pt x="1524000" y="929640"/>
                </a:cubicBezTo>
                <a:cubicBezTo>
                  <a:pt x="1524000" y="921223"/>
                  <a:pt x="1530823" y="914400"/>
                  <a:pt x="1539240" y="914400"/>
                </a:cubicBezTo>
                <a:cubicBezTo>
                  <a:pt x="1547657" y="914400"/>
                  <a:pt x="1554480" y="921223"/>
                  <a:pt x="1554480" y="929640"/>
                </a:cubicBezTo>
                <a:close/>
                <a:moveTo>
                  <a:pt x="1554480" y="1082040"/>
                </a:moveTo>
                <a:cubicBezTo>
                  <a:pt x="1554480" y="1090457"/>
                  <a:pt x="1547657" y="1097280"/>
                  <a:pt x="1539240" y="1097280"/>
                </a:cubicBezTo>
                <a:cubicBezTo>
                  <a:pt x="1530823" y="1097280"/>
                  <a:pt x="1524000" y="1090457"/>
                  <a:pt x="1524000" y="1082040"/>
                </a:cubicBezTo>
                <a:cubicBezTo>
                  <a:pt x="1524000" y="1073623"/>
                  <a:pt x="1530823" y="1066800"/>
                  <a:pt x="1539240" y="1066800"/>
                </a:cubicBezTo>
                <a:cubicBezTo>
                  <a:pt x="1547657" y="1066800"/>
                  <a:pt x="1554480" y="1073623"/>
                  <a:pt x="1554480" y="1082040"/>
                </a:cubicBezTo>
                <a:close/>
                <a:moveTo>
                  <a:pt x="1554480" y="1234440"/>
                </a:moveTo>
                <a:cubicBezTo>
                  <a:pt x="1554480" y="1242857"/>
                  <a:pt x="1547657" y="1249680"/>
                  <a:pt x="1539240" y="1249680"/>
                </a:cubicBezTo>
                <a:cubicBezTo>
                  <a:pt x="1530823" y="1249680"/>
                  <a:pt x="1524000" y="1242857"/>
                  <a:pt x="1524000" y="1234440"/>
                </a:cubicBezTo>
                <a:cubicBezTo>
                  <a:pt x="1524000" y="1226023"/>
                  <a:pt x="1530823" y="1219200"/>
                  <a:pt x="1539240" y="1219200"/>
                </a:cubicBezTo>
                <a:cubicBezTo>
                  <a:pt x="1547657" y="1219200"/>
                  <a:pt x="1554480" y="1226023"/>
                  <a:pt x="1554480" y="1234440"/>
                </a:cubicBezTo>
                <a:close/>
                <a:moveTo>
                  <a:pt x="1554480" y="1386840"/>
                </a:moveTo>
                <a:cubicBezTo>
                  <a:pt x="1554480" y="1395257"/>
                  <a:pt x="1547657" y="1402080"/>
                  <a:pt x="1539240" y="1402080"/>
                </a:cubicBezTo>
                <a:cubicBezTo>
                  <a:pt x="1530823" y="1402080"/>
                  <a:pt x="1524000" y="1395257"/>
                  <a:pt x="1524000" y="1386840"/>
                </a:cubicBezTo>
                <a:cubicBezTo>
                  <a:pt x="1524000" y="1378423"/>
                  <a:pt x="1530823" y="1371600"/>
                  <a:pt x="1539240" y="1371600"/>
                </a:cubicBezTo>
                <a:cubicBezTo>
                  <a:pt x="1547657" y="1371600"/>
                  <a:pt x="1554480" y="1378423"/>
                  <a:pt x="1554480" y="1386840"/>
                </a:cubicBezTo>
                <a:close/>
                <a:moveTo>
                  <a:pt x="1554480" y="1539240"/>
                </a:moveTo>
                <a:cubicBezTo>
                  <a:pt x="1554480" y="1547657"/>
                  <a:pt x="1547657" y="1554480"/>
                  <a:pt x="1539240" y="1554480"/>
                </a:cubicBezTo>
                <a:cubicBezTo>
                  <a:pt x="1530823" y="1554480"/>
                  <a:pt x="1524000" y="1547657"/>
                  <a:pt x="1524000" y="1539240"/>
                </a:cubicBezTo>
                <a:cubicBezTo>
                  <a:pt x="1524000" y="1530823"/>
                  <a:pt x="1530823" y="1524000"/>
                  <a:pt x="1539240" y="1524000"/>
                </a:cubicBezTo>
                <a:cubicBezTo>
                  <a:pt x="1547657" y="1524000"/>
                  <a:pt x="1554480" y="1530823"/>
                  <a:pt x="1554480" y="1539240"/>
                </a:cubicBezTo>
                <a:close/>
                <a:moveTo>
                  <a:pt x="1554480" y="1691640"/>
                </a:moveTo>
                <a:cubicBezTo>
                  <a:pt x="1554480" y="1700057"/>
                  <a:pt x="1547657" y="1706880"/>
                  <a:pt x="1539240" y="1706880"/>
                </a:cubicBezTo>
                <a:cubicBezTo>
                  <a:pt x="1530823" y="1706880"/>
                  <a:pt x="1524000" y="1700057"/>
                  <a:pt x="1524000" y="1691640"/>
                </a:cubicBezTo>
                <a:cubicBezTo>
                  <a:pt x="1524000" y="1683223"/>
                  <a:pt x="1530823" y="1676400"/>
                  <a:pt x="1539240" y="1676400"/>
                </a:cubicBezTo>
                <a:cubicBezTo>
                  <a:pt x="1547657" y="1676400"/>
                  <a:pt x="1554480" y="1683223"/>
                  <a:pt x="1554480" y="1691640"/>
                </a:cubicBezTo>
                <a:close/>
                <a:moveTo>
                  <a:pt x="1554480" y="1844040"/>
                </a:moveTo>
                <a:cubicBezTo>
                  <a:pt x="1554480" y="1852457"/>
                  <a:pt x="1547657" y="1859280"/>
                  <a:pt x="1539240" y="1859280"/>
                </a:cubicBezTo>
                <a:cubicBezTo>
                  <a:pt x="1530823" y="1859280"/>
                  <a:pt x="1524000" y="1852457"/>
                  <a:pt x="1524000" y="1844040"/>
                </a:cubicBezTo>
                <a:cubicBezTo>
                  <a:pt x="1524000" y="1835623"/>
                  <a:pt x="1530823" y="1828800"/>
                  <a:pt x="1539240" y="1828800"/>
                </a:cubicBezTo>
                <a:cubicBezTo>
                  <a:pt x="1547657" y="1828800"/>
                  <a:pt x="1554480" y="1835623"/>
                  <a:pt x="1554480" y="1844040"/>
                </a:cubicBezTo>
                <a:close/>
                <a:moveTo>
                  <a:pt x="1554480" y="1996440"/>
                </a:moveTo>
                <a:cubicBezTo>
                  <a:pt x="1554480" y="2004857"/>
                  <a:pt x="1547657" y="2011680"/>
                  <a:pt x="1539240" y="2011680"/>
                </a:cubicBezTo>
                <a:cubicBezTo>
                  <a:pt x="1530823" y="2011680"/>
                  <a:pt x="1524000" y="2004857"/>
                  <a:pt x="1524000" y="1996440"/>
                </a:cubicBezTo>
                <a:cubicBezTo>
                  <a:pt x="1524000" y="1988023"/>
                  <a:pt x="1530823" y="1981200"/>
                  <a:pt x="1539240" y="1981200"/>
                </a:cubicBezTo>
                <a:cubicBezTo>
                  <a:pt x="1547657" y="1981200"/>
                  <a:pt x="1554480" y="1988023"/>
                  <a:pt x="1554480" y="1996440"/>
                </a:cubicBezTo>
                <a:close/>
                <a:moveTo>
                  <a:pt x="1554480" y="2148840"/>
                </a:moveTo>
                <a:cubicBezTo>
                  <a:pt x="1554480" y="2157257"/>
                  <a:pt x="1547657" y="2164080"/>
                  <a:pt x="1539240" y="2164080"/>
                </a:cubicBezTo>
                <a:cubicBezTo>
                  <a:pt x="1530823" y="2164080"/>
                  <a:pt x="1524000" y="2157257"/>
                  <a:pt x="1524000" y="2148840"/>
                </a:cubicBezTo>
                <a:cubicBezTo>
                  <a:pt x="1524000" y="2140423"/>
                  <a:pt x="1530823" y="2133600"/>
                  <a:pt x="1539240" y="2133600"/>
                </a:cubicBezTo>
                <a:cubicBezTo>
                  <a:pt x="1547657" y="2133600"/>
                  <a:pt x="1554480" y="2140423"/>
                  <a:pt x="1554480" y="2148840"/>
                </a:cubicBezTo>
                <a:close/>
                <a:moveTo>
                  <a:pt x="1554480" y="2301240"/>
                </a:moveTo>
                <a:cubicBezTo>
                  <a:pt x="1554480" y="2309657"/>
                  <a:pt x="1547657" y="2316480"/>
                  <a:pt x="1539240" y="2316480"/>
                </a:cubicBezTo>
                <a:cubicBezTo>
                  <a:pt x="1530823" y="2316480"/>
                  <a:pt x="1524000" y="2309657"/>
                  <a:pt x="1524000" y="2301240"/>
                </a:cubicBezTo>
                <a:cubicBezTo>
                  <a:pt x="1524000" y="2292823"/>
                  <a:pt x="1530823" y="2286000"/>
                  <a:pt x="1539240" y="2286000"/>
                </a:cubicBezTo>
                <a:cubicBezTo>
                  <a:pt x="1547657" y="2286000"/>
                  <a:pt x="1554480" y="2292823"/>
                  <a:pt x="1554480" y="2301240"/>
                </a:cubicBezTo>
                <a:close/>
                <a:moveTo>
                  <a:pt x="1554480" y="2453640"/>
                </a:moveTo>
                <a:cubicBezTo>
                  <a:pt x="1554480" y="2462057"/>
                  <a:pt x="1547657" y="2468880"/>
                  <a:pt x="1539240" y="2468880"/>
                </a:cubicBezTo>
                <a:cubicBezTo>
                  <a:pt x="1530823" y="2468880"/>
                  <a:pt x="1524000" y="2462057"/>
                  <a:pt x="1524000" y="2453640"/>
                </a:cubicBezTo>
                <a:cubicBezTo>
                  <a:pt x="1524000" y="2445223"/>
                  <a:pt x="1530823" y="2438400"/>
                  <a:pt x="1539240" y="2438400"/>
                </a:cubicBezTo>
                <a:cubicBezTo>
                  <a:pt x="1547657" y="2438400"/>
                  <a:pt x="1554480" y="2445223"/>
                  <a:pt x="1554480" y="2453640"/>
                </a:cubicBezTo>
                <a:close/>
                <a:moveTo>
                  <a:pt x="1554480" y="2606040"/>
                </a:moveTo>
                <a:cubicBezTo>
                  <a:pt x="1554480" y="2614457"/>
                  <a:pt x="1547657" y="2621280"/>
                  <a:pt x="1539240" y="2621280"/>
                </a:cubicBezTo>
                <a:cubicBezTo>
                  <a:pt x="1530823" y="2621280"/>
                  <a:pt x="1524000" y="2614457"/>
                  <a:pt x="1524000" y="2606040"/>
                </a:cubicBezTo>
                <a:cubicBezTo>
                  <a:pt x="1524000" y="2597623"/>
                  <a:pt x="1530823" y="2590800"/>
                  <a:pt x="1539240" y="2590800"/>
                </a:cubicBezTo>
                <a:cubicBezTo>
                  <a:pt x="1547657" y="2590800"/>
                  <a:pt x="1554480" y="2597623"/>
                  <a:pt x="1554480" y="2606040"/>
                </a:cubicBezTo>
                <a:close/>
                <a:moveTo>
                  <a:pt x="1554480" y="2758440"/>
                </a:moveTo>
                <a:cubicBezTo>
                  <a:pt x="1554480" y="2766857"/>
                  <a:pt x="1547657" y="2773680"/>
                  <a:pt x="1539240" y="2773680"/>
                </a:cubicBezTo>
                <a:cubicBezTo>
                  <a:pt x="1530823" y="2773680"/>
                  <a:pt x="1524000" y="2766857"/>
                  <a:pt x="1524000" y="2758440"/>
                </a:cubicBezTo>
                <a:cubicBezTo>
                  <a:pt x="1524000" y="2750023"/>
                  <a:pt x="1530823" y="2743200"/>
                  <a:pt x="1539240" y="2743200"/>
                </a:cubicBezTo>
                <a:cubicBezTo>
                  <a:pt x="1547657" y="2743200"/>
                  <a:pt x="1554480" y="2750023"/>
                  <a:pt x="1554480" y="2758440"/>
                </a:cubicBezTo>
                <a:close/>
                <a:moveTo>
                  <a:pt x="1554480" y="2910840"/>
                </a:moveTo>
                <a:cubicBezTo>
                  <a:pt x="1554480" y="2919257"/>
                  <a:pt x="1547657" y="2926080"/>
                  <a:pt x="1539240" y="2926080"/>
                </a:cubicBezTo>
                <a:cubicBezTo>
                  <a:pt x="1530823" y="2926080"/>
                  <a:pt x="1524000" y="2919257"/>
                  <a:pt x="1524000" y="2910840"/>
                </a:cubicBezTo>
                <a:cubicBezTo>
                  <a:pt x="1524000" y="2902423"/>
                  <a:pt x="1530823" y="2895600"/>
                  <a:pt x="1539240" y="2895600"/>
                </a:cubicBezTo>
                <a:cubicBezTo>
                  <a:pt x="1547657" y="2895600"/>
                  <a:pt x="1554480" y="2902423"/>
                  <a:pt x="1554480" y="2910840"/>
                </a:cubicBezTo>
                <a:close/>
                <a:moveTo>
                  <a:pt x="1554480" y="3063240"/>
                </a:moveTo>
                <a:cubicBezTo>
                  <a:pt x="1554480" y="3071657"/>
                  <a:pt x="1547657" y="3078480"/>
                  <a:pt x="1539240" y="3078480"/>
                </a:cubicBezTo>
                <a:cubicBezTo>
                  <a:pt x="1530823" y="3078480"/>
                  <a:pt x="1524000" y="3071657"/>
                  <a:pt x="1524000" y="3063240"/>
                </a:cubicBezTo>
                <a:cubicBezTo>
                  <a:pt x="1524000" y="3054823"/>
                  <a:pt x="1530823" y="3048000"/>
                  <a:pt x="1539240" y="3048000"/>
                </a:cubicBezTo>
                <a:cubicBezTo>
                  <a:pt x="1547657" y="3048000"/>
                  <a:pt x="1554480" y="3054823"/>
                  <a:pt x="1554480" y="3063240"/>
                </a:cubicBezTo>
                <a:close/>
                <a:moveTo>
                  <a:pt x="1554480" y="3215640"/>
                </a:moveTo>
                <a:cubicBezTo>
                  <a:pt x="1554480" y="3224057"/>
                  <a:pt x="1547657" y="3230880"/>
                  <a:pt x="1539240" y="3230880"/>
                </a:cubicBezTo>
                <a:cubicBezTo>
                  <a:pt x="1530823" y="3230880"/>
                  <a:pt x="1524000" y="3224057"/>
                  <a:pt x="1524000" y="3215640"/>
                </a:cubicBezTo>
                <a:cubicBezTo>
                  <a:pt x="1524000" y="3207223"/>
                  <a:pt x="1530823" y="3200400"/>
                  <a:pt x="1539240" y="3200400"/>
                </a:cubicBezTo>
                <a:cubicBezTo>
                  <a:pt x="1547657" y="3200400"/>
                  <a:pt x="1554480" y="3207223"/>
                  <a:pt x="1554480" y="3215640"/>
                </a:cubicBezTo>
                <a:close/>
                <a:moveTo>
                  <a:pt x="1554480" y="3368040"/>
                </a:moveTo>
                <a:cubicBezTo>
                  <a:pt x="1554480" y="3376457"/>
                  <a:pt x="1547657" y="3383280"/>
                  <a:pt x="1539240" y="3383280"/>
                </a:cubicBezTo>
                <a:cubicBezTo>
                  <a:pt x="1530823" y="3383280"/>
                  <a:pt x="1524000" y="3376457"/>
                  <a:pt x="1524000" y="3368040"/>
                </a:cubicBezTo>
                <a:cubicBezTo>
                  <a:pt x="1524000" y="3359623"/>
                  <a:pt x="1530823" y="3352800"/>
                  <a:pt x="1539240" y="3352800"/>
                </a:cubicBezTo>
                <a:cubicBezTo>
                  <a:pt x="1547657" y="3352800"/>
                  <a:pt x="1554480" y="3359623"/>
                  <a:pt x="1554480" y="3368040"/>
                </a:cubicBezTo>
                <a:close/>
                <a:moveTo>
                  <a:pt x="1554480" y="3520440"/>
                </a:moveTo>
                <a:cubicBezTo>
                  <a:pt x="1554480" y="3528857"/>
                  <a:pt x="1547657" y="3535680"/>
                  <a:pt x="1539240" y="3535680"/>
                </a:cubicBezTo>
                <a:cubicBezTo>
                  <a:pt x="1530823" y="3535680"/>
                  <a:pt x="1524000" y="3528857"/>
                  <a:pt x="1524000" y="3520440"/>
                </a:cubicBezTo>
                <a:cubicBezTo>
                  <a:pt x="1524000" y="3512023"/>
                  <a:pt x="1530823" y="3505200"/>
                  <a:pt x="1539240" y="3505200"/>
                </a:cubicBezTo>
                <a:cubicBezTo>
                  <a:pt x="1547657" y="3505200"/>
                  <a:pt x="1554480" y="3512023"/>
                  <a:pt x="1554480" y="3520440"/>
                </a:cubicBezTo>
                <a:close/>
                <a:moveTo>
                  <a:pt x="1554480" y="3672840"/>
                </a:moveTo>
                <a:cubicBezTo>
                  <a:pt x="1554480" y="3681257"/>
                  <a:pt x="1547657" y="3688080"/>
                  <a:pt x="1539240" y="3688080"/>
                </a:cubicBezTo>
                <a:cubicBezTo>
                  <a:pt x="1530823" y="3688080"/>
                  <a:pt x="1524000" y="3681257"/>
                  <a:pt x="1524000" y="3672840"/>
                </a:cubicBezTo>
                <a:cubicBezTo>
                  <a:pt x="1524000" y="3664423"/>
                  <a:pt x="1530823" y="3657600"/>
                  <a:pt x="1539240" y="3657600"/>
                </a:cubicBezTo>
                <a:cubicBezTo>
                  <a:pt x="1547657" y="3657600"/>
                  <a:pt x="1554480" y="3664423"/>
                  <a:pt x="1554480" y="3672840"/>
                </a:cubicBezTo>
                <a:close/>
                <a:moveTo>
                  <a:pt x="1554480" y="3825240"/>
                </a:moveTo>
                <a:cubicBezTo>
                  <a:pt x="1554480" y="3833657"/>
                  <a:pt x="1547657" y="3840480"/>
                  <a:pt x="1539240" y="3840480"/>
                </a:cubicBezTo>
                <a:cubicBezTo>
                  <a:pt x="1530823" y="3840480"/>
                  <a:pt x="1524000" y="3833657"/>
                  <a:pt x="1524000" y="3825240"/>
                </a:cubicBezTo>
                <a:cubicBezTo>
                  <a:pt x="1524000" y="3816823"/>
                  <a:pt x="1530823" y="3810000"/>
                  <a:pt x="1539240" y="3810000"/>
                </a:cubicBezTo>
                <a:cubicBezTo>
                  <a:pt x="1547657" y="3810000"/>
                  <a:pt x="1554480" y="3816823"/>
                  <a:pt x="1554480" y="3825240"/>
                </a:cubicBezTo>
                <a:close/>
                <a:moveTo>
                  <a:pt x="1554480" y="3977640"/>
                </a:moveTo>
                <a:cubicBezTo>
                  <a:pt x="1554480" y="3986057"/>
                  <a:pt x="1547657" y="3992880"/>
                  <a:pt x="1539240" y="3992880"/>
                </a:cubicBezTo>
                <a:cubicBezTo>
                  <a:pt x="1530823" y="3992880"/>
                  <a:pt x="1524000" y="3986057"/>
                  <a:pt x="1524000" y="3977640"/>
                </a:cubicBezTo>
                <a:cubicBezTo>
                  <a:pt x="1524000" y="3969223"/>
                  <a:pt x="1530823" y="3962400"/>
                  <a:pt x="1539240" y="3962400"/>
                </a:cubicBezTo>
                <a:cubicBezTo>
                  <a:pt x="1547657" y="3962400"/>
                  <a:pt x="1554480" y="3969223"/>
                  <a:pt x="1554480" y="3977640"/>
                </a:cubicBezTo>
                <a:close/>
                <a:moveTo>
                  <a:pt x="1554480" y="4130040"/>
                </a:moveTo>
                <a:cubicBezTo>
                  <a:pt x="1554480" y="4138457"/>
                  <a:pt x="1547657" y="4145280"/>
                  <a:pt x="1539240" y="4145280"/>
                </a:cubicBezTo>
                <a:cubicBezTo>
                  <a:pt x="1530823" y="4145280"/>
                  <a:pt x="1524000" y="4138457"/>
                  <a:pt x="1524000" y="4130040"/>
                </a:cubicBezTo>
                <a:cubicBezTo>
                  <a:pt x="1524000" y="4121623"/>
                  <a:pt x="1530823" y="4114800"/>
                  <a:pt x="1539240" y="4114800"/>
                </a:cubicBezTo>
                <a:cubicBezTo>
                  <a:pt x="1547657" y="4114800"/>
                  <a:pt x="1554480" y="4121623"/>
                  <a:pt x="1554480" y="4130040"/>
                </a:cubicBezTo>
                <a:close/>
                <a:moveTo>
                  <a:pt x="1554480" y="4282440"/>
                </a:moveTo>
                <a:cubicBezTo>
                  <a:pt x="1554480" y="4290857"/>
                  <a:pt x="1547657" y="4297680"/>
                  <a:pt x="1539240" y="4297680"/>
                </a:cubicBezTo>
                <a:cubicBezTo>
                  <a:pt x="1530823" y="4297680"/>
                  <a:pt x="1524000" y="4290857"/>
                  <a:pt x="1524000" y="4282440"/>
                </a:cubicBezTo>
                <a:cubicBezTo>
                  <a:pt x="1524000" y="4274023"/>
                  <a:pt x="1530823" y="4267200"/>
                  <a:pt x="1539240" y="4267200"/>
                </a:cubicBezTo>
                <a:cubicBezTo>
                  <a:pt x="1547657" y="4267200"/>
                  <a:pt x="1554480" y="4274023"/>
                  <a:pt x="1554480" y="4282440"/>
                </a:cubicBezTo>
                <a:close/>
                <a:moveTo>
                  <a:pt x="1554480" y="4434840"/>
                </a:moveTo>
                <a:cubicBezTo>
                  <a:pt x="1554480" y="4443257"/>
                  <a:pt x="1547657" y="4450080"/>
                  <a:pt x="1539240" y="4450080"/>
                </a:cubicBezTo>
                <a:cubicBezTo>
                  <a:pt x="1530823" y="4450080"/>
                  <a:pt x="1524000" y="4443257"/>
                  <a:pt x="1524000" y="4434840"/>
                </a:cubicBezTo>
                <a:cubicBezTo>
                  <a:pt x="1524000" y="4426423"/>
                  <a:pt x="1530823" y="4419600"/>
                  <a:pt x="1539240" y="4419600"/>
                </a:cubicBezTo>
                <a:cubicBezTo>
                  <a:pt x="1547657" y="4419600"/>
                  <a:pt x="1554480" y="4426423"/>
                  <a:pt x="1554480" y="4434840"/>
                </a:cubicBezTo>
                <a:close/>
                <a:moveTo>
                  <a:pt x="1706880" y="15240"/>
                </a:moveTo>
                <a:cubicBezTo>
                  <a:pt x="1706880" y="23657"/>
                  <a:pt x="1700057" y="30480"/>
                  <a:pt x="1691640" y="30480"/>
                </a:cubicBezTo>
                <a:cubicBezTo>
                  <a:pt x="1683223" y="30480"/>
                  <a:pt x="1676400" y="23657"/>
                  <a:pt x="1676400" y="15240"/>
                </a:cubicBezTo>
                <a:cubicBezTo>
                  <a:pt x="1676400" y="6823"/>
                  <a:pt x="1683223" y="0"/>
                  <a:pt x="1691640" y="0"/>
                </a:cubicBezTo>
                <a:cubicBezTo>
                  <a:pt x="1700057" y="0"/>
                  <a:pt x="1706880" y="6823"/>
                  <a:pt x="1706880" y="15240"/>
                </a:cubicBezTo>
                <a:close/>
                <a:moveTo>
                  <a:pt x="1706880" y="167640"/>
                </a:moveTo>
                <a:cubicBezTo>
                  <a:pt x="1706880" y="176057"/>
                  <a:pt x="1700057" y="182880"/>
                  <a:pt x="1691640" y="182880"/>
                </a:cubicBezTo>
                <a:cubicBezTo>
                  <a:pt x="1683223" y="182880"/>
                  <a:pt x="1676400" y="176057"/>
                  <a:pt x="1676400" y="167640"/>
                </a:cubicBezTo>
                <a:cubicBezTo>
                  <a:pt x="1676400" y="159223"/>
                  <a:pt x="1683223" y="152400"/>
                  <a:pt x="1691640" y="152400"/>
                </a:cubicBezTo>
                <a:cubicBezTo>
                  <a:pt x="1700057" y="152400"/>
                  <a:pt x="1706880" y="159223"/>
                  <a:pt x="1706880" y="167640"/>
                </a:cubicBezTo>
                <a:close/>
                <a:moveTo>
                  <a:pt x="1706880" y="320040"/>
                </a:moveTo>
                <a:cubicBezTo>
                  <a:pt x="1706880" y="328457"/>
                  <a:pt x="1700057" y="335280"/>
                  <a:pt x="1691640" y="335280"/>
                </a:cubicBezTo>
                <a:cubicBezTo>
                  <a:pt x="1683223" y="335280"/>
                  <a:pt x="1676400" y="328457"/>
                  <a:pt x="1676400" y="320040"/>
                </a:cubicBezTo>
                <a:cubicBezTo>
                  <a:pt x="1676400" y="311623"/>
                  <a:pt x="1683223" y="304800"/>
                  <a:pt x="1691640" y="304800"/>
                </a:cubicBezTo>
                <a:cubicBezTo>
                  <a:pt x="1700057" y="304800"/>
                  <a:pt x="1706880" y="311623"/>
                  <a:pt x="1706880" y="320040"/>
                </a:cubicBezTo>
                <a:close/>
                <a:moveTo>
                  <a:pt x="1706880" y="472440"/>
                </a:moveTo>
                <a:cubicBezTo>
                  <a:pt x="1706880" y="480857"/>
                  <a:pt x="1700057" y="487680"/>
                  <a:pt x="1691640" y="487680"/>
                </a:cubicBezTo>
                <a:cubicBezTo>
                  <a:pt x="1683223" y="487680"/>
                  <a:pt x="1676400" y="480857"/>
                  <a:pt x="1676400" y="472440"/>
                </a:cubicBezTo>
                <a:cubicBezTo>
                  <a:pt x="1676400" y="464023"/>
                  <a:pt x="1683223" y="457200"/>
                  <a:pt x="1691640" y="457200"/>
                </a:cubicBezTo>
                <a:cubicBezTo>
                  <a:pt x="1700057" y="457200"/>
                  <a:pt x="1706880" y="464023"/>
                  <a:pt x="1706880" y="472440"/>
                </a:cubicBezTo>
                <a:close/>
                <a:moveTo>
                  <a:pt x="1706880" y="624840"/>
                </a:moveTo>
                <a:cubicBezTo>
                  <a:pt x="1706880" y="633257"/>
                  <a:pt x="1700057" y="640080"/>
                  <a:pt x="1691640" y="640080"/>
                </a:cubicBezTo>
                <a:cubicBezTo>
                  <a:pt x="1683223" y="640080"/>
                  <a:pt x="1676400" y="633257"/>
                  <a:pt x="1676400" y="624840"/>
                </a:cubicBezTo>
                <a:cubicBezTo>
                  <a:pt x="1676400" y="616423"/>
                  <a:pt x="1683223" y="609600"/>
                  <a:pt x="1691640" y="609600"/>
                </a:cubicBezTo>
                <a:cubicBezTo>
                  <a:pt x="1700057" y="609600"/>
                  <a:pt x="1706880" y="616423"/>
                  <a:pt x="1706880" y="624840"/>
                </a:cubicBezTo>
                <a:close/>
                <a:moveTo>
                  <a:pt x="1706880" y="777240"/>
                </a:moveTo>
                <a:cubicBezTo>
                  <a:pt x="1706880" y="785657"/>
                  <a:pt x="1700057" y="792480"/>
                  <a:pt x="1691640" y="792480"/>
                </a:cubicBezTo>
                <a:cubicBezTo>
                  <a:pt x="1683223" y="792480"/>
                  <a:pt x="1676400" y="785657"/>
                  <a:pt x="1676400" y="777240"/>
                </a:cubicBezTo>
                <a:cubicBezTo>
                  <a:pt x="1676400" y="768823"/>
                  <a:pt x="1683223" y="762000"/>
                  <a:pt x="1691640" y="762000"/>
                </a:cubicBezTo>
                <a:cubicBezTo>
                  <a:pt x="1700057" y="762000"/>
                  <a:pt x="1706880" y="768823"/>
                  <a:pt x="1706880" y="777240"/>
                </a:cubicBezTo>
                <a:close/>
                <a:moveTo>
                  <a:pt x="1706880" y="929640"/>
                </a:moveTo>
                <a:cubicBezTo>
                  <a:pt x="1706880" y="938057"/>
                  <a:pt x="1700057" y="944880"/>
                  <a:pt x="1691640" y="944880"/>
                </a:cubicBezTo>
                <a:cubicBezTo>
                  <a:pt x="1683223" y="944880"/>
                  <a:pt x="1676400" y="938057"/>
                  <a:pt x="1676400" y="929640"/>
                </a:cubicBezTo>
                <a:cubicBezTo>
                  <a:pt x="1676400" y="921223"/>
                  <a:pt x="1683223" y="914400"/>
                  <a:pt x="1691640" y="914400"/>
                </a:cubicBezTo>
                <a:cubicBezTo>
                  <a:pt x="1700057" y="914400"/>
                  <a:pt x="1706880" y="921223"/>
                  <a:pt x="1706880" y="929640"/>
                </a:cubicBezTo>
                <a:close/>
                <a:moveTo>
                  <a:pt x="1706880" y="1082040"/>
                </a:moveTo>
                <a:cubicBezTo>
                  <a:pt x="1706880" y="1090457"/>
                  <a:pt x="1700057" y="1097280"/>
                  <a:pt x="1691640" y="1097280"/>
                </a:cubicBezTo>
                <a:cubicBezTo>
                  <a:pt x="1683223" y="1097280"/>
                  <a:pt x="1676400" y="1090457"/>
                  <a:pt x="1676400" y="1082040"/>
                </a:cubicBezTo>
                <a:cubicBezTo>
                  <a:pt x="1676400" y="1073623"/>
                  <a:pt x="1683223" y="1066800"/>
                  <a:pt x="1691640" y="1066800"/>
                </a:cubicBezTo>
                <a:cubicBezTo>
                  <a:pt x="1700057" y="1066800"/>
                  <a:pt x="1706880" y="1073623"/>
                  <a:pt x="1706880" y="1082040"/>
                </a:cubicBezTo>
                <a:close/>
                <a:moveTo>
                  <a:pt x="1706880" y="1234440"/>
                </a:moveTo>
                <a:cubicBezTo>
                  <a:pt x="1706880" y="1242857"/>
                  <a:pt x="1700057" y="1249680"/>
                  <a:pt x="1691640" y="1249680"/>
                </a:cubicBezTo>
                <a:cubicBezTo>
                  <a:pt x="1683223" y="1249680"/>
                  <a:pt x="1676400" y="1242857"/>
                  <a:pt x="1676400" y="1234440"/>
                </a:cubicBezTo>
                <a:cubicBezTo>
                  <a:pt x="1676400" y="1226023"/>
                  <a:pt x="1683223" y="1219200"/>
                  <a:pt x="1691640" y="1219200"/>
                </a:cubicBezTo>
                <a:cubicBezTo>
                  <a:pt x="1700057" y="1219200"/>
                  <a:pt x="1706880" y="1226023"/>
                  <a:pt x="1706880" y="1234440"/>
                </a:cubicBezTo>
                <a:close/>
                <a:moveTo>
                  <a:pt x="1706880" y="1386840"/>
                </a:moveTo>
                <a:cubicBezTo>
                  <a:pt x="1706880" y="1395257"/>
                  <a:pt x="1700057" y="1402080"/>
                  <a:pt x="1691640" y="1402080"/>
                </a:cubicBezTo>
                <a:cubicBezTo>
                  <a:pt x="1683223" y="1402080"/>
                  <a:pt x="1676400" y="1395257"/>
                  <a:pt x="1676400" y="1386840"/>
                </a:cubicBezTo>
                <a:cubicBezTo>
                  <a:pt x="1676400" y="1378423"/>
                  <a:pt x="1683223" y="1371600"/>
                  <a:pt x="1691640" y="1371600"/>
                </a:cubicBezTo>
                <a:cubicBezTo>
                  <a:pt x="1700057" y="1371600"/>
                  <a:pt x="1706880" y="1378423"/>
                  <a:pt x="1706880" y="1386840"/>
                </a:cubicBezTo>
                <a:close/>
                <a:moveTo>
                  <a:pt x="1706880" y="1539240"/>
                </a:moveTo>
                <a:cubicBezTo>
                  <a:pt x="1706880" y="1547657"/>
                  <a:pt x="1700057" y="1554480"/>
                  <a:pt x="1691640" y="1554480"/>
                </a:cubicBezTo>
                <a:cubicBezTo>
                  <a:pt x="1683223" y="1554480"/>
                  <a:pt x="1676400" y="1547657"/>
                  <a:pt x="1676400" y="1539240"/>
                </a:cubicBezTo>
                <a:cubicBezTo>
                  <a:pt x="1676400" y="1530823"/>
                  <a:pt x="1683223" y="1524000"/>
                  <a:pt x="1691640" y="1524000"/>
                </a:cubicBezTo>
                <a:cubicBezTo>
                  <a:pt x="1700057" y="1524000"/>
                  <a:pt x="1706880" y="1530823"/>
                  <a:pt x="1706880" y="1539240"/>
                </a:cubicBezTo>
                <a:close/>
                <a:moveTo>
                  <a:pt x="1706880" y="1691640"/>
                </a:moveTo>
                <a:cubicBezTo>
                  <a:pt x="1706880" y="1700057"/>
                  <a:pt x="1700057" y="1706880"/>
                  <a:pt x="1691640" y="1706880"/>
                </a:cubicBezTo>
                <a:cubicBezTo>
                  <a:pt x="1683223" y="1706880"/>
                  <a:pt x="1676400" y="1700057"/>
                  <a:pt x="1676400" y="1691640"/>
                </a:cubicBezTo>
                <a:cubicBezTo>
                  <a:pt x="1676400" y="1683223"/>
                  <a:pt x="1683223" y="1676400"/>
                  <a:pt x="1691640" y="1676400"/>
                </a:cubicBezTo>
                <a:cubicBezTo>
                  <a:pt x="1700057" y="1676400"/>
                  <a:pt x="1706880" y="1683223"/>
                  <a:pt x="1706880" y="1691640"/>
                </a:cubicBezTo>
                <a:close/>
                <a:moveTo>
                  <a:pt x="1706880" y="1844040"/>
                </a:moveTo>
                <a:cubicBezTo>
                  <a:pt x="1706880" y="1852457"/>
                  <a:pt x="1700057" y="1859280"/>
                  <a:pt x="1691640" y="1859280"/>
                </a:cubicBezTo>
                <a:cubicBezTo>
                  <a:pt x="1683223" y="1859280"/>
                  <a:pt x="1676400" y="1852457"/>
                  <a:pt x="1676400" y="1844040"/>
                </a:cubicBezTo>
                <a:cubicBezTo>
                  <a:pt x="1676400" y="1835623"/>
                  <a:pt x="1683223" y="1828800"/>
                  <a:pt x="1691640" y="1828800"/>
                </a:cubicBezTo>
                <a:cubicBezTo>
                  <a:pt x="1700057" y="1828800"/>
                  <a:pt x="1706880" y="1835623"/>
                  <a:pt x="1706880" y="1844040"/>
                </a:cubicBezTo>
                <a:close/>
                <a:moveTo>
                  <a:pt x="1706880" y="1996440"/>
                </a:moveTo>
                <a:cubicBezTo>
                  <a:pt x="1706880" y="2004857"/>
                  <a:pt x="1700057" y="2011680"/>
                  <a:pt x="1691640" y="2011680"/>
                </a:cubicBezTo>
                <a:cubicBezTo>
                  <a:pt x="1683223" y="2011680"/>
                  <a:pt x="1676400" y="2004857"/>
                  <a:pt x="1676400" y="1996440"/>
                </a:cubicBezTo>
                <a:cubicBezTo>
                  <a:pt x="1676400" y="1988023"/>
                  <a:pt x="1683223" y="1981200"/>
                  <a:pt x="1691640" y="1981200"/>
                </a:cubicBezTo>
                <a:cubicBezTo>
                  <a:pt x="1700057" y="1981200"/>
                  <a:pt x="1706880" y="1988023"/>
                  <a:pt x="1706880" y="1996440"/>
                </a:cubicBezTo>
                <a:close/>
                <a:moveTo>
                  <a:pt x="1706880" y="2148840"/>
                </a:moveTo>
                <a:cubicBezTo>
                  <a:pt x="1706880" y="2157257"/>
                  <a:pt x="1700057" y="2164080"/>
                  <a:pt x="1691640" y="2164080"/>
                </a:cubicBezTo>
                <a:cubicBezTo>
                  <a:pt x="1683223" y="2164080"/>
                  <a:pt x="1676400" y="2157257"/>
                  <a:pt x="1676400" y="2148840"/>
                </a:cubicBezTo>
                <a:cubicBezTo>
                  <a:pt x="1676400" y="2140423"/>
                  <a:pt x="1683223" y="2133600"/>
                  <a:pt x="1691640" y="2133600"/>
                </a:cubicBezTo>
                <a:cubicBezTo>
                  <a:pt x="1700057" y="2133600"/>
                  <a:pt x="1706880" y="2140423"/>
                  <a:pt x="1706880" y="2148840"/>
                </a:cubicBezTo>
                <a:close/>
                <a:moveTo>
                  <a:pt x="1706880" y="2301240"/>
                </a:moveTo>
                <a:cubicBezTo>
                  <a:pt x="1706880" y="2309657"/>
                  <a:pt x="1700057" y="2316480"/>
                  <a:pt x="1691640" y="2316480"/>
                </a:cubicBezTo>
                <a:cubicBezTo>
                  <a:pt x="1683223" y="2316480"/>
                  <a:pt x="1676400" y="2309657"/>
                  <a:pt x="1676400" y="2301240"/>
                </a:cubicBezTo>
                <a:cubicBezTo>
                  <a:pt x="1676400" y="2292823"/>
                  <a:pt x="1683223" y="2286000"/>
                  <a:pt x="1691640" y="2286000"/>
                </a:cubicBezTo>
                <a:cubicBezTo>
                  <a:pt x="1700057" y="2286000"/>
                  <a:pt x="1706880" y="2292823"/>
                  <a:pt x="1706880" y="2301240"/>
                </a:cubicBezTo>
                <a:close/>
                <a:moveTo>
                  <a:pt x="1706880" y="2453640"/>
                </a:moveTo>
                <a:cubicBezTo>
                  <a:pt x="1706880" y="2462057"/>
                  <a:pt x="1700057" y="2468880"/>
                  <a:pt x="1691640" y="2468880"/>
                </a:cubicBezTo>
                <a:cubicBezTo>
                  <a:pt x="1683223" y="2468880"/>
                  <a:pt x="1676400" y="2462057"/>
                  <a:pt x="1676400" y="2453640"/>
                </a:cubicBezTo>
                <a:cubicBezTo>
                  <a:pt x="1676400" y="2445223"/>
                  <a:pt x="1683223" y="2438400"/>
                  <a:pt x="1691640" y="2438400"/>
                </a:cubicBezTo>
                <a:cubicBezTo>
                  <a:pt x="1700057" y="2438400"/>
                  <a:pt x="1706880" y="2445223"/>
                  <a:pt x="1706880" y="2453640"/>
                </a:cubicBezTo>
                <a:close/>
                <a:moveTo>
                  <a:pt x="1706880" y="2606040"/>
                </a:moveTo>
                <a:cubicBezTo>
                  <a:pt x="1706880" y="2614457"/>
                  <a:pt x="1700057" y="2621280"/>
                  <a:pt x="1691640" y="2621280"/>
                </a:cubicBezTo>
                <a:cubicBezTo>
                  <a:pt x="1683223" y="2621280"/>
                  <a:pt x="1676400" y="2614457"/>
                  <a:pt x="1676400" y="2606040"/>
                </a:cubicBezTo>
                <a:cubicBezTo>
                  <a:pt x="1676400" y="2597623"/>
                  <a:pt x="1683223" y="2590800"/>
                  <a:pt x="1691640" y="2590800"/>
                </a:cubicBezTo>
                <a:cubicBezTo>
                  <a:pt x="1700057" y="2590800"/>
                  <a:pt x="1706880" y="2597623"/>
                  <a:pt x="1706880" y="2606040"/>
                </a:cubicBezTo>
                <a:close/>
                <a:moveTo>
                  <a:pt x="1706880" y="2758440"/>
                </a:moveTo>
                <a:cubicBezTo>
                  <a:pt x="1706880" y="2766857"/>
                  <a:pt x="1700057" y="2773680"/>
                  <a:pt x="1691640" y="2773680"/>
                </a:cubicBezTo>
                <a:cubicBezTo>
                  <a:pt x="1683223" y="2773680"/>
                  <a:pt x="1676400" y="2766857"/>
                  <a:pt x="1676400" y="2758440"/>
                </a:cubicBezTo>
                <a:cubicBezTo>
                  <a:pt x="1676400" y="2750023"/>
                  <a:pt x="1683223" y="2743200"/>
                  <a:pt x="1691640" y="2743200"/>
                </a:cubicBezTo>
                <a:cubicBezTo>
                  <a:pt x="1700057" y="2743200"/>
                  <a:pt x="1706880" y="2750023"/>
                  <a:pt x="1706880" y="2758440"/>
                </a:cubicBezTo>
                <a:close/>
                <a:moveTo>
                  <a:pt x="1706880" y="2910840"/>
                </a:moveTo>
                <a:cubicBezTo>
                  <a:pt x="1706880" y="2919257"/>
                  <a:pt x="1700057" y="2926080"/>
                  <a:pt x="1691640" y="2926080"/>
                </a:cubicBezTo>
                <a:cubicBezTo>
                  <a:pt x="1683223" y="2926080"/>
                  <a:pt x="1676400" y="2919257"/>
                  <a:pt x="1676400" y="2910840"/>
                </a:cubicBezTo>
                <a:cubicBezTo>
                  <a:pt x="1676400" y="2902423"/>
                  <a:pt x="1683223" y="2895600"/>
                  <a:pt x="1691640" y="2895600"/>
                </a:cubicBezTo>
                <a:cubicBezTo>
                  <a:pt x="1700057" y="2895600"/>
                  <a:pt x="1706880" y="2902423"/>
                  <a:pt x="1706880" y="2910840"/>
                </a:cubicBezTo>
                <a:close/>
                <a:moveTo>
                  <a:pt x="1706880" y="3063240"/>
                </a:moveTo>
                <a:cubicBezTo>
                  <a:pt x="1706880" y="3071657"/>
                  <a:pt x="1700057" y="3078480"/>
                  <a:pt x="1691640" y="3078480"/>
                </a:cubicBezTo>
                <a:cubicBezTo>
                  <a:pt x="1683223" y="3078480"/>
                  <a:pt x="1676400" y="3071657"/>
                  <a:pt x="1676400" y="3063240"/>
                </a:cubicBezTo>
                <a:cubicBezTo>
                  <a:pt x="1676400" y="3054823"/>
                  <a:pt x="1683223" y="3048000"/>
                  <a:pt x="1691640" y="3048000"/>
                </a:cubicBezTo>
                <a:cubicBezTo>
                  <a:pt x="1700057" y="3048000"/>
                  <a:pt x="1706880" y="3054823"/>
                  <a:pt x="1706880" y="3063240"/>
                </a:cubicBezTo>
                <a:close/>
                <a:moveTo>
                  <a:pt x="1706880" y="3215640"/>
                </a:moveTo>
                <a:cubicBezTo>
                  <a:pt x="1706880" y="3224057"/>
                  <a:pt x="1700057" y="3230880"/>
                  <a:pt x="1691640" y="3230880"/>
                </a:cubicBezTo>
                <a:cubicBezTo>
                  <a:pt x="1683223" y="3230880"/>
                  <a:pt x="1676400" y="3224057"/>
                  <a:pt x="1676400" y="3215640"/>
                </a:cubicBezTo>
                <a:cubicBezTo>
                  <a:pt x="1676400" y="3207223"/>
                  <a:pt x="1683223" y="3200400"/>
                  <a:pt x="1691640" y="3200400"/>
                </a:cubicBezTo>
                <a:cubicBezTo>
                  <a:pt x="1700057" y="3200400"/>
                  <a:pt x="1706880" y="3207223"/>
                  <a:pt x="1706880" y="3215640"/>
                </a:cubicBezTo>
                <a:close/>
                <a:moveTo>
                  <a:pt x="1706880" y="3368040"/>
                </a:moveTo>
                <a:cubicBezTo>
                  <a:pt x="1706880" y="3376457"/>
                  <a:pt x="1700057" y="3383280"/>
                  <a:pt x="1691640" y="3383280"/>
                </a:cubicBezTo>
                <a:cubicBezTo>
                  <a:pt x="1683223" y="3383280"/>
                  <a:pt x="1676400" y="3376457"/>
                  <a:pt x="1676400" y="3368040"/>
                </a:cubicBezTo>
                <a:cubicBezTo>
                  <a:pt x="1676400" y="3359623"/>
                  <a:pt x="1683223" y="3352800"/>
                  <a:pt x="1691640" y="3352800"/>
                </a:cubicBezTo>
                <a:cubicBezTo>
                  <a:pt x="1700057" y="3352800"/>
                  <a:pt x="1706880" y="3359623"/>
                  <a:pt x="1706880" y="3368040"/>
                </a:cubicBezTo>
                <a:close/>
                <a:moveTo>
                  <a:pt x="1706880" y="3520440"/>
                </a:moveTo>
                <a:cubicBezTo>
                  <a:pt x="1706880" y="3528857"/>
                  <a:pt x="1700057" y="3535680"/>
                  <a:pt x="1691640" y="3535680"/>
                </a:cubicBezTo>
                <a:cubicBezTo>
                  <a:pt x="1683223" y="3535680"/>
                  <a:pt x="1676400" y="3528857"/>
                  <a:pt x="1676400" y="3520440"/>
                </a:cubicBezTo>
                <a:cubicBezTo>
                  <a:pt x="1676400" y="3512023"/>
                  <a:pt x="1683223" y="3505200"/>
                  <a:pt x="1691640" y="3505200"/>
                </a:cubicBezTo>
                <a:cubicBezTo>
                  <a:pt x="1700057" y="3505200"/>
                  <a:pt x="1706880" y="3512023"/>
                  <a:pt x="1706880" y="3520440"/>
                </a:cubicBezTo>
                <a:close/>
                <a:moveTo>
                  <a:pt x="1706880" y="3672840"/>
                </a:moveTo>
                <a:cubicBezTo>
                  <a:pt x="1706880" y="3681257"/>
                  <a:pt x="1700057" y="3688080"/>
                  <a:pt x="1691640" y="3688080"/>
                </a:cubicBezTo>
                <a:cubicBezTo>
                  <a:pt x="1683223" y="3688080"/>
                  <a:pt x="1676400" y="3681257"/>
                  <a:pt x="1676400" y="3672840"/>
                </a:cubicBezTo>
                <a:cubicBezTo>
                  <a:pt x="1676400" y="3664423"/>
                  <a:pt x="1683223" y="3657600"/>
                  <a:pt x="1691640" y="3657600"/>
                </a:cubicBezTo>
                <a:cubicBezTo>
                  <a:pt x="1700057" y="3657600"/>
                  <a:pt x="1706880" y="3664423"/>
                  <a:pt x="1706880" y="3672840"/>
                </a:cubicBezTo>
                <a:close/>
                <a:moveTo>
                  <a:pt x="1706880" y="3825240"/>
                </a:moveTo>
                <a:cubicBezTo>
                  <a:pt x="1706880" y="3833657"/>
                  <a:pt x="1700057" y="3840480"/>
                  <a:pt x="1691640" y="3840480"/>
                </a:cubicBezTo>
                <a:cubicBezTo>
                  <a:pt x="1683223" y="3840480"/>
                  <a:pt x="1676400" y="3833657"/>
                  <a:pt x="1676400" y="3825240"/>
                </a:cubicBezTo>
                <a:cubicBezTo>
                  <a:pt x="1676400" y="3816823"/>
                  <a:pt x="1683223" y="3810000"/>
                  <a:pt x="1691640" y="3810000"/>
                </a:cubicBezTo>
                <a:cubicBezTo>
                  <a:pt x="1700057" y="3810000"/>
                  <a:pt x="1706880" y="3816823"/>
                  <a:pt x="1706880" y="3825240"/>
                </a:cubicBezTo>
                <a:close/>
                <a:moveTo>
                  <a:pt x="1706880" y="3977640"/>
                </a:moveTo>
                <a:cubicBezTo>
                  <a:pt x="1706880" y="3986057"/>
                  <a:pt x="1700057" y="3992880"/>
                  <a:pt x="1691640" y="3992880"/>
                </a:cubicBezTo>
                <a:cubicBezTo>
                  <a:pt x="1683223" y="3992880"/>
                  <a:pt x="1676400" y="3986057"/>
                  <a:pt x="1676400" y="3977640"/>
                </a:cubicBezTo>
                <a:cubicBezTo>
                  <a:pt x="1676400" y="3969223"/>
                  <a:pt x="1683223" y="3962400"/>
                  <a:pt x="1691640" y="3962400"/>
                </a:cubicBezTo>
                <a:cubicBezTo>
                  <a:pt x="1700057" y="3962400"/>
                  <a:pt x="1706880" y="3969223"/>
                  <a:pt x="1706880" y="3977640"/>
                </a:cubicBezTo>
                <a:close/>
                <a:moveTo>
                  <a:pt x="1706880" y="4130040"/>
                </a:moveTo>
                <a:cubicBezTo>
                  <a:pt x="1706880" y="4138457"/>
                  <a:pt x="1700057" y="4145280"/>
                  <a:pt x="1691640" y="4145280"/>
                </a:cubicBezTo>
                <a:cubicBezTo>
                  <a:pt x="1683223" y="4145280"/>
                  <a:pt x="1676400" y="4138457"/>
                  <a:pt x="1676400" y="4130040"/>
                </a:cubicBezTo>
                <a:cubicBezTo>
                  <a:pt x="1676400" y="4121623"/>
                  <a:pt x="1683223" y="4114800"/>
                  <a:pt x="1691640" y="4114800"/>
                </a:cubicBezTo>
                <a:cubicBezTo>
                  <a:pt x="1700057" y="4114800"/>
                  <a:pt x="1706880" y="4121623"/>
                  <a:pt x="1706880" y="4130040"/>
                </a:cubicBezTo>
                <a:close/>
                <a:moveTo>
                  <a:pt x="1706880" y="4282440"/>
                </a:moveTo>
                <a:cubicBezTo>
                  <a:pt x="1706880" y="4290857"/>
                  <a:pt x="1700057" y="4297680"/>
                  <a:pt x="1691640" y="4297680"/>
                </a:cubicBezTo>
                <a:cubicBezTo>
                  <a:pt x="1683223" y="4297680"/>
                  <a:pt x="1676400" y="4290857"/>
                  <a:pt x="1676400" y="4282440"/>
                </a:cubicBezTo>
                <a:cubicBezTo>
                  <a:pt x="1676400" y="4274023"/>
                  <a:pt x="1683223" y="4267200"/>
                  <a:pt x="1691640" y="4267200"/>
                </a:cubicBezTo>
                <a:cubicBezTo>
                  <a:pt x="1700057" y="4267200"/>
                  <a:pt x="1706880" y="4274023"/>
                  <a:pt x="1706880" y="4282440"/>
                </a:cubicBezTo>
                <a:close/>
                <a:moveTo>
                  <a:pt x="1706880" y="4434840"/>
                </a:moveTo>
                <a:cubicBezTo>
                  <a:pt x="1706880" y="4443257"/>
                  <a:pt x="1700057" y="4450080"/>
                  <a:pt x="1691640" y="4450080"/>
                </a:cubicBezTo>
                <a:cubicBezTo>
                  <a:pt x="1683223" y="4450080"/>
                  <a:pt x="1676400" y="4443257"/>
                  <a:pt x="1676400" y="4434840"/>
                </a:cubicBezTo>
                <a:cubicBezTo>
                  <a:pt x="1676400" y="4426423"/>
                  <a:pt x="1683223" y="4419600"/>
                  <a:pt x="1691640" y="4419600"/>
                </a:cubicBezTo>
                <a:cubicBezTo>
                  <a:pt x="1700057" y="4419600"/>
                  <a:pt x="1706880" y="4426423"/>
                  <a:pt x="1706880" y="4434840"/>
                </a:cubicBezTo>
                <a:close/>
                <a:moveTo>
                  <a:pt x="1859280" y="15240"/>
                </a:moveTo>
                <a:cubicBezTo>
                  <a:pt x="1859280" y="23657"/>
                  <a:pt x="1852457" y="30480"/>
                  <a:pt x="1844040" y="30480"/>
                </a:cubicBezTo>
                <a:cubicBezTo>
                  <a:pt x="1835623" y="30480"/>
                  <a:pt x="1828800" y="23657"/>
                  <a:pt x="1828800" y="15240"/>
                </a:cubicBezTo>
                <a:cubicBezTo>
                  <a:pt x="1828800" y="6823"/>
                  <a:pt x="1835623" y="0"/>
                  <a:pt x="1844040" y="0"/>
                </a:cubicBezTo>
                <a:cubicBezTo>
                  <a:pt x="1852457" y="0"/>
                  <a:pt x="1859280" y="6823"/>
                  <a:pt x="1859280" y="15240"/>
                </a:cubicBezTo>
                <a:close/>
                <a:moveTo>
                  <a:pt x="1859280" y="167640"/>
                </a:moveTo>
                <a:cubicBezTo>
                  <a:pt x="1859280" y="176057"/>
                  <a:pt x="1852457" y="182880"/>
                  <a:pt x="1844040" y="182880"/>
                </a:cubicBezTo>
                <a:cubicBezTo>
                  <a:pt x="1835623" y="182880"/>
                  <a:pt x="1828800" y="176057"/>
                  <a:pt x="1828800" y="167640"/>
                </a:cubicBezTo>
                <a:cubicBezTo>
                  <a:pt x="1828800" y="159223"/>
                  <a:pt x="1835623" y="152400"/>
                  <a:pt x="1844040" y="152400"/>
                </a:cubicBezTo>
                <a:cubicBezTo>
                  <a:pt x="1852457" y="152400"/>
                  <a:pt x="1859280" y="159223"/>
                  <a:pt x="1859280" y="167640"/>
                </a:cubicBezTo>
                <a:close/>
                <a:moveTo>
                  <a:pt x="1859280" y="320040"/>
                </a:moveTo>
                <a:cubicBezTo>
                  <a:pt x="1859280" y="328457"/>
                  <a:pt x="1852457" y="335280"/>
                  <a:pt x="1844040" y="335280"/>
                </a:cubicBezTo>
                <a:cubicBezTo>
                  <a:pt x="1835623" y="335280"/>
                  <a:pt x="1828800" y="328457"/>
                  <a:pt x="1828800" y="320040"/>
                </a:cubicBezTo>
                <a:cubicBezTo>
                  <a:pt x="1828800" y="311623"/>
                  <a:pt x="1835623" y="304800"/>
                  <a:pt x="1844040" y="304800"/>
                </a:cubicBezTo>
                <a:cubicBezTo>
                  <a:pt x="1852457" y="304800"/>
                  <a:pt x="1859280" y="311623"/>
                  <a:pt x="1859280" y="320040"/>
                </a:cubicBezTo>
                <a:close/>
                <a:moveTo>
                  <a:pt x="1859280" y="472440"/>
                </a:moveTo>
                <a:cubicBezTo>
                  <a:pt x="1859280" y="480857"/>
                  <a:pt x="1852457" y="487680"/>
                  <a:pt x="1844040" y="487680"/>
                </a:cubicBezTo>
                <a:cubicBezTo>
                  <a:pt x="1835623" y="487680"/>
                  <a:pt x="1828800" y="480857"/>
                  <a:pt x="1828800" y="472440"/>
                </a:cubicBezTo>
                <a:cubicBezTo>
                  <a:pt x="1828800" y="464023"/>
                  <a:pt x="1835623" y="457200"/>
                  <a:pt x="1844040" y="457200"/>
                </a:cubicBezTo>
                <a:cubicBezTo>
                  <a:pt x="1852457" y="457200"/>
                  <a:pt x="1859280" y="464023"/>
                  <a:pt x="1859280" y="472440"/>
                </a:cubicBezTo>
                <a:close/>
                <a:moveTo>
                  <a:pt x="1859280" y="624840"/>
                </a:moveTo>
                <a:cubicBezTo>
                  <a:pt x="1859280" y="633257"/>
                  <a:pt x="1852457" y="640080"/>
                  <a:pt x="1844040" y="640080"/>
                </a:cubicBezTo>
                <a:cubicBezTo>
                  <a:pt x="1835623" y="640080"/>
                  <a:pt x="1828800" y="633257"/>
                  <a:pt x="1828800" y="624840"/>
                </a:cubicBezTo>
                <a:cubicBezTo>
                  <a:pt x="1828800" y="616423"/>
                  <a:pt x="1835623" y="609600"/>
                  <a:pt x="1844040" y="609600"/>
                </a:cubicBezTo>
                <a:cubicBezTo>
                  <a:pt x="1852457" y="609600"/>
                  <a:pt x="1859280" y="616423"/>
                  <a:pt x="1859280" y="624840"/>
                </a:cubicBezTo>
                <a:close/>
                <a:moveTo>
                  <a:pt x="1859280" y="777240"/>
                </a:moveTo>
                <a:cubicBezTo>
                  <a:pt x="1859280" y="785657"/>
                  <a:pt x="1852457" y="792480"/>
                  <a:pt x="1844040" y="792480"/>
                </a:cubicBezTo>
                <a:cubicBezTo>
                  <a:pt x="1835623" y="792480"/>
                  <a:pt x="1828800" y="785657"/>
                  <a:pt x="1828800" y="777240"/>
                </a:cubicBezTo>
                <a:cubicBezTo>
                  <a:pt x="1828800" y="768823"/>
                  <a:pt x="1835623" y="762000"/>
                  <a:pt x="1844040" y="762000"/>
                </a:cubicBezTo>
                <a:cubicBezTo>
                  <a:pt x="1852457" y="762000"/>
                  <a:pt x="1859280" y="768823"/>
                  <a:pt x="1859280" y="777240"/>
                </a:cubicBezTo>
                <a:close/>
                <a:moveTo>
                  <a:pt x="1859280" y="929640"/>
                </a:moveTo>
                <a:cubicBezTo>
                  <a:pt x="1859280" y="938057"/>
                  <a:pt x="1852457" y="944880"/>
                  <a:pt x="1844040" y="944880"/>
                </a:cubicBezTo>
                <a:cubicBezTo>
                  <a:pt x="1835623" y="944880"/>
                  <a:pt x="1828800" y="938057"/>
                  <a:pt x="1828800" y="929640"/>
                </a:cubicBezTo>
                <a:cubicBezTo>
                  <a:pt x="1828800" y="921223"/>
                  <a:pt x="1835623" y="914400"/>
                  <a:pt x="1844040" y="914400"/>
                </a:cubicBezTo>
                <a:cubicBezTo>
                  <a:pt x="1852457" y="914400"/>
                  <a:pt x="1859280" y="921223"/>
                  <a:pt x="1859280" y="929640"/>
                </a:cubicBezTo>
                <a:close/>
                <a:moveTo>
                  <a:pt x="1859280" y="1082040"/>
                </a:moveTo>
                <a:cubicBezTo>
                  <a:pt x="1859280" y="1090457"/>
                  <a:pt x="1852457" y="1097280"/>
                  <a:pt x="1844040" y="1097280"/>
                </a:cubicBezTo>
                <a:cubicBezTo>
                  <a:pt x="1835623" y="1097280"/>
                  <a:pt x="1828800" y="1090457"/>
                  <a:pt x="1828800" y="1082040"/>
                </a:cubicBezTo>
                <a:cubicBezTo>
                  <a:pt x="1828800" y="1073623"/>
                  <a:pt x="1835623" y="1066800"/>
                  <a:pt x="1844040" y="1066800"/>
                </a:cubicBezTo>
                <a:cubicBezTo>
                  <a:pt x="1852457" y="1066800"/>
                  <a:pt x="1859280" y="1073623"/>
                  <a:pt x="1859280" y="1082040"/>
                </a:cubicBezTo>
                <a:close/>
                <a:moveTo>
                  <a:pt x="1859280" y="1234440"/>
                </a:moveTo>
                <a:cubicBezTo>
                  <a:pt x="1859280" y="1242857"/>
                  <a:pt x="1852457" y="1249680"/>
                  <a:pt x="1844040" y="1249680"/>
                </a:cubicBezTo>
                <a:cubicBezTo>
                  <a:pt x="1835623" y="1249680"/>
                  <a:pt x="1828800" y="1242857"/>
                  <a:pt x="1828800" y="1234440"/>
                </a:cubicBezTo>
                <a:cubicBezTo>
                  <a:pt x="1828800" y="1226023"/>
                  <a:pt x="1835623" y="1219200"/>
                  <a:pt x="1844040" y="1219200"/>
                </a:cubicBezTo>
                <a:cubicBezTo>
                  <a:pt x="1852457" y="1219200"/>
                  <a:pt x="1859280" y="1226023"/>
                  <a:pt x="1859280" y="1234440"/>
                </a:cubicBezTo>
                <a:close/>
                <a:moveTo>
                  <a:pt x="1859280" y="1386840"/>
                </a:moveTo>
                <a:cubicBezTo>
                  <a:pt x="1859280" y="1395257"/>
                  <a:pt x="1852457" y="1402080"/>
                  <a:pt x="1844040" y="1402080"/>
                </a:cubicBezTo>
                <a:cubicBezTo>
                  <a:pt x="1835623" y="1402080"/>
                  <a:pt x="1828800" y="1395257"/>
                  <a:pt x="1828800" y="1386840"/>
                </a:cubicBezTo>
                <a:cubicBezTo>
                  <a:pt x="1828800" y="1378423"/>
                  <a:pt x="1835623" y="1371600"/>
                  <a:pt x="1844040" y="1371600"/>
                </a:cubicBezTo>
                <a:cubicBezTo>
                  <a:pt x="1852457" y="1371600"/>
                  <a:pt x="1859280" y="1378423"/>
                  <a:pt x="1859280" y="1386840"/>
                </a:cubicBezTo>
                <a:close/>
                <a:moveTo>
                  <a:pt x="1859280" y="1539240"/>
                </a:moveTo>
                <a:cubicBezTo>
                  <a:pt x="1859280" y="1547657"/>
                  <a:pt x="1852457" y="1554480"/>
                  <a:pt x="1844040" y="1554480"/>
                </a:cubicBezTo>
                <a:cubicBezTo>
                  <a:pt x="1835623" y="1554480"/>
                  <a:pt x="1828800" y="1547657"/>
                  <a:pt x="1828800" y="1539240"/>
                </a:cubicBezTo>
                <a:cubicBezTo>
                  <a:pt x="1828800" y="1530823"/>
                  <a:pt x="1835623" y="1524000"/>
                  <a:pt x="1844040" y="1524000"/>
                </a:cubicBezTo>
                <a:cubicBezTo>
                  <a:pt x="1852457" y="1524000"/>
                  <a:pt x="1859280" y="1530823"/>
                  <a:pt x="1859280" y="1539240"/>
                </a:cubicBezTo>
                <a:close/>
                <a:moveTo>
                  <a:pt x="1859280" y="1691640"/>
                </a:moveTo>
                <a:cubicBezTo>
                  <a:pt x="1859280" y="1700057"/>
                  <a:pt x="1852457" y="1706880"/>
                  <a:pt x="1844040" y="1706880"/>
                </a:cubicBezTo>
                <a:cubicBezTo>
                  <a:pt x="1835623" y="1706880"/>
                  <a:pt x="1828800" y="1700057"/>
                  <a:pt x="1828800" y="1691640"/>
                </a:cubicBezTo>
                <a:cubicBezTo>
                  <a:pt x="1828800" y="1683223"/>
                  <a:pt x="1835623" y="1676400"/>
                  <a:pt x="1844040" y="1676400"/>
                </a:cubicBezTo>
                <a:cubicBezTo>
                  <a:pt x="1852457" y="1676400"/>
                  <a:pt x="1859280" y="1683223"/>
                  <a:pt x="1859280" y="1691640"/>
                </a:cubicBezTo>
                <a:close/>
                <a:moveTo>
                  <a:pt x="1859280" y="1844040"/>
                </a:moveTo>
                <a:cubicBezTo>
                  <a:pt x="1859280" y="1852457"/>
                  <a:pt x="1852457" y="1859280"/>
                  <a:pt x="1844040" y="1859280"/>
                </a:cubicBezTo>
                <a:cubicBezTo>
                  <a:pt x="1835623" y="1859280"/>
                  <a:pt x="1828800" y="1852457"/>
                  <a:pt x="1828800" y="1844040"/>
                </a:cubicBezTo>
                <a:cubicBezTo>
                  <a:pt x="1828800" y="1835623"/>
                  <a:pt x="1835623" y="1828800"/>
                  <a:pt x="1844040" y="1828800"/>
                </a:cubicBezTo>
                <a:cubicBezTo>
                  <a:pt x="1852457" y="1828800"/>
                  <a:pt x="1859280" y="1835623"/>
                  <a:pt x="1859280" y="1844040"/>
                </a:cubicBezTo>
                <a:close/>
                <a:moveTo>
                  <a:pt x="1859280" y="1996440"/>
                </a:moveTo>
                <a:cubicBezTo>
                  <a:pt x="1859280" y="2004857"/>
                  <a:pt x="1852457" y="2011680"/>
                  <a:pt x="1844040" y="2011680"/>
                </a:cubicBezTo>
                <a:cubicBezTo>
                  <a:pt x="1835623" y="2011680"/>
                  <a:pt x="1828800" y="2004857"/>
                  <a:pt x="1828800" y="1996440"/>
                </a:cubicBezTo>
                <a:cubicBezTo>
                  <a:pt x="1828800" y="1988023"/>
                  <a:pt x="1835623" y="1981200"/>
                  <a:pt x="1844040" y="1981200"/>
                </a:cubicBezTo>
                <a:cubicBezTo>
                  <a:pt x="1852457" y="1981200"/>
                  <a:pt x="1859280" y="1988023"/>
                  <a:pt x="1859280" y="1996440"/>
                </a:cubicBezTo>
                <a:close/>
                <a:moveTo>
                  <a:pt x="1859280" y="2148840"/>
                </a:moveTo>
                <a:cubicBezTo>
                  <a:pt x="1859280" y="2157257"/>
                  <a:pt x="1852457" y="2164080"/>
                  <a:pt x="1844040" y="2164080"/>
                </a:cubicBezTo>
                <a:cubicBezTo>
                  <a:pt x="1835623" y="2164080"/>
                  <a:pt x="1828800" y="2157257"/>
                  <a:pt x="1828800" y="2148840"/>
                </a:cubicBezTo>
                <a:cubicBezTo>
                  <a:pt x="1828800" y="2140423"/>
                  <a:pt x="1835623" y="2133600"/>
                  <a:pt x="1844040" y="2133600"/>
                </a:cubicBezTo>
                <a:cubicBezTo>
                  <a:pt x="1852457" y="2133600"/>
                  <a:pt x="1859280" y="2140423"/>
                  <a:pt x="1859280" y="2148840"/>
                </a:cubicBezTo>
                <a:close/>
                <a:moveTo>
                  <a:pt x="1859280" y="2301240"/>
                </a:moveTo>
                <a:cubicBezTo>
                  <a:pt x="1859280" y="2309657"/>
                  <a:pt x="1852457" y="2316480"/>
                  <a:pt x="1844040" y="2316480"/>
                </a:cubicBezTo>
                <a:cubicBezTo>
                  <a:pt x="1835623" y="2316480"/>
                  <a:pt x="1828800" y="2309657"/>
                  <a:pt x="1828800" y="2301240"/>
                </a:cubicBezTo>
                <a:cubicBezTo>
                  <a:pt x="1828800" y="2292823"/>
                  <a:pt x="1835623" y="2286000"/>
                  <a:pt x="1844040" y="2286000"/>
                </a:cubicBezTo>
                <a:cubicBezTo>
                  <a:pt x="1852457" y="2286000"/>
                  <a:pt x="1859280" y="2292823"/>
                  <a:pt x="1859280" y="2301240"/>
                </a:cubicBezTo>
                <a:close/>
                <a:moveTo>
                  <a:pt x="1859280" y="2453640"/>
                </a:moveTo>
                <a:cubicBezTo>
                  <a:pt x="1859280" y="2462057"/>
                  <a:pt x="1852457" y="2468880"/>
                  <a:pt x="1844040" y="2468880"/>
                </a:cubicBezTo>
                <a:cubicBezTo>
                  <a:pt x="1835623" y="2468880"/>
                  <a:pt x="1828800" y="2462057"/>
                  <a:pt x="1828800" y="2453640"/>
                </a:cubicBezTo>
                <a:cubicBezTo>
                  <a:pt x="1828800" y="2445223"/>
                  <a:pt x="1835623" y="2438400"/>
                  <a:pt x="1844040" y="2438400"/>
                </a:cubicBezTo>
                <a:cubicBezTo>
                  <a:pt x="1852457" y="2438400"/>
                  <a:pt x="1859280" y="2445223"/>
                  <a:pt x="1859280" y="2453640"/>
                </a:cubicBezTo>
                <a:close/>
                <a:moveTo>
                  <a:pt x="1859280" y="2606040"/>
                </a:moveTo>
                <a:cubicBezTo>
                  <a:pt x="1859280" y="2614457"/>
                  <a:pt x="1852457" y="2621280"/>
                  <a:pt x="1844040" y="2621280"/>
                </a:cubicBezTo>
                <a:cubicBezTo>
                  <a:pt x="1835623" y="2621280"/>
                  <a:pt x="1828800" y="2614457"/>
                  <a:pt x="1828800" y="2606040"/>
                </a:cubicBezTo>
                <a:cubicBezTo>
                  <a:pt x="1828800" y="2597623"/>
                  <a:pt x="1835623" y="2590800"/>
                  <a:pt x="1844040" y="2590800"/>
                </a:cubicBezTo>
                <a:cubicBezTo>
                  <a:pt x="1852457" y="2590800"/>
                  <a:pt x="1859280" y="2597623"/>
                  <a:pt x="1859280" y="2606040"/>
                </a:cubicBezTo>
                <a:close/>
                <a:moveTo>
                  <a:pt x="1859280" y="2758440"/>
                </a:moveTo>
                <a:cubicBezTo>
                  <a:pt x="1859280" y="2766857"/>
                  <a:pt x="1852457" y="2773680"/>
                  <a:pt x="1844040" y="2773680"/>
                </a:cubicBezTo>
                <a:cubicBezTo>
                  <a:pt x="1835623" y="2773680"/>
                  <a:pt x="1828800" y="2766857"/>
                  <a:pt x="1828800" y="2758440"/>
                </a:cubicBezTo>
                <a:cubicBezTo>
                  <a:pt x="1828800" y="2750023"/>
                  <a:pt x="1835623" y="2743200"/>
                  <a:pt x="1844040" y="2743200"/>
                </a:cubicBezTo>
                <a:cubicBezTo>
                  <a:pt x="1852457" y="2743200"/>
                  <a:pt x="1859280" y="2750023"/>
                  <a:pt x="1859280" y="2758440"/>
                </a:cubicBezTo>
                <a:close/>
                <a:moveTo>
                  <a:pt x="1859280" y="2910840"/>
                </a:moveTo>
                <a:cubicBezTo>
                  <a:pt x="1859280" y="2919257"/>
                  <a:pt x="1852457" y="2926080"/>
                  <a:pt x="1844040" y="2926080"/>
                </a:cubicBezTo>
                <a:cubicBezTo>
                  <a:pt x="1835623" y="2926080"/>
                  <a:pt x="1828800" y="2919257"/>
                  <a:pt x="1828800" y="2910840"/>
                </a:cubicBezTo>
                <a:cubicBezTo>
                  <a:pt x="1828800" y="2902423"/>
                  <a:pt x="1835623" y="2895600"/>
                  <a:pt x="1844040" y="2895600"/>
                </a:cubicBezTo>
                <a:cubicBezTo>
                  <a:pt x="1852457" y="2895600"/>
                  <a:pt x="1859280" y="2902423"/>
                  <a:pt x="1859280" y="2910840"/>
                </a:cubicBezTo>
                <a:close/>
                <a:moveTo>
                  <a:pt x="1859280" y="3063240"/>
                </a:moveTo>
                <a:cubicBezTo>
                  <a:pt x="1859280" y="3071657"/>
                  <a:pt x="1852457" y="3078480"/>
                  <a:pt x="1844040" y="3078480"/>
                </a:cubicBezTo>
                <a:cubicBezTo>
                  <a:pt x="1835623" y="3078480"/>
                  <a:pt x="1828800" y="3071657"/>
                  <a:pt x="1828800" y="3063240"/>
                </a:cubicBezTo>
                <a:cubicBezTo>
                  <a:pt x="1828800" y="3054823"/>
                  <a:pt x="1835623" y="3048000"/>
                  <a:pt x="1844040" y="3048000"/>
                </a:cubicBezTo>
                <a:cubicBezTo>
                  <a:pt x="1852457" y="3048000"/>
                  <a:pt x="1859280" y="3054823"/>
                  <a:pt x="1859280" y="3063240"/>
                </a:cubicBezTo>
                <a:close/>
                <a:moveTo>
                  <a:pt x="1859280" y="3215640"/>
                </a:moveTo>
                <a:cubicBezTo>
                  <a:pt x="1859280" y="3224057"/>
                  <a:pt x="1852457" y="3230880"/>
                  <a:pt x="1844040" y="3230880"/>
                </a:cubicBezTo>
                <a:cubicBezTo>
                  <a:pt x="1835623" y="3230880"/>
                  <a:pt x="1828800" y="3224057"/>
                  <a:pt x="1828800" y="3215640"/>
                </a:cubicBezTo>
                <a:cubicBezTo>
                  <a:pt x="1828800" y="3207223"/>
                  <a:pt x="1835623" y="3200400"/>
                  <a:pt x="1844040" y="3200400"/>
                </a:cubicBezTo>
                <a:cubicBezTo>
                  <a:pt x="1852457" y="3200400"/>
                  <a:pt x="1859280" y="3207223"/>
                  <a:pt x="1859280" y="3215640"/>
                </a:cubicBezTo>
                <a:close/>
                <a:moveTo>
                  <a:pt x="1859280" y="3368040"/>
                </a:moveTo>
                <a:cubicBezTo>
                  <a:pt x="1859280" y="3376457"/>
                  <a:pt x="1852457" y="3383280"/>
                  <a:pt x="1844040" y="3383280"/>
                </a:cubicBezTo>
                <a:cubicBezTo>
                  <a:pt x="1835623" y="3383280"/>
                  <a:pt x="1828800" y="3376457"/>
                  <a:pt x="1828800" y="3368040"/>
                </a:cubicBezTo>
                <a:cubicBezTo>
                  <a:pt x="1828800" y="3359623"/>
                  <a:pt x="1835623" y="3352800"/>
                  <a:pt x="1844040" y="3352800"/>
                </a:cubicBezTo>
                <a:cubicBezTo>
                  <a:pt x="1852457" y="3352800"/>
                  <a:pt x="1859280" y="3359623"/>
                  <a:pt x="1859280" y="3368040"/>
                </a:cubicBezTo>
                <a:close/>
                <a:moveTo>
                  <a:pt x="1859280" y="3520440"/>
                </a:moveTo>
                <a:cubicBezTo>
                  <a:pt x="1859280" y="3528857"/>
                  <a:pt x="1852457" y="3535680"/>
                  <a:pt x="1844040" y="3535680"/>
                </a:cubicBezTo>
                <a:cubicBezTo>
                  <a:pt x="1835623" y="3535680"/>
                  <a:pt x="1828800" y="3528857"/>
                  <a:pt x="1828800" y="3520440"/>
                </a:cubicBezTo>
                <a:cubicBezTo>
                  <a:pt x="1828800" y="3512023"/>
                  <a:pt x="1835623" y="3505200"/>
                  <a:pt x="1844040" y="3505200"/>
                </a:cubicBezTo>
                <a:cubicBezTo>
                  <a:pt x="1852457" y="3505200"/>
                  <a:pt x="1859280" y="3512023"/>
                  <a:pt x="1859280" y="3520440"/>
                </a:cubicBezTo>
                <a:close/>
                <a:moveTo>
                  <a:pt x="1859280" y="3672840"/>
                </a:moveTo>
                <a:cubicBezTo>
                  <a:pt x="1859280" y="3681257"/>
                  <a:pt x="1852457" y="3688080"/>
                  <a:pt x="1844040" y="3688080"/>
                </a:cubicBezTo>
                <a:cubicBezTo>
                  <a:pt x="1835623" y="3688080"/>
                  <a:pt x="1828800" y="3681257"/>
                  <a:pt x="1828800" y="3672840"/>
                </a:cubicBezTo>
                <a:cubicBezTo>
                  <a:pt x="1828800" y="3664423"/>
                  <a:pt x="1835623" y="3657600"/>
                  <a:pt x="1844040" y="3657600"/>
                </a:cubicBezTo>
                <a:cubicBezTo>
                  <a:pt x="1852457" y="3657600"/>
                  <a:pt x="1859280" y="3664423"/>
                  <a:pt x="1859280" y="3672840"/>
                </a:cubicBezTo>
                <a:close/>
                <a:moveTo>
                  <a:pt x="1859280" y="3825240"/>
                </a:moveTo>
                <a:cubicBezTo>
                  <a:pt x="1859280" y="3833657"/>
                  <a:pt x="1852457" y="3840480"/>
                  <a:pt x="1844040" y="3840480"/>
                </a:cubicBezTo>
                <a:cubicBezTo>
                  <a:pt x="1835623" y="3840480"/>
                  <a:pt x="1828800" y="3833657"/>
                  <a:pt x="1828800" y="3825240"/>
                </a:cubicBezTo>
                <a:cubicBezTo>
                  <a:pt x="1828800" y="3816823"/>
                  <a:pt x="1835623" y="3810000"/>
                  <a:pt x="1844040" y="3810000"/>
                </a:cubicBezTo>
                <a:cubicBezTo>
                  <a:pt x="1852457" y="3810000"/>
                  <a:pt x="1859280" y="3816823"/>
                  <a:pt x="1859280" y="3825240"/>
                </a:cubicBezTo>
                <a:close/>
                <a:moveTo>
                  <a:pt x="1859280" y="3977640"/>
                </a:moveTo>
                <a:cubicBezTo>
                  <a:pt x="1859280" y="3986057"/>
                  <a:pt x="1852457" y="3992880"/>
                  <a:pt x="1844040" y="3992880"/>
                </a:cubicBezTo>
                <a:cubicBezTo>
                  <a:pt x="1835623" y="3992880"/>
                  <a:pt x="1828800" y="3986057"/>
                  <a:pt x="1828800" y="3977640"/>
                </a:cubicBezTo>
                <a:cubicBezTo>
                  <a:pt x="1828800" y="3969223"/>
                  <a:pt x="1835623" y="3962400"/>
                  <a:pt x="1844040" y="3962400"/>
                </a:cubicBezTo>
                <a:cubicBezTo>
                  <a:pt x="1852457" y="3962400"/>
                  <a:pt x="1859280" y="3969223"/>
                  <a:pt x="1859280" y="3977640"/>
                </a:cubicBezTo>
                <a:close/>
                <a:moveTo>
                  <a:pt x="1859280" y="4130040"/>
                </a:moveTo>
                <a:cubicBezTo>
                  <a:pt x="1859280" y="4138457"/>
                  <a:pt x="1852457" y="4145280"/>
                  <a:pt x="1844040" y="4145280"/>
                </a:cubicBezTo>
                <a:cubicBezTo>
                  <a:pt x="1835623" y="4145280"/>
                  <a:pt x="1828800" y="4138457"/>
                  <a:pt x="1828800" y="4130040"/>
                </a:cubicBezTo>
                <a:cubicBezTo>
                  <a:pt x="1828800" y="4121623"/>
                  <a:pt x="1835623" y="4114800"/>
                  <a:pt x="1844040" y="4114800"/>
                </a:cubicBezTo>
                <a:cubicBezTo>
                  <a:pt x="1852457" y="4114800"/>
                  <a:pt x="1859280" y="4121623"/>
                  <a:pt x="1859280" y="4130040"/>
                </a:cubicBezTo>
                <a:close/>
                <a:moveTo>
                  <a:pt x="1859280" y="4282440"/>
                </a:moveTo>
                <a:cubicBezTo>
                  <a:pt x="1859280" y="4290857"/>
                  <a:pt x="1852457" y="4297680"/>
                  <a:pt x="1844040" y="4297680"/>
                </a:cubicBezTo>
                <a:cubicBezTo>
                  <a:pt x="1835623" y="4297680"/>
                  <a:pt x="1828800" y="4290857"/>
                  <a:pt x="1828800" y="4282440"/>
                </a:cubicBezTo>
                <a:cubicBezTo>
                  <a:pt x="1828800" y="4274023"/>
                  <a:pt x="1835623" y="4267200"/>
                  <a:pt x="1844040" y="4267200"/>
                </a:cubicBezTo>
                <a:cubicBezTo>
                  <a:pt x="1852457" y="4267200"/>
                  <a:pt x="1859280" y="4274023"/>
                  <a:pt x="1859280" y="4282440"/>
                </a:cubicBezTo>
                <a:close/>
                <a:moveTo>
                  <a:pt x="1859280" y="4434840"/>
                </a:moveTo>
                <a:cubicBezTo>
                  <a:pt x="1859280" y="4443257"/>
                  <a:pt x="1852457" y="4450080"/>
                  <a:pt x="1844040" y="4450080"/>
                </a:cubicBezTo>
                <a:cubicBezTo>
                  <a:pt x="1835623" y="4450080"/>
                  <a:pt x="1828800" y="4443257"/>
                  <a:pt x="1828800" y="4434840"/>
                </a:cubicBezTo>
                <a:cubicBezTo>
                  <a:pt x="1828800" y="4426423"/>
                  <a:pt x="1835623" y="4419600"/>
                  <a:pt x="1844040" y="4419600"/>
                </a:cubicBezTo>
                <a:cubicBezTo>
                  <a:pt x="1852457" y="4419600"/>
                  <a:pt x="1859280" y="4426423"/>
                  <a:pt x="1859280" y="4434840"/>
                </a:cubicBezTo>
                <a:close/>
                <a:moveTo>
                  <a:pt x="2011680" y="15240"/>
                </a:moveTo>
                <a:cubicBezTo>
                  <a:pt x="2011680" y="23657"/>
                  <a:pt x="2004857" y="30480"/>
                  <a:pt x="1996440" y="30480"/>
                </a:cubicBezTo>
                <a:cubicBezTo>
                  <a:pt x="1988023" y="30480"/>
                  <a:pt x="1981200" y="23657"/>
                  <a:pt x="1981200" y="15240"/>
                </a:cubicBezTo>
                <a:cubicBezTo>
                  <a:pt x="1981200" y="6823"/>
                  <a:pt x="1988023" y="0"/>
                  <a:pt x="1996440" y="0"/>
                </a:cubicBezTo>
                <a:cubicBezTo>
                  <a:pt x="2004857" y="0"/>
                  <a:pt x="2011680" y="6823"/>
                  <a:pt x="2011680" y="15240"/>
                </a:cubicBezTo>
                <a:close/>
                <a:moveTo>
                  <a:pt x="2011680" y="167640"/>
                </a:moveTo>
                <a:cubicBezTo>
                  <a:pt x="2011680" y="176057"/>
                  <a:pt x="2004857" y="182880"/>
                  <a:pt x="1996440" y="182880"/>
                </a:cubicBezTo>
                <a:cubicBezTo>
                  <a:pt x="1988023" y="182880"/>
                  <a:pt x="1981200" y="176057"/>
                  <a:pt x="1981200" y="167640"/>
                </a:cubicBezTo>
                <a:cubicBezTo>
                  <a:pt x="1981200" y="159223"/>
                  <a:pt x="1988023" y="152400"/>
                  <a:pt x="1996440" y="152400"/>
                </a:cubicBezTo>
                <a:cubicBezTo>
                  <a:pt x="2004857" y="152400"/>
                  <a:pt x="2011680" y="159223"/>
                  <a:pt x="2011680" y="167640"/>
                </a:cubicBezTo>
                <a:close/>
                <a:moveTo>
                  <a:pt x="2011680" y="320040"/>
                </a:moveTo>
                <a:cubicBezTo>
                  <a:pt x="2011680" y="328457"/>
                  <a:pt x="2004857" y="335280"/>
                  <a:pt x="1996440" y="335280"/>
                </a:cubicBezTo>
                <a:cubicBezTo>
                  <a:pt x="1988023" y="335280"/>
                  <a:pt x="1981200" y="328457"/>
                  <a:pt x="1981200" y="320040"/>
                </a:cubicBezTo>
                <a:cubicBezTo>
                  <a:pt x="1981200" y="311623"/>
                  <a:pt x="1988023" y="304800"/>
                  <a:pt x="1996440" y="304800"/>
                </a:cubicBezTo>
                <a:cubicBezTo>
                  <a:pt x="2004857" y="304800"/>
                  <a:pt x="2011680" y="311623"/>
                  <a:pt x="2011680" y="320040"/>
                </a:cubicBezTo>
                <a:close/>
                <a:moveTo>
                  <a:pt x="2011680" y="472440"/>
                </a:moveTo>
                <a:cubicBezTo>
                  <a:pt x="2011680" y="480857"/>
                  <a:pt x="2004857" y="487680"/>
                  <a:pt x="1996440" y="487680"/>
                </a:cubicBezTo>
                <a:cubicBezTo>
                  <a:pt x="1988023" y="487680"/>
                  <a:pt x="1981200" y="480857"/>
                  <a:pt x="1981200" y="472440"/>
                </a:cubicBezTo>
                <a:cubicBezTo>
                  <a:pt x="1981200" y="464023"/>
                  <a:pt x="1988023" y="457200"/>
                  <a:pt x="1996440" y="457200"/>
                </a:cubicBezTo>
                <a:cubicBezTo>
                  <a:pt x="2004857" y="457200"/>
                  <a:pt x="2011680" y="464023"/>
                  <a:pt x="2011680" y="472440"/>
                </a:cubicBezTo>
                <a:close/>
                <a:moveTo>
                  <a:pt x="2011680" y="624840"/>
                </a:moveTo>
                <a:cubicBezTo>
                  <a:pt x="2011680" y="633257"/>
                  <a:pt x="2004857" y="640080"/>
                  <a:pt x="1996440" y="640080"/>
                </a:cubicBezTo>
                <a:cubicBezTo>
                  <a:pt x="1988023" y="640080"/>
                  <a:pt x="1981200" y="633257"/>
                  <a:pt x="1981200" y="624840"/>
                </a:cubicBezTo>
                <a:cubicBezTo>
                  <a:pt x="1981200" y="616423"/>
                  <a:pt x="1988023" y="609600"/>
                  <a:pt x="1996440" y="609600"/>
                </a:cubicBezTo>
                <a:cubicBezTo>
                  <a:pt x="2004857" y="609600"/>
                  <a:pt x="2011680" y="616423"/>
                  <a:pt x="2011680" y="624840"/>
                </a:cubicBezTo>
                <a:close/>
                <a:moveTo>
                  <a:pt x="2011680" y="777240"/>
                </a:moveTo>
                <a:cubicBezTo>
                  <a:pt x="2011680" y="785657"/>
                  <a:pt x="2004857" y="792480"/>
                  <a:pt x="1996440" y="792480"/>
                </a:cubicBezTo>
                <a:cubicBezTo>
                  <a:pt x="1988023" y="792480"/>
                  <a:pt x="1981200" y="785657"/>
                  <a:pt x="1981200" y="777240"/>
                </a:cubicBezTo>
                <a:cubicBezTo>
                  <a:pt x="1981200" y="768823"/>
                  <a:pt x="1988023" y="762000"/>
                  <a:pt x="1996440" y="762000"/>
                </a:cubicBezTo>
                <a:cubicBezTo>
                  <a:pt x="2004857" y="762000"/>
                  <a:pt x="2011680" y="768823"/>
                  <a:pt x="2011680" y="777240"/>
                </a:cubicBezTo>
                <a:close/>
                <a:moveTo>
                  <a:pt x="2011680" y="929640"/>
                </a:moveTo>
                <a:cubicBezTo>
                  <a:pt x="2011680" y="938057"/>
                  <a:pt x="2004857" y="944880"/>
                  <a:pt x="1996440" y="944880"/>
                </a:cubicBezTo>
                <a:cubicBezTo>
                  <a:pt x="1988023" y="944880"/>
                  <a:pt x="1981200" y="938057"/>
                  <a:pt x="1981200" y="929640"/>
                </a:cubicBezTo>
                <a:cubicBezTo>
                  <a:pt x="1981200" y="921223"/>
                  <a:pt x="1988023" y="914400"/>
                  <a:pt x="1996440" y="914400"/>
                </a:cubicBezTo>
                <a:cubicBezTo>
                  <a:pt x="2004857" y="914400"/>
                  <a:pt x="2011680" y="921223"/>
                  <a:pt x="2011680" y="929640"/>
                </a:cubicBezTo>
                <a:close/>
                <a:moveTo>
                  <a:pt x="2011680" y="1082040"/>
                </a:moveTo>
                <a:cubicBezTo>
                  <a:pt x="2011680" y="1090457"/>
                  <a:pt x="2004857" y="1097280"/>
                  <a:pt x="1996440" y="1097280"/>
                </a:cubicBezTo>
                <a:cubicBezTo>
                  <a:pt x="1988023" y="1097280"/>
                  <a:pt x="1981200" y="1090457"/>
                  <a:pt x="1981200" y="1082040"/>
                </a:cubicBezTo>
                <a:cubicBezTo>
                  <a:pt x="1981200" y="1073623"/>
                  <a:pt x="1988023" y="1066800"/>
                  <a:pt x="1996440" y="1066800"/>
                </a:cubicBezTo>
                <a:cubicBezTo>
                  <a:pt x="2004857" y="1066800"/>
                  <a:pt x="2011680" y="1073623"/>
                  <a:pt x="2011680" y="1082040"/>
                </a:cubicBezTo>
                <a:close/>
                <a:moveTo>
                  <a:pt x="2011680" y="1234440"/>
                </a:moveTo>
                <a:cubicBezTo>
                  <a:pt x="2011680" y="1242857"/>
                  <a:pt x="2004857" y="1249680"/>
                  <a:pt x="1996440" y="1249680"/>
                </a:cubicBezTo>
                <a:cubicBezTo>
                  <a:pt x="1988023" y="1249680"/>
                  <a:pt x="1981200" y="1242857"/>
                  <a:pt x="1981200" y="1234440"/>
                </a:cubicBezTo>
                <a:cubicBezTo>
                  <a:pt x="1981200" y="1226023"/>
                  <a:pt x="1988023" y="1219200"/>
                  <a:pt x="1996440" y="1219200"/>
                </a:cubicBezTo>
                <a:cubicBezTo>
                  <a:pt x="2004857" y="1219200"/>
                  <a:pt x="2011680" y="1226023"/>
                  <a:pt x="2011680" y="1234440"/>
                </a:cubicBezTo>
                <a:close/>
                <a:moveTo>
                  <a:pt x="2011680" y="1386840"/>
                </a:moveTo>
                <a:cubicBezTo>
                  <a:pt x="2011680" y="1395257"/>
                  <a:pt x="2004857" y="1402080"/>
                  <a:pt x="1996440" y="1402080"/>
                </a:cubicBezTo>
                <a:cubicBezTo>
                  <a:pt x="1988023" y="1402080"/>
                  <a:pt x="1981200" y="1395257"/>
                  <a:pt x="1981200" y="1386840"/>
                </a:cubicBezTo>
                <a:cubicBezTo>
                  <a:pt x="1981200" y="1378423"/>
                  <a:pt x="1988023" y="1371600"/>
                  <a:pt x="1996440" y="1371600"/>
                </a:cubicBezTo>
                <a:cubicBezTo>
                  <a:pt x="2004857" y="1371600"/>
                  <a:pt x="2011680" y="1378423"/>
                  <a:pt x="2011680" y="1386840"/>
                </a:cubicBezTo>
                <a:close/>
                <a:moveTo>
                  <a:pt x="2011680" y="1539240"/>
                </a:moveTo>
                <a:cubicBezTo>
                  <a:pt x="2011680" y="1547657"/>
                  <a:pt x="2004857" y="1554480"/>
                  <a:pt x="1996440" y="1554480"/>
                </a:cubicBezTo>
                <a:cubicBezTo>
                  <a:pt x="1988023" y="1554480"/>
                  <a:pt x="1981200" y="1547657"/>
                  <a:pt x="1981200" y="1539240"/>
                </a:cubicBezTo>
                <a:cubicBezTo>
                  <a:pt x="1981200" y="1530823"/>
                  <a:pt x="1988023" y="1524000"/>
                  <a:pt x="1996440" y="1524000"/>
                </a:cubicBezTo>
                <a:cubicBezTo>
                  <a:pt x="2004857" y="1524000"/>
                  <a:pt x="2011680" y="1530823"/>
                  <a:pt x="2011680" y="1539240"/>
                </a:cubicBezTo>
                <a:close/>
                <a:moveTo>
                  <a:pt x="2011680" y="1691640"/>
                </a:moveTo>
                <a:cubicBezTo>
                  <a:pt x="2011680" y="1700057"/>
                  <a:pt x="2004857" y="1706880"/>
                  <a:pt x="1996440" y="1706880"/>
                </a:cubicBezTo>
                <a:cubicBezTo>
                  <a:pt x="1988023" y="1706880"/>
                  <a:pt x="1981200" y="1700057"/>
                  <a:pt x="1981200" y="1691640"/>
                </a:cubicBezTo>
                <a:cubicBezTo>
                  <a:pt x="1981200" y="1683223"/>
                  <a:pt x="1988023" y="1676400"/>
                  <a:pt x="1996440" y="1676400"/>
                </a:cubicBezTo>
                <a:cubicBezTo>
                  <a:pt x="2004857" y="1676400"/>
                  <a:pt x="2011680" y="1683223"/>
                  <a:pt x="2011680" y="1691640"/>
                </a:cubicBezTo>
                <a:close/>
                <a:moveTo>
                  <a:pt x="2011680" y="1844040"/>
                </a:moveTo>
                <a:cubicBezTo>
                  <a:pt x="2011680" y="1852457"/>
                  <a:pt x="2004857" y="1859280"/>
                  <a:pt x="1996440" y="1859280"/>
                </a:cubicBezTo>
                <a:cubicBezTo>
                  <a:pt x="1988023" y="1859280"/>
                  <a:pt x="1981200" y="1852457"/>
                  <a:pt x="1981200" y="1844040"/>
                </a:cubicBezTo>
                <a:cubicBezTo>
                  <a:pt x="1981200" y="1835623"/>
                  <a:pt x="1988023" y="1828800"/>
                  <a:pt x="1996440" y="1828800"/>
                </a:cubicBezTo>
                <a:cubicBezTo>
                  <a:pt x="2004857" y="1828800"/>
                  <a:pt x="2011680" y="1835623"/>
                  <a:pt x="2011680" y="1844040"/>
                </a:cubicBezTo>
                <a:close/>
                <a:moveTo>
                  <a:pt x="2011680" y="1996440"/>
                </a:moveTo>
                <a:cubicBezTo>
                  <a:pt x="2011680" y="2004857"/>
                  <a:pt x="2004857" y="2011680"/>
                  <a:pt x="1996440" y="2011680"/>
                </a:cubicBezTo>
                <a:cubicBezTo>
                  <a:pt x="1988023" y="2011680"/>
                  <a:pt x="1981200" y="2004857"/>
                  <a:pt x="1981200" y="1996440"/>
                </a:cubicBezTo>
                <a:cubicBezTo>
                  <a:pt x="1981200" y="1988023"/>
                  <a:pt x="1988023" y="1981200"/>
                  <a:pt x="1996440" y="1981200"/>
                </a:cubicBezTo>
                <a:cubicBezTo>
                  <a:pt x="2004857" y="1981200"/>
                  <a:pt x="2011680" y="1988023"/>
                  <a:pt x="2011680" y="1996440"/>
                </a:cubicBezTo>
                <a:close/>
                <a:moveTo>
                  <a:pt x="2011680" y="2148840"/>
                </a:moveTo>
                <a:cubicBezTo>
                  <a:pt x="2011680" y="2157257"/>
                  <a:pt x="2004857" y="2164080"/>
                  <a:pt x="1996440" y="2164080"/>
                </a:cubicBezTo>
                <a:cubicBezTo>
                  <a:pt x="1988023" y="2164080"/>
                  <a:pt x="1981200" y="2157257"/>
                  <a:pt x="1981200" y="2148840"/>
                </a:cubicBezTo>
                <a:cubicBezTo>
                  <a:pt x="1981200" y="2140423"/>
                  <a:pt x="1988023" y="2133600"/>
                  <a:pt x="1996440" y="2133600"/>
                </a:cubicBezTo>
                <a:cubicBezTo>
                  <a:pt x="2004857" y="2133600"/>
                  <a:pt x="2011680" y="2140423"/>
                  <a:pt x="2011680" y="2148840"/>
                </a:cubicBezTo>
                <a:close/>
                <a:moveTo>
                  <a:pt x="2011680" y="2301240"/>
                </a:moveTo>
                <a:cubicBezTo>
                  <a:pt x="2011680" y="2309657"/>
                  <a:pt x="2004857" y="2316480"/>
                  <a:pt x="1996440" y="2316480"/>
                </a:cubicBezTo>
                <a:cubicBezTo>
                  <a:pt x="1988023" y="2316480"/>
                  <a:pt x="1981200" y="2309657"/>
                  <a:pt x="1981200" y="2301240"/>
                </a:cubicBezTo>
                <a:cubicBezTo>
                  <a:pt x="1981200" y="2292823"/>
                  <a:pt x="1988023" y="2286000"/>
                  <a:pt x="1996440" y="2286000"/>
                </a:cubicBezTo>
                <a:cubicBezTo>
                  <a:pt x="2004857" y="2286000"/>
                  <a:pt x="2011680" y="2292823"/>
                  <a:pt x="2011680" y="2301240"/>
                </a:cubicBezTo>
                <a:close/>
                <a:moveTo>
                  <a:pt x="2011680" y="2453640"/>
                </a:moveTo>
                <a:cubicBezTo>
                  <a:pt x="2011680" y="2462057"/>
                  <a:pt x="2004857" y="2468880"/>
                  <a:pt x="1996440" y="2468880"/>
                </a:cubicBezTo>
                <a:cubicBezTo>
                  <a:pt x="1988023" y="2468880"/>
                  <a:pt x="1981200" y="2462057"/>
                  <a:pt x="1981200" y="2453640"/>
                </a:cubicBezTo>
                <a:cubicBezTo>
                  <a:pt x="1981200" y="2445223"/>
                  <a:pt x="1988023" y="2438400"/>
                  <a:pt x="1996440" y="2438400"/>
                </a:cubicBezTo>
                <a:cubicBezTo>
                  <a:pt x="2004857" y="2438400"/>
                  <a:pt x="2011680" y="2445223"/>
                  <a:pt x="2011680" y="2453640"/>
                </a:cubicBezTo>
                <a:close/>
                <a:moveTo>
                  <a:pt x="2011680" y="2606040"/>
                </a:moveTo>
                <a:cubicBezTo>
                  <a:pt x="2011680" y="2614457"/>
                  <a:pt x="2004857" y="2621280"/>
                  <a:pt x="1996440" y="2621280"/>
                </a:cubicBezTo>
                <a:cubicBezTo>
                  <a:pt x="1988023" y="2621280"/>
                  <a:pt x="1981200" y="2614457"/>
                  <a:pt x="1981200" y="2606040"/>
                </a:cubicBezTo>
                <a:cubicBezTo>
                  <a:pt x="1981200" y="2597623"/>
                  <a:pt x="1988023" y="2590800"/>
                  <a:pt x="1996440" y="2590800"/>
                </a:cubicBezTo>
                <a:cubicBezTo>
                  <a:pt x="2004857" y="2590800"/>
                  <a:pt x="2011680" y="2597623"/>
                  <a:pt x="2011680" y="2606040"/>
                </a:cubicBezTo>
                <a:close/>
                <a:moveTo>
                  <a:pt x="2011680" y="2758440"/>
                </a:moveTo>
                <a:cubicBezTo>
                  <a:pt x="2011680" y="2766857"/>
                  <a:pt x="2004857" y="2773680"/>
                  <a:pt x="1996440" y="2773680"/>
                </a:cubicBezTo>
                <a:cubicBezTo>
                  <a:pt x="1988023" y="2773680"/>
                  <a:pt x="1981200" y="2766857"/>
                  <a:pt x="1981200" y="2758440"/>
                </a:cubicBezTo>
                <a:cubicBezTo>
                  <a:pt x="1981200" y="2750023"/>
                  <a:pt x="1988023" y="2743200"/>
                  <a:pt x="1996440" y="2743200"/>
                </a:cubicBezTo>
                <a:cubicBezTo>
                  <a:pt x="2004857" y="2743200"/>
                  <a:pt x="2011680" y="2750023"/>
                  <a:pt x="2011680" y="2758440"/>
                </a:cubicBezTo>
                <a:close/>
                <a:moveTo>
                  <a:pt x="2011680" y="2910840"/>
                </a:moveTo>
                <a:cubicBezTo>
                  <a:pt x="2011680" y="2919257"/>
                  <a:pt x="2004857" y="2926080"/>
                  <a:pt x="1996440" y="2926080"/>
                </a:cubicBezTo>
                <a:cubicBezTo>
                  <a:pt x="1988023" y="2926080"/>
                  <a:pt x="1981200" y="2919257"/>
                  <a:pt x="1981200" y="2910840"/>
                </a:cubicBezTo>
                <a:cubicBezTo>
                  <a:pt x="1981200" y="2902423"/>
                  <a:pt x="1988023" y="2895600"/>
                  <a:pt x="1996440" y="2895600"/>
                </a:cubicBezTo>
                <a:cubicBezTo>
                  <a:pt x="2004857" y="2895600"/>
                  <a:pt x="2011680" y="2902423"/>
                  <a:pt x="2011680" y="2910840"/>
                </a:cubicBezTo>
                <a:close/>
                <a:moveTo>
                  <a:pt x="2011680" y="3063240"/>
                </a:moveTo>
                <a:cubicBezTo>
                  <a:pt x="2011680" y="3071657"/>
                  <a:pt x="2004857" y="3078480"/>
                  <a:pt x="1996440" y="3078480"/>
                </a:cubicBezTo>
                <a:cubicBezTo>
                  <a:pt x="1988023" y="3078480"/>
                  <a:pt x="1981200" y="3071657"/>
                  <a:pt x="1981200" y="3063240"/>
                </a:cubicBezTo>
                <a:cubicBezTo>
                  <a:pt x="1981200" y="3054823"/>
                  <a:pt x="1988023" y="3048000"/>
                  <a:pt x="1996440" y="3048000"/>
                </a:cubicBezTo>
                <a:cubicBezTo>
                  <a:pt x="2004857" y="3048000"/>
                  <a:pt x="2011680" y="3054823"/>
                  <a:pt x="2011680" y="3063240"/>
                </a:cubicBezTo>
                <a:close/>
                <a:moveTo>
                  <a:pt x="2011680" y="3215640"/>
                </a:moveTo>
                <a:cubicBezTo>
                  <a:pt x="2011680" y="3224057"/>
                  <a:pt x="2004857" y="3230880"/>
                  <a:pt x="1996440" y="3230880"/>
                </a:cubicBezTo>
                <a:cubicBezTo>
                  <a:pt x="1988023" y="3230880"/>
                  <a:pt x="1981200" y="3224057"/>
                  <a:pt x="1981200" y="3215640"/>
                </a:cubicBezTo>
                <a:cubicBezTo>
                  <a:pt x="1981200" y="3207223"/>
                  <a:pt x="1988023" y="3200400"/>
                  <a:pt x="1996440" y="3200400"/>
                </a:cubicBezTo>
                <a:cubicBezTo>
                  <a:pt x="2004857" y="3200400"/>
                  <a:pt x="2011680" y="3207223"/>
                  <a:pt x="2011680" y="3215640"/>
                </a:cubicBezTo>
                <a:close/>
                <a:moveTo>
                  <a:pt x="2011680" y="3368040"/>
                </a:moveTo>
                <a:cubicBezTo>
                  <a:pt x="2011680" y="3376457"/>
                  <a:pt x="2004857" y="3383280"/>
                  <a:pt x="1996440" y="3383280"/>
                </a:cubicBezTo>
                <a:cubicBezTo>
                  <a:pt x="1988023" y="3383280"/>
                  <a:pt x="1981200" y="3376457"/>
                  <a:pt x="1981200" y="3368040"/>
                </a:cubicBezTo>
                <a:cubicBezTo>
                  <a:pt x="1981200" y="3359623"/>
                  <a:pt x="1988023" y="3352800"/>
                  <a:pt x="1996440" y="3352800"/>
                </a:cubicBezTo>
                <a:cubicBezTo>
                  <a:pt x="2004857" y="3352800"/>
                  <a:pt x="2011680" y="3359623"/>
                  <a:pt x="2011680" y="3368040"/>
                </a:cubicBezTo>
                <a:close/>
                <a:moveTo>
                  <a:pt x="2011680" y="3520440"/>
                </a:moveTo>
                <a:cubicBezTo>
                  <a:pt x="2011680" y="3528857"/>
                  <a:pt x="2004857" y="3535680"/>
                  <a:pt x="1996440" y="3535680"/>
                </a:cubicBezTo>
                <a:cubicBezTo>
                  <a:pt x="1988023" y="3535680"/>
                  <a:pt x="1981200" y="3528857"/>
                  <a:pt x="1981200" y="3520440"/>
                </a:cubicBezTo>
                <a:cubicBezTo>
                  <a:pt x="1981200" y="3512023"/>
                  <a:pt x="1988023" y="3505200"/>
                  <a:pt x="1996440" y="3505200"/>
                </a:cubicBezTo>
                <a:cubicBezTo>
                  <a:pt x="2004857" y="3505200"/>
                  <a:pt x="2011680" y="3512023"/>
                  <a:pt x="2011680" y="3520440"/>
                </a:cubicBezTo>
                <a:close/>
                <a:moveTo>
                  <a:pt x="2011680" y="3672840"/>
                </a:moveTo>
                <a:cubicBezTo>
                  <a:pt x="2011680" y="3681257"/>
                  <a:pt x="2004857" y="3688080"/>
                  <a:pt x="1996440" y="3688080"/>
                </a:cubicBezTo>
                <a:cubicBezTo>
                  <a:pt x="1988023" y="3688080"/>
                  <a:pt x="1981200" y="3681257"/>
                  <a:pt x="1981200" y="3672840"/>
                </a:cubicBezTo>
                <a:cubicBezTo>
                  <a:pt x="1981200" y="3664423"/>
                  <a:pt x="1988023" y="3657600"/>
                  <a:pt x="1996440" y="3657600"/>
                </a:cubicBezTo>
                <a:cubicBezTo>
                  <a:pt x="2004857" y="3657600"/>
                  <a:pt x="2011680" y="3664423"/>
                  <a:pt x="2011680" y="3672840"/>
                </a:cubicBezTo>
                <a:close/>
                <a:moveTo>
                  <a:pt x="2011680" y="3825240"/>
                </a:moveTo>
                <a:cubicBezTo>
                  <a:pt x="2011680" y="3833657"/>
                  <a:pt x="2004857" y="3840480"/>
                  <a:pt x="1996440" y="3840480"/>
                </a:cubicBezTo>
                <a:cubicBezTo>
                  <a:pt x="1988023" y="3840480"/>
                  <a:pt x="1981200" y="3833657"/>
                  <a:pt x="1981200" y="3825240"/>
                </a:cubicBezTo>
                <a:cubicBezTo>
                  <a:pt x="1981200" y="3816823"/>
                  <a:pt x="1988023" y="3810000"/>
                  <a:pt x="1996440" y="3810000"/>
                </a:cubicBezTo>
                <a:cubicBezTo>
                  <a:pt x="2004857" y="3810000"/>
                  <a:pt x="2011680" y="3816823"/>
                  <a:pt x="2011680" y="3825240"/>
                </a:cubicBezTo>
                <a:close/>
                <a:moveTo>
                  <a:pt x="2011680" y="3977640"/>
                </a:moveTo>
                <a:cubicBezTo>
                  <a:pt x="2011680" y="3986057"/>
                  <a:pt x="2004857" y="3992880"/>
                  <a:pt x="1996440" y="3992880"/>
                </a:cubicBezTo>
                <a:cubicBezTo>
                  <a:pt x="1988023" y="3992880"/>
                  <a:pt x="1981200" y="3986057"/>
                  <a:pt x="1981200" y="3977640"/>
                </a:cubicBezTo>
                <a:cubicBezTo>
                  <a:pt x="1981200" y="3969223"/>
                  <a:pt x="1988023" y="3962400"/>
                  <a:pt x="1996440" y="3962400"/>
                </a:cubicBezTo>
                <a:cubicBezTo>
                  <a:pt x="2004857" y="3962400"/>
                  <a:pt x="2011680" y="3969223"/>
                  <a:pt x="2011680" y="3977640"/>
                </a:cubicBezTo>
                <a:close/>
                <a:moveTo>
                  <a:pt x="2011680" y="4130040"/>
                </a:moveTo>
                <a:cubicBezTo>
                  <a:pt x="2011680" y="4138457"/>
                  <a:pt x="2004857" y="4145280"/>
                  <a:pt x="1996440" y="4145280"/>
                </a:cubicBezTo>
                <a:cubicBezTo>
                  <a:pt x="1988023" y="4145280"/>
                  <a:pt x="1981200" y="4138457"/>
                  <a:pt x="1981200" y="4130040"/>
                </a:cubicBezTo>
                <a:cubicBezTo>
                  <a:pt x="1981200" y="4121623"/>
                  <a:pt x="1988023" y="4114800"/>
                  <a:pt x="1996440" y="4114800"/>
                </a:cubicBezTo>
                <a:cubicBezTo>
                  <a:pt x="2004857" y="4114800"/>
                  <a:pt x="2011680" y="4121623"/>
                  <a:pt x="2011680" y="4130040"/>
                </a:cubicBezTo>
                <a:close/>
                <a:moveTo>
                  <a:pt x="2011680" y="4282440"/>
                </a:moveTo>
                <a:cubicBezTo>
                  <a:pt x="2011680" y="4290857"/>
                  <a:pt x="2004857" y="4297680"/>
                  <a:pt x="1996440" y="4297680"/>
                </a:cubicBezTo>
                <a:cubicBezTo>
                  <a:pt x="1988023" y="4297680"/>
                  <a:pt x="1981200" y="4290857"/>
                  <a:pt x="1981200" y="4282440"/>
                </a:cubicBezTo>
                <a:cubicBezTo>
                  <a:pt x="1981200" y="4274023"/>
                  <a:pt x="1988023" y="4267200"/>
                  <a:pt x="1996440" y="4267200"/>
                </a:cubicBezTo>
                <a:cubicBezTo>
                  <a:pt x="2004857" y="4267200"/>
                  <a:pt x="2011680" y="4274023"/>
                  <a:pt x="2011680" y="4282440"/>
                </a:cubicBezTo>
                <a:close/>
                <a:moveTo>
                  <a:pt x="2011680" y="4434840"/>
                </a:moveTo>
                <a:cubicBezTo>
                  <a:pt x="2011680" y="4443257"/>
                  <a:pt x="2004857" y="4450080"/>
                  <a:pt x="1996440" y="4450080"/>
                </a:cubicBezTo>
                <a:cubicBezTo>
                  <a:pt x="1988023" y="4450080"/>
                  <a:pt x="1981200" y="4443257"/>
                  <a:pt x="1981200" y="4434840"/>
                </a:cubicBezTo>
                <a:cubicBezTo>
                  <a:pt x="1981200" y="4426423"/>
                  <a:pt x="1988023" y="4419600"/>
                  <a:pt x="1996440" y="4419600"/>
                </a:cubicBezTo>
                <a:cubicBezTo>
                  <a:pt x="2004857" y="4419600"/>
                  <a:pt x="2011680" y="4426423"/>
                  <a:pt x="2011680" y="4434840"/>
                </a:cubicBezTo>
                <a:close/>
                <a:moveTo>
                  <a:pt x="2164080" y="15240"/>
                </a:moveTo>
                <a:cubicBezTo>
                  <a:pt x="2164080" y="23657"/>
                  <a:pt x="2157257" y="30480"/>
                  <a:pt x="2148840" y="30480"/>
                </a:cubicBezTo>
                <a:cubicBezTo>
                  <a:pt x="2140423" y="30480"/>
                  <a:pt x="2133600" y="23657"/>
                  <a:pt x="2133600" y="15240"/>
                </a:cubicBezTo>
                <a:cubicBezTo>
                  <a:pt x="2133600" y="6823"/>
                  <a:pt x="2140423" y="0"/>
                  <a:pt x="2148840" y="0"/>
                </a:cubicBezTo>
                <a:cubicBezTo>
                  <a:pt x="2157257" y="0"/>
                  <a:pt x="2164080" y="6823"/>
                  <a:pt x="2164080" y="15240"/>
                </a:cubicBezTo>
                <a:close/>
                <a:moveTo>
                  <a:pt x="2164080" y="167640"/>
                </a:moveTo>
                <a:cubicBezTo>
                  <a:pt x="2164080" y="176057"/>
                  <a:pt x="2157257" y="182880"/>
                  <a:pt x="2148840" y="182880"/>
                </a:cubicBezTo>
                <a:cubicBezTo>
                  <a:pt x="2140423" y="182880"/>
                  <a:pt x="2133600" y="176057"/>
                  <a:pt x="2133600" y="167640"/>
                </a:cubicBezTo>
                <a:cubicBezTo>
                  <a:pt x="2133600" y="159223"/>
                  <a:pt x="2140423" y="152400"/>
                  <a:pt x="2148840" y="152400"/>
                </a:cubicBezTo>
                <a:cubicBezTo>
                  <a:pt x="2157257" y="152400"/>
                  <a:pt x="2164080" y="159223"/>
                  <a:pt x="2164080" y="167640"/>
                </a:cubicBezTo>
                <a:close/>
                <a:moveTo>
                  <a:pt x="2164080" y="320040"/>
                </a:moveTo>
                <a:cubicBezTo>
                  <a:pt x="2164080" y="328457"/>
                  <a:pt x="2157257" y="335280"/>
                  <a:pt x="2148840" y="335280"/>
                </a:cubicBezTo>
                <a:cubicBezTo>
                  <a:pt x="2140423" y="335280"/>
                  <a:pt x="2133600" y="328457"/>
                  <a:pt x="2133600" y="320040"/>
                </a:cubicBezTo>
                <a:cubicBezTo>
                  <a:pt x="2133600" y="311623"/>
                  <a:pt x="2140423" y="304800"/>
                  <a:pt x="2148840" y="304800"/>
                </a:cubicBezTo>
                <a:cubicBezTo>
                  <a:pt x="2157257" y="304800"/>
                  <a:pt x="2164080" y="311623"/>
                  <a:pt x="2164080" y="320040"/>
                </a:cubicBezTo>
                <a:close/>
                <a:moveTo>
                  <a:pt x="2164080" y="472440"/>
                </a:moveTo>
                <a:cubicBezTo>
                  <a:pt x="2164080" y="480857"/>
                  <a:pt x="2157257" y="487680"/>
                  <a:pt x="2148840" y="487680"/>
                </a:cubicBezTo>
                <a:cubicBezTo>
                  <a:pt x="2140423" y="487680"/>
                  <a:pt x="2133600" y="480857"/>
                  <a:pt x="2133600" y="472440"/>
                </a:cubicBezTo>
                <a:cubicBezTo>
                  <a:pt x="2133600" y="464023"/>
                  <a:pt x="2140423" y="457200"/>
                  <a:pt x="2148840" y="457200"/>
                </a:cubicBezTo>
                <a:cubicBezTo>
                  <a:pt x="2157257" y="457200"/>
                  <a:pt x="2164080" y="464023"/>
                  <a:pt x="2164080" y="472440"/>
                </a:cubicBezTo>
                <a:close/>
                <a:moveTo>
                  <a:pt x="2164080" y="624840"/>
                </a:moveTo>
                <a:cubicBezTo>
                  <a:pt x="2164080" y="633257"/>
                  <a:pt x="2157257" y="640080"/>
                  <a:pt x="2148840" y="640080"/>
                </a:cubicBezTo>
                <a:cubicBezTo>
                  <a:pt x="2140423" y="640080"/>
                  <a:pt x="2133600" y="633257"/>
                  <a:pt x="2133600" y="624840"/>
                </a:cubicBezTo>
                <a:cubicBezTo>
                  <a:pt x="2133600" y="616423"/>
                  <a:pt x="2140423" y="609600"/>
                  <a:pt x="2148840" y="609600"/>
                </a:cubicBezTo>
                <a:cubicBezTo>
                  <a:pt x="2157257" y="609600"/>
                  <a:pt x="2164080" y="616423"/>
                  <a:pt x="2164080" y="624840"/>
                </a:cubicBezTo>
                <a:close/>
                <a:moveTo>
                  <a:pt x="2164080" y="777240"/>
                </a:moveTo>
                <a:cubicBezTo>
                  <a:pt x="2164080" y="785657"/>
                  <a:pt x="2157257" y="792480"/>
                  <a:pt x="2148840" y="792480"/>
                </a:cubicBezTo>
                <a:cubicBezTo>
                  <a:pt x="2140423" y="792480"/>
                  <a:pt x="2133600" y="785657"/>
                  <a:pt x="2133600" y="777240"/>
                </a:cubicBezTo>
                <a:cubicBezTo>
                  <a:pt x="2133600" y="768823"/>
                  <a:pt x="2140423" y="762000"/>
                  <a:pt x="2148840" y="762000"/>
                </a:cubicBezTo>
                <a:cubicBezTo>
                  <a:pt x="2157257" y="762000"/>
                  <a:pt x="2164080" y="768823"/>
                  <a:pt x="2164080" y="777240"/>
                </a:cubicBezTo>
                <a:close/>
                <a:moveTo>
                  <a:pt x="2164080" y="929640"/>
                </a:moveTo>
                <a:cubicBezTo>
                  <a:pt x="2164080" y="938057"/>
                  <a:pt x="2157257" y="944880"/>
                  <a:pt x="2148840" y="944880"/>
                </a:cubicBezTo>
                <a:cubicBezTo>
                  <a:pt x="2140423" y="944880"/>
                  <a:pt x="2133600" y="938057"/>
                  <a:pt x="2133600" y="929640"/>
                </a:cubicBezTo>
                <a:cubicBezTo>
                  <a:pt x="2133600" y="921223"/>
                  <a:pt x="2140423" y="914400"/>
                  <a:pt x="2148840" y="914400"/>
                </a:cubicBezTo>
                <a:cubicBezTo>
                  <a:pt x="2157257" y="914400"/>
                  <a:pt x="2164080" y="921223"/>
                  <a:pt x="2164080" y="929640"/>
                </a:cubicBezTo>
                <a:close/>
                <a:moveTo>
                  <a:pt x="2164080" y="1082040"/>
                </a:moveTo>
                <a:cubicBezTo>
                  <a:pt x="2164080" y="1090457"/>
                  <a:pt x="2157257" y="1097280"/>
                  <a:pt x="2148840" y="1097280"/>
                </a:cubicBezTo>
                <a:cubicBezTo>
                  <a:pt x="2140423" y="1097280"/>
                  <a:pt x="2133600" y="1090457"/>
                  <a:pt x="2133600" y="1082040"/>
                </a:cubicBezTo>
                <a:cubicBezTo>
                  <a:pt x="2133600" y="1073623"/>
                  <a:pt x="2140423" y="1066800"/>
                  <a:pt x="2148840" y="1066800"/>
                </a:cubicBezTo>
                <a:cubicBezTo>
                  <a:pt x="2157257" y="1066800"/>
                  <a:pt x="2164080" y="1073623"/>
                  <a:pt x="2164080" y="1082040"/>
                </a:cubicBezTo>
                <a:close/>
                <a:moveTo>
                  <a:pt x="2164080" y="1234440"/>
                </a:moveTo>
                <a:cubicBezTo>
                  <a:pt x="2164080" y="1242857"/>
                  <a:pt x="2157257" y="1249680"/>
                  <a:pt x="2148840" y="1249680"/>
                </a:cubicBezTo>
                <a:cubicBezTo>
                  <a:pt x="2140423" y="1249680"/>
                  <a:pt x="2133600" y="1242857"/>
                  <a:pt x="2133600" y="1234440"/>
                </a:cubicBezTo>
                <a:cubicBezTo>
                  <a:pt x="2133600" y="1226023"/>
                  <a:pt x="2140423" y="1219200"/>
                  <a:pt x="2148840" y="1219200"/>
                </a:cubicBezTo>
                <a:cubicBezTo>
                  <a:pt x="2157257" y="1219200"/>
                  <a:pt x="2164080" y="1226023"/>
                  <a:pt x="2164080" y="1234440"/>
                </a:cubicBezTo>
                <a:close/>
                <a:moveTo>
                  <a:pt x="2164080" y="1386840"/>
                </a:moveTo>
                <a:cubicBezTo>
                  <a:pt x="2164080" y="1395257"/>
                  <a:pt x="2157257" y="1402080"/>
                  <a:pt x="2148840" y="1402080"/>
                </a:cubicBezTo>
                <a:cubicBezTo>
                  <a:pt x="2140423" y="1402080"/>
                  <a:pt x="2133600" y="1395257"/>
                  <a:pt x="2133600" y="1386840"/>
                </a:cubicBezTo>
                <a:cubicBezTo>
                  <a:pt x="2133600" y="1378423"/>
                  <a:pt x="2140423" y="1371600"/>
                  <a:pt x="2148840" y="1371600"/>
                </a:cubicBezTo>
                <a:cubicBezTo>
                  <a:pt x="2157257" y="1371600"/>
                  <a:pt x="2164080" y="1378423"/>
                  <a:pt x="2164080" y="1386840"/>
                </a:cubicBezTo>
                <a:close/>
                <a:moveTo>
                  <a:pt x="2164080" y="1539240"/>
                </a:moveTo>
                <a:cubicBezTo>
                  <a:pt x="2164080" y="1547657"/>
                  <a:pt x="2157257" y="1554480"/>
                  <a:pt x="2148840" y="1554480"/>
                </a:cubicBezTo>
                <a:cubicBezTo>
                  <a:pt x="2140423" y="1554480"/>
                  <a:pt x="2133600" y="1547657"/>
                  <a:pt x="2133600" y="1539240"/>
                </a:cubicBezTo>
                <a:cubicBezTo>
                  <a:pt x="2133600" y="1530823"/>
                  <a:pt x="2140423" y="1524000"/>
                  <a:pt x="2148840" y="1524000"/>
                </a:cubicBezTo>
                <a:cubicBezTo>
                  <a:pt x="2157257" y="1524000"/>
                  <a:pt x="2164080" y="1530823"/>
                  <a:pt x="2164080" y="1539240"/>
                </a:cubicBezTo>
                <a:close/>
                <a:moveTo>
                  <a:pt x="2164080" y="1691640"/>
                </a:moveTo>
                <a:cubicBezTo>
                  <a:pt x="2164080" y="1700057"/>
                  <a:pt x="2157257" y="1706880"/>
                  <a:pt x="2148840" y="1706880"/>
                </a:cubicBezTo>
                <a:cubicBezTo>
                  <a:pt x="2140423" y="1706880"/>
                  <a:pt x="2133600" y="1700057"/>
                  <a:pt x="2133600" y="1691640"/>
                </a:cubicBezTo>
                <a:cubicBezTo>
                  <a:pt x="2133600" y="1683223"/>
                  <a:pt x="2140423" y="1676400"/>
                  <a:pt x="2148840" y="1676400"/>
                </a:cubicBezTo>
                <a:cubicBezTo>
                  <a:pt x="2157257" y="1676400"/>
                  <a:pt x="2164080" y="1683223"/>
                  <a:pt x="2164080" y="1691640"/>
                </a:cubicBezTo>
                <a:close/>
                <a:moveTo>
                  <a:pt x="2164080" y="1844040"/>
                </a:moveTo>
                <a:cubicBezTo>
                  <a:pt x="2164080" y="1852457"/>
                  <a:pt x="2157257" y="1859280"/>
                  <a:pt x="2148840" y="1859280"/>
                </a:cubicBezTo>
                <a:cubicBezTo>
                  <a:pt x="2140423" y="1859280"/>
                  <a:pt x="2133600" y="1852457"/>
                  <a:pt x="2133600" y="1844040"/>
                </a:cubicBezTo>
                <a:cubicBezTo>
                  <a:pt x="2133600" y="1835623"/>
                  <a:pt x="2140423" y="1828800"/>
                  <a:pt x="2148840" y="1828800"/>
                </a:cubicBezTo>
                <a:cubicBezTo>
                  <a:pt x="2157257" y="1828800"/>
                  <a:pt x="2164080" y="1835623"/>
                  <a:pt x="2164080" y="1844040"/>
                </a:cubicBezTo>
                <a:close/>
                <a:moveTo>
                  <a:pt x="2164080" y="1996440"/>
                </a:moveTo>
                <a:cubicBezTo>
                  <a:pt x="2164080" y="2004857"/>
                  <a:pt x="2157257" y="2011680"/>
                  <a:pt x="2148840" y="2011680"/>
                </a:cubicBezTo>
                <a:cubicBezTo>
                  <a:pt x="2140423" y="2011680"/>
                  <a:pt x="2133600" y="2004857"/>
                  <a:pt x="2133600" y="1996440"/>
                </a:cubicBezTo>
                <a:cubicBezTo>
                  <a:pt x="2133600" y="1988023"/>
                  <a:pt x="2140423" y="1981200"/>
                  <a:pt x="2148840" y="1981200"/>
                </a:cubicBezTo>
                <a:cubicBezTo>
                  <a:pt x="2157257" y="1981200"/>
                  <a:pt x="2164080" y="1988023"/>
                  <a:pt x="2164080" y="1996440"/>
                </a:cubicBezTo>
                <a:close/>
                <a:moveTo>
                  <a:pt x="2164080" y="2148840"/>
                </a:moveTo>
                <a:cubicBezTo>
                  <a:pt x="2164080" y="2157257"/>
                  <a:pt x="2157257" y="2164080"/>
                  <a:pt x="2148840" y="2164080"/>
                </a:cubicBezTo>
                <a:cubicBezTo>
                  <a:pt x="2140423" y="2164080"/>
                  <a:pt x="2133600" y="2157257"/>
                  <a:pt x="2133600" y="2148840"/>
                </a:cubicBezTo>
                <a:cubicBezTo>
                  <a:pt x="2133600" y="2140423"/>
                  <a:pt x="2140423" y="2133600"/>
                  <a:pt x="2148840" y="2133600"/>
                </a:cubicBezTo>
                <a:cubicBezTo>
                  <a:pt x="2157257" y="2133600"/>
                  <a:pt x="2164080" y="2140423"/>
                  <a:pt x="2164080" y="2148840"/>
                </a:cubicBezTo>
                <a:close/>
                <a:moveTo>
                  <a:pt x="2164080" y="2301240"/>
                </a:moveTo>
                <a:cubicBezTo>
                  <a:pt x="2164080" y="2309657"/>
                  <a:pt x="2157257" y="2316480"/>
                  <a:pt x="2148840" y="2316480"/>
                </a:cubicBezTo>
                <a:cubicBezTo>
                  <a:pt x="2140423" y="2316480"/>
                  <a:pt x="2133600" y="2309657"/>
                  <a:pt x="2133600" y="2301240"/>
                </a:cubicBezTo>
                <a:cubicBezTo>
                  <a:pt x="2133600" y="2292823"/>
                  <a:pt x="2140423" y="2286000"/>
                  <a:pt x="2148840" y="2286000"/>
                </a:cubicBezTo>
                <a:cubicBezTo>
                  <a:pt x="2157257" y="2286000"/>
                  <a:pt x="2164080" y="2292823"/>
                  <a:pt x="2164080" y="2301240"/>
                </a:cubicBezTo>
                <a:close/>
                <a:moveTo>
                  <a:pt x="2164080" y="2453640"/>
                </a:moveTo>
                <a:cubicBezTo>
                  <a:pt x="2164080" y="2462057"/>
                  <a:pt x="2157257" y="2468880"/>
                  <a:pt x="2148840" y="2468880"/>
                </a:cubicBezTo>
                <a:cubicBezTo>
                  <a:pt x="2140423" y="2468880"/>
                  <a:pt x="2133600" y="2462057"/>
                  <a:pt x="2133600" y="2453640"/>
                </a:cubicBezTo>
                <a:cubicBezTo>
                  <a:pt x="2133600" y="2445223"/>
                  <a:pt x="2140423" y="2438400"/>
                  <a:pt x="2148840" y="2438400"/>
                </a:cubicBezTo>
                <a:cubicBezTo>
                  <a:pt x="2157257" y="2438400"/>
                  <a:pt x="2164080" y="2445223"/>
                  <a:pt x="2164080" y="2453640"/>
                </a:cubicBezTo>
                <a:close/>
                <a:moveTo>
                  <a:pt x="2164080" y="2606040"/>
                </a:moveTo>
                <a:cubicBezTo>
                  <a:pt x="2164080" y="2614457"/>
                  <a:pt x="2157257" y="2621280"/>
                  <a:pt x="2148840" y="2621280"/>
                </a:cubicBezTo>
                <a:cubicBezTo>
                  <a:pt x="2140423" y="2621280"/>
                  <a:pt x="2133600" y="2614457"/>
                  <a:pt x="2133600" y="2606040"/>
                </a:cubicBezTo>
                <a:cubicBezTo>
                  <a:pt x="2133600" y="2597623"/>
                  <a:pt x="2140423" y="2590800"/>
                  <a:pt x="2148840" y="2590800"/>
                </a:cubicBezTo>
                <a:cubicBezTo>
                  <a:pt x="2157257" y="2590800"/>
                  <a:pt x="2164080" y="2597623"/>
                  <a:pt x="2164080" y="2606040"/>
                </a:cubicBezTo>
                <a:close/>
                <a:moveTo>
                  <a:pt x="2164080" y="2758440"/>
                </a:moveTo>
                <a:cubicBezTo>
                  <a:pt x="2164080" y="2766857"/>
                  <a:pt x="2157257" y="2773680"/>
                  <a:pt x="2148840" y="2773680"/>
                </a:cubicBezTo>
                <a:cubicBezTo>
                  <a:pt x="2140423" y="2773680"/>
                  <a:pt x="2133600" y="2766857"/>
                  <a:pt x="2133600" y="2758440"/>
                </a:cubicBezTo>
                <a:cubicBezTo>
                  <a:pt x="2133600" y="2750023"/>
                  <a:pt x="2140423" y="2743200"/>
                  <a:pt x="2148840" y="2743200"/>
                </a:cubicBezTo>
                <a:cubicBezTo>
                  <a:pt x="2157257" y="2743200"/>
                  <a:pt x="2164080" y="2750023"/>
                  <a:pt x="2164080" y="2758440"/>
                </a:cubicBezTo>
                <a:close/>
                <a:moveTo>
                  <a:pt x="2164080" y="2910840"/>
                </a:moveTo>
                <a:cubicBezTo>
                  <a:pt x="2164080" y="2919257"/>
                  <a:pt x="2157257" y="2926080"/>
                  <a:pt x="2148840" y="2926080"/>
                </a:cubicBezTo>
                <a:cubicBezTo>
                  <a:pt x="2140423" y="2926080"/>
                  <a:pt x="2133600" y="2919257"/>
                  <a:pt x="2133600" y="2910840"/>
                </a:cubicBezTo>
                <a:cubicBezTo>
                  <a:pt x="2133600" y="2902423"/>
                  <a:pt x="2140423" y="2895600"/>
                  <a:pt x="2148840" y="2895600"/>
                </a:cubicBezTo>
                <a:cubicBezTo>
                  <a:pt x="2157257" y="2895600"/>
                  <a:pt x="2164080" y="2902423"/>
                  <a:pt x="2164080" y="2910840"/>
                </a:cubicBezTo>
                <a:close/>
                <a:moveTo>
                  <a:pt x="2164080" y="3063240"/>
                </a:moveTo>
                <a:cubicBezTo>
                  <a:pt x="2164080" y="3071657"/>
                  <a:pt x="2157257" y="3078480"/>
                  <a:pt x="2148840" y="3078480"/>
                </a:cubicBezTo>
                <a:cubicBezTo>
                  <a:pt x="2140423" y="3078480"/>
                  <a:pt x="2133600" y="3071657"/>
                  <a:pt x="2133600" y="3063240"/>
                </a:cubicBezTo>
                <a:cubicBezTo>
                  <a:pt x="2133600" y="3054823"/>
                  <a:pt x="2140423" y="3048000"/>
                  <a:pt x="2148840" y="3048000"/>
                </a:cubicBezTo>
                <a:cubicBezTo>
                  <a:pt x="2157257" y="3048000"/>
                  <a:pt x="2164080" y="3054823"/>
                  <a:pt x="2164080" y="3063240"/>
                </a:cubicBezTo>
                <a:close/>
                <a:moveTo>
                  <a:pt x="2164080" y="3215640"/>
                </a:moveTo>
                <a:cubicBezTo>
                  <a:pt x="2164080" y="3224057"/>
                  <a:pt x="2157257" y="3230880"/>
                  <a:pt x="2148840" y="3230880"/>
                </a:cubicBezTo>
                <a:cubicBezTo>
                  <a:pt x="2140423" y="3230880"/>
                  <a:pt x="2133600" y="3224057"/>
                  <a:pt x="2133600" y="3215640"/>
                </a:cubicBezTo>
                <a:cubicBezTo>
                  <a:pt x="2133600" y="3207223"/>
                  <a:pt x="2140423" y="3200400"/>
                  <a:pt x="2148840" y="3200400"/>
                </a:cubicBezTo>
                <a:cubicBezTo>
                  <a:pt x="2157257" y="3200400"/>
                  <a:pt x="2164080" y="3207223"/>
                  <a:pt x="2164080" y="3215640"/>
                </a:cubicBezTo>
                <a:close/>
                <a:moveTo>
                  <a:pt x="2164080" y="3368040"/>
                </a:moveTo>
                <a:cubicBezTo>
                  <a:pt x="2164080" y="3376457"/>
                  <a:pt x="2157257" y="3383280"/>
                  <a:pt x="2148840" y="3383280"/>
                </a:cubicBezTo>
                <a:cubicBezTo>
                  <a:pt x="2140423" y="3383280"/>
                  <a:pt x="2133600" y="3376457"/>
                  <a:pt x="2133600" y="3368040"/>
                </a:cubicBezTo>
                <a:cubicBezTo>
                  <a:pt x="2133600" y="3359623"/>
                  <a:pt x="2140423" y="3352800"/>
                  <a:pt x="2148840" y="3352800"/>
                </a:cubicBezTo>
                <a:cubicBezTo>
                  <a:pt x="2157257" y="3352800"/>
                  <a:pt x="2164080" y="3359623"/>
                  <a:pt x="2164080" y="3368040"/>
                </a:cubicBezTo>
                <a:close/>
                <a:moveTo>
                  <a:pt x="2164080" y="3520440"/>
                </a:moveTo>
                <a:cubicBezTo>
                  <a:pt x="2164080" y="3528857"/>
                  <a:pt x="2157257" y="3535680"/>
                  <a:pt x="2148840" y="3535680"/>
                </a:cubicBezTo>
                <a:cubicBezTo>
                  <a:pt x="2140423" y="3535680"/>
                  <a:pt x="2133600" y="3528857"/>
                  <a:pt x="2133600" y="3520440"/>
                </a:cubicBezTo>
                <a:cubicBezTo>
                  <a:pt x="2133600" y="3512023"/>
                  <a:pt x="2140423" y="3505200"/>
                  <a:pt x="2148840" y="3505200"/>
                </a:cubicBezTo>
                <a:cubicBezTo>
                  <a:pt x="2157257" y="3505200"/>
                  <a:pt x="2164080" y="3512023"/>
                  <a:pt x="2164080" y="3520440"/>
                </a:cubicBezTo>
                <a:close/>
                <a:moveTo>
                  <a:pt x="2164080" y="3672840"/>
                </a:moveTo>
                <a:cubicBezTo>
                  <a:pt x="2164080" y="3681257"/>
                  <a:pt x="2157257" y="3688080"/>
                  <a:pt x="2148840" y="3688080"/>
                </a:cubicBezTo>
                <a:cubicBezTo>
                  <a:pt x="2140423" y="3688080"/>
                  <a:pt x="2133600" y="3681257"/>
                  <a:pt x="2133600" y="3672840"/>
                </a:cubicBezTo>
                <a:cubicBezTo>
                  <a:pt x="2133600" y="3664423"/>
                  <a:pt x="2140423" y="3657600"/>
                  <a:pt x="2148840" y="3657600"/>
                </a:cubicBezTo>
                <a:cubicBezTo>
                  <a:pt x="2157257" y="3657600"/>
                  <a:pt x="2164080" y="3664423"/>
                  <a:pt x="2164080" y="3672840"/>
                </a:cubicBezTo>
                <a:close/>
                <a:moveTo>
                  <a:pt x="2164080" y="3825240"/>
                </a:moveTo>
                <a:cubicBezTo>
                  <a:pt x="2164080" y="3833657"/>
                  <a:pt x="2157257" y="3840480"/>
                  <a:pt x="2148840" y="3840480"/>
                </a:cubicBezTo>
                <a:cubicBezTo>
                  <a:pt x="2140423" y="3840480"/>
                  <a:pt x="2133600" y="3833657"/>
                  <a:pt x="2133600" y="3825240"/>
                </a:cubicBezTo>
                <a:cubicBezTo>
                  <a:pt x="2133600" y="3816823"/>
                  <a:pt x="2140423" y="3810000"/>
                  <a:pt x="2148840" y="3810000"/>
                </a:cubicBezTo>
                <a:cubicBezTo>
                  <a:pt x="2157257" y="3810000"/>
                  <a:pt x="2164080" y="3816823"/>
                  <a:pt x="2164080" y="3825240"/>
                </a:cubicBezTo>
                <a:close/>
                <a:moveTo>
                  <a:pt x="2164080" y="3977640"/>
                </a:moveTo>
                <a:cubicBezTo>
                  <a:pt x="2164080" y="3986057"/>
                  <a:pt x="2157257" y="3992880"/>
                  <a:pt x="2148840" y="3992880"/>
                </a:cubicBezTo>
                <a:cubicBezTo>
                  <a:pt x="2140423" y="3992880"/>
                  <a:pt x="2133600" y="3986057"/>
                  <a:pt x="2133600" y="3977640"/>
                </a:cubicBezTo>
                <a:cubicBezTo>
                  <a:pt x="2133600" y="3969223"/>
                  <a:pt x="2140423" y="3962400"/>
                  <a:pt x="2148840" y="3962400"/>
                </a:cubicBezTo>
                <a:cubicBezTo>
                  <a:pt x="2157257" y="3962400"/>
                  <a:pt x="2164080" y="3969223"/>
                  <a:pt x="2164080" y="3977640"/>
                </a:cubicBezTo>
                <a:close/>
                <a:moveTo>
                  <a:pt x="2164080" y="4130040"/>
                </a:moveTo>
                <a:cubicBezTo>
                  <a:pt x="2164080" y="4138457"/>
                  <a:pt x="2157257" y="4145280"/>
                  <a:pt x="2148840" y="4145280"/>
                </a:cubicBezTo>
                <a:cubicBezTo>
                  <a:pt x="2140423" y="4145280"/>
                  <a:pt x="2133600" y="4138457"/>
                  <a:pt x="2133600" y="4130040"/>
                </a:cubicBezTo>
                <a:cubicBezTo>
                  <a:pt x="2133600" y="4121623"/>
                  <a:pt x="2140423" y="4114800"/>
                  <a:pt x="2148840" y="4114800"/>
                </a:cubicBezTo>
                <a:cubicBezTo>
                  <a:pt x="2157257" y="4114800"/>
                  <a:pt x="2164080" y="4121623"/>
                  <a:pt x="2164080" y="4130040"/>
                </a:cubicBezTo>
                <a:close/>
                <a:moveTo>
                  <a:pt x="2164080" y="4282440"/>
                </a:moveTo>
                <a:cubicBezTo>
                  <a:pt x="2164080" y="4290857"/>
                  <a:pt x="2157257" y="4297680"/>
                  <a:pt x="2148840" y="4297680"/>
                </a:cubicBezTo>
                <a:cubicBezTo>
                  <a:pt x="2140423" y="4297680"/>
                  <a:pt x="2133600" y="4290857"/>
                  <a:pt x="2133600" y="4282440"/>
                </a:cubicBezTo>
                <a:cubicBezTo>
                  <a:pt x="2133600" y="4274023"/>
                  <a:pt x="2140423" y="4267200"/>
                  <a:pt x="2148840" y="4267200"/>
                </a:cubicBezTo>
                <a:cubicBezTo>
                  <a:pt x="2157257" y="4267200"/>
                  <a:pt x="2164080" y="4274023"/>
                  <a:pt x="2164080" y="4282440"/>
                </a:cubicBezTo>
                <a:close/>
                <a:moveTo>
                  <a:pt x="2164080" y="4434840"/>
                </a:moveTo>
                <a:cubicBezTo>
                  <a:pt x="2164080" y="4443257"/>
                  <a:pt x="2157257" y="4450080"/>
                  <a:pt x="2148840" y="4450080"/>
                </a:cubicBezTo>
                <a:cubicBezTo>
                  <a:pt x="2140423" y="4450080"/>
                  <a:pt x="2133600" y="4443257"/>
                  <a:pt x="2133600" y="4434840"/>
                </a:cubicBezTo>
                <a:cubicBezTo>
                  <a:pt x="2133600" y="4426423"/>
                  <a:pt x="2140423" y="4419600"/>
                  <a:pt x="2148840" y="4419600"/>
                </a:cubicBezTo>
                <a:cubicBezTo>
                  <a:pt x="2157257" y="4419600"/>
                  <a:pt x="2164080" y="4426423"/>
                  <a:pt x="2164080" y="4434840"/>
                </a:cubicBezTo>
                <a:close/>
                <a:moveTo>
                  <a:pt x="2316480" y="15240"/>
                </a:moveTo>
                <a:cubicBezTo>
                  <a:pt x="2316480" y="23657"/>
                  <a:pt x="2309657" y="30480"/>
                  <a:pt x="2301240" y="30480"/>
                </a:cubicBezTo>
                <a:cubicBezTo>
                  <a:pt x="2292823" y="30480"/>
                  <a:pt x="2286000" y="23657"/>
                  <a:pt x="2286000" y="15240"/>
                </a:cubicBezTo>
                <a:cubicBezTo>
                  <a:pt x="2286000" y="6823"/>
                  <a:pt x="2292823" y="0"/>
                  <a:pt x="2301240" y="0"/>
                </a:cubicBezTo>
                <a:cubicBezTo>
                  <a:pt x="2309657" y="0"/>
                  <a:pt x="2316480" y="6823"/>
                  <a:pt x="2316480" y="15240"/>
                </a:cubicBezTo>
                <a:close/>
                <a:moveTo>
                  <a:pt x="2316480" y="167640"/>
                </a:moveTo>
                <a:cubicBezTo>
                  <a:pt x="2316480" y="176057"/>
                  <a:pt x="2309657" y="182880"/>
                  <a:pt x="2301240" y="182880"/>
                </a:cubicBezTo>
                <a:cubicBezTo>
                  <a:pt x="2292823" y="182880"/>
                  <a:pt x="2286000" y="176057"/>
                  <a:pt x="2286000" y="167640"/>
                </a:cubicBezTo>
                <a:cubicBezTo>
                  <a:pt x="2286000" y="159223"/>
                  <a:pt x="2292823" y="152400"/>
                  <a:pt x="2301240" y="152400"/>
                </a:cubicBezTo>
                <a:cubicBezTo>
                  <a:pt x="2309657" y="152400"/>
                  <a:pt x="2316480" y="159223"/>
                  <a:pt x="2316480" y="167640"/>
                </a:cubicBezTo>
                <a:close/>
                <a:moveTo>
                  <a:pt x="2316480" y="320040"/>
                </a:moveTo>
                <a:cubicBezTo>
                  <a:pt x="2316480" y="328457"/>
                  <a:pt x="2309657" y="335280"/>
                  <a:pt x="2301240" y="335280"/>
                </a:cubicBezTo>
                <a:cubicBezTo>
                  <a:pt x="2292823" y="335280"/>
                  <a:pt x="2286000" y="328457"/>
                  <a:pt x="2286000" y="320040"/>
                </a:cubicBezTo>
                <a:cubicBezTo>
                  <a:pt x="2286000" y="311623"/>
                  <a:pt x="2292823" y="304800"/>
                  <a:pt x="2301240" y="304800"/>
                </a:cubicBezTo>
                <a:cubicBezTo>
                  <a:pt x="2309657" y="304800"/>
                  <a:pt x="2316480" y="311623"/>
                  <a:pt x="2316480" y="320040"/>
                </a:cubicBezTo>
                <a:close/>
                <a:moveTo>
                  <a:pt x="2316480" y="472440"/>
                </a:moveTo>
                <a:cubicBezTo>
                  <a:pt x="2316480" y="480857"/>
                  <a:pt x="2309657" y="487680"/>
                  <a:pt x="2301240" y="487680"/>
                </a:cubicBezTo>
                <a:cubicBezTo>
                  <a:pt x="2292823" y="487680"/>
                  <a:pt x="2286000" y="480857"/>
                  <a:pt x="2286000" y="472440"/>
                </a:cubicBezTo>
                <a:cubicBezTo>
                  <a:pt x="2286000" y="464023"/>
                  <a:pt x="2292823" y="457200"/>
                  <a:pt x="2301240" y="457200"/>
                </a:cubicBezTo>
                <a:cubicBezTo>
                  <a:pt x="2309657" y="457200"/>
                  <a:pt x="2316480" y="464023"/>
                  <a:pt x="2316480" y="472440"/>
                </a:cubicBezTo>
                <a:close/>
                <a:moveTo>
                  <a:pt x="2316480" y="624840"/>
                </a:moveTo>
                <a:cubicBezTo>
                  <a:pt x="2316480" y="633257"/>
                  <a:pt x="2309657" y="640080"/>
                  <a:pt x="2301240" y="640080"/>
                </a:cubicBezTo>
                <a:cubicBezTo>
                  <a:pt x="2292823" y="640080"/>
                  <a:pt x="2286000" y="633257"/>
                  <a:pt x="2286000" y="624840"/>
                </a:cubicBezTo>
                <a:cubicBezTo>
                  <a:pt x="2286000" y="616423"/>
                  <a:pt x="2292823" y="609600"/>
                  <a:pt x="2301240" y="609600"/>
                </a:cubicBezTo>
                <a:cubicBezTo>
                  <a:pt x="2309657" y="609600"/>
                  <a:pt x="2316480" y="616423"/>
                  <a:pt x="2316480" y="624840"/>
                </a:cubicBezTo>
                <a:close/>
                <a:moveTo>
                  <a:pt x="2316480" y="777240"/>
                </a:moveTo>
                <a:cubicBezTo>
                  <a:pt x="2316480" y="785657"/>
                  <a:pt x="2309657" y="792480"/>
                  <a:pt x="2301240" y="792480"/>
                </a:cubicBezTo>
                <a:cubicBezTo>
                  <a:pt x="2292823" y="792480"/>
                  <a:pt x="2286000" y="785657"/>
                  <a:pt x="2286000" y="777240"/>
                </a:cubicBezTo>
                <a:cubicBezTo>
                  <a:pt x="2286000" y="768823"/>
                  <a:pt x="2292823" y="762000"/>
                  <a:pt x="2301240" y="762000"/>
                </a:cubicBezTo>
                <a:cubicBezTo>
                  <a:pt x="2309657" y="762000"/>
                  <a:pt x="2316480" y="768823"/>
                  <a:pt x="2316480" y="777240"/>
                </a:cubicBezTo>
                <a:close/>
                <a:moveTo>
                  <a:pt x="2316480" y="929640"/>
                </a:moveTo>
                <a:cubicBezTo>
                  <a:pt x="2316480" y="938057"/>
                  <a:pt x="2309657" y="944880"/>
                  <a:pt x="2301240" y="944880"/>
                </a:cubicBezTo>
                <a:cubicBezTo>
                  <a:pt x="2292823" y="944880"/>
                  <a:pt x="2286000" y="938057"/>
                  <a:pt x="2286000" y="929640"/>
                </a:cubicBezTo>
                <a:cubicBezTo>
                  <a:pt x="2286000" y="921223"/>
                  <a:pt x="2292823" y="914400"/>
                  <a:pt x="2301240" y="914400"/>
                </a:cubicBezTo>
                <a:cubicBezTo>
                  <a:pt x="2309657" y="914400"/>
                  <a:pt x="2316480" y="921223"/>
                  <a:pt x="2316480" y="929640"/>
                </a:cubicBezTo>
                <a:close/>
                <a:moveTo>
                  <a:pt x="2316480" y="1082040"/>
                </a:moveTo>
                <a:cubicBezTo>
                  <a:pt x="2316480" y="1090457"/>
                  <a:pt x="2309657" y="1097280"/>
                  <a:pt x="2301240" y="1097280"/>
                </a:cubicBezTo>
                <a:cubicBezTo>
                  <a:pt x="2292823" y="1097280"/>
                  <a:pt x="2286000" y="1090457"/>
                  <a:pt x="2286000" y="1082040"/>
                </a:cubicBezTo>
                <a:cubicBezTo>
                  <a:pt x="2286000" y="1073623"/>
                  <a:pt x="2292823" y="1066800"/>
                  <a:pt x="2301240" y="1066800"/>
                </a:cubicBezTo>
                <a:cubicBezTo>
                  <a:pt x="2309657" y="1066800"/>
                  <a:pt x="2316480" y="1073623"/>
                  <a:pt x="2316480" y="1082040"/>
                </a:cubicBezTo>
                <a:close/>
                <a:moveTo>
                  <a:pt x="2316480" y="1234440"/>
                </a:moveTo>
                <a:cubicBezTo>
                  <a:pt x="2316480" y="1242857"/>
                  <a:pt x="2309657" y="1249680"/>
                  <a:pt x="2301240" y="1249680"/>
                </a:cubicBezTo>
                <a:cubicBezTo>
                  <a:pt x="2292823" y="1249680"/>
                  <a:pt x="2286000" y="1242857"/>
                  <a:pt x="2286000" y="1234440"/>
                </a:cubicBezTo>
                <a:cubicBezTo>
                  <a:pt x="2286000" y="1226023"/>
                  <a:pt x="2292823" y="1219200"/>
                  <a:pt x="2301240" y="1219200"/>
                </a:cubicBezTo>
                <a:cubicBezTo>
                  <a:pt x="2309657" y="1219200"/>
                  <a:pt x="2316480" y="1226023"/>
                  <a:pt x="2316480" y="1234440"/>
                </a:cubicBezTo>
                <a:close/>
                <a:moveTo>
                  <a:pt x="2316480" y="1386840"/>
                </a:moveTo>
                <a:cubicBezTo>
                  <a:pt x="2316480" y="1395257"/>
                  <a:pt x="2309657" y="1402080"/>
                  <a:pt x="2301240" y="1402080"/>
                </a:cubicBezTo>
                <a:cubicBezTo>
                  <a:pt x="2292823" y="1402080"/>
                  <a:pt x="2286000" y="1395257"/>
                  <a:pt x="2286000" y="1386840"/>
                </a:cubicBezTo>
                <a:cubicBezTo>
                  <a:pt x="2286000" y="1378423"/>
                  <a:pt x="2292823" y="1371600"/>
                  <a:pt x="2301240" y="1371600"/>
                </a:cubicBezTo>
                <a:cubicBezTo>
                  <a:pt x="2309657" y="1371600"/>
                  <a:pt x="2316480" y="1378423"/>
                  <a:pt x="2316480" y="1386840"/>
                </a:cubicBezTo>
                <a:close/>
                <a:moveTo>
                  <a:pt x="2316480" y="1539240"/>
                </a:moveTo>
                <a:cubicBezTo>
                  <a:pt x="2316480" y="1547657"/>
                  <a:pt x="2309657" y="1554480"/>
                  <a:pt x="2301240" y="1554480"/>
                </a:cubicBezTo>
                <a:cubicBezTo>
                  <a:pt x="2292823" y="1554480"/>
                  <a:pt x="2286000" y="1547657"/>
                  <a:pt x="2286000" y="1539240"/>
                </a:cubicBezTo>
                <a:cubicBezTo>
                  <a:pt x="2286000" y="1530823"/>
                  <a:pt x="2292823" y="1524000"/>
                  <a:pt x="2301240" y="1524000"/>
                </a:cubicBezTo>
                <a:cubicBezTo>
                  <a:pt x="2309657" y="1524000"/>
                  <a:pt x="2316480" y="1530823"/>
                  <a:pt x="2316480" y="1539240"/>
                </a:cubicBezTo>
                <a:close/>
                <a:moveTo>
                  <a:pt x="2316480" y="1691640"/>
                </a:moveTo>
                <a:cubicBezTo>
                  <a:pt x="2316480" y="1700057"/>
                  <a:pt x="2309657" y="1706880"/>
                  <a:pt x="2301240" y="1706880"/>
                </a:cubicBezTo>
                <a:cubicBezTo>
                  <a:pt x="2292823" y="1706880"/>
                  <a:pt x="2286000" y="1700057"/>
                  <a:pt x="2286000" y="1691640"/>
                </a:cubicBezTo>
                <a:cubicBezTo>
                  <a:pt x="2286000" y="1683223"/>
                  <a:pt x="2292823" y="1676400"/>
                  <a:pt x="2301240" y="1676400"/>
                </a:cubicBezTo>
                <a:cubicBezTo>
                  <a:pt x="2309657" y="1676400"/>
                  <a:pt x="2316480" y="1683223"/>
                  <a:pt x="2316480" y="1691640"/>
                </a:cubicBezTo>
                <a:close/>
                <a:moveTo>
                  <a:pt x="2316480" y="1844040"/>
                </a:moveTo>
                <a:cubicBezTo>
                  <a:pt x="2316480" y="1852457"/>
                  <a:pt x="2309657" y="1859280"/>
                  <a:pt x="2301240" y="1859280"/>
                </a:cubicBezTo>
                <a:cubicBezTo>
                  <a:pt x="2292823" y="1859280"/>
                  <a:pt x="2286000" y="1852457"/>
                  <a:pt x="2286000" y="1844040"/>
                </a:cubicBezTo>
                <a:cubicBezTo>
                  <a:pt x="2286000" y="1835623"/>
                  <a:pt x="2292823" y="1828800"/>
                  <a:pt x="2301240" y="1828800"/>
                </a:cubicBezTo>
                <a:cubicBezTo>
                  <a:pt x="2309657" y="1828800"/>
                  <a:pt x="2316480" y="1835623"/>
                  <a:pt x="2316480" y="1844040"/>
                </a:cubicBezTo>
                <a:close/>
                <a:moveTo>
                  <a:pt x="2316480" y="1996440"/>
                </a:moveTo>
                <a:cubicBezTo>
                  <a:pt x="2316480" y="2004857"/>
                  <a:pt x="2309657" y="2011680"/>
                  <a:pt x="2301240" y="2011680"/>
                </a:cubicBezTo>
                <a:cubicBezTo>
                  <a:pt x="2292823" y="2011680"/>
                  <a:pt x="2286000" y="2004857"/>
                  <a:pt x="2286000" y="1996440"/>
                </a:cubicBezTo>
                <a:cubicBezTo>
                  <a:pt x="2286000" y="1988023"/>
                  <a:pt x="2292823" y="1981200"/>
                  <a:pt x="2301240" y="1981200"/>
                </a:cubicBezTo>
                <a:cubicBezTo>
                  <a:pt x="2309657" y="1981200"/>
                  <a:pt x="2316480" y="1988023"/>
                  <a:pt x="2316480" y="1996440"/>
                </a:cubicBezTo>
                <a:close/>
                <a:moveTo>
                  <a:pt x="2316480" y="2148840"/>
                </a:moveTo>
                <a:cubicBezTo>
                  <a:pt x="2316480" y="2157257"/>
                  <a:pt x="2309657" y="2164080"/>
                  <a:pt x="2301240" y="2164080"/>
                </a:cubicBezTo>
                <a:cubicBezTo>
                  <a:pt x="2292823" y="2164080"/>
                  <a:pt x="2286000" y="2157257"/>
                  <a:pt x="2286000" y="2148840"/>
                </a:cubicBezTo>
                <a:cubicBezTo>
                  <a:pt x="2286000" y="2140423"/>
                  <a:pt x="2292823" y="2133600"/>
                  <a:pt x="2301240" y="2133600"/>
                </a:cubicBezTo>
                <a:cubicBezTo>
                  <a:pt x="2309657" y="2133600"/>
                  <a:pt x="2316480" y="2140423"/>
                  <a:pt x="2316480" y="2148840"/>
                </a:cubicBezTo>
                <a:close/>
                <a:moveTo>
                  <a:pt x="2316480" y="2301240"/>
                </a:moveTo>
                <a:cubicBezTo>
                  <a:pt x="2316480" y="2309657"/>
                  <a:pt x="2309657" y="2316480"/>
                  <a:pt x="2301240" y="2316480"/>
                </a:cubicBezTo>
                <a:cubicBezTo>
                  <a:pt x="2292823" y="2316480"/>
                  <a:pt x="2286000" y="2309657"/>
                  <a:pt x="2286000" y="2301240"/>
                </a:cubicBezTo>
                <a:cubicBezTo>
                  <a:pt x="2286000" y="2292823"/>
                  <a:pt x="2292823" y="2286000"/>
                  <a:pt x="2301240" y="2286000"/>
                </a:cubicBezTo>
                <a:cubicBezTo>
                  <a:pt x="2309657" y="2286000"/>
                  <a:pt x="2316480" y="2292823"/>
                  <a:pt x="2316480" y="2301240"/>
                </a:cubicBezTo>
                <a:close/>
                <a:moveTo>
                  <a:pt x="2316480" y="2453640"/>
                </a:moveTo>
                <a:cubicBezTo>
                  <a:pt x="2316480" y="2462057"/>
                  <a:pt x="2309657" y="2468880"/>
                  <a:pt x="2301240" y="2468880"/>
                </a:cubicBezTo>
                <a:cubicBezTo>
                  <a:pt x="2292823" y="2468880"/>
                  <a:pt x="2286000" y="2462057"/>
                  <a:pt x="2286000" y="2453640"/>
                </a:cubicBezTo>
                <a:cubicBezTo>
                  <a:pt x="2286000" y="2445223"/>
                  <a:pt x="2292823" y="2438400"/>
                  <a:pt x="2301240" y="2438400"/>
                </a:cubicBezTo>
                <a:cubicBezTo>
                  <a:pt x="2309657" y="2438400"/>
                  <a:pt x="2316480" y="2445223"/>
                  <a:pt x="2316480" y="2453640"/>
                </a:cubicBezTo>
                <a:close/>
                <a:moveTo>
                  <a:pt x="2316480" y="2606040"/>
                </a:moveTo>
                <a:cubicBezTo>
                  <a:pt x="2316480" y="2614457"/>
                  <a:pt x="2309657" y="2621280"/>
                  <a:pt x="2301240" y="2621280"/>
                </a:cubicBezTo>
                <a:cubicBezTo>
                  <a:pt x="2292823" y="2621280"/>
                  <a:pt x="2286000" y="2614457"/>
                  <a:pt x="2286000" y="2606040"/>
                </a:cubicBezTo>
                <a:cubicBezTo>
                  <a:pt x="2286000" y="2597623"/>
                  <a:pt x="2292823" y="2590800"/>
                  <a:pt x="2301240" y="2590800"/>
                </a:cubicBezTo>
                <a:cubicBezTo>
                  <a:pt x="2309657" y="2590800"/>
                  <a:pt x="2316480" y="2597623"/>
                  <a:pt x="2316480" y="2606040"/>
                </a:cubicBezTo>
                <a:close/>
                <a:moveTo>
                  <a:pt x="2316480" y="2758440"/>
                </a:moveTo>
                <a:cubicBezTo>
                  <a:pt x="2316480" y="2766857"/>
                  <a:pt x="2309657" y="2773680"/>
                  <a:pt x="2301240" y="2773680"/>
                </a:cubicBezTo>
                <a:cubicBezTo>
                  <a:pt x="2292823" y="2773680"/>
                  <a:pt x="2286000" y="2766857"/>
                  <a:pt x="2286000" y="2758440"/>
                </a:cubicBezTo>
                <a:cubicBezTo>
                  <a:pt x="2286000" y="2750023"/>
                  <a:pt x="2292823" y="2743200"/>
                  <a:pt x="2301240" y="2743200"/>
                </a:cubicBezTo>
                <a:cubicBezTo>
                  <a:pt x="2309657" y="2743200"/>
                  <a:pt x="2316480" y="2750023"/>
                  <a:pt x="2316480" y="2758440"/>
                </a:cubicBezTo>
                <a:close/>
                <a:moveTo>
                  <a:pt x="2316480" y="2910840"/>
                </a:moveTo>
                <a:cubicBezTo>
                  <a:pt x="2316480" y="2919257"/>
                  <a:pt x="2309657" y="2926080"/>
                  <a:pt x="2301240" y="2926080"/>
                </a:cubicBezTo>
                <a:cubicBezTo>
                  <a:pt x="2292823" y="2926080"/>
                  <a:pt x="2286000" y="2919257"/>
                  <a:pt x="2286000" y="2910840"/>
                </a:cubicBezTo>
                <a:cubicBezTo>
                  <a:pt x="2286000" y="2902423"/>
                  <a:pt x="2292823" y="2895600"/>
                  <a:pt x="2301240" y="2895600"/>
                </a:cubicBezTo>
                <a:cubicBezTo>
                  <a:pt x="2309657" y="2895600"/>
                  <a:pt x="2316480" y="2902423"/>
                  <a:pt x="2316480" y="2910840"/>
                </a:cubicBezTo>
                <a:close/>
                <a:moveTo>
                  <a:pt x="2316480" y="3063240"/>
                </a:moveTo>
                <a:cubicBezTo>
                  <a:pt x="2316480" y="3071657"/>
                  <a:pt x="2309657" y="3078480"/>
                  <a:pt x="2301240" y="3078480"/>
                </a:cubicBezTo>
                <a:cubicBezTo>
                  <a:pt x="2292823" y="3078480"/>
                  <a:pt x="2286000" y="3071657"/>
                  <a:pt x="2286000" y="3063240"/>
                </a:cubicBezTo>
                <a:cubicBezTo>
                  <a:pt x="2286000" y="3054823"/>
                  <a:pt x="2292823" y="3048000"/>
                  <a:pt x="2301240" y="3048000"/>
                </a:cubicBezTo>
                <a:cubicBezTo>
                  <a:pt x="2309657" y="3048000"/>
                  <a:pt x="2316480" y="3054823"/>
                  <a:pt x="2316480" y="3063240"/>
                </a:cubicBezTo>
                <a:close/>
                <a:moveTo>
                  <a:pt x="2316480" y="3215640"/>
                </a:moveTo>
                <a:cubicBezTo>
                  <a:pt x="2316480" y="3224057"/>
                  <a:pt x="2309657" y="3230880"/>
                  <a:pt x="2301240" y="3230880"/>
                </a:cubicBezTo>
                <a:cubicBezTo>
                  <a:pt x="2292823" y="3230880"/>
                  <a:pt x="2286000" y="3224057"/>
                  <a:pt x="2286000" y="3215640"/>
                </a:cubicBezTo>
                <a:cubicBezTo>
                  <a:pt x="2286000" y="3207223"/>
                  <a:pt x="2292823" y="3200400"/>
                  <a:pt x="2301240" y="3200400"/>
                </a:cubicBezTo>
                <a:cubicBezTo>
                  <a:pt x="2309657" y="3200400"/>
                  <a:pt x="2316480" y="3207223"/>
                  <a:pt x="2316480" y="3215640"/>
                </a:cubicBezTo>
                <a:close/>
                <a:moveTo>
                  <a:pt x="2316480" y="3368040"/>
                </a:moveTo>
                <a:cubicBezTo>
                  <a:pt x="2316480" y="3376457"/>
                  <a:pt x="2309657" y="3383280"/>
                  <a:pt x="2301240" y="3383280"/>
                </a:cubicBezTo>
                <a:cubicBezTo>
                  <a:pt x="2292823" y="3383280"/>
                  <a:pt x="2286000" y="3376457"/>
                  <a:pt x="2286000" y="3368040"/>
                </a:cubicBezTo>
                <a:cubicBezTo>
                  <a:pt x="2286000" y="3359623"/>
                  <a:pt x="2292823" y="3352800"/>
                  <a:pt x="2301240" y="3352800"/>
                </a:cubicBezTo>
                <a:cubicBezTo>
                  <a:pt x="2309657" y="3352800"/>
                  <a:pt x="2316480" y="3359623"/>
                  <a:pt x="2316480" y="3368040"/>
                </a:cubicBezTo>
                <a:close/>
                <a:moveTo>
                  <a:pt x="2316480" y="3520440"/>
                </a:moveTo>
                <a:cubicBezTo>
                  <a:pt x="2316480" y="3528857"/>
                  <a:pt x="2309657" y="3535680"/>
                  <a:pt x="2301240" y="3535680"/>
                </a:cubicBezTo>
                <a:cubicBezTo>
                  <a:pt x="2292823" y="3535680"/>
                  <a:pt x="2286000" y="3528857"/>
                  <a:pt x="2286000" y="3520440"/>
                </a:cubicBezTo>
                <a:cubicBezTo>
                  <a:pt x="2286000" y="3512023"/>
                  <a:pt x="2292823" y="3505200"/>
                  <a:pt x="2301240" y="3505200"/>
                </a:cubicBezTo>
                <a:cubicBezTo>
                  <a:pt x="2309657" y="3505200"/>
                  <a:pt x="2316480" y="3512023"/>
                  <a:pt x="2316480" y="3520440"/>
                </a:cubicBezTo>
                <a:close/>
                <a:moveTo>
                  <a:pt x="2316480" y="3672840"/>
                </a:moveTo>
                <a:cubicBezTo>
                  <a:pt x="2316480" y="3681257"/>
                  <a:pt x="2309657" y="3688080"/>
                  <a:pt x="2301240" y="3688080"/>
                </a:cubicBezTo>
                <a:cubicBezTo>
                  <a:pt x="2292823" y="3688080"/>
                  <a:pt x="2286000" y="3681257"/>
                  <a:pt x="2286000" y="3672840"/>
                </a:cubicBezTo>
                <a:cubicBezTo>
                  <a:pt x="2286000" y="3664423"/>
                  <a:pt x="2292823" y="3657600"/>
                  <a:pt x="2301240" y="3657600"/>
                </a:cubicBezTo>
                <a:cubicBezTo>
                  <a:pt x="2309657" y="3657600"/>
                  <a:pt x="2316480" y="3664423"/>
                  <a:pt x="2316480" y="3672840"/>
                </a:cubicBezTo>
                <a:close/>
                <a:moveTo>
                  <a:pt x="2316480" y="3825240"/>
                </a:moveTo>
                <a:cubicBezTo>
                  <a:pt x="2316480" y="3833657"/>
                  <a:pt x="2309657" y="3840480"/>
                  <a:pt x="2301240" y="3840480"/>
                </a:cubicBezTo>
                <a:cubicBezTo>
                  <a:pt x="2292823" y="3840480"/>
                  <a:pt x="2286000" y="3833657"/>
                  <a:pt x="2286000" y="3825240"/>
                </a:cubicBezTo>
                <a:cubicBezTo>
                  <a:pt x="2286000" y="3816823"/>
                  <a:pt x="2292823" y="3810000"/>
                  <a:pt x="2301240" y="3810000"/>
                </a:cubicBezTo>
                <a:cubicBezTo>
                  <a:pt x="2309657" y="3810000"/>
                  <a:pt x="2316480" y="3816823"/>
                  <a:pt x="2316480" y="3825240"/>
                </a:cubicBezTo>
                <a:close/>
                <a:moveTo>
                  <a:pt x="2316480" y="3977640"/>
                </a:moveTo>
                <a:cubicBezTo>
                  <a:pt x="2316480" y="3986057"/>
                  <a:pt x="2309657" y="3992880"/>
                  <a:pt x="2301240" y="3992880"/>
                </a:cubicBezTo>
                <a:cubicBezTo>
                  <a:pt x="2292823" y="3992880"/>
                  <a:pt x="2286000" y="3986057"/>
                  <a:pt x="2286000" y="3977640"/>
                </a:cubicBezTo>
                <a:cubicBezTo>
                  <a:pt x="2286000" y="3969223"/>
                  <a:pt x="2292823" y="3962400"/>
                  <a:pt x="2301240" y="3962400"/>
                </a:cubicBezTo>
                <a:cubicBezTo>
                  <a:pt x="2309657" y="3962400"/>
                  <a:pt x="2316480" y="3969223"/>
                  <a:pt x="2316480" y="3977640"/>
                </a:cubicBezTo>
                <a:close/>
                <a:moveTo>
                  <a:pt x="2316480" y="4130040"/>
                </a:moveTo>
                <a:cubicBezTo>
                  <a:pt x="2316480" y="4138457"/>
                  <a:pt x="2309657" y="4145280"/>
                  <a:pt x="2301240" y="4145280"/>
                </a:cubicBezTo>
                <a:cubicBezTo>
                  <a:pt x="2292823" y="4145280"/>
                  <a:pt x="2286000" y="4138457"/>
                  <a:pt x="2286000" y="4130040"/>
                </a:cubicBezTo>
                <a:cubicBezTo>
                  <a:pt x="2286000" y="4121623"/>
                  <a:pt x="2292823" y="4114800"/>
                  <a:pt x="2301240" y="4114800"/>
                </a:cubicBezTo>
                <a:cubicBezTo>
                  <a:pt x="2309657" y="4114800"/>
                  <a:pt x="2316480" y="4121623"/>
                  <a:pt x="2316480" y="4130040"/>
                </a:cubicBezTo>
                <a:close/>
                <a:moveTo>
                  <a:pt x="2316480" y="4282440"/>
                </a:moveTo>
                <a:cubicBezTo>
                  <a:pt x="2316480" y="4290857"/>
                  <a:pt x="2309657" y="4297680"/>
                  <a:pt x="2301240" y="4297680"/>
                </a:cubicBezTo>
                <a:cubicBezTo>
                  <a:pt x="2292823" y="4297680"/>
                  <a:pt x="2286000" y="4290857"/>
                  <a:pt x="2286000" y="4282440"/>
                </a:cubicBezTo>
                <a:cubicBezTo>
                  <a:pt x="2286000" y="4274023"/>
                  <a:pt x="2292823" y="4267200"/>
                  <a:pt x="2301240" y="4267200"/>
                </a:cubicBezTo>
                <a:cubicBezTo>
                  <a:pt x="2309657" y="4267200"/>
                  <a:pt x="2316480" y="4274023"/>
                  <a:pt x="2316480" y="4282440"/>
                </a:cubicBezTo>
                <a:close/>
                <a:moveTo>
                  <a:pt x="2316480" y="4434840"/>
                </a:moveTo>
                <a:cubicBezTo>
                  <a:pt x="2316480" y="4443257"/>
                  <a:pt x="2309657" y="4450080"/>
                  <a:pt x="2301240" y="4450080"/>
                </a:cubicBezTo>
                <a:cubicBezTo>
                  <a:pt x="2292823" y="4450080"/>
                  <a:pt x="2286000" y="4443257"/>
                  <a:pt x="2286000" y="4434840"/>
                </a:cubicBezTo>
                <a:cubicBezTo>
                  <a:pt x="2286000" y="4426423"/>
                  <a:pt x="2292823" y="4419600"/>
                  <a:pt x="2301240" y="4419600"/>
                </a:cubicBezTo>
                <a:cubicBezTo>
                  <a:pt x="2309657" y="4419600"/>
                  <a:pt x="2316480" y="4426423"/>
                  <a:pt x="2316480" y="4434840"/>
                </a:cubicBezTo>
                <a:close/>
                <a:moveTo>
                  <a:pt x="2468880" y="15240"/>
                </a:moveTo>
                <a:cubicBezTo>
                  <a:pt x="2468880" y="23657"/>
                  <a:pt x="2462057" y="30480"/>
                  <a:pt x="2453640" y="30480"/>
                </a:cubicBezTo>
                <a:cubicBezTo>
                  <a:pt x="2445223" y="30480"/>
                  <a:pt x="2438400" y="23657"/>
                  <a:pt x="2438400" y="15240"/>
                </a:cubicBezTo>
                <a:cubicBezTo>
                  <a:pt x="2438400" y="6823"/>
                  <a:pt x="2445223" y="0"/>
                  <a:pt x="2453640" y="0"/>
                </a:cubicBezTo>
                <a:cubicBezTo>
                  <a:pt x="2462057" y="0"/>
                  <a:pt x="2468880" y="6823"/>
                  <a:pt x="2468880" y="15240"/>
                </a:cubicBezTo>
                <a:close/>
                <a:moveTo>
                  <a:pt x="2468880" y="167640"/>
                </a:moveTo>
                <a:cubicBezTo>
                  <a:pt x="2468880" y="176057"/>
                  <a:pt x="2462057" y="182880"/>
                  <a:pt x="2453640" y="182880"/>
                </a:cubicBezTo>
                <a:cubicBezTo>
                  <a:pt x="2445223" y="182880"/>
                  <a:pt x="2438400" y="176057"/>
                  <a:pt x="2438400" y="167640"/>
                </a:cubicBezTo>
                <a:cubicBezTo>
                  <a:pt x="2438400" y="159223"/>
                  <a:pt x="2445223" y="152400"/>
                  <a:pt x="2453640" y="152400"/>
                </a:cubicBezTo>
                <a:cubicBezTo>
                  <a:pt x="2462057" y="152400"/>
                  <a:pt x="2468880" y="159223"/>
                  <a:pt x="2468880" y="167640"/>
                </a:cubicBezTo>
                <a:close/>
                <a:moveTo>
                  <a:pt x="2468880" y="320040"/>
                </a:moveTo>
                <a:cubicBezTo>
                  <a:pt x="2468880" y="328457"/>
                  <a:pt x="2462057" y="335280"/>
                  <a:pt x="2453640" y="335280"/>
                </a:cubicBezTo>
                <a:cubicBezTo>
                  <a:pt x="2445223" y="335280"/>
                  <a:pt x="2438400" y="328457"/>
                  <a:pt x="2438400" y="320040"/>
                </a:cubicBezTo>
                <a:cubicBezTo>
                  <a:pt x="2438400" y="311623"/>
                  <a:pt x="2445223" y="304800"/>
                  <a:pt x="2453640" y="304800"/>
                </a:cubicBezTo>
                <a:cubicBezTo>
                  <a:pt x="2462057" y="304800"/>
                  <a:pt x="2468880" y="311623"/>
                  <a:pt x="2468880" y="320040"/>
                </a:cubicBezTo>
                <a:close/>
                <a:moveTo>
                  <a:pt x="2468880" y="472440"/>
                </a:moveTo>
                <a:cubicBezTo>
                  <a:pt x="2468880" y="480857"/>
                  <a:pt x="2462057" y="487680"/>
                  <a:pt x="2453640" y="487680"/>
                </a:cubicBezTo>
                <a:cubicBezTo>
                  <a:pt x="2445223" y="487680"/>
                  <a:pt x="2438400" y="480857"/>
                  <a:pt x="2438400" y="472440"/>
                </a:cubicBezTo>
                <a:cubicBezTo>
                  <a:pt x="2438400" y="464023"/>
                  <a:pt x="2445223" y="457200"/>
                  <a:pt x="2453640" y="457200"/>
                </a:cubicBezTo>
                <a:cubicBezTo>
                  <a:pt x="2462057" y="457200"/>
                  <a:pt x="2468880" y="464023"/>
                  <a:pt x="2468880" y="472440"/>
                </a:cubicBezTo>
                <a:close/>
                <a:moveTo>
                  <a:pt x="2468880" y="624840"/>
                </a:moveTo>
                <a:cubicBezTo>
                  <a:pt x="2468880" y="633257"/>
                  <a:pt x="2462057" y="640080"/>
                  <a:pt x="2453640" y="640080"/>
                </a:cubicBezTo>
                <a:cubicBezTo>
                  <a:pt x="2445223" y="640080"/>
                  <a:pt x="2438400" y="633257"/>
                  <a:pt x="2438400" y="624840"/>
                </a:cubicBezTo>
                <a:cubicBezTo>
                  <a:pt x="2438400" y="616423"/>
                  <a:pt x="2445223" y="609600"/>
                  <a:pt x="2453640" y="609600"/>
                </a:cubicBezTo>
                <a:cubicBezTo>
                  <a:pt x="2462057" y="609600"/>
                  <a:pt x="2468880" y="616423"/>
                  <a:pt x="2468880" y="624840"/>
                </a:cubicBezTo>
                <a:close/>
                <a:moveTo>
                  <a:pt x="2468880" y="777240"/>
                </a:moveTo>
                <a:cubicBezTo>
                  <a:pt x="2468880" y="785657"/>
                  <a:pt x="2462057" y="792480"/>
                  <a:pt x="2453640" y="792480"/>
                </a:cubicBezTo>
                <a:cubicBezTo>
                  <a:pt x="2445223" y="792480"/>
                  <a:pt x="2438400" y="785657"/>
                  <a:pt x="2438400" y="777240"/>
                </a:cubicBezTo>
                <a:cubicBezTo>
                  <a:pt x="2438400" y="768823"/>
                  <a:pt x="2445223" y="762000"/>
                  <a:pt x="2453640" y="762000"/>
                </a:cubicBezTo>
                <a:cubicBezTo>
                  <a:pt x="2462057" y="762000"/>
                  <a:pt x="2468880" y="768823"/>
                  <a:pt x="2468880" y="777240"/>
                </a:cubicBezTo>
                <a:close/>
                <a:moveTo>
                  <a:pt x="2468880" y="929640"/>
                </a:moveTo>
                <a:cubicBezTo>
                  <a:pt x="2468880" y="938057"/>
                  <a:pt x="2462057" y="944880"/>
                  <a:pt x="2453640" y="944880"/>
                </a:cubicBezTo>
                <a:cubicBezTo>
                  <a:pt x="2445223" y="944880"/>
                  <a:pt x="2438400" y="938057"/>
                  <a:pt x="2438400" y="929640"/>
                </a:cubicBezTo>
                <a:cubicBezTo>
                  <a:pt x="2438400" y="921223"/>
                  <a:pt x="2445223" y="914400"/>
                  <a:pt x="2453640" y="914400"/>
                </a:cubicBezTo>
                <a:cubicBezTo>
                  <a:pt x="2462057" y="914400"/>
                  <a:pt x="2468880" y="921223"/>
                  <a:pt x="2468880" y="929640"/>
                </a:cubicBezTo>
                <a:close/>
                <a:moveTo>
                  <a:pt x="2468880" y="1082040"/>
                </a:moveTo>
                <a:cubicBezTo>
                  <a:pt x="2468880" y="1090457"/>
                  <a:pt x="2462057" y="1097280"/>
                  <a:pt x="2453640" y="1097280"/>
                </a:cubicBezTo>
                <a:cubicBezTo>
                  <a:pt x="2445223" y="1097280"/>
                  <a:pt x="2438400" y="1090457"/>
                  <a:pt x="2438400" y="1082040"/>
                </a:cubicBezTo>
                <a:cubicBezTo>
                  <a:pt x="2438400" y="1073623"/>
                  <a:pt x="2445223" y="1066800"/>
                  <a:pt x="2453640" y="1066800"/>
                </a:cubicBezTo>
                <a:cubicBezTo>
                  <a:pt x="2462057" y="1066800"/>
                  <a:pt x="2468880" y="1073623"/>
                  <a:pt x="2468880" y="1082040"/>
                </a:cubicBezTo>
                <a:close/>
                <a:moveTo>
                  <a:pt x="2468880" y="1234440"/>
                </a:moveTo>
                <a:cubicBezTo>
                  <a:pt x="2468880" y="1242857"/>
                  <a:pt x="2462057" y="1249680"/>
                  <a:pt x="2453640" y="1249680"/>
                </a:cubicBezTo>
                <a:cubicBezTo>
                  <a:pt x="2445223" y="1249680"/>
                  <a:pt x="2438400" y="1242857"/>
                  <a:pt x="2438400" y="1234440"/>
                </a:cubicBezTo>
                <a:cubicBezTo>
                  <a:pt x="2438400" y="1226023"/>
                  <a:pt x="2445223" y="1219200"/>
                  <a:pt x="2453640" y="1219200"/>
                </a:cubicBezTo>
                <a:cubicBezTo>
                  <a:pt x="2462057" y="1219200"/>
                  <a:pt x="2468880" y="1226023"/>
                  <a:pt x="2468880" y="1234440"/>
                </a:cubicBezTo>
                <a:close/>
                <a:moveTo>
                  <a:pt x="2468880" y="1386840"/>
                </a:moveTo>
                <a:cubicBezTo>
                  <a:pt x="2468880" y="1395257"/>
                  <a:pt x="2462057" y="1402080"/>
                  <a:pt x="2453640" y="1402080"/>
                </a:cubicBezTo>
                <a:cubicBezTo>
                  <a:pt x="2445223" y="1402080"/>
                  <a:pt x="2438400" y="1395257"/>
                  <a:pt x="2438400" y="1386840"/>
                </a:cubicBezTo>
                <a:cubicBezTo>
                  <a:pt x="2438400" y="1378423"/>
                  <a:pt x="2445223" y="1371600"/>
                  <a:pt x="2453640" y="1371600"/>
                </a:cubicBezTo>
                <a:cubicBezTo>
                  <a:pt x="2462057" y="1371600"/>
                  <a:pt x="2468880" y="1378423"/>
                  <a:pt x="2468880" y="1386840"/>
                </a:cubicBezTo>
                <a:close/>
                <a:moveTo>
                  <a:pt x="2468880" y="1539240"/>
                </a:moveTo>
                <a:cubicBezTo>
                  <a:pt x="2468880" y="1547657"/>
                  <a:pt x="2462057" y="1554480"/>
                  <a:pt x="2453640" y="1554480"/>
                </a:cubicBezTo>
                <a:cubicBezTo>
                  <a:pt x="2445223" y="1554480"/>
                  <a:pt x="2438400" y="1547657"/>
                  <a:pt x="2438400" y="1539240"/>
                </a:cubicBezTo>
                <a:cubicBezTo>
                  <a:pt x="2438400" y="1530823"/>
                  <a:pt x="2445223" y="1524000"/>
                  <a:pt x="2453640" y="1524000"/>
                </a:cubicBezTo>
                <a:cubicBezTo>
                  <a:pt x="2462057" y="1524000"/>
                  <a:pt x="2468880" y="1530823"/>
                  <a:pt x="2468880" y="1539240"/>
                </a:cubicBezTo>
                <a:close/>
                <a:moveTo>
                  <a:pt x="2468880" y="1691640"/>
                </a:moveTo>
                <a:cubicBezTo>
                  <a:pt x="2468880" y="1700057"/>
                  <a:pt x="2462057" y="1706880"/>
                  <a:pt x="2453640" y="1706880"/>
                </a:cubicBezTo>
                <a:cubicBezTo>
                  <a:pt x="2445223" y="1706880"/>
                  <a:pt x="2438400" y="1700057"/>
                  <a:pt x="2438400" y="1691640"/>
                </a:cubicBezTo>
                <a:cubicBezTo>
                  <a:pt x="2438400" y="1683223"/>
                  <a:pt x="2445223" y="1676400"/>
                  <a:pt x="2453640" y="1676400"/>
                </a:cubicBezTo>
                <a:cubicBezTo>
                  <a:pt x="2462057" y="1676400"/>
                  <a:pt x="2468880" y="1683223"/>
                  <a:pt x="2468880" y="1691640"/>
                </a:cubicBezTo>
                <a:close/>
                <a:moveTo>
                  <a:pt x="2468880" y="1844040"/>
                </a:moveTo>
                <a:cubicBezTo>
                  <a:pt x="2468880" y="1852457"/>
                  <a:pt x="2462057" y="1859280"/>
                  <a:pt x="2453640" y="1859280"/>
                </a:cubicBezTo>
                <a:cubicBezTo>
                  <a:pt x="2445223" y="1859280"/>
                  <a:pt x="2438400" y="1852457"/>
                  <a:pt x="2438400" y="1844040"/>
                </a:cubicBezTo>
                <a:cubicBezTo>
                  <a:pt x="2438400" y="1835623"/>
                  <a:pt x="2445223" y="1828800"/>
                  <a:pt x="2453640" y="1828800"/>
                </a:cubicBezTo>
                <a:cubicBezTo>
                  <a:pt x="2462057" y="1828800"/>
                  <a:pt x="2468880" y="1835623"/>
                  <a:pt x="2468880" y="1844040"/>
                </a:cubicBezTo>
                <a:close/>
                <a:moveTo>
                  <a:pt x="2468880" y="1996440"/>
                </a:moveTo>
                <a:cubicBezTo>
                  <a:pt x="2468880" y="2004857"/>
                  <a:pt x="2462057" y="2011680"/>
                  <a:pt x="2453640" y="2011680"/>
                </a:cubicBezTo>
                <a:cubicBezTo>
                  <a:pt x="2445223" y="2011680"/>
                  <a:pt x="2438400" y="2004857"/>
                  <a:pt x="2438400" y="1996440"/>
                </a:cubicBezTo>
                <a:cubicBezTo>
                  <a:pt x="2438400" y="1988023"/>
                  <a:pt x="2445223" y="1981200"/>
                  <a:pt x="2453640" y="1981200"/>
                </a:cubicBezTo>
                <a:cubicBezTo>
                  <a:pt x="2462057" y="1981200"/>
                  <a:pt x="2468880" y="1988023"/>
                  <a:pt x="2468880" y="1996440"/>
                </a:cubicBezTo>
                <a:close/>
                <a:moveTo>
                  <a:pt x="2468880" y="2148840"/>
                </a:moveTo>
                <a:cubicBezTo>
                  <a:pt x="2468880" y="2157257"/>
                  <a:pt x="2462057" y="2164080"/>
                  <a:pt x="2453640" y="2164080"/>
                </a:cubicBezTo>
                <a:cubicBezTo>
                  <a:pt x="2445223" y="2164080"/>
                  <a:pt x="2438400" y="2157257"/>
                  <a:pt x="2438400" y="2148840"/>
                </a:cubicBezTo>
                <a:cubicBezTo>
                  <a:pt x="2438400" y="2140423"/>
                  <a:pt x="2445223" y="2133600"/>
                  <a:pt x="2453640" y="2133600"/>
                </a:cubicBezTo>
                <a:cubicBezTo>
                  <a:pt x="2462057" y="2133600"/>
                  <a:pt x="2468880" y="2140423"/>
                  <a:pt x="2468880" y="2148840"/>
                </a:cubicBezTo>
                <a:close/>
                <a:moveTo>
                  <a:pt x="2468880" y="2301240"/>
                </a:moveTo>
                <a:cubicBezTo>
                  <a:pt x="2468880" y="2309657"/>
                  <a:pt x="2462057" y="2316480"/>
                  <a:pt x="2453640" y="2316480"/>
                </a:cubicBezTo>
                <a:cubicBezTo>
                  <a:pt x="2445223" y="2316480"/>
                  <a:pt x="2438400" y="2309657"/>
                  <a:pt x="2438400" y="2301240"/>
                </a:cubicBezTo>
                <a:cubicBezTo>
                  <a:pt x="2438400" y="2292823"/>
                  <a:pt x="2445223" y="2286000"/>
                  <a:pt x="2453640" y="2286000"/>
                </a:cubicBezTo>
                <a:cubicBezTo>
                  <a:pt x="2462057" y="2286000"/>
                  <a:pt x="2468880" y="2292823"/>
                  <a:pt x="2468880" y="2301240"/>
                </a:cubicBezTo>
                <a:close/>
                <a:moveTo>
                  <a:pt x="2468880" y="2453640"/>
                </a:moveTo>
                <a:cubicBezTo>
                  <a:pt x="2468880" y="2462057"/>
                  <a:pt x="2462057" y="2468880"/>
                  <a:pt x="2453640" y="2468880"/>
                </a:cubicBezTo>
                <a:cubicBezTo>
                  <a:pt x="2445223" y="2468880"/>
                  <a:pt x="2438400" y="2462057"/>
                  <a:pt x="2438400" y="2453640"/>
                </a:cubicBezTo>
                <a:cubicBezTo>
                  <a:pt x="2438400" y="2445223"/>
                  <a:pt x="2445223" y="2438400"/>
                  <a:pt x="2453640" y="2438400"/>
                </a:cubicBezTo>
                <a:cubicBezTo>
                  <a:pt x="2462057" y="2438400"/>
                  <a:pt x="2468880" y="2445223"/>
                  <a:pt x="2468880" y="2453640"/>
                </a:cubicBezTo>
                <a:close/>
                <a:moveTo>
                  <a:pt x="2468880" y="2606040"/>
                </a:moveTo>
                <a:cubicBezTo>
                  <a:pt x="2468880" y="2614457"/>
                  <a:pt x="2462057" y="2621280"/>
                  <a:pt x="2453640" y="2621280"/>
                </a:cubicBezTo>
                <a:cubicBezTo>
                  <a:pt x="2445223" y="2621280"/>
                  <a:pt x="2438400" y="2614457"/>
                  <a:pt x="2438400" y="2606040"/>
                </a:cubicBezTo>
                <a:cubicBezTo>
                  <a:pt x="2438400" y="2597623"/>
                  <a:pt x="2445223" y="2590800"/>
                  <a:pt x="2453640" y="2590800"/>
                </a:cubicBezTo>
                <a:cubicBezTo>
                  <a:pt x="2462057" y="2590800"/>
                  <a:pt x="2468880" y="2597623"/>
                  <a:pt x="2468880" y="2606040"/>
                </a:cubicBezTo>
                <a:close/>
                <a:moveTo>
                  <a:pt x="2468880" y="2758440"/>
                </a:moveTo>
                <a:cubicBezTo>
                  <a:pt x="2468880" y="2766857"/>
                  <a:pt x="2462057" y="2773680"/>
                  <a:pt x="2453640" y="2773680"/>
                </a:cubicBezTo>
                <a:cubicBezTo>
                  <a:pt x="2445223" y="2773680"/>
                  <a:pt x="2438400" y="2766857"/>
                  <a:pt x="2438400" y="2758440"/>
                </a:cubicBezTo>
                <a:cubicBezTo>
                  <a:pt x="2438400" y="2750023"/>
                  <a:pt x="2445223" y="2743200"/>
                  <a:pt x="2453640" y="2743200"/>
                </a:cubicBezTo>
                <a:cubicBezTo>
                  <a:pt x="2462057" y="2743200"/>
                  <a:pt x="2468880" y="2750023"/>
                  <a:pt x="2468880" y="2758440"/>
                </a:cubicBezTo>
                <a:close/>
                <a:moveTo>
                  <a:pt x="2468880" y="2910840"/>
                </a:moveTo>
                <a:cubicBezTo>
                  <a:pt x="2468880" y="2919257"/>
                  <a:pt x="2462057" y="2926080"/>
                  <a:pt x="2453640" y="2926080"/>
                </a:cubicBezTo>
                <a:cubicBezTo>
                  <a:pt x="2445223" y="2926080"/>
                  <a:pt x="2438400" y="2919257"/>
                  <a:pt x="2438400" y="2910840"/>
                </a:cubicBezTo>
                <a:cubicBezTo>
                  <a:pt x="2438400" y="2902423"/>
                  <a:pt x="2445223" y="2895600"/>
                  <a:pt x="2453640" y="2895600"/>
                </a:cubicBezTo>
                <a:cubicBezTo>
                  <a:pt x="2462057" y="2895600"/>
                  <a:pt x="2468880" y="2902423"/>
                  <a:pt x="2468880" y="2910840"/>
                </a:cubicBezTo>
                <a:close/>
                <a:moveTo>
                  <a:pt x="2468880" y="3063240"/>
                </a:moveTo>
                <a:cubicBezTo>
                  <a:pt x="2468880" y="3071657"/>
                  <a:pt x="2462057" y="3078480"/>
                  <a:pt x="2453640" y="3078480"/>
                </a:cubicBezTo>
                <a:cubicBezTo>
                  <a:pt x="2445223" y="3078480"/>
                  <a:pt x="2438400" y="3071657"/>
                  <a:pt x="2438400" y="3063240"/>
                </a:cubicBezTo>
                <a:cubicBezTo>
                  <a:pt x="2438400" y="3054823"/>
                  <a:pt x="2445223" y="3048000"/>
                  <a:pt x="2453640" y="3048000"/>
                </a:cubicBezTo>
                <a:cubicBezTo>
                  <a:pt x="2462057" y="3048000"/>
                  <a:pt x="2468880" y="3054823"/>
                  <a:pt x="2468880" y="3063240"/>
                </a:cubicBezTo>
                <a:close/>
                <a:moveTo>
                  <a:pt x="2468880" y="3215640"/>
                </a:moveTo>
                <a:cubicBezTo>
                  <a:pt x="2468880" y="3224057"/>
                  <a:pt x="2462057" y="3230880"/>
                  <a:pt x="2453640" y="3230880"/>
                </a:cubicBezTo>
                <a:cubicBezTo>
                  <a:pt x="2445223" y="3230880"/>
                  <a:pt x="2438400" y="3224057"/>
                  <a:pt x="2438400" y="3215640"/>
                </a:cubicBezTo>
                <a:cubicBezTo>
                  <a:pt x="2438400" y="3207223"/>
                  <a:pt x="2445223" y="3200400"/>
                  <a:pt x="2453640" y="3200400"/>
                </a:cubicBezTo>
                <a:cubicBezTo>
                  <a:pt x="2462057" y="3200400"/>
                  <a:pt x="2468880" y="3207223"/>
                  <a:pt x="2468880" y="3215640"/>
                </a:cubicBezTo>
                <a:close/>
                <a:moveTo>
                  <a:pt x="2468880" y="3368040"/>
                </a:moveTo>
                <a:cubicBezTo>
                  <a:pt x="2468880" y="3376457"/>
                  <a:pt x="2462057" y="3383280"/>
                  <a:pt x="2453640" y="3383280"/>
                </a:cubicBezTo>
                <a:cubicBezTo>
                  <a:pt x="2445223" y="3383280"/>
                  <a:pt x="2438400" y="3376457"/>
                  <a:pt x="2438400" y="3368040"/>
                </a:cubicBezTo>
                <a:cubicBezTo>
                  <a:pt x="2438400" y="3359623"/>
                  <a:pt x="2445223" y="3352800"/>
                  <a:pt x="2453640" y="3352800"/>
                </a:cubicBezTo>
                <a:cubicBezTo>
                  <a:pt x="2462057" y="3352800"/>
                  <a:pt x="2468880" y="3359623"/>
                  <a:pt x="2468880" y="3368040"/>
                </a:cubicBezTo>
                <a:close/>
                <a:moveTo>
                  <a:pt x="2468880" y="3520440"/>
                </a:moveTo>
                <a:cubicBezTo>
                  <a:pt x="2468880" y="3528857"/>
                  <a:pt x="2462057" y="3535680"/>
                  <a:pt x="2453640" y="3535680"/>
                </a:cubicBezTo>
                <a:cubicBezTo>
                  <a:pt x="2445223" y="3535680"/>
                  <a:pt x="2438400" y="3528857"/>
                  <a:pt x="2438400" y="3520440"/>
                </a:cubicBezTo>
                <a:cubicBezTo>
                  <a:pt x="2438400" y="3512023"/>
                  <a:pt x="2445223" y="3505200"/>
                  <a:pt x="2453640" y="3505200"/>
                </a:cubicBezTo>
                <a:cubicBezTo>
                  <a:pt x="2462057" y="3505200"/>
                  <a:pt x="2468880" y="3512023"/>
                  <a:pt x="2468880" y="3520440"/>
                </a:cubicBezTo>
                <a:close/>
                <a:moveTo>
                  <a:pt x="2468880" y="3672840"/>
                </a:moveTo>
                <a:cubicBezTo>
                  <a:pt x="2468880" y="3681257"/>
                  <a:pt x="2462057" y="3688080"/>
                  <a:pt x="2453640" y="3688080"/>
                </a:cubicBezTo>
                <a:cubicBezTo>
                  <a:pt x="2445223" y="3688080"/>
                  <a:pt x="2438400" y="3681257"/>
                  <a:pt x="2438400" y="3672840"/>
                </a:cubicBezTo>
                <a:cubicBezTo>
                  <a:pt x="2438400" y="3664423"/>
                  <a:pt x="2445223" y="3657600"/>
                  <a:pt x="2453640" y="3657600"/>
                </a:cubicBezTo>
                <a:cubicBezTo>
                  <a:pt x="2462057" y="3657600"/>
                  <a:pt x="2468880" y="3664423"/>
                  <a:pt x="2468880" y="3672840"/>
                </a:cubicBezTo>
                <a:close/>
                <a:moveTo>
                  <a:pt x="2468880" y="3825240"/>
                </a:moveTo>
                <a:cubicBezTo>
                  <a:pt x="2468880" y="3833657"/>
                  <a:pt x="2462057" y="3840480"/>
                  <a:pt x="2453640" y="3840480"/>
                </a:cubicBezTo>
                <a:cubicBezTo>
                  <a:pt x="2445223" y="3840480"/>
                  <a:pt x="2438400" y="3833657"/>
                  <a:pt x="2438400" y="3825240"/>
                </a:cubicBezTo>
                <a:cubicBezTo>
                  <a:pt x="2438400" y="3816823"/>
                  <a:pt x="2445223" y="3810000"/>
                  <a:pt x="2453640" y="3810000"/>
                </a:cubicBezTo>
                <a:cubicBezTo>
                  <a:pt x="2462057" y="3810000"/>
                  <a:pt x="2468880" y="3816823"/>
                  <a:pt x="2468880" y="3825240"/>
                </a:cubicBezTo>
                <a:close/>
                <a:moveTo>
                  <a:pt x="2468880" y="3977640"/>
                </a:moveTo>
                <a:cubicBezTo>
                  <a:pt x="2468880" y="3986057"/>
                  <a:pt x="2462057" y="3992880"/>
                  <a:pt x="2453640" y="3992880"/>
                </a:cubicBezTo>
                <a:cubicBezTo>
                  <a:pt x="2445223" y="3992880"/>
                  <a:pt x="2438400" y="3986057"/>
                  <a:pt x="2438400" y="3977640"/>
                </a:cubicBezTo>
                <a:cubicBezTo>
                  <a:pt x="2438400" y="3969223"/>
                  <a:pt x="2445223" y="3962400"/>
                  <a:pt x="2453640" y="3962400"/>
                </a:cubicBezTo>
                <a:cubicBezTo>
                  <a:pt x="2462057" y="3962400"/>
                  <a:pt x="2468880" y="3969223"/>
                  <a:pt x="2468880" y="3977640"/>
                </a:cubicBezTo>
                <a:close/>
                <a:moveTo>
                  <a:pt x="2468880" y="4130040"/>
                </a:moveTo>
                <a:cubicBezTo>
                  <a:pt x="2468880" y="4138457"/>
                  <a:pt x="2462057" y="4145280"/>
                  <a:pt x="2453640" y="4145280"/>
                </a:cubicBezTo>
                <a:cubicBezTo>
                  <a:pt x="2445223" y="4145280"/>
                  <a:pt x="2438400" y="4138457"/>
                  <a:pt x="2438400" y="4130040"/>
                </a:cubicBezTo>
                <a:cubicBezTo>
                  <a:pt x="2438400" y="4121623"/>
                  <a:pt x="2445223" y="4114800"/>
                  <a:pt x="2453640" y="4114800"/>
                </a:cubicBezTo>
                <a:cubicBezTo>
                  <a:pt x="2462057" y="4114800"/>
                  <a:pt x="2468880" y="4121623"/>
                  <a:pt x="2468880" y="4130040"/>
                </a:cubicBezTo>
                <a:close/>
                <a:moveTo>
                  <a:pt x="2468880" y="4282440"/>
                </a:moveTo>
                <a:cubicBezTo>
                  <a:pt x="2468880" y="4290857"/>
                  <a:pt x="2462057" y="4297680"/>
                  <a:pt x="2453640" y="4297680"/>
                </a:cubicBezTo>
                <a:cubicBezTo>
                  <a:pt x="2445223" y="4297680"/>
                  <a:pt x="2438400" y="4290857"/>
                  <a:pt x="2438400" y="4282440"/>
                </a:cubicBezTo>
                <a:cubicBezTo>
                  <a:pt x="2438400" y="4274023"/>
                  <a:pt x="2445223" y="4267200"/>
                  <a:pt x="2453640" y="4267200"/>
                </a:cubicBezTo>
                <a:cubicBezTo>
                  <a:pt x="2462057" y="4267200"/>
                  <a:pt x="2468880" y="4274023"/>
                  <a:pt x="2468880" y="4282440"/>
                </a:cubicBezTo>
                <a:close/>
                <a:moveTo>
                  <a:pt x="2468880" y="4434840"/>
                </a:moveTo>
                <a:cubicBezTo>
                  <a:pt x="2468880" y="4443257"/>
                  <a:pt x="2462057" y="4450080"/>
                  <a:pt x="2453640" y="4450080"/>
                </a:cubicBezTo>
                <a:cubicBezTo>
                  <a:pt x="2445223" y="4450080"/>
                  <a:pt x="2438400" y="4443257"/>
                  <a:pt x="2438400" y="4434840"/>
                </a:cubicBezTo>
                <a:cubicBezTo>
                  <a:pt x="2438400" y="4426423"/>
                  <a:pt x="2445223" y="4419600"/>
                  <a:pt x="2453640" y="4419600"/>
                </a:cubicBezTo>
                <a:cubicBezTo>
                  <a:pt x="2462057" y="4419600"/>
                  <a:pt x="2468880" y="4426423"/>
                  <a:pt x="2468880" y="4434840"/>
                </a:cubicBezTo>
                <a:close/>
                <a:moveTo>
                  <a:pt x="2621280" y="15240"/>
                </a:moveTo>
                <a:cubicBezTo>
                  <a:pt x="2621280" y="23657"/>
                  <a:pt x="2614457" y="30480"/>
                  <a:pt x="2606040" y="30480"/>
                </a:cubicBezTo>
                <a:cubicBezTo>
                  <a:pt x="2597623" y="30480"/>
                  <a:pt x="2590800" y="23657"/>
                  <a:pt x="2590800" y="15240"/>
                </a:cubicBezTo>
                <a:cubicBezTo>
                  <a:pt x="2590800" y="6823"/>
                  <a:pt x="2597623" y="0"/>
                  <a:pt x="2606040" y="0"/>
                </a:cubicBezTo>
                <a:cubicBezTo>
                  <a:pt x="2614457" y="0"/>
                  <a:pt x="2621280" y="6823"/>
                  <a:pt x="2621280" y="15240"/>
                </a:cubicBezTo>
                <a:close/>
                <a:moveTo>
                  <a:pt x="2621280" y="167640"/>
                </a:moveTo>
                <a:cubicBezTo>
                  <a:pt x="2621280" y="176057"/>
                  <a:pt x="2614457" y="182880"/>
                  <a:pt x="2606040" y="182880"/>
                </a:cubicBezTo>
                <a:cubicBezTo>
                  <a:pt x="2597623" y="182880"/>
                  <a:pt x="2590800" y="176057"/>
                  <a:pt x="2590800" y="167640"/>
                </a:cubicBezTo>
                <a:cubicBezTo>
                  <a:pt x="2590800" y="159223"/>
                  <a:pt x="2597623" y="152400"/>
                  <a:pt x="2606040" y="152400"/>
                </a:cubicBezTo>
                <a:cubicBezTo>
                  <a:pt x="2614457" y="152400"/>
                  <a:pt x="2621280" y="159223"/>
                  <a:pt x="2621280" y="167640"/>
                </a:cubicBezTo>
                <a:close/>
                <a:moveTo>
                  <a:pt x="2621280" y="320040"/>
                </a:moveTo>
                <a:cubicBezTo>
                  <a:pt x="2621280" y="328457"/>
                  <a:pt x="2614457" y="335280"/>
                  <a:pt x="2606040" y="335280"/>
                </a:cubicBezTo>
                <a:cubicBezTo>
                  <a:pt x="2597623" y="335280"/>
                  <a:pt x="2590800" y="328457"/>
                  <a:pt x="2590800" y="320040"/>
                </a:cubicBezTo>
                <a:cubicBezTo>
                  <a:pt x="2590800" y="311623"/>
                  <a:pt x="2597623" y="304800"/>
                  <a:pt x="2606040" y="304800"/>
                </a:cubicBezTo>
                <a:cubicBezTo>
                  <a:pt x="2614457" y="304800"/>
                  <a:pt x="2621280" y="311623"/>
                  <a:pt x="2621280" y="320040"/>
                </a:cubicBezTo>
                <a:close/>
                <a:moveTo>
                  <a:pt x="2621280" y="472440"/>
                </a:moveTo>
                <a:cubicBezTo>
                  <a:pt x="2621280" y="480857"/>
                  <a:pt x="2614457" y="487680"/>
                  <a:pt x="2606040" y="487680"/>
                </a:cubicBezTo>
                <a:cubicBezTo>
                  <a:pt x="2597623" y="487680"/>
                  <a:pt x="2590800" y="480857"/>
                  <a:pt x="2590800" y="472440"/>
                </a:cubicBezTo>
                <a:cubicBezTo>
                  <a:pt x="2590800" y="464023"/>
                  <a:pt x="2597623" y="457200"/>
                  <a:pt x="2606040" y="457200"/>
                </a:cubicBezTo>
                <a:cubicBezTo>
                  <a:pt x="2614457" y="457200"/>
                  <a:pt x="2621280" y="464023"/>
                  <a:pt x="2621280" y="472440"/>
                </a:cubicBezTo>
                <a:close/>
                <a:moveTo>
                  <a:pt x="2621280" y="624840"/>
                </a:moveTo>
                <a:cubicBezTo>
                  <a:pt x="2621280" y="633257"/>
                  <a:pt x="2614457" y="640080"/>
                  <a:pt x="2606040" y="640080"/>
                </a:cubicBezTo>
                <a:cubicBezTo>
                  <a:pt x="2597623" y="640080"/>
                  <a:pt x="2590800" y="633257"/>
                  <a:pt x="2590800" y="624840"/>
                </a:cubicBezTo>
                <a:cubicBezTo>
                  <a:pt x="2590800" y="616423"/>
                  <a:pt x="2597623" y="609600"/>
                  <a:pt x="2606040" y="609600"/>
                </a:cubicBezTo>
                <a:cubicBezTo>
                  <a:pt x="2614457" y="609600"/>
                  <a:pt x="2621280" y="616423"/>
                  <a:pt x="2621280" y="624840"/>
                </a:cubicBezTo>
                <a:close/>
                <a:moveTo>
                  <a:pt x="2621280" y="777240"/>
                </a:moveTo>
                <a:cubicBezTo>
                  <a:pt x="2621280" y="785657"/>
                  <a:pt x="2614457" y="792480"/>
                  <a:pt x="2606040" y="792480"/>
                </a:cubicBezTo>
                <a:cubicBezTo>
                  <a:pt x="2597623" y="792480"/>
                  <a:pt x="2590800" y="785657"/>
                  <a:pt x="2590800" y="777240"/>
                </a:cubicBezTo>
                <a:cubicBezTo>
                  <a:pt x="2590800" y="768823"/>
                  <a:pt x="2597623" y="762000"/>
                  <a:pt x="2606040" y="762000"/>
                </a:cubicBezTo>
                <a:cubicBezTo>
                  <a:pt x="2614457" y="762000"/>
                  <a:pt x="2621280" y="768823"/>
                  <a:pt x="2621280" y="777240"/>
                </a:cubicBezTo>
                <a:close/>
                <a:moveTo>
                  <a:pt x="2621280" y="929640"/>
                </a:moveTo>
                <a:cubicBezTo>
                  <a:pt x="2621280" y="938057"/>
                  <a:pt x="2614457" y="944880"/>
                  <a:pt x="2606040" y="944880"/>
                </a:cubicBezTo>
                <a:cubicBezTo>
                  <a:pt x="2597623" y="944880"/>
                  <a:pt x="2590800" y="938057"/>
                  <a:pt x="2590800" y="929640"/>
                </a:cubicBezTo>
                <a:cubicBezTo>
                  <a:pt x="2590800" y="921223"/>
                  <a:pt x="2597623" y="914400"/>
                  <a:pt x="2606040" y="914400"/>
                </a:cubicBezTo>
                <a:cubicBezTo>
                  <a:pt x="2614457" y="914400"/>
                  <a:pt x="2621280" y="921223"/>
                  <a:pt x="2621280" y="929640"/>
                </a:cubicBezTo>
                <a:close/>
                <a:moveTo>
                  <a:pt x="2621280" y="1082040"/>
                </a:moveTo>
                <a:cubicBezTo>
                  <a:pt x="2621280" y="1090457"/>
                  <a:pt x="2614457" y="1097280"/>
                  <a:pt x="2606040" y="1097280"/>
                </a:cubicBezTo>
                <a:cubicBezTo>
                  <a:pt x="2597623" y="1097280"/>
                  <a:pt x="2590800" y="1090457"/>
                  <a:pt x="2590800" y="1082040"/>
                </a:cubicBezTo>
                <a:cubicBezTo>
                  <a:pt x="2590800" y="1073623"/>
                  <a:pt x="2597623" y="1066800"/>
                  <a:pt x="2606040" y="1066800"/>
                </a:cubicBezTo>
                <a:cubicBezTo>
                  <a:pt x="2614457" y="1066800"/>
                  <a:pt x="2621280" y="1073623"/>
                  <a:pt x="2621280" y="1082040"/>
                </a:cubicBezTo>
                <a:close/>
                <a:moveTo>
                  <a:pt x="2621280" y="1234440"/>
                </a:moveTo>
                <a:cubicBezTo>
                  <a:pt x="2621280" y="1242857"/>
                  <a:pt x="2614457" y="1249680"/>
                  <a:pt x="2606040" y="1249680"/>
                </a:cubicBezTo>
                <a:cubicBezTo>
                  <a:pt x="2597623" y="1249680"/>
                  <a:pt x="2590800" y="1242857"/>
                  <a:pt x="2590800" y="1234440"/>
                </a:cubicBezTo>
                <a:cubicBezTo>
                  <a:pt x="2590800" y="1226023"/>
                  <a:pt x="2597623" y="1219200"/>
                  <a:pt x="2606040" y="1219200"/>
                </a:cubicBezTo>
                <a:cubicBezTo>
                  <a:pt x="2614457" y="1219200"/>
                  <a:pt x="2621280" y="1226023"/>
                  <a:pt x="2621280" y="1234440"/>
                </a:cubicBezTo>
                <a:close/>
                <a:moveTo>
                  <a:pt x="2621280" y="1386840"/>
                </a:moveTo>
                <a:cubicBezTo>
                  <a:pt x="2621280" y="1395257"/>
                  <a:pt x="2614457" y="1402080"/>
                  <a:pt x="2606040" y="1402080"/>
                </a:cubicBezTo>
                <a:cubicBezTo>
                  <a:pt x="2597623" y="1402080"/>
                  <a:pt x="2590800" y="1395257"/>
                  <a:pt x="2590800" y="1386840"/>
                </a:cubicBezTo>
                <a:cubicBezTo>
                  <a:pt x="2590800" y="1378423"/>
                  <a:pt x="2597623" y="1371600"/>
                  <a:pt x="2606040" y="1371600"/>
                </a:cubicBezTo>
                <a:cubicBezTo>
                  <a:pt x="2614457" y="1371600"/>
                  <a:pt x="2621280" y="1378423"/>
                  <a:pt x="2621280" y="1386840"/>
                </a:cubicBezTo>
                <a:close/>
                <a:moveTo>
                  <a:pt x="2621280" y="1539240"/>
                </a:moveTo>
                <a:cubicBezTo>
                  <a:pt x="2621280" y="1547657"/>
                  <a:pt x="2614457" y="1554480"/>
                  <a:pt x="2606040" y="1554480"/>
                </a:cubicBezTo>
                <a:cubicBezTo>
                  <a:pt x="2597623" y="1554480"/>
                  <a:pt x="2590800" y="1547657"/>
                  <a:pt x="2590800" y="1539240"/>
                </a:cubicBezTo>
                <a:cubicBezTo>
                  <a:pt x="2590800" y="1530823"/>
                  <a:pt x="2597623" y="1524000"/>
                  <a:pt x="2606040" y="1524000"/>
                </a:cubicBezTo>
                <a:cubicBezTo>
                  <a:pt x="2614457" y="1524000"/>
                  <a:pt x="2621280" y="1530823"/>
                  <a:pt x="2621280" y="1539240"/>
                </a:cubicBezTo>
                <a:close/>
                <a:moveTo>
                  <a:pt x="2621280" y="1691640"/>
                </a:moveTo>
                <a:cubicBezTo>
                  <a:pt x="2621280" y="1700057"/>
                  <a:pt x="2614457" y="1706880"/>
                  <a:pt x="2606040" y="1706880"/>
                </a:cubicBezTo>
                <a:cubicBezTo>
                  <a:pt x="2597623" y="1706880"/>
                  <a:pt x="2590800" y="1700057"/>
                  <a:pt x="2590800" y="1691640"/>
                </a:cubicBezTo>
                <a:cubicBezTo>
                  <a:pt x="2590800" y="1683223"/>
                  <a:pt x="2597623" y="1676400"/>
                  <a:pt x="2606040" y="1676400"/>
                </a:cubicBezTo>
                <a:cubicBezTo>
                  <a:pt x="2614457" y="1676400"/>
                  <a:pt x="2621280" y="1683223"/>
                  <a:pt x="2621280" y="1691640"/>
                </a:cubicBezTo>
                <a:close/>
                <a:moveTo>
                  <a:pt x="2621280" y="1844040"/>
                </a:moveTo>
                <a:cubicBezTo>
                  <a:pt x="2621280" y="1852457"/>
                  <a:pt x="2614457" y="1859280"/>
                  <a:pt x="2606040" y="1859280"/>
                </a:cubicBezTo>
                <a:cubicBezTo>
                  <a:pt x="2597623" y="1859280"/>
                  <a:pt x="2590800" y="1852457"/>
                  <a:pt x="2590800" y="1844040"/>
                </a:cubicBezTo>
                <a:cubicBezTo>
                  <a:pt x="2590800" y="1835623"/>
                  <a:pt x="2597623" y="1828800"/>
                  <a:pt x="2606040" y="1828800"/>
                </a:cubicBezTo>
                <a:cubicBezTo>
                  <a:pt x="2614457" y="1828800"/>
                  <a:pt x="2621280" y="1835623"/>
                  <a:pt x="2621280" y="1844040"/>
                </a:cubicBezTo>
                <a:close/>
                <a:moveTo>
                  <a:pt x="2621280" y="1996440"/>
                </a:moveTo>
                <a:cubicBezTo>
                  <a:pt x="2621280" y="2004857"/>
                  <a:pt x="2614457" y="2011680"/>
                  <a:pt x="2606040" y="2011680"/>
                </a:cubicBezTo>
                <a:cubicBezTo>
                  <a:pt x="2597623" y="2011680"/>
                  <a:pt x="2590800" y="2004857"/>
                  <a:pt x="2590800" y="1996440"/>
                </a:cubicBezTo>
                <a:cubicBezTo>
                  <a:pt x="2590800" y="1988023"/>
                  <a:pt x="2597623" y="1981200"/>
                  <a:pt x="2606040" y="1981200"/>
                </a:cubicBezTo>
                <a:cubicBezTo>
                  <a:pt x="2614457" y="1981200"/>
                  <a:pt x="2621280" y="1988023"/>
                  <a:pt x="2621280" y="1996440"/>
                </a:cubicBezTo>
                <a:close/>
                <a:moveTo>
                  <a:pt x="2621280" y="2148840"/>
                </a:moveTo>
                <a:cubicBezTo>
                  <a:pt x="2621280" y="2157257"/>
                  <a:pt x="2614457" y="2164080"/>
                  <a:pt x="2606040" y="2164080"/>
                </a:cubicBezTo>
                <a:cubicBezTo>
                  <a:pt x="2597623" y="2164080"/>
                  <a:pt x="2590800" y="2157257"/>
                  <a:pt x="2590800" y="2148840"/>
                </a:cubicBezTo>
                <a:cubicBezTo>
                  <a:pt x="2590800" y="2140423"/>
                  <a:pt x="2597623" y="2133600"/>
                  <a:pt x="2606040" y="2133600"/>
                </a:cubicBezTo>
                <a:cubicBezTo>
                  <a:pt x="2614457" y="2133600"/>
                  <a:pt x="2621280" y="2140423"/>
                  <a:pt x="2621280" y="2148840"/>
                </a:cubicBezTo>
                <a:close/>
                <a:moveTo>
                  <a:pt x="2621280" y="2301240"/>
                </a:moveTo>
                <a:cubicBezTo>
                  <a:pt x="2621280" y="2309657"/>
                  <a:pt x="2614457" y="2316480"/>
                  <a:pt x="2606040" y="2316480"/>
                </a:cubicBezTo>
                <a:cubicBezTo>
                  <a:pt x="2597623" y="2316480"/>
                  <a:pt x="2590800" y="2309657"/>
                  <a:pt x="2590800" y="2301240"/>
                </a:cubicBezTo>
                <a:cubicBezTo>
                  <a:pt x="2590800" y="2292823"/>
                  <a:pt x="2597623" y="2286000"/>
                  <a:pt x="2606040" y="2286000"/>
                </a:cubicBezTo>
                <a:cubicBezTo>
                  <a:pt x="2614457" y="2286000"/>
                  <a:pt x="2621280" y="2292823"/>
                  <a:pt x="2621280" y="2301240"/>
                </a:cubicBezTo>
                <a:close/>
                <a:moveTo>
                  <a:pt x="2621280" y="2453640"/>
                </a:moveTo>
                <a:cubicBezTo>
                  <a:pt x="2621280" y="2462057"/>
                  <a:pt x="2614457" y="2468880"/>
                  <a:pt x="2606040" y="2468880"/>
                </a:cubicBezTo>
                <a:cubicBezTo>
                  <a:pt x="2597623" y="2468880"/>
                  <a:pt x="2590800" y="2462057"/>
                  <a:pt x="2590800" y="2453640"/>
                </a:cubicBezTo>
                <a:cubicBezTo>
                  <a:pt x="2590800" y="2445223"/>
                  <a:pt x="2597623" y="2438400"/>
                  <a:pt x="2606040" y="2438400"/>
                </a:cubicBezTo>
                <a:cubicBezTo>
                  <a:pt x="2614457" y="2438400"/>
                  <a:pt x="2621280" y="2445223"/>
                  <a:pt x="2621280" y="2453640"/>
                </a:cubicBezTo>
                <a:close/>
                <a:moveTo>
                  <a:pt x="2621280" y="2606040"/>
                </a:moveTo>
                <a:cubicBezTo>
                  <a:pt x="2621280" y="2614457"/>
                  <a:pt x="2614457" y="2621280"/>
                  <a:pt x="2606040" y="2621280"/>
                </a:cubicBezTo>
                <a:cubicBezTo>
                  <a:pt x="2597623" y="2621280"/>
                  <a:pt x="2590800" y="2614457"/>
                  <a:pt x="2590800" y="2606040"/>
                </a:cubicBezTo>
                <a:cubicBezTo>
                  <a:pt x="2590800" y="2597623"/>
                  <a:pt x="2597623" y="2590800"/>
                  <a:pt x="2606040" y="2590800"/>
                </a:cubicBezTo>
                <a:cubicBezTo>
                  <a:pt x="2614457" y="2590800"/>
                  <a:pt x="2621280" y="2597623"/>
                  <a:pt x="2621280" y="2606040"/>
                </a:cubicBezTo>
                <a:close/>
                <a:moveTo>
                  <a:pt x="2621280" y="2758440"/>
                </a:moveTo>
                <a:cubicBezTo>
                  <a:pt x="2621280" y="2766857"/>
                  <a:pt x="2614457" y="2773680"/>
                  <a:pt x="2606040" y="2773680"/>
                </a:cubicBezTo>
                <a:cubicBezTo>
                  <a:pt x="2597623" y="2773680"/>
                  <a:pt x="2590800" y="2766857"/>
                  <a:pt x="2590800" y="2758440"/>
                </a:cubicBezTo>
                <a:cubicBezTo>
                  <a:pt x="2590800" y="2750023"/>
                  <a:pt x="2597623" y="2743200"/>
                  <a:pt x="2606040" y="2743200"/>
                </a:cubicBezTo>
                <a:cubicBezTo>
                  <a:pt x="2614457" y="2743200"/>
                  <a:pt x="2621280" y="2750023"/>
                  <a:pt x="2621280" y="2758440"/>
                </a:cubicBezTo>
                <a:close/>
                <a:moveTo>
                  <a:pt x="2621280" y="2910840"/>
                </a:moveTo>
                <a:cubicBezTo>
                  <a:pt x="2621280" y="2919257"/>
                  <a:pt x="2614457" y="2926080"/>
                  <a:pt x="2606040" y="2926080"/>
                </a:cubicBezTo>
                <a:cubicBezTo>
                  <a:pt x="2597623" y="2926080"/>
                  <a:pt x="2590800" y="2919257"/>
                  <a:pt x="2590800" y="2910840"/>
                </a:cubicBezTo>
                <a:cubicBezTo>
                  <a:pt x="2590800" y="2902423"/>
                  <a:pt x="2597623" y="2895600"/>
                  <a:pt x="2606040" y="2895600"/>
                </a:cubicBezTo>
                <a:cubicBezTo>
                  <a:pt x="2614457" y="2895600"/>
                  <a:pt x="2621280" y="2902423"/>
                  <a:pt x="2621280" y="2910840"/>
                </a:cubicBezTo>
                <a:close/>
                <a:moveTo>
                  <a:pt x="2621280" y="3063240"/>
                </a:moveTo>
                <a:cubicBezTo>
                  <a:pt x="2621280" y="3071657"/>
                  <a:pt x="2614457" y="3078480"/>
                  <a:pt x="2606040" y="3078480"/>
                </a:cubicBezTo>
                <a:cubicBezTo>
                  <a:pt x="2597623" y="3078480"/>
                  <a:pt x="2590800" y="3071657"/>
                  <a:pt x="2590800" y="3063240"/>
                </a:cubicBezTo>
                <a:cubicBezTo>
                  <a:pt x="2590800" y="3054823"/>
                  <a:pt x="2597623" y="3048000"/>
                  <a:pt x="2606040" y="3048000"/>
                </a:cubicBezTo>
                <a:cubicBezTo>
                  <a:pt x="2614457" y="3048000"/>
                  <a:pt x="2621280" y="3054823"/>
                  <a:pt x="2621280" y="3063240"/>
                </a:cubicBezTo>
                <a:close/>
                <a:moveTo>
                  <a:pt x="2621280" y="3215640"/>
                </a:moveTo>
                <a:cubicBezTo>
                  <a:pt x="2621280" y="3224057"/>
                  <a:pt x="2614457" y="3230880"/>
                  <a:pt x="2606040" y="3230880"/>
                </a:cubicBezTo>
                <a:cubicBezTo>
                  <a:pt x="2597623" y="3230880"/>
                  <a:pt x="2590800" y="3224057"/>
                  <a:pt x="2590800" y="3215640"/>
                </a:cubicBezTo>
                <a:cubicBezTo>
                  <a:pt x="2590800" y="3207223"/>
                  <a:pt x="2597623" y="3200400"/>
                  <a:pt x="2606040" y="3200400"/>
                </a:cubicBezTo>
                <a:cubicBezTo>
                  <a:pt x="2614457" y="3200400"/>
                  <a:pt x="2621280" y="3207223"/>
                  <a:pt x="2621280" y="3215640"/>
                </a:cubicBezTo>
                <a:close/>
                <a:moveTo>
                  <a:pt x="2621280" y="3368040"/>
                </a:moveTo>
                <a:cubicBezTo>
                  <a:pt x="2621280" y="3376457"/>
                  <a:pt x="2614457" y="3383280"/>
                  <a:pt x="2606040" y="3383280"/>
                </a:cubicBezTo>
                <a:cubicBezTo>
                  <a:pt x="2597623" y="3383280"/>
                  <a:pt x="2590800" y="3376457"/>
                  <a:pt x="2590800" y="3368040"/>
                </a:cubicBezTo>
                <a:cubicBezTo>
                  <a:pt x="2590800" y="3359623"/>
                  <a:pt x="2597623" y="3352800"/>
                  <a:pt x="2606040" y="3352800"/>
                </a:cubicBezTo>
                <a:cubicBezTo>
                  <a:pt x="2614457" y="3352800"/>
                  <a:pt x="2621280" y="3359623"/>
                  <a:pt x="2621280" y="3368040"/>
                </a:cubicBezTo>
                <a:close/>
                <a:moveTo>
                  <a:pt x="2621280" y="3520440"/>
                </a:moveTo>
                <a:cubicBezTo>
                  <a:pt x="2621280" y="3528857"/>
                  <a:pt x="2614457" y="3535680"/>
                  <a:pt x="2606040" y="3535680"/>
                </a:cubicBezTo>
                <a:cubicBezTo>
                  <a:pt x="2597623" y="3535680"/>
                  <a:pt x="2590800" y="3528857"/>
                  <a:pt x="2590800" y="3520440"/>
                </a:cubicBezTo>
                <a:cubicBezTo>
                  <a:pt x="2590800" y="3512023"/>
                  <a:pt x="2597623" y="3505200"/>
                  <a:pt x="2606040" y="3505200"/>
                </a:cubicBezTo>
                <a:cubicBezTo>
                  <a:pt x="2614457" y="3505200"/>
                  <a:pt x="2621280" y="3512023"/>
                  <a:pt x="2621280" y="3520440"/>
                </a:cubicBezTo>
                <a:close/>
                <a:moveTo>
                  <a:pt x="2621280" y="3672840"/>
                </a:moveTo>
                <a:cubicBezTo>
                  <a:pt x="2621280" y="3681257"/>
                  <a:pt x="2614457" y="3688080"/>
                  <a:pt x="2606040" y="3688080"/>
                </a:cubicBezTo>
                <a:cubicBezTo>
                  <a:pt x="2597623" y="3688080"/>
                  <a:pt x="2590800" y="3681257"/>
                  <a:pt x="2590800" y="3672840"/>
                </a:cubicBezTo>
                <a:cubicBezTo>
                  <a:pt x="2590800" y="3664423"/>
                  <a:pt x="2597623" y="3657600"/>
                  <a:pt x="2606040" y="3657600"/>
                </a:cubicBezTo>
                <a:cubicBezTo>
                  <a:pt x="2614457" y="3657600"/>
                  <a:pt x="2621280" y="3664423"/>
                  <a:pt x="2621280" y="3672840"/>
                </a:cubicBezTo>
                <a:close/>
                <a:moveTo>
                  <a:pt x="2621280" y="3825240"/>
                </a:moveTo>
                <a:cubicBezTo>
                  <a:pt x="2621280" y="3833657"/>
                  <a:pt x="2614457" y="3840480"/>
                  <a:pt x="2606040" y="3840480"/>
                </a:cubicBezTo>
                <a:cubicBezTo>
                  <a:pt x="2597623" y="3840480"/>
                  <a:pt x="2590800" y="3833657"/>
                  <a:pt x="2590800" y="3825240"/>
                </a:cubicBezTo>
                <a:cubicBezTo>
                  <a:pt x="2590800" y="3816823"/>
                  <a:pt x="2597623" y="3810000"/>
                  <a:pt x="2606040" y="3810000"/>
                </a:cubicBezTo>
                <a:cubicBezTo>
                  <a:pt x="2614457" y="3810000"/>
                  <a:pt x="2621280" y="3816823"/>
                  <a:pt x="2621280" y="3825240"/>
                </a:cubicBezTo>
                <a:close/>
                <a:moveTo>
                  <a:pt x="2621280" y="3977640"/>
                </a:moveTo>
                <a:cubicBezTo>
                  <a:pt x="2621280" y="3986057"/>
                  <a:pt x="2614457" y="3992880"/>
                  <a:pt x="2606040" y="3992880"/>
                </a:cubicBezTo>
                <a:cubicBezTo>
                  <a:pt x="2597623" y="3992880"/>
                  <a:pt x="2590800" y="3986057"/>
                  <a:pt x="2590800" y="3977640"/>
                </a:cubicBezTo>
                <a:cubicBezTo>
                  <a:pt x="2590800" y="3969223"/>
                  <a:pt x="2597623" y="3962400"/>
                  <a:pt x="2606040" y="3962400"/>
                </a:cubicBezTo>
                <a:cubicBezTo>
                  <a:pt x="2614457" y="3962400"/>
                  <a:pt x="2621280" y="3969223"/>
                  <a:pt x="2621280" y="3977640"/>
                </a:cubicBezTo>
                <a:close/>
                <a:moveTo>
                  <a:pt x="2621280" y="4130040"/>
                </a:moveTo>
                <a:cubicBezTo>
                  <a:pt x="2621280" y="4138457"/>
                  <a:pt x="2614457" y="4145280"/>
                  <a:pt x="2606040" y="4145280"/>
                </a:cubicBezTo>
                <a:cubicBezTo>
                  <a:pt x="2597623" y="4145280"/>
                  <a:pt x="2590800" y="4138457"/>
                  <a:pt x="2590800" y="4130040"/>
                </a:cubicBezTo>
                <a:cubicBezTo>
                  <a:pt x="2590800" y="4121623"/>
                  <a:pt x="2597623" y="4114800"/>
                  <a:pt x="2606040" y="4114800"/>
                </a:cubicBezTo>
                <a:cubicBezTo>
                  <a:pt x="2614457" y="4114800"/>
                  <a:pt x="2621280" y="4121623"/>
                  <a:pt x="2621280" y="4130040"/>
                </a:cubicBezTo>
                <a:close/>
                <a:moveTo>
                  <a:pt x="2621280" y="4282440"/>
                </a:moveTo>
                <a:cubicBezTo>
                  <a:pt x="2621280" y="4290857"/>
                  <a:pt x="2614457" y="4297680"/>
                  <a:pt x="2606040" y="4297680"/>
                </a:cubicBezTo>
                <a:cubicBezTo>
                  <a:pt x="2597623" y="4297680"/>
                  <a:pt x="2590800" y="4290857"/>
                  <a:pt x="2590800" y="4282440"/>
                </a:cubicBezTo>
                <a:cubicBezTo>
                  <a:pt x="2590800" y="4274023"/>
                  <a:pt x="2597623" y="4267200"/>
                  <a:pt x="2606040" y="4267200"/>
                </a:cubicBezTo>
                <a:cubicBezTo>
                  <a:pt x="2614457" y="4267200"/>
                  <a:pt x="2621280" y="4274023"/>
                  <a:pt x="2621280" y="4282440"/>
                </a:cubicBezTo>
                <a:close/>
                <a:moveTo>
                  <a:pt x="2621280" y="4434840"/>
                </a:moveTo>
                <a:cubicBezTo>
                  <a:pt x="2621280" y="4443257"/>
                  <a:pt x="2614457" y="4450080"/>
                  <a:pt x="2606040" y="4450080"/>
                </a:cubicBezTo>
                <a:cubicBezTo>
                  <a:pt x="2597623" y="4450080"/>
                  <a:pt x="2590800" y="4443257"/>
                  <a:pt x="2590800" y="4434840"/>
                </a:cubicBezTo>
                <a:cubicBezTo>
                  <a:pt x="2590800" y="4426423"/>
                  <a:pt x="2597623" y="4419600"/>
                  <a:pt x="2606040" y="4419600"/>
                </a:cubicBezTo>
                <a:cubicBezTo>
                  <a:pt x="2614457" y="4419600"/>
                  <a:pt x="2621280" y="4426423"/>
                  <a:pt x="2621280" y="4434840"/>
                </a:cubicBezTo>
                <a:close/>
                <a:moveTo>
                  <a:pt x="2773680" y="15240"/>
                </a:moveTo>
                <a:cubicBezTo>
                  <a:pt x="2773680" y="23657"/>
                  <a:pt x="2766857" y="30480"/>
                  <a:pt x="2758440" y="30480"/>
                </a:cubicBezTo>
                <a:cubicBezTo>
                  <a:pt x="2750023" y="30480"/>
                  <a:pt x="2743200" y="23657"/>
                  <a:pt x="2743200" y="15240"/>
                </a:cubicBezTo>
                <a:cubicBezTo>
                  <a:pt x="2743200" y="6823"/>
                  <a:pt x="2750023" y="0"/>
                  <a:pt x="2758440" y="0"/>
                </a:cubicBezTo>
                <a:cubicBezTo>
                  <a:pt x="2766857" y="0"/>
                  <a:pt x="2773680" y="6823"/>
                  <a:pt x="2773680" y="15240"/>
                </a:cubicBezTo>
                <a:close/>
                <a:moveTo>
                  <a:pt x="2773680" y="167640"/>
                </a:moveTo>
                <a:cubicBezTo>
                  <a:pt x="2773680" y="176057"/>
                  <a:pt x="2766857" y="182880"/>
                  <a:pt x="2758440" y="182880"/>
                </a:cubicBezTo>
                <a:cubicBezTo>
                  <a:pt x="2750023" y="182880"/>
                  <a:pt x="2743200" y="176057"/>
                  <a:pt x="2743200" y="167640"/>
                </a:cubicBezTo>
                <a:cubicBezTo>
                  <a:pt x="2743200" y="159223"/>
                  <a:pt x="2750023" y="152400"/>
                  <a:pt x="2758440" y="152400"/>
                </a:cubicBezTo>
                <a:cubicBezTo>
                  <a:pt x="2766857" y="152400"/>
                  <a:pt x="2773680" y="159223"/>
                  <a:pt x="2773680" y="167640"/>
                </a:cubicBezTo>
                <a:close/>
                <a:moveTo>
                  <a:pt x="2773680" y="320040"/>
                </a:moveTo>
                <a:cubicBezTo>
                  <a:pt x="2773680" y="328457"/>
                  <a:pt x="2766857" y="335280"/>
                  <a:pt x="2758440" y="335280"/>
                </a:cubicBezTo>
                <a:cubicBezTo>
                  <a:pt x="2750023" y="335280"/>
                  <a:pt x="2743200" y="328457"/>
                  <a:pt x="2743200" y="320040"/>
                </a:cubicBezTo>
                <a:cubicBezTo>
                  <a:pt x="2743200" y="311623"/>
                  <a:pt x="2750023" y="304800"/>
                  <a:pt x="2758440" y="304800"/>
                </a:cubicBezTo>
                <a:cubicBezTo>
                  <a:pt x="2766857" y="304800"/>
                  <a:pt x="2773680" y="311623"/>
                  <a:pt x="2773680" y="320040"/>
                </a:cubicBezTo>
                <a:close/>
                <a:moveTo>
                  <a:pt x="2773680" y="472440"/>
                </a:moveTo>
                <a:cubicBezTo>
                  <a:pt x="2773680" y="480857"/>
                  <a:pt x="2766857" y="487680"/>
                  <a:pt x="2758440" y="487680"/>
                </a:cubicBezTo>
                <a:cubicBezTo>
                  <a:pt x="2750023" y="487680"/>
                  <a:pt x="2743200" y="480857"/>
                  <a:pt x="2743200" y="472440"/>
                </a:cubicBezTo>
                <a:cubicBezTo>
                  <a:pt x="2743200" y="464023"/>
                  <a:pt x="2750023" y="457200"/>
                  <a:pt x="2758440" y="457200"/>
                </a:cubicBezTo>
                <a:cubicBezTo>
                  <a:pt x="2766857" y="457200"/>
                  <a:pt x="2773680" y="464023"/>
                  <a:pt x="2773680" y="472440"/>
                </a:cubicBezTo>
                <a:close/>
                <a:moveTo>
                  <a:pt x="2773680" y="624840"/>
                </a:moveTo>
                <a:cubicBezTo>
                  <a:pt x="2773680" y="633257"/>
                  <a:pt x="2766857" y="640080"/>
                  <a:pt x="2758440" y="640080"/>
                </a:cubicBezTo>
                <a:cubicBezTo>
                  <a:pt x="2750023" y="640080"/>
                  <a:pt x="2743200" y="633257"/>
                  <a:pt x="2743200" y="624840"/>
                </a:cubicBezTo>
                <a:cubicBezTo>
                  <a:pt x="2743200" y="616423"/>
                  <a:pt x="2750023" y="609600"/>
                  <a:pt x="2758440" y="609600"/>
                </a:cubicBezTo>
                <a:cubicBezTo>
                  <a:pt x="2766857" y="609600"/>
                  <a:pt x="2773680" y="616423"/>
                  <a:pt x="2773680" y="624840"/>
                </a:cubicBezTo>
                <a:close/>
                <a:moveTo>
                  <a:pt x="2773680" y="777240"/>
                </a:moveTo>
                <a:cubicBezTo>
                  <a:pt x="2773680" y="785657"/>
                  <a:pt x="2766857" y="792480"/>
                  <a:pt x="2758440" y="792480"/>
                </a:cubicBezTo>
                <a:cubicBezTo>
                  <a:pt x="2750023" y="792480"/>
                  <a:pt x="2743200" y="785657"/>
                  <a:pt x="2743200" y="777240"/>
                </a:cubicBezTo>
                <a:cubicBezTo>
                  <a:pt x="2743200" y="768823"/>
                  <a:pt x="2750023" y="762000"/>
                  <a:pt x="2758440" y="762000"/>
                </a:cubicBezTo>
                <a:cubicBezTo>
                  <a:pt x="2766857" y="762000"/>
                  <a:pt x="2773680" y="768823"/>
                  <a:pt x="2773680" y="777240"/>
                </a:cubicBezTo>
                <a:close/>
                <a:moveTo>
                  <a:pt x="2773680" y="929640"/>
                </a:moveTo>
                <a:cubicBezTo>
                  <a:pt x="2773680" y="938057"/>
                  <a:pt x="2766857" y="944880"/>
                  <a:pt x="2758440" y="944880"/>
                </a:cubicBezTo>
                <a:cubicBezTo>
                  <a:pt x="2750023" y="944880"/>
                  <a:pt x="2743200" y="938057"/>
                  <a:pt x="2743200" y="929640"/>
                </a:cubicBezTo>
                <a:cubicBezTo>
                  <a:pt x="2743200" y="921223"/>
                  <a:pt x="2750023" y="914400"/>
                  <a:pt x="2758440" y="914400"/>
                </a:cubicBezTo>
                <a:cubicBezTo>
                  <a:pt x="2766857" y="914400"/>
                  <a:pt x="2773680" y="921223"/>
                  <a:pt x="2773680" y="929640"/>
                </a:cubicBezTo>
                <a:close/>
                <a:moveTo>
                  <a:pt x="2773680" y="1082040"/>
                </a:moveTo>
                <a:cubicBezTo>
                  <a:pt x="2773680" y="1090457"/>
                  <a:pt x="2766857" y="1097280"/>
                  <a:pt x="2758440" y="1097280"/>
                </a:cubicBezTo>
                <a:cubicBezTo>
                  <a:pt x="2750023" y="1097280"/>
                  <a:pt x="2743200" y="1090457"/>
                  <a:pt x="2743200" y="1082040"/>
                </a:cubicBezTo>
                <a:cubicBezTo>
                  <a:pt x="2743200" y="1073623"/>
                  <a:pt x="2750023" y="1066800"/>
                  <a:pt x="2758440" y="1066800"/>
                </a:cubicBezTo>
                <a:cubicBezTo>
                  <a:pt x="2766857" y="1066800"/>
                  <a:pt x="2773680" y="1073623"/>
                  <a:pt x="2773680" y="1082040"/>
                </a:cubicBezTo>
                <a:close/>
                <a:moveTo>
                  <a:pt x="2773680" y="1234440"/>
                </a:moveTo>
                <a:cubicBezTo>
                  <a:pt x="2773680" y="1242857"/>
                  <a:pt x="2766857" y="1249680"/>
                  <a:pt x="2758440" y="1249680"/>
                </a:cubicBezTo>
                <a:cubicBezTo>
                  <a:pt x="2750023" y="1249680"/>
                  <a:pt x="2743200" y="1242857"/>
                  <a:pt x="2743200" y="1234440"/>
                </a:cubicBezTo>
                <a:cubicBezTo>
                  <a:pt x="2743200" y="1226023"/>
                  <a:pt x="2750023" y="1219200"/>
                  <a:pt x="2758440" y="1219200"/>
                </a:cubicBezTo>
                <a:cubicBezTo>
                  <a:pt x="2766857" y="1219200"/>
                  <a:pt x="2773680" y="1226023"/>
                  <a:pt x="2773680" y="1234440"/>
                </a:cubicBezTo>
                <a:close/>
                <a:moveTo>
                  <a:pt x="2773680" y="1386840"/>
                </a:moveTo>
                <a:cubicBezTo>
                  <a:pt x="2773680" y="1395257"/>
                  <a:pt x="2766857" y="1402080"/>
                  <a:pt x="2758440" y="1402080"/>
                </a:cubicBezTo>
                <a:cubicBezTo>
                  <a:pt x="2750023" y="1402080"/>
                  <a:pt x="2743200" y="1395257"/>
                  <a:pt x="2743200" y="1386840"/>
                </a:cubicBezTo>
                <a:cubicBezTo>
                  <a:pt x="2743200" y="1378423"/>
                  <a:pt x="2750023" y="1371600"/>
                  <a:pt x="2758440" y="1371600"/>
                </a:cubicBezTo>
                <a:cubicBezTo>
                  <a:pt x="2766857" y="1371600"/>
                  <a:pt x="2773680" y="1378423"/>
                  <a:pt x="2773680" y="1386840"/>
                </a:cubicBezTo>
                <a:close/>
                <a:moveTo>
                  <a:pt x="2773680" y="1539240"/>
                </a:moveTo>
                <a:cubicBezTo>
                  <a:pt x="2773680" y="1547657"/>
                  <a:pt x="2766857" y="1554480"/>
                  <a:pt x="2758440" y="1554480"/>
                </a:cubicBezTo>
                <a:cubicBezTo>
                  <a:pt x="2750023" y="1554480"/>
                  <a:pt x="2743200" y="1547657"/>
                  <a:pt x="2743200" y="1539240"/>
                </a:cubicBezTo>
                <a:cubicBezTo>
                  <a:pt x="2743200" y="1530823"/>
                  <a:pt x="2750023" y="1524000"/>
                  <a:pt x="2758440" y="1524000"/>
                </a:cubicBezTo>
                <a:cubicBezTo>
                  <a:pt x="2766857" y="1524000"/>
                  <a:pt x="2773680" y="1530823"/>
                  <a:pt x="2773680" y="1539240"/>
                </a:cubicBezTo>
                <a:close/>
                <a:moveTo>
                  <a:pt x="2773680" y="1691640"/>
                </a:moveTo>
                <a:cubicBezTo>
                  <a:pt x="2773680" y="1700057"/>
                  <a:pt x="2766857" y="1706880"/>
                  <a:pt x="2758440" y="1706880"/>
                </a:cubicBezTo>
                <a:cubicBezTo>
                  <a:pt x="2750023" y="1706880"/>
                  <a:pt x="2743200" y="1700057"/>
                  <a:pt x="2743200" y="1691640"/>
                </a:cubicBezTo>
                <a:cubicBezTo>
                  <a:pt x="2743200" y="1683223"/>
                  <a:pt x="2750023" y="1676400"/>
                  <a:pt x="2758440" y="1676400"/>
                </a:cubicBezTo>
                <a:cubicBezTo>
                  <a:pt x="2766857" y="1676400"/>
                  <a:pt x="2773680" y="1683223"/>
                  <a:pt x="2773680" y="1691640"/>
                </a:cubicBezTo>
                <a:close/>
                <a:moveTo>
                  <a:pt x="2773680" y="1844040"/>
                </a:moveTo>
                <a:cubicBezTo>
                  <a:pt x="2773680" y="1852457"/>
                  <a:pt x="2766857" y="1859280"/>
                  <a:pt x="2758440" y="1859280"/>
                </a:cubicBezTo>
                <a:cubicBezTo>
                  <a:pt x="2750023" y="1859280"/>
                  <a:pt x="2743200" y="1852457"/>
                  <a:pt x="2743200" y="1844040"/>
                </a:cubicBezTo>
                <a:cubicBezTo>
                  <a:pt x="2743200" y="1835623"/>
                  <a:pt x="2750023" y="1828800"/>
                  <a:pt x="2758440" y="1828800"/>
                </a:cubicBezTo>
                <a:cubicBezTo>
                  <a:pt x="2766857" y="1828800"/>
                  <a:pt x="2773680" y="1835623"/>
                  <a:pt x="2773680" y="1844040"/>
                </a:cubicBezTo>
                <a:close/>
                <a:moveTo>
                  <a:pt x="2773680" y="1996440"/>
                </a:moveTo>
                <a:cubicBezTo>
                  <a:pt x="2773680" y="2004857"/>
                  <a:pt x="2766857" y="2011680"/>
                  <a:pt x="2758440" y="2011680"/>
                </a:cubicBezTo>
                <a:cubicBezTo>
                  <a:pt x="2750023" y="2011680"/>
                  <a:pt x="2743200" y="2004857"/>
                  <a:pt x="2743200" y="1996440"/>
                </a:cubicBezTo>
                <a:cubicBezTo>
                  <a:pt x="2743200" y="1988023"/>
                  <a:pt x="2750023" y="1981200"/>
                  <a:pt x="2758440" y="1981200"/>
                </a:cubicBezTo>
                <a:cubicBezTo>
                  <a:pt x="2766857" y="1981200"/>
                  <a:pt x="2773680" y="1988023"/>
                  <a:pt x="2773680" y="1996440"/>
                </a:cubicBezTo>
                <a:close/>
                <a:moveTo>
                  <a:pt x="2773680" y="2148840"/>
                </a:moveTo>
                <a:cubicBezTo>
                  <a:pt x="2773680" y="2157257"/>
                  <a:pt x="2766857" y="2164080"/>
                  <a:pt x="2758440" y="2164080"/>
                </a:cubicBezTo>
                <a:cubicBezTo>
                  <a:pt x="2750023" y="2164080"/>
                  <a:pt x="2743200" y="2157257"/>
                  <a:pt x="2743200" y="2148840"/>
                </a:cubicBezTo>
                <a:cubicBezTo>
                  <a:pt x="2743200" y="2140423"/>
                  <a:pt x="2750023" y="2133600"/>
                  <a:pt x="2758440" y="2133600"/>
                </a:cubicBezTo>
                <a:cubicBezTo>
                  <a:pt x="2766857" y="2133600"/>
                  <a:pt x="2773680" y="2140423"/>
                  <a:pt x="2773680" y="2148840"/>
                </a:cubicBezTo>
                <a:close/>
                <a:moveTo>
                  <a:pt x="2773680" y="2301240"/>
                </a:moveTo>
                <a:cubicBezTo>
                  <a:pt x="2773680" y="2309657"/>
                  <a:pt x="2766857" y="2316480"/>
                  <a:pt x="2758440" y="2316480"/>
                </a:cubicBezTo>
                <a:cubicBezTo>
                  <a:pt x="2750023" y="2316480"/>
                  <a:pt x="2743200" y="2309657"/>
                  <a:pt x="2743200" y="2301240"/>
                </a:cubicBezTo>
                <a:cubicBezTo>
                  <a:pt x="2743200" y="2292823"/>
                  <a:pt x="2750023" y="2286000"/>
                  <a:pt x="2758440" y="2286000"/>
                </a:cubicBezTo>
                <a:cubicBezTo>
                  <a:pt x="2766857" y="2286000"/>
                  <a:pt x="2773680" y="2292823"/>
                  <a:pt x="2773680" y="2301240"/>
                </a:cubicBezTo>
                <a:close/>
                <a:moveTo>
                  <a:pt x="2773680" y="2453640"/>
                </a:moveTo>
                <a:cubicBezTo>
                  <a:pt x="2773680" y="2462057"/>
                  <a:pt x="2766857" y="2468880"/>
                  <a:pt x="2758440" y="2468880"/>
                </a:cubicBezTo>
                <a:cubicBezTo>
                  <a:pt x="2750023" y="2468880"/>
                  <a:pt x="2743200" y="2462057"/>
                  <a:pt x="2743200" y="2453640"/>
                </a:cubicBezTo>
                <a:cubicBezTo>
                  <a:pt x="2743200" y="2445223"/>
                  <a:pt x="2750023" y="2438400"/>
                  <a:pt x="2758440" y="2438400"/>
                </a:cubicBezTo>
                <a:cubicBezTo>
                  <a:pt x="2766857" y="2438400"/>
                  <a:pt x="2773680" y="2445223"/>
                  <a:pt x="2773680" y="2453640"/>
                </a:cubicBezTo>
                <a:close/>
                <a:moveTo>
                  <a:pt x="2773680" y="2606040"/>
                </a:moveTo>
                <a:cubicBezTo>
                  <a:pt x="2773680" y="2614457"/>
                  <a:pt x="2766857" y="2621280"/>
                  <a:pt x="2758440" y="2621280"/>
                </a:cubicBezTo>
                <a:cubicBezTo>
                  <a:pt x="2750023" y="2621280"/>
                  <a:pt x="2743200" y="2614457"/>
                  <a:pt x="2743200" y="2606040"/>
                </a:cubicBezTo>
                <a:cubicBezTo>
                  <a:pt x="2743200" y="2597623"/>
                  <a:pt x="2750023" y="2590800"/>
                  <a:pt x="2758440" y="2590800"/>
                </a:cubicBezTo>
                <a:cubicBezTo>
                  <a:pt x="2766857" y="2590800"/>
                  <a:pt x="2773680" y="2597623"/>
                  <a:pt x="2773680" y="2606040"/>
                </a:cubicBezTo>
                <a:close/>
                <a:moveTo>
                  <a:pt x="2773680" y="2758440"/>
                </a:moveTo>
                <a:cubicBezTo>
                  <a:pt x="2773680" y="2766857"/>
                  <a:pt x="2766857" y="2773680"/>
                  <a:pt x="2758440" y="2773680"/>
                </a:cubicBezTo>
                <a:cubicBezTo>
                  <a:pt x="2750023" y="2773680"/>
                  <a:pt x="2743200" y="2766857"/>
                  <a:pt x="2743200" y="2758440"/>
                </a:cubicBezTo>
                <a:cubicBezTo>
                  <a:pt x="2743200" y="2750023"/>
                  <a:pt x="2750023" y="2743200"/>
                  <a:pt x="2758440" y="2743200"/>
                </a:cubicBezTo>
                <a:cubicBezTo>
                  <a:pt x="2766857" y="2743200"/>
                  <a:pt x="2773680" y="2750023"/>
                  <a:pt x="2773680" y="2758440"/>
                </a:cubicBezTo>
                <a:close/>
                <a:moveTo>
                  <a:pt x="2773680" y="2910840"/>
                </a:moveTo>
                <a:cubicBezTo>
                  <a:pt x="2773680" y="2919257"/>
                  <a:pt x="2766857" y="2926080"/>
                  <a:pt x="2758440" y="2926080"/>
                </a:cubicBezTo>
                <a:cubicBezTo>
                  <a:pt x="2750023" y="2926080"/>
                  <a:pt x="2743200" y="2919257"/>
                  <a:pt x="2743200" y="2910840"/>
                </a:cubicBezTo>
                <a:cubicBezTo>
                  <a:pt x="2743200" y="2902423"/>
                  <a:pt x="2750023" y="2895600"/>
                  <a:pt x="2758440" y="2895600"/>
                </a:cubicBezTo>
                <a:cubicBezTo>
                  <a:pt x="2766857" y="2895600"/>
                  <a:pt x="2773680" y="2902423"/>
                  <a:pt x="2773680" y="2910840"/>
                </a:cubicBezTo>
                <a:close/>
                <a:moveTo>
                  <a:pt x="2773680" y="3063240"/>
                </a:moveTo>
                <a:cubicBezTo>
                  <a:pt x="2773680" y="3071657"/>
                  <a:pt x="2766857" y="3078480"/>
                  <a:pt x="2758440" y="3078480"/>
                </a:cubicBezTo>
                <a:cubicBezTo>
                  <a:pt x="2750023" y="3078480"/>
                  <a:pt x="2743200" y="3071657"/>
                  <a:pt x="2743200" y="3063240"/>
                </a:cubicBezTo>
                <a:cubicBezTo>
                  <a:pt x="2743200" y="3054823"/>
                  <a:pt x="2750023" y="3048000"/>
                  <a:pt x="2758440" y="3048000"/>
                </a:cubicBezTo>
                <a:cubicBezTo>
                  <a:pt x="2766857" y="3048000"/>
                  <a:pt x="2773680" y="3054823"/>
                  <a:pt x="2773680" y="3063240"/>
                </a:cubicBezTo>
                <a:close/>
                <a:moveTo>
                  <a:pt x="2773680" y="3215640"/>
                </a:moveTo>
                <a:cubicBezTo>
                  <a:pt x="2773680" y="3224057"/>
                  <a:pt x="2766857" y="3230880"/>
                  <a:pt x="2758440" y="3230880"/>
                </a:cubicBezTo>
                <a:cubicBezTo>
                  <a:pt x="2750023" y="3230880"/>
                  <a:pt x="2743200" y="3224057"/>
                  <a:pt x="2743200" y="3215640"/>
                </a:cubicBezTo>
                <a:cubicBezTo>
                  <a:pt x="2743200" y="3207223"/>
                  <a:pt x="2750023" y="3200400"/>
                  <a:pt x="2758440" y="3200400"/>
                </a:cubicBezTo>
                <a:cubicBezTo>
                  <a:pt x="2766857" y="3200400"/>
                  <a:pt x="2773680" y="3207223"/>
                  <a:pt x="2773680" y="3215640"/>
                </a:cubicBezTo>
                <a:close/>
                <a:moveTo>
                  <a:pt x="2773680" y="3368040"/>
                </a:moveTo>
                <a:cubicBezTo>
                  <a:pt x="2773680" y="3376457"/>
                  <a:pt x="2766857" y="3383280"/>
                  <a:pt x="2758440" y="3383280"/>
                </a:cubicBezTo>
                <a:cubicBezTo>
                  <a:pt x="2750023" y="3383280"/>
                  <a:pt x="2743200" y="3376457"/>
                  <a:pt x="2743200" y="3368040"/>
                </a:cubicBezTo>
                <a:cubicBezTo>
                  <a:pt x="2743200" y="3359623"/>
                  <a:pt x="2750023" y="3352800"/>
                  <a:pt x="2758440" y="3352800"/>
                </a:cubicBezTo>
                <a:cubicBezTo>
                  <a:pt x="2766857" y="3352800"/>
                  <a:pt x="2773680" y="3359623"/>
                  <a:pt x="2773680" y="3368040"/>
                </a:cubicBezTo>
                <a:close/>
                <a:moveTo>
                  <a:pt x="2773680" y="3520440"/>
                </a:moveTo>
                <a:cubicBezTo>
                  <a:pt x="2773680" y="3528857"/>
                  <a:pt x="2766857" y="3535680"/>
                  <a:pt x="2758440" y="3535680"/>
                </a:cubicBezTo>
                <a:cubicBezTo>
                  <a:pt x="2750023" y="3535680"/>
                  <a:pt x="2743200" y="3528857"/>
                  <a:pt x="2743200" y="3520440"/>
                </a:cubicBezTo>
                <a:cubicBezTo>
                  <a:pt x="2743200" y="3512023"/>
                  <a:pt x="2750023" y="3505200"/>
                  <a:pt x="2758440" y="3505200"/>
                </a:cubicBezTo>
                <a:cubicBezTo>
                  <a:pt x="2766857" y="3505200"/>
                  <a:pt x="2773680" y="3512023"/>
                  <a:pt x="2773680" y="3520440"/>
                </a:cubicBezTo>
                <a:close/>
                <a:moveTo>
                  <a:pt x="2773680" y="3672840"/>
                </a:moveTo>
                <a:cubicBezTo>
                  <a:pt x="2773680" y="3681257"/>
                  <a:pt x="2766857" y="3688080"/>
                  <a:pt x="2758440" y="3688080"/>
                </a:cubicBezTo>
                <a:cubicBezTo>
                  <a:pt x="2750023" y="3688080"/>
                  <a:pt x="2743200" y="3681257"/>
                  <a:pt x="2743200" y="3672840"/>
                </a:cubicBezTo>
                <a:cubicBezTo>
                  <a:pt x="2743200" y="3664423"/>
                  <a:pt x="2750023" y="3657600"/>
                  <a:pt x="2758440" y="3657600"/>
                </a:cubicBezTo>
                <a:cubicBezTo>
                  <a:pt x="2766857" y="3657600"/>
                  <a:pt x="2773680" y="3664423"/>
                  <a:pt x="2773680" y="3672840"/>
                </a:cubicBezTo>
                <a:close/>
                <a:moveTo>
                  <a:pt x="2773680" y="3825240"/>
                </a:moveTo>
                <a:cubicBezTo>
                  <a:pt x="2773680" y="3833657"/>
                  <a:pt x="2766857" y="3840480"/>
                  <a:pt x="2758440" y="3840480"/>
                </a:cubicBezTo>
                <a:cubicBezTo>
                  <a:pt x="2750023" y="3840480"/>
                  <a:pt x="2743200" y="3833657"/>
                  <a:pt x="2743200" y="3825240"/>
                </a:cubicBezTo>
                <a:cubicBezTo>
                  <a:pt x="2743200" y="3816823"/>
                  <a:pt x="2750023" y="3810000"/>
                  <a:pt x="2758440" y="3810000"/>
                </a:cubicBezTo>
                <a:cubicBezTo>
                  <a:pt x="2766857" y="3810000"/>
                  <a:pt x="2773680" y="3816823"/>
                  <a:pt x="2773680" y="3825240"/>
                </a:cubicBezTo>
                <a:close/>
                <a:moveTo>
                  <a:pt x="2773680" y="3977640"/>
                </a:moveTo>
                <a:cubicBezTo>
                  <a:pt x="2773680" y="3986057"/>
                  <a:pt x="2766857" y="3992880"/>
                  <a:pt x="2758440" y="3992880"/>
                </a:cubicBezTo>
                <a:cubicBezTo>
                  <a:pt x="2750023" y="3992880"/>
                  <a:pt x="2743200" y="3986057"/>
                  <a:pt x="2743200" y="3977640"/>
                </a:cubicBezTo>
                <a:cubicBezTo>
                  <a:pt x="2743200" y="3969223"/>
                  <a:pt x="2750023" y="3962400"/>
                  <a:pt x="2758440" y="3962400"/>
                </a:cubicBezTo>
                <a:cubicBezTo>
                  <a:pt x="2766857" y="3962400"/>
                  <a:pt x="2773680" y="3969223"/>
                  <a:pt x="2773680" y="3977640"/>
                </a:cubicBezTo>
                <a:close/>
                <a:moveTo>
                  <a:pt x="2773680" y="4130040"/>
                </a:moveTo>
                <a:cubicBezTo>
                  <a:pt x="2773680" y="4138457"/>
                  <a:pt x="2766857" y="4145280"/>
                  <a:pt x="2758440" y="4145280"/>
                </a:cubicBezTo>
                <a:cubicBezTo>
                  <a:pt x="2750023" y="4145280"/>
                  <a:pt x="2743200" y="4138457"/>
                  <a:pt x="2743200" y="4130040"/>
                </a:cubicBezTo>
                <a:cubicBezTo>
                  <a:pt x="2743200" y="4121623"/>
                  <a:pt x="2750023" y="4114800"/>
                  <a:pt x="2758440" y="4114800"/>
                </a:cubicBezTo>
                <a:cubicBezTo>
                  <a:pt x="2766857" y="4114800"/>
                  <a:pt x="2773680" y="4121623"/>
                  <a:pt x="2773680" y="4130040"/>
                </a:cubicBezTo>
                <a:close/>
                <a:moveTo>
                  <a:pt x="2773680" y="4282440"/>
                </a:moveTo>
                <a:cubicBezTo>
                  <a:pt x="2773680" y="4290857"/>
                  <a:pt x="2766857" y="4297680"/>
                  <a:pt x="2758440" y="4297680"/>
                </a:cubicBezTo>
                <a:cubicBezTo>
                  <a:pt x="2750023" y="4297680"/>
                  <a:pt x="2743200" y="4290857"/>
                  <a:pt x="2743200" y="4282440"/>
                </a:cubicBezTo>
                <a:cubicBezTo>
                  <a:pt x="2743200" y="4274023"/>
                  <a:pt x="2750023" y="4267200"/>
                  <a:pt x="2758440" y="4267200"/>
                </a:cubicBezTo>
                <a:cubicBezTo>
                  <a:pt x="2766857" y="4267200"/>
                  <a:pt x="2773680" y="4274023"/>
                  <a:pt x="2773680" y="4282440"/>
                </a:cubicBezTo>
                <a:close/>
                <a:moveTo>
                  <a:pt x="2773680" y="4434840"/>
                </a:moveTo>
                <a:cubicBezTo>
                  <a:pt x="2773680" y="4443257"/>
                  <a:pt x="2766857" y="4450080"/>
                  <a:pt x="2758440" y="4450080"/>
                </a:cubicBezTo>
                <a:cubicBezTo>
                  <a:pt x="2750023" y="4450080"/>
                  <a:pt x="2743200" y="4443257"/>
                  <a:pt x="2743200" y="4434840"/>
                </a:cubicBezTo>
                <a:cubicBezTo>
                  <a:pt x="2743200" y="4426423"/>
                  <a:pt x="2750023" y="4419600"/>
                  <a:pt x="2758440" y="4419600"/>
                </a:cubicBezTo>
                <a:cubicBezTo>
                  <a:pt x="2766857" y="4419600"/>
                  <a:pt x="2773680" y="4426423"/>
                  <a:pt x="2773680" y="4434840"/>
                </a:cubicBezTo>
                <a:close/>
                <a:moveTo>
                  <a:pt x="2926080" y="15240"/>
                </a:moveTo>
                <a:cubicBezTo>
                  <a:pt x="2926080" y="23657"/>
                  <a:pt x="2919257" y="30480"/>
                  <a:pt x="2910840" y="30480"/>
                </a:cubicBezTo>
                <a:cubicBezTo>
                  <a:pt x="2902423" y="30480"/>
                  <a:pt x="2895600" y="23657"/>
                  <a:pt x="2895600" y="15240"/>
                </a:cubicBezTo>
                <a:cubicBezTo>
                  <a:pt x="2895600" y="6823"/>
                  <a:pt x="2902423" y="0"/>
                  <a:pt x="2910840" y="0"/>
                </a:cubicBezTo>
                <a:cubicBezTo>
                  <a:pt x="2919257" y="0"/>
                  <a:pt x="2926080" y="6823"/>
                  <a:pt x="2926080" y="15240"/>
                </a:cubicBezTo>
                <a:close/>
                <a:moveTo>
                  <a:pt x="2926080" y="167640"/>
                </a:moveTo>
                <a:cubicBezTo>
                  <a:pt x="2926080" y="176057"/>
                  <a:pt x="2919257" y="182880"/>
                  <a:pt x="2910840" y="182880"/>
                </a:cubicBezTo>
                <a:cubicBezTo>
                  <a:pt x="2902423" y="182880"/>
                  <a:pt x="2895600" y="176057"/>
                  <a:pt x="2895600" y="167640"/>
                </a:cubicBezTo>
                <a:cubicBezTo>
                  <a:pt x="2895600" y="159223"/>
                  <a:pt x="2902423" y="152400"/>
                  <a:pt x="2910840" y="152400"/>
                </a:cubicBezTo>
                <a:cubicBezTo>
                  <a:pt x="2919257" y="152400"/>
                  <a:pt x="2926080" y="159223"/>
                  <a:pt x="2926080" y="167640"/>
                </a:cubicBezTo>
                <a:close/>
                <a:moveTo>
                  <a:pt x="2926080" y="320040"/>
                </a:moveTo>
                <a:cubicBezTo>
                  <a:pt x="2926080" y="328457"/>
                  <a:pt x="2919257" y="335280"/>
                  <a:pt x="2910840" y="335280"/>
                </a:cubicBezTo>
                <a:cubicBezTo>
                  <a:pt x="2902423" y="335280"/>
                  <a:pt x="2895600" y="328457"/>
                  <a:pt x="2895600" y="320040"/>
                </a:cubicBezTo>
                <a:cubicBezTo>
                  <a:pt x="2895600" y="311623"/>
                  <a:pt x="2902423" y="304800"/>
                  <a:pt x="2910840" y="304800"/>
                </a:cubicBezTo>
                <a:cubicBezTo>
                  <a:pt x="2919257" y="304800"/>
                  <a:pt x="2926080" y="311623"/>
                  <a:pt x="2926080" y="320040"/>
                </a:cubicBezTo>
                <a:close/>
                <a:moveTo>
                  <a:pt x="2926080" y="472440"/>
                </a:moveTo>
                <a:cubicBezTo>
                  <a:pt x="2926080" y="480857"/>
                  <a:pt x="2919257" y="487680"/>
                  <a:pt x="2910840" y="487680"/>
                </a:cubicBezTo>
                <a:cubicBezTo>
                  <a:pt x="2902423" y="487680"/>
                  <a:pt x="2895600" y="480857"/>
                  <a:pt x="2895600" y="472440"/>
                </a:cubicBezTo>
                <a:cubicBezTo>
                  <a:pt x="2895600" y="464023"/>
                  <a:pt x="2902423" y="457200"/>
                  <a:pt x="2910840" y="457200"/>
                </a:cubicBezTo>
                <a:cubicBezTo>
                  <a:pt x="2919257" y="457200"/>
                  <a:pt x="2926080" y="464023"/>
                  <a:pt x="2926080" y="472440"/>
                </a:cubicBezTo>
                <a:close/>
                <a:moveTo>
                  <a:pt x="2926080" y="624840"/>
                </a:moveTo>
                <a:cubicBezTo>
                  <a:pt x="2926080" y="633257"/>
                  <a:pt x="2919257" y="640080"/>
                  <a:pt x="2910840" y="640080"/>
                </a:cubicBezTo>
                <a:cubicBezTo>
                  <a:pt x="2902423" y="640080"/>
                  <a:pt x="2895600" y="633257"/>
                  <a:pt x="2895600" y="624840"/>
                </a:cubicBezTo>
                <a:cubicBezTo>
                  <a:pt x="2895600" y="616423"/>
                  <a:pt x="2902423" y="609600"/>
                  <a:pt x="2910840" y="609600"/>
                </a:cubicBezTo>
                <a:cubicBezTo>
                  <a:pt x="2919257" y="609600"/>
                  <a:pt x="2926080" y="616423"/>
                  <a:pt x="2926080" y="624840"/>
                </a:cubicBezTo>
                <a:close/>
                <a:moveTo>
                  <a:pt x="2926080" y="777240"/>
                </a:moveTo>
                <a:cubicBezTo>
                  <a:pt x="2926080" y="785657"/>
                  <a:pt x="2919257" y="792480"/>
                  <a:pt x="2910840" y="792480"/>
                </a:cubicBezTo>
                <a:cubicBezTo>
                  <a:pt x="2902423" y="792480"/>
                  <a:pt x="2895600" y="785657"/>
                  <a:pt x="2895600" y="777240"/>
                </a:cubicBezTo>
                <a:cubicBezTo>
                  <a:pt x="2895600" y="768823"/>
                  <a:pt x="2902423" y="762000"/>
                  <a:pt x="2910840" y="762000"/>
                </a:cubicBezTo>
                <a:cubicBezTo>
                  <a:pt x="2919257" y="762000"/>
                  <a:pt x="2926080" y="768823"/>
                  <a:pt x="2926080" y="777240"/>
                </a:cubicBezTo>
                <a:close/>
                <a:moveTo>
                  <a:pt x="2926080" y="929640"/>
                </a:moveTo>
                <a:cubicBezTo>
                  <a:pt x="2926080" y="938057"/>
                  <a:pt x="2919257" y="944880"/>
                  <a:pt x="2910840" y="944880"/>
                </a:cubicBezTo>
                <a:cubicBezTo>
                  <a:pt x="2902423" y="944880"/>
                  <a:pt x="2895600" y="938057"/>
                  <a:pt x="2895600" y="929640"/>
                </a:cubicBezTo>
                <a:cubicBezTo>
                  <a:pt x="2895600" y="921223"/>
                  <a:pt x="2902423" y="914400"/>
                  <a:pt x="2910840" y="914400"/>
                </a:cubicBezTo>
                <a:cubicBezTo>
                  <a:pt x="2919257" y="914400"/>
                  <a:pt x="2926080" y="921223"/>
                  <a:pt x="2926080" y="929640"/>
                </a:cubicBezTo>
                <a:close/>
                <a:moveTo>
                  <a:pt x="2926080" y="1082040"/>
                </a:moveTo>
                <a:cubicBezTo>
                  <a:pt x="2926080" y="1090457"/>
                  <a:pt x="2919257" y="1097280"/>
                  <a:pt x="2910840" y="1097280"/>
                </a:cubicBezTo>
                <a:cubicBezTo>
                  <a:pt x="2902423" y="1097280"/>
                  <a:pt x="2895600" y="1090457"/>
                  <a:pt x="2895600" y="1082040"/>
                </a:cubicBezTo>
                <a:cubicBezTo>
                  <a:pt x="2895600" y="1073623"/>
                  <a:pt x="2902423" y="1066800"/>
                  <a:pt x="2910840" y="1066800"/>
                </a:cubicBezTo>
                <a:cubicBezTo>
                  <a:pt x="2919257" y="1066800"/>
                  <a:pt x="2926080" y="1073623"/>
                  <a:pt x="2926080" y="1082040"/>
                </a:cubicBezTo>
                <a:close/>
                <a:moveTo>
                  <a:pt x="2926080" y="1234440"/>
                </a:moveTo>
                <a:cubicBezTo>
                  <a:pt x="2926080" y="1242857"/>
                  <a:pt x="2919257" y="1249680"/>
                  <a:pt x="2910840" y="1249680"/>
                </a:cubicBezTo>
                <a:cubicBezTo>
                  <a:pt x="2902423" y="1249680"/>
                  <a:pt x="2895600" y="1242857"/>
                  <a:pt x="2895600" y="1234440"/>
                </a:cubicBezTo>
                <a:cubicBezTo>
                  <a:pt x="2895600" y="1226023"/>
                  <a:pt x="2902423" y="1219200"/>
                  <a:pt x="2910840" y="1219200"/>
                </a:cubicBezTo>
                <a:cubicBezTo>
                  <a:pt x="2919257" y="1219200"/>
                  <a:pt x="2926080" y="1226023"/>
                  <a:pt x="2926080" y="1234440"/>
                </a:cubicBezTo>
                <a:close/>
                <a:moveTo>
                  <a:pt x="2926080" y="1386840"/>
                </a:moveTo>
                <a:cubicBezTo>
                  <a:pt x="2926080" y="1395257"/>
                  <a:pt x="2919257" y="1402080"/>
                  <a:pt x="2910840" y="1402080"/>
                </a:cubicBezTo>
                <a:cubicBezTo>
                  <a:pt x="2902423" y="1402080"/>
                  <a:pt x="2895600" y="1395257"/>
                  <a:pt x="2895600" y="1386840"/>
                </a:cubicBezTo>
                <a:cubicBezTo>
                  <a:pt x="2895600" y="1378423"/>
                  <a:pt x="2902423" y="1371600"/>
                  <a:pt x="2910840" y="1371600"/>
                </a:cubicBezTo>
                <a:cubicBezTo>
                  <a:pt x="2919257" y="1371600"/>
                  <a:pt x="2926080" y="1378423"/>
                  <a:pt x="2926080" y="1386840"/>
                </a:cubicBezTo>
                <a:close/>
                <a:moveTo>
                  <a:pt x="2926080" y="1539240"/>
                </a:moveTo>
                <a:cubicBezTo>
                  <a:pt x="2926080" y="1547657"/>
                  <a:pt x="2919257" y="1554480"/>
                  <a:pt x="2910840" y="1554480"/>
                </a:cubicBezTo>
                <a:cubicBezTo>
                  <a:pt x="2902423" y="1554480"/>
                  <a:pt x="2895600" y="1547657"/>
                  <a:pt x="2895600" y="1539240"/>
                </a:cubicBezTo>
                <a:cubicBezTo>
                  <a:pt x="2895600" y="1530823"/>
                  <a:pt x="2902423" y="1524000"/>
                  <a:pt x="2910840" y="1524000"/>
                </a:cubicBezTo>
                <a:cubicBezTo>
                  <a:pt x="2919257" y="1524000"/>
                  <a:pt x="2926080" y="1530823"/>
                  <a:pt x="2926080" y="1539240"/>
                </a:cubicBezTo>
                <a:close/>
                <a:moveTo>
                  <a:pt x="2926080" y="1691640"/>
                </a:moveTo>
                <a:cubicBezTo>
                  <a:pt x="2926080" y="1700057"/>
                  <a:pt x="2919257" y="1706880"/>
                  <a:pt x="2910840" y="1706880"/>
                </a:cubicBezTo>
                <a:cubicBezTo>
                  <a:pt x="2902423" y="1706880"/>
                  <a:pt x="2895600" y="1700057"/>
                  <a:pt x="2895600" y="1691640"/>
                </a:cubicBezTo>
                <a:cubicBezTo>
                  <a:pt x="2895600" y="1683223"/>
                  <a:pt x="2902423" y="1676400"/>
                  <a:pt x="2910840" y="1676400"/>
                </a:cubicBezTo>
                <a:cubicBezTo>
                  <a:pt x="2919257" y="1676400"/>
                  <a:pt x="2926080" y="1683223"/>
                  <a:pt x="2926080" y="1691640"/>
                </a:cubicBezTo>
                <a:close/>
                <a:moveTo>
                  <a:pt x="2926080" y="1844040"/>
                </a:moveTo>
                <a:cubicBezTo>
                  <a:pt x="2926080" y="1852457"/>
                  <a:pt x="2919257" y="1859280"/>
                  <a:pt x="2910840" y="1859280"/>
                </a:cubicBezTo>
                <a:cubicBezTo>
                  <a:pt x="2902423" y="1859280"/>
                  <a:pt x="2895600" y="1852457"/>
                  <a:pt x="2895600" y="1844040"/>
                </a:cubicBezTo>
                <a:cubicBezTo>
                  <a:pt x="2895600" y="1835623"/>
                  <a:pt x="2902423" y="1828800"/>
                  <a:pt x="2910840" y="1828800"/>
                </a:cubicBezTo>
                <a:cubicBezTo>
                  <a:pt x="2919257" y="1828800"/>
                  <a:pt x="2926080" y="1835623"/>
                  <a:pt x="2926080" y="1844040"/>
                </a:cubicBezTo>
                <a:close/>
                <a:moveTo>
                  <a:pt x="2926080" y="1996440"/>
                </a:moveTo>
                <a:cubicBezTo>
                  <a:pt x="2926080" y="2004857"/>
                  <a:pt x="2919257" y="2011680"/>
                  <a:pt x="2910840" y="2011680"/>
                </a:cubicBezTo>
                <a:cubicBezTo>
                  <a:pt x="2902423" y="2011680"/>
                  <a:pt x="2895600" y="2004857"/>
                  <a:pt x="2895600" y="1996440"/>
                </a:cubicBezTo>
                <a:cubicBezTo>
                  <a:pt x="2895600" y="1988023"/>
                  <a:pt x="2902423" y="1981200"/>
                  <a:pt x="2910840" y="1981200"/>
                </a:cubicBezTo>
                <a:cubicBezTo>
                  <a:pt x="2919257" y="1981200"/>
                  <a:pt x="2926080" y="1988023"/>
                  <a:pt x="2926080" y="1996440"/>
                </a:cubicBezTo>
                <a:close/>
                <a:moveTo>
                  <a:pt x="2926080" y="2148840"/>
                </a:moveTo>
                <a:cubicBezTo>
                  <a:pt x="2926080" y="2157257"/>
                  <a:pt x="2919257" y="2164080"/>
                  <a:pt x="2910840" y="2164080"/>
                </a:cubicBezTo>
                <a:cubicBezTo>
                  <a:pt x="2902423" y="2164080"/>
                  <a:pt x="2895600" y="2157257"/>
                  <a:pt x="2895600" y="2148840"/>
                </a:cubicBezTo>
                <a:cubicBezTo>
                  <a:pt x="2895600" y="2140423"/>
                  <a:pt x="2902423" y="2133600"/>
                  <a:pt x="2910840" y="2133600"/>
                </a:cubicBezTo>
                <a:cubicBezTo>
                  <a:pt x="2919257" y="2133600"/>
                  <a:pt x="2926080" y="2140423"/>
                  <a:pt x="2926080" y="2148840"/>
                </a:cubicBezTo>
                <a:close/>
                <a:moveTo>
                  <a:pt x="2926080" y="2301240"/>
                </a:moveTo>
                <a:cubicBezTo>
                  <a:pt x="2926080" y="2309657"/>
                  <a:pt x="2919257" y="2316480"/>
                  <a:pt x="2910840" y="2316480"/>
                </a:cubicBezTo>
                <a:cubicBezTo>
                  <a:pt x="2902423" y="2316480"/>
                  <a:pt x="2895600" y="2309657"/>
                  <a:pt x="2895600" y="2301240"/>
                </a:cubicBezTo>
                <a:cubicBezTo>
                  <a:pt x="2895600" y="2292823"/>
                  <a:pt x="2902423" y="2286000"/>
                  <a:pt x="2910840" y="2286000"/>
                </a:cubicBezTo>
                <a:cubicBezTo>
                  <a:pt x="2919257" y="2286000"/>
                  <a:pt x="2926080" y="2292823"/>
                  <a:pt x="2926080" y="2301240"/>
                </a:cubicBezTo>
                <a:close/>
                <a:moveTo>
                  <a:pt x="2926080" y="2453640"/>
                </a:moveTo>
                <a:cubicBezTo>
                  <a:pt x="2926080" y="2462057"/>
                  <a:pt x="2919257" y="2468880"/>
                  <a:pt x="2910840" y="2468880"/>
                </a:cubicBezTo>
                <a:cubicBezTo>
                  <a:pt x="2902423" y="2468880"/>
                  <a:pt x="2895600" y="2462057"/>
                  <a:pt x="2895600" y="2453640"/>
                </a:cubicBezTo>
                <a:cubicBezTo>
                  <a:pt x="2895600" y="2445223"/>
                  <a:pt x="2902423" y="2438400"/>
                  <a:pt x="2910840" y="2438400"/>
                </a:cubicBezTo>
                <a:cubicBezTo>
                  <a:pt x="2919257" y="2438400"/>
                  <a:pt x="2926080" y="2445223"/>
                  <a:pt x="2926080" y="2453640"/>
                </a:cubicBezTo>
                <a:close/>
                <a:moveTo>
                  <a:pt x="2926080" y="2606040"/>
                </a:moveTo>
                <a:cubicBezTo>
                  <a:pt x="2926080" y="2614457"/>
                  <a:pt x="2919257" y="2621280"/>
                  <a:pt x="2910840" y="2621280"/>
                </a:cubicBezTo>
                <a:cubicBezTo>
                  <a:pt x="2902423" y="2621280"/>
                  <a:pt x="2895600" y="2614457"/>
                  <a:pt x="2895600" y="2606040"/>
                </a:cubicBezTo>
                <a:cubicBezTo>
                  <a:pt x="2895600" y="2597623"/>
                  <a:pt x="2902423" y="2590800"/>
                  <a:pt x="2910840" y="2590800"/>
                </a:cubicBezTo>
                <a:cubicBezTo>
                  <a:pt x="2919257" y="2590800"/>
                  <a:pt x="2926080" y="2597623"/>
                  <a:pt x="2926080" y="2606040"/>
                </a:cubicBezTo>
                <a:close/>
                <a:moveTo>
                  <a:pt x="2926080" y="2758440"/>
                </a:moveTo>
                <a:cubicBezTo>
                  <a:pt x="2926080" y="2766857"/>
                  <a:pt x="2919257" y="2773680"/>
                  <a:pt x="2910840" y="2773680"/>
                </a:cubicBezTo>
                <a:cubicBezTo>
                  <a:pt x="2902423" y="2773680"/>
                  <a:pt x="2895600" y="2766857"/>
                  <a:pt x="2895600" y="2758440"/>
                </a:cubicBezTo>
                <a:cubicBezTo>
                  <a:pt x="2895600" y="2750023"/>
                  <a:pt x="2902423" y="2743200"/>
                  <a:pt x="2910840" y="2743200"/>
                </a:cubicBezTo>
                <a:cubicBezTo>
                  <a:pt x="2919257" y="2743200"/>
                  <a:pt x="2926080" y="2750023"/>
                  <a:pt x="2926080" y="2758440"/>
                </a:cubicBezTo>
                <a:close/>
                <a:moveTo>
                  <a:pt x="2926080" y="2910840"/>
                </a:moveTo>
                <a:cubicBezTo>
                  <a:pt x="2926080" y="2919257"/>
                  <a:pt x="2919257" y="2926080"/>
                  <a:pt x="2910840" y="2926080"/>
                </a:cubicBezTo>
                <a:cubicBezTo>
                  <a:pt x="2902423" y="2926080"/>
                  <a:pt x="2895600" y="2919257"/>
                  <a:pt x="2895600" y="2910840"/>
                </a:cubicBezTo>
                <a:cubicBezTo>
                  <a:pt x="2895600" y="2902423"/>
                  <a:pt x="2902423" y="2895600"/>
                  <a:pt x="2910840" y="2895600"/>
                </a:cubicBezTo>
                <a:cubicBezTo>
                  <a:pt x="2919257" y="2895600"/>
                  <a:pt x="2926080" y="2902423"/>
                  <a:pt x="2926080" y="2910840"/>
                </a:cubicBezTo>
                <a:close/>
                <a:moveTo>
                  <a:pt x="2926080" y="3063240"/>
                </a:moveTo>
                <a:cubicBezTo>
                  <a:pt x="2926080" y="3071657"/>
                  <a:pt x="2919257" y="3078480"/>
                  <a:pt x="2910840" y="3078480"/>
                </a:cubicBezTo>
                <a:cubicBezTo>
                  <a:pt x="2902423" y="3078480"/>
                  <a:pt x="2895600" y="3071657"/>
                  <a:pt x="2895600" y="3063240"/>
                </a:cubicBezTo>
                <a:cubicBezTo>
                  <a:pt x="2895600" y="3054823"/>
                  <a:pt x="2902423" y="3048000"/>
                  <a:pt x="2910840" y="3048000"/>
                </a:cubicBezTo>
                <a:cubicBezTo>
                  <a:pt x="2919257" y="3048000"/>
                  <a:pt x="2926080" y="3054823"/>
                  <a:pt x="2926080" y="3063240"/>
                </a:cubicBezTo>
                <a:close/>
                <a:moveTo>
                  <a:pt x="2926080" y="3215640"/>
                </a:moveTo>
                <a:cubicBezTo>
                  <a:pt x="2926080" y="3224057"/>
                  <a:pt x="2919257" y="3230880"/>
                  <a:pt x="2910840" y="3230880"/>
                </a:cubicBezTo>
                <a:cubicBezTo>
                  <a:pt x="2902423" y="3230880"/>
                  <a:pt x="2895600" y="3224057"/>
                  <a:pt x="2895600" y="3215640"/>
                </a:cubicBezTo>
                <a:cubicBezTo>
                  <a:pt x="2895600" y="3207223"/>
                  <a:pt x="2902423" y="3200400"/>
                  <a:pt x="2910840" y="3200400"/>
                </a:cubicBezTo>
                <a:cubicBezTo>
                  <a:pt x="2919257" y="3200400"/>
                  <a:pt x="2926080" y="3207223"/>
                  <a:pt x="2926080" y="3215640"/>
                </a:cubicBezTo>
                <a:close/>
                <a:moveTo>
                  <a:pt x="2926080" y="3368040"/>
                </a:moveTo>
                <a:cubicBezTo>
                  <a:pt x="2926080" y="3376457"/>
                  <a:pt x="2919257" y="3383280"/>
                  <a:pt x="2910840" y="3383280"/>
                </a:cubicBezTo>
                <a:cubicBezTo>
                  <a:pt x="2902423" y="3383280"/>
                  <a:pt x="2895600" y="3376457"/>
                  <a:pt x="2895600" y="3368040"/>
                </a:cubicBezTo>
                <a:cubicBezTo>
                  <a:pt x="2895600" y="3359623"/>
                  <a:pt x="2902423" y="3352800"/>
                  <a:pt x="2910840" y="3352800"/>
                </a:cubicBezTo>
                <a:cubicBezTo>
                  <a:pt x="2919257" y="3352800"/>
                  <a:pt x="2926080" y="3359623"/>
                  <a:pt x="2926080" y="3368040"/>
                </a:cubicBezTo>
                <a:close/>
                <a:moveTo>
                  <a:pt x="2926080" y="3520440"/>
                </a:moveTo>
                <a:cubicBezTo>
                  <a:pt x="2926080" y="3528857"/>
                  <a:pt x="2919257" y="3535680"/>
                  <a:pt x="2910840" y="3535680"/>
                </a:cubicBezTo>
                <a:cubicBezTo>
                  <a:pt x="2902423" y="3535680"/>
                  <a:pt x="2895600" y="3528857"/>
                  <a:pt x="2895600" y="3520440"/>
                </a:cubicBezTo>
                <a:cubicBezTo>
                  <a:pt x="2895600" y="3512023"/>
                  <a:pt x="2902423" y="3505200"/>
                  <a:pt x="2910840" y="3505200"/>
                </a:cubicBezTo>
                <a:cubicBezTo>
                  <a:pt x="2919257" y="3505200"/>
                  <a:pt x="2926080" y="3512023"/>
                  <a:pt x="2926080" y="3520440"/>
                </a:cubicBezTo>
                <a:close/>
                <a:moveTo>
                  <a:pt x="2926080" y="3672840"/>
                </a:moveTo>
                <a:cubicBezTo>
                  <a:pt x="2926080" y="3681257"/>
                  <a:pt x="2919257" y="3688080"/>
                  <a:pt x="2910840" y="3688080"/>
                </a:cubicBezTo>
                <a:cubicBezTo>
                  <a:pt x="2902423" y="3688080"/>
                  <a:pt x="2895600" y="3681257"/>
                  <a:pt x="2895600" y="3672840"/>
                </a:cubicBezTo>
                <a:cubicBezTo>
                  <a:pt x="2895600" y="3664423"/>
                  <a:pt x="2902423" y="3657600"/>
                  <a:pt x="2910840" y="3657600"/>
                </a:cubicBezTo>
                <a:cubicBezTo>
                  <a:pt x="2919257" y="3657600"/>
                  <a:pt x="2926080" y="3664423"/>
                  <a:pt x="2926080" y="3672840"/>
                </a:cubicBezTo>
                <a:close/>
                <a:moveTo>
                  <a:pt x="2926080" y="3825240"/>
                </a:moveTo>
                <a:cubicBezTo>
                  <a:pt x="2926080" y="3833657"/>
                  <a:pt x="2919257" y="3840480"/>
                  <a:pt x="2910840" y="3840480"/>
                </a:cubicBezTo>
                <a:cubicBezTo>
                  <a:pt x="2902423" y="3840480"/>
                  <a:pt x="2895600" y="3833657"/>
                  <a:pt x="2895600" y="3825240"/>
                </a:cubicBezTo>
                <a:cubicBezTo>
                  <a:pt x="2895600" y="3816823"/>
                  <a:pt x="2902423" y="3810000"/>
                  <a:pt x="2910840" y="3810000"/>
                </a:cubicBezTo>
                <a:cubicBezTo>
                  <a:pt x="2919257" y="3810000"/>
                  <a:pt x="2926080" y="3816823"/>
                  <a:pt x="2926080" y="3825240"/>
                </a:cubicBezTo>
                <a:close/>
                <a:moveTo>
                  <a:pt x="2926080" y="3977640"/>
                </a:moveTo>
                <a:cubicBezTo>
                  <a:pt x="2926080" y="3986057"/>
                  <a:pt x="2919257" y="3992880"/>
                  <a:pt x="2910840" y="3992880"/>
                </a:cubicBezTo>
                <a:cubicBezTo>
                  <a:pt x="2902423" y="3992880"/>
                  <a:pt x="2895600" y="3986057"/>
                  <a:pt x="2895600" y="3977640"/>
                </a:cubicBezTo>
                <a:cubicBezTo>
                  <a:pt x="2895600" y="3969223"/>
                  <a:pt x="2902423" y="3962400"/>
                  <a:pt x="2910840" y="3962400"/>
                </a:cubicBezTo>
                <a:cubicBezTo>
                  <a:pt x="2919257" y="3962400"/>
                  <a:pt x="2926080" y="3969223"/>
                  <a:pt x="2926080" y="3977640"/>
                </a:cubicBezTo>
                <a:close/>
                <a:moveTo>
                  <a:pt x="2926080" y="4130040"/>
                </a:moveTo>
                <a:cubicBezTo>
                  <a:pt x="2926080" y="4138457"/>
                  <a:pt x="2919257" y="4145280"/>
                  <a:pt x="2910840" y="4145280"/>
                </a:cubicBezTo>
                <a:cubicBezTo>
                  <a:pt x="2902423" y="4145280"/>
                  <a:pt x="2895600" y="4138457"/>
                  <a:pt x="2895600" y="4130040"/>
                </a:cubicBezTo>
                <a:cubicBezTo>
                  <a:pt x="2895600" y="4121623"/>
                  <a:pt x="2902423" y="4114800"/>
                  <a:pt x="2910840" y="4114800"/>
                </a:cubicBezTo>
                <a:cubicBezTo>
                  <a:pt x="2919257" y="4114800"/>
                  <a:pt x="2926080" y="4121623"/>
                  <a:pt x="2926080" y="4130040"/>
                </a:cubicBezTo>
                <a:close/>
                <a:moveTo>
                  <a:pt x="2926080" y="4282440"/>
                </a:moveTo>
                <a:cubicBezTo>
                  <a:pt x="2926080" y="4290857"/>
                  <a:pt x="2919257" y="4297680"/>
                  <a:pt x="2910840" y="4297680"/>
                </a:cubicBezTo>
                <a:cubicBezTo>
                  <a:pt x="2902423" y="4297680"/>
                  <a:pt x="2895600" y="4290857"/>
                  <a:pt x="2895600" y="4282440"/>
                </a:cubicBezTo>
                <a:cubicBezTo>
                  <a:pt x="2895600" y="4274023"/>
                  <a:pt x="2902423" y="4267200"/>
                  <a:pt x="2910840" y="4267200"/>
                </a:cubicBezTo>
                <a:cubicBezTo>
                  <a:pt x="2919257" y="4267200"/>
                  <a:pt x="2926080" y="4274023"/>
                  <a:pt x="2926080" y="4282440"/>
                </a:cubicBezTo>
                <a:close/>
                <a:moveTo>
                  <a:pt x="2926080" y="4434840"/>
                </a:moveTo>
                <a:cubicBezTo>
                  <a:pt x="2926080" y="4443257"/>
                  <a:pt x="2919257" y="4450080"/>
                  <a:pt x="2910840" y="4450080"/>
                </a:cubicBezTo>
                <a:cubicBezTo>
                  <a:pt x="2902423" y="4450080"/>
                  <a:pt x="2895600" y="4443257"/>
                  <a:pt x="2895600" y="4434840"/>
                </a:cubicBezTo>
                <a:cubicBezTo>
                  <a:pt x="2895600" y="4426423"/>
                  <a:pt x="2902423" y="4419600"/>
                  <a:pt x="2910840" y="4419600"/>
                </a:cubicBezTo>
                <a:cubicBezTo>
                  <a:pt x="2919257" y="4419600"/>
                  <a:pt x="2926080" y="4426423"/>
                  <a:pt x="2926080" y="4434840"/>
                </a:cubicBezTo>
                <a:close/>
                <a:moveTo>
                  <a:pt x="3078480" y="15240"/>
                </a:moveTo>
                <a:cubicBezTo>
                  <a:pt x="3078480" y="23657"/>
                  <a:pt x="3071657" y="30480"/>
                  <a:pt x="3063240" y="30480"/>
                </a:cubicBezTo>
                <a:cubicBezTo>
                  <a:pt x="3054823" y="30480"/>
                  <a:pt x="3048000" y="23657"/>
                  <a:pt x="3048000" y="15240"/>
                </a:cubicBezTo>
                <a:cubicBezTo>
                  <a:pt x="3048000" y="6823"/>
                  <a:pt x="3054823" y="0"/>
                  <a:pt x="3063240" y="0"/>
                </a:cubicBezTo>
                <a:cubicBezTo>
                  <a:pt x="3071657" y="0"/>
                  <a:pt x="3078480" y="6823"/>
                  <a:pt x="3078480" y="15240"/>
                </a:cubicBezTo>
                <a:close/>
                <a:moveTo>
                  <a:pt x="3078480" y="167640"/>
                </a:moveTo>
                <a:cubicBezTo>
                  <a:pt x="3078480" y="176057"/>
                  <a:pt x="3071657" y="182880"/>
                  <a:pt x="3063240" y="182880"/>
                </a:cubicBezTo>
                <a:cubicBezTo>
                  <a:pt x="3054823" y="182880"/>
                  <a:pt x="3048000" y="176057"/>
                  <a:pt x="3048000" y="167640"/>
                </a:cubicBezTo>
                <a:cubicBezTo>
                  <a:pt x="3048000" y="159223"/>
                  <a:pt x="3054823" y="152400"/>
                  <a:pt x="3063240" y="152400"/>
                </a:cubicBezTo>
                <a:cubicBezTo>
                  <a:pt x="3071657" y="152400"/>
                  <a:pt x="3078480" y="159223"/>
                  <a:pt x="3078480" y="167640"/>
                </a:cubicBezTo>
                <a:close/>
                <a:moveTo>
                  <a:pt x="3078480" y="320040"/>
                </a:moveTo>
                <a:cubicBezTo>
                  <a:pt x="3078480" y="328457"/>
                  <a:pt x="3071657" y="335280"/>
                  <a:pt x="3063240" y="335280"/>
                </a:cubicBezTo>
                <a:cubicBezTo>
                  <a:pt x="3054823" y="335280"/>
                  <a:pt x="3048000" y="328457"/>
                  <a:pt x="3048000" y="320040"/>
                </a:cubicBezTo>
                <a:cubicBezTo>
                  <a:pt x="3048000" y="311623"/>
                  <a:pt x="3054823" y="304800"/>
                  <a:pt x="3063240" y="304800"/>
                </a:cubicBezTo>
                <a:cubicBezTo>
                  <a:pt x="3071657" y="304800"/>
                  <a:pt x="3078480" y="311623"/>
                  <a:pt x="3078480" y="320040"/>
                </a:cubicBezTo>
                <a:close/>
                <a:moveTo>
                  <a:pt x="3078480" y="472440"/>
                </a:moveTo>
                <a:cubicBezTo>
                  <a:pt x="3078480" y="480857"/>
                  <a:pt x="3071657" y="487680"/>
                  <a:pt x="3063240" y="487680"/>
                </a:cubicBezTo>
                <a:cubicBezTo>
                  <a:pt x="3054823" y="487680"/>
                  <a:pt x="3048000" y="480857"/>
                  <a:pt x="3048000" y="472440"/>
                </a:cubicBezTo>
                <a:cubicBezTo>
                  <a:pt x="3048000" y="464023"/>
                  <a:pt x="3054823" y="457200"/>
                  <a:pt x="3063240" y="457200"/>
                </a:cubicBezTo>
                <a:cubicBezTo>
                  <a:pt x="3071657" y="457200"/>
                  <a:pt x="3078480" y="464023"/>
                  <a:pt x="3078480" y="472440"/>
                </a:cubicBezTo>
                <a:close/>
                <a:moveTo>
                  <a:pt x="3078480" y="624840"/>
                </a:moveTo>
                <a:cubicBezTo>
                  <a:pt x="3078480" y="633257"/>
                  <a:pt x="3071657" y="640080"/>
                  <a:pt x="3063240" y="640080"/>
                </a:cubicBezTo>
                <a:cubicBezTo>
                  <a:pt x="3054823" y="640080"/>
                  <a:pt x="3048000" y="633257"/>
                  <a:pt x="3048000" y="624840"/>
                </a:cubicBezTo>
                <a:cubicBezTo>
                  <a:pt x="3048000" y="616423"/>
                  <a:pt x="3054823" y="609600"/>
                  <a:pt x="3063240" y="609600"/>
                </a:cubicBezTo>
                <a:cubicBezTo>
                  <a:pt x="3071657" y="609600"/>
                  <a:pt x="3078480" y="616423"/>
                  <a:pt x="3078480" y="624840"/>
                </a:cubicBezTo>
                <a:close/>
                <a:moveTo>
                  <a:pt x="3078480" y="777240"/>
                </a:moveTo>
                <a:cubicBezTo>
                  <a:pt x="3078480" y="785657"/>
                  <a:pt x="3071657" y="792480"/>
                  <a:pt x="3063240" y="792480"/>
                </a:cubicBezTo>
                <a:cubicBezTo>
                  <a:pt x="3054823" y="792480"/>
                  <a:pt x="3048000" y="785657"/>
                  <a:pt x="3048000" y="777240"/>
                </a:cubicBezTo>
                <a:cubicBezTo>
                  <a:pt x="3048000" y="768823"/>
                  <a:pt x="3054823" y="762000"/>
                  <a:pt x="3063240" y="762000"/>
                </a:cubicBezTo>
                <a:cubicBezTo>
                  <a:pt x="3071657" y="762000"/>
                  <a:pt x="3078480" y="768823"/>
                  <a:pt x="3078480" y="777240"/>
                </a:cubicBezTo>
                <a:close/>
                <a:moveTo>
                  <a:pt x="3078480" y="929640"/>
                </a:moveTo>
                <a:cubicBezTo>
                  <a:pt x="3078480" y="938057"/>
                  <a:pt x="3071657" y="944880"/>
                  <a:pt x="3063240" y="944880"/>
                </a:cubicBezTo>
                <a:cubicBezTo>
                  <a:pt x="3054823" y="944880"/>
                  <a:pt x="3048000" y="938057"/>
                  <a:pt x="3048000" y="929640"/>
                </a:cubicBezTo>
                <a:cubicBezTo>
                  <a:pt x="3048000" y="921223"/>
                  <a:pt x="3054823" y="914400"/>
                  <a:pt x="3063240" y="914400"/>
                </a:cubicBezTo>
                <a:cubicBezTo>
                  <a:pt x="3071657" y="914400"/>
                  <a:pt x="3078480" y="921223"/>
                  <a:pt x="3078480" y="929640"/>
                </a:cubicBezTo>
                <a:close/>
                <a:moveTo>
                  <a:pt x="3078480" y="1082040"/>
                </a:moveTo>
                <a:cubicBezTo>
                  <a:pt x="3078480" y="1090457"/>
                  <a:pt x="3071657" y="1097280"/>
                  <a:pt x="3063240" y="1097280"/>
                </a:cubicBezTo>
                <a:cubicBezTo>
                  <a:pt x="3054823" y="1097280"/>
                  <a:pt x="3048000" y="1090457"/>
                  <a:pt x="3048000" y="1082040"/>
                </a:cubicBezTo>
                <a:cubicBezTo>
                  <a:pt x="3048000" y="1073623"/>
                  <a:pt x="3054823" y="1066800"/>
                  <a:pt x="3063240" y="1066800"/>
                </a:cubicBezTo>
                <a:cubicBezTo>
                  <a:pt x="3071657" y="1066800"/>
                  <a:pt x="3078480" y="1073623"/>
                  <a:pt x="3078480" y="1082040"/>
                </a:cubicBezTo>
                <a:close/>
                <a:moveTo>
                  <a:pt x="3078480" y="1234440"/>
                </a:moveTo>
                <a:cubicBezTo>
                  <a:pt x="3078480" y="1242857"/>
                  <a:pt x="3071657" y="1249680"/>
                  <a:pt x="3063240" y="1249680"/>
                </a:cubicBezTo>
                <a:cubicBezTo>
                  <a:pt x="3054823" y="1249680"/>
                  <a:pt x="3048000" y="1242857"/>
                  <a:pt x="3048000" y="1234440"/>
                </a:cubicBezTo>
                <a:cubicBezTo>
                  <a:pt x="3048000" y="1226023"/>
                  <a:pt x="3054823" y="1219200"/>
                  <a:pt x="3063240" y="1219200"/>
                </a:cubicBezTo>
                <a:cubicBezTo>
                  <a:pt x="3071657" y="1219200"/>
                  <a:pt x="3078480" y="1226023"/>
                  <a:pt x="3078480" y="1234440"/>
                </a:cubicBezTo>
                <a:close/>
                <a:moveTo>
                  <a:pt x="3078480" y="1386840"/>
                </a:moveTo>
                <a:cubicBezTo>
                  <a:pt x="3078480" y="1395257"/>
                  <a:pt x="3071657" y="1402080"/>
                  <a:pt x="3063240" y="1402080"/>
                </a:cubicBezTo>
                <a:cubicBezTo>
                  <a:pt x="3054823" y="1402080"/>
                  <a:pt x="3048000" y="1395257"/>
                  <a:pt x="3048000" y="1386840"/>
                </a:cubicBezTo>
                <a:cubicBezTo>
                  <a:pt x="3048000" y="1378423"/>
                  <a:pt x="3054823" y="1371600"/>
                  <a:pt x="3063240" y="1371600"/>
                </a:cubicBezTo>
                <a:cubicBezTo>
                  <a:pt x="3071657" y="1371600"/>
                  <a:pt x="3078480" y="1378423"/>
                  <a:pt x="3078480" y="1386840"/>
                </a:cubicBezTo>
                <a:close/>
                <a:moveTo>
                  <a:pt x="3078480" y="1539240"/>
                </a:moveTo>
                <a:cubicBezTo>
                  <a:pt x="3078480" y="1547657"/>
                  <a:pt x="3071657" y="1554480"/>
                  <a:pt x="3063240" y="1554480"/>
                </a:cubicBezTo>
                <a:cubicBezTo>
                  <a:pt x="3054823" y="1554480"/>
                  <a:pt x="3048000" y="1547657"/>
                  <a:pt x="3048000" y="1539240"/>
                </a:cubicBezTo>
                <a:cubicBezTo>
                  <a:pt x="3048000" y="1530823"/>
                  <a:pt x="3054823" y="1524000"/>
                  <a:pt x="3063240" y="1524000"/>
                </a:cubicBezTo>
                <a:cubicBezTo>
                  <a:pt x="3071657" y="1524000"/>
                  <a:pt x="3078480" y="1530823"/>
                  <a:pt x="3078480" y="1539240"/>
                </a:cubicBezTo>
                <a:close/>
                <a:moveTo>
                  <a:pt x="3078480" y="1691640"/>
                </a:moveTo>
                <a:cubicBezTo>
                  <a:pt x="3078480" y="1700057"/>
                  <a:pt x="3071657" y="1706880"/>
                  <a:pt x="3063240" y="1706880"/>
                </a:cubicBezTo>
                <a:cubicBezTo>
                  <a:pt x="3054823" y="1706880"/>
                  <a:pt x="3048000" y="1700057"/>
                  <a:pt x="3048000" y="1691640"/>
                </a:cubicBezTo>
                <a:cubicBezTo>
                  <a:pt x="3048000" y="1683223"/>
                  <a:pt x="3054823" y="1676400"/>
                  <a:pt x="3063240" y="1676400"/>
                </a:cubicBezTo>
                <a:cubicBezTo>
                  <a:pt x="3071657" y="1676400"/>
                  <a:pt x="3078480" y="1683223"/>
                  <a:pt x="3078480" y="1691640"/>
                </a:cubicBezTo>
                <a:close/>
                <a:moveTo>
                  <a:pt x="3078480" y="1844040"/>
                </a:moveTo>
                <a:cubicBezTo>
                  <a:pt x="3078480" y="1852457"/>
                  <a:pt x="3071657" y="1859280"/>
                  <a:pt x="3063240" y="1859280"/>
                </a:cubicBezTo>
                <a:cubicBezTo>
                  <a:pt x="3054823" y="1859280"/>
                  <a:pt x="3048000" y="1852457"/>
                  <a:pt x="3048000" y="1844040"/>
                </a:cubicBezTo>
                <a:cubicBezTo>
                  <a:pt x="3048000" y="1835623"/>
                  <a:pt x="3054823" y="1828800"/>
                  <a:pt x="3063240" y="1828800"/>
                </a:cubicBezTo>
                <a:cubicBezTo>
                  <a:pt x="3071657" y="1828800"/>
                  <a:pt x="3078480" y="1835623"/>
                  <a:pt x="3078480" y="1844040"/>
                </a:cubicBezTo>
                <a:close/>
                <a:moveTo>
                  <a:pt x="3078480" y="1996440"/>
                </a:moveTo>
                <a:cubicBezTo>
                  <a:pt x="3078480" y="2004857"/>
                  <a:pt x="3071657" y="2011680"/>
                  <a:pt x="3063240" y="2011680"/>
                </a:cubicBezTo>
                <a:cubicBezTo>
                  <a:pt x="3054823" y="2011680"/>
                  <a:pt x="3048000" y="2004857"/>
                  <a:pt x="3048000" y="1996440"/>
                </a:cubicBezTo>
                <a:cubicBezTo>
                  <a:pt x="3048000" y="1988023"/>
                  <a:pt x="3054823" y="1981200"/>
                  <a:pt x="3063240" y="1981200"/>
                </a:cubicBezTo>
                <a:cubicBezTo>
                  <a:pt x="3071657" y="1981200"/>
                  <a:pt x="3078480" y="1988023"/>
                  <a:pt x="3078480" y="1996440"/>
                </a:cubicBezTo>
                <a:close/>
                <a:moveTo>
                  <a:pt x="3078480" y="2148840"/>
                </a:moveTo>
                <a:cubicBezTo>
                  <a:pt x="3078480" y="2157257"/>
                  <a:pt x="3071657" y="2164080"/>
                  <a:pt x="3063240" y="2164080"/>
                </a:cubicBezTo>
                <a:cubicBezTo>
                  <a:pt x="3054823" y="2164080"/>
                  <a:pt x="3048000" y="2157257"/>
                  <a:pt x="3048000" y="2148840"/>
                </a:cubicBezTo>
                <a:cubicBezTo>
                  <a:pt x="3048000" y="2140423"/>
                  <a:pt x="3054823" y="2133600"/>
                  <a:pt x="3063240" y="2133600"/>
                </a:cubicBezTo>
                <a:cubicBezTo>
                  <a:pt x="3071657" y="2133600"/>
                  <a:pt x="3078480" y="2140423"/>
                  <a:pt x="3078480" y="2148840"/>
                </a:cubicBezTo>
                <a:close/>
                <a:moveTo>
                  <a:pt x="3078480" y="2301240"/>
                </a:moveTo>
                <a:cubicBezTo>
                  <a:pt x="3078480" y="2309657"/>
                  <a:pt x="3071657" y="2316480"/>
                  <a:pt x="3063240" y="2316480"/>
                </a:cubicBezTo>
                <a:cubicBezTo>
                  <a:pt x="3054823" y="2316480"/>
                  <a:pt x="3048000" y="2309657"/>
                  <a:pt x="3048000" y="2301240"/>
                </a:cubicBezTo>
                <a:cubicBezTo>
                  <a:pt x="3048000" y="2292823"/>
                  <a:pt x="3054823" y="2286000"/>
                  <a:pt x="3063240" y="2286000"/>
                </a:cubicBezTo>
                <a:cubicBezTo>
                  <a:pt x="3071657" y="2286000"/>
                  <a:pt x="3078480" y="2292823"/>
                  <a:pt x="3078480" y="2301240"/>
                </a:cubicBezTo>
                <a:close/>
                <a:moveTo>
                  <a:pt x="3078480" y="2453640"/>
                </a:moveTo>
                <a:cubicBezTo>
                  <a:pt x="3078480" y="2462057"/>
                  <a:pt x="3071657" y="2468880"/>
                  <a:pt x="3063240" y="2468880"/>
                </a:cubicBezTo>
                <a:cubicBezTo>
                  <a:pt x="3054823" y="2468880"/>
                  <a:pt x="3048000" y="2462057"/>
                  <a:pt x="3048000" y="2453640"/>
                </a:cubicBezTo>
                <a:cubicBezTo>
                  <a:pt x="3048000" y="2445223"/>
                  <a:pt x="3054823" y="2438400"/>
                  <a:pt x="3063240" y="2438400"/>
                </a:cubicBezTo>
                <a:cubicBezTo>
                  <a:pt x="3071657" y="2438400"/>
                  <a:pt x="3078480" y="2445223"/>
                  <a:pt x="3078480" y="2453640"/>
                </a:cubicBezTo>
                <a:close/>
                <a:moveTo>
                  <a:pt x="3078480" y="2606040"/>
                </a:moveTo>
                <a:cubicBezTo>
                  <a:pt x="3078480" y="2614457"/>
                  <a:pt x="3071657" y="2621280"/>
                  <a:pt x="3063240" y="2621280"/>
                </a:cubicBezTo>
                <a:cubicBezTo>
                  <a:pt x="3054823" y="2621280"/>
                  <a:pt x="3048000" y="2614457"/>
                  <a:pt x="3048000" y="2606040"/>
                </a:cubicBezTo>
                <a:cubicBezTo>
                  <a:pt x="3048000" y="2597623"/>
                  <a:pt x="3054823" y="2590800"/>
                  <a:pt x="3063240" y="2590800"/>
                </a:cubicBezTo>
                <a:cubicBezTo>
                  <a:pt x="3071657" y="2590800"/>
                  <a:pt x="3078480" y="2597623"/>
                  <a:pt x="3078480" y="2606040"/>
                </a:cubicBezTo>
                <a:close/>
                <a:moveTo>
                  <a:pt x="3078480" y="2758440"/>
                </a:moveTo>
                <a:cubicBezTo>
                  <a:pt x="3078480" y="2766857"/>
                  <a:pt x="3071657" y="2773680"/>
                  <a:pt x="3063240" y="2773680"/>
                </a:cubicBezTo>
                <a:cubicBezTo>
                  <a:pt x="3054823" y="2773680"/>
                  <a:pt x="3048000" y="2766857"/>
                  <a:pt x="3048000" y="2758440"/>
                </a:cubicBezTo>
                <a:cubicBezTo>
                  <a:pt x="3048000" y="2750023"/>
                  <a:pt x="3054823" y="2743200"/>
                  <a:pt x="3063240" y="2743200"/>
                </a:cubicBezTo>
                <a:cubicBezTo>
                  <a:pt x="3071657" y="2743200"/>
                  <a:pt x="3078480" y="2750023"/>
                  <a:pt x="3078480" y="2758440"/>
                </a:cubicBezTo>
                <a:close/>
                <a:moveTo>
                  <a:pt x="3078480" y="2910840"/>
                </a:moveTo>
                <a:cubicBezTo>
                  <a:pt x="3078480" y="2919257"/>
                  <a:pt x="3071657" y="2926080"/>
                  <a:pt x="3063240" y="2926080"/>
                </a:cubicBezTo>
                <a:cubicBezTo>
                  <a:pt x="3054823" y="2926080"/>
                  <a:pt x="3048000" y="2919257"/>
                  <a:pt x="3048000" y="2910840"/>
                </a:cubicBezTo>
                <a:cubicBezTo>
                  <a:pt x="3048000" y="2902423"/>
                  <a:pt x="3054823" y="2895600"/>
                  <a:pt x="3063240" y="2895600"/>
                </a:cubicBezTo>
                <a:cubicBezTo>
                  <a:pt x="3071657" y="2895600"/>
                  <a:pt x="3078480" y="2902423"/>
                  <a:pt x="3078480" y="2910840"/>
                </a:cubicBezTo>
                <a:close/>
                <a:moveTo>
                  <a:pt x="3078480" y="3063240"/>
                </a:moveTo>
                <a:cubicBezTo>
                  <a:pt x="3078480" y="3071657"/>
                  <a:pt x="3071657" y="3078480"/>
                  <a:pt x="3063240" y="3078480"/>
                </a:cubicBezTo>
                <a:cubicBezTo>
                  <a:pt x="3054823" y="3078480"/>
                  <a:pt x="3048000" y="3071657"/>
                  <a:pt x="3048000" y="3063240"/>
                </a:cubicBezTo>
                <a:cubicBezTo>
                  <a:pt x="3048000" y="3054823"/>
                  <a:pt x="3054823" y="3048000"/>
                  <a:pt x="3063240" y="3048000"/>
                </a:cubicBezTo>
                <a:cubicBezTo>
                  <a:pt x="3071657" y="3048000"/>
                  <a:pt x="3078480" y="3054823"/>
                  <a:pt x="3078480" y="3063240"/>
                </a:cubicBezTo>
                <a:close/>
                <a:moveTo>
                  <a:pt x="3078480" y="3215640"/>
                </a:moveTo>
                <a:cubicBezTo>
                  <a:pt x="3078480" y="3224057"/>
                  <a:pt x="3071657" y="3230880"/>
                  <a:pt x="3063240" y="3230880"/>
                </a:cubicBezTo>
                <a:cubicBezTo>
                  <a:pt x="3054823" y="3230880"/>
                  <a:pt x="3048000" y="3224057"/>
                  <a:pt x="3048000" y="3215640"/>
                </a:cubicBezTo>
                <a:cubicBezTo>
                  <a:pt x="3048000" y="3207223"/>
                  <a:pt x="3054823" y="3200400"/>
                  <a:pt x="3063240" y="3200400"/>
                </a:cubicBezTo>
                <a:cubicBezTo>
                  <a:pt x="3071657" y="3200400"/>
                  <a:pt x="3078480" y="3207223"/>
                  <a:pt x="3078480" y="3215640"/>
                </a:cubicBezTo>
                <a:close/>
                <a:moveTo>
                  <a:pt x="3078480" y="3368040"/>
                </a:moveTo>
                <a:cubicBezTo>
                  <a:pt x="3078480" y="3376457"/>
                  <a:pt x="3071657" y="3383280"/>
                  <a:pt x="3063240" y="3383280"/>
                </a:cubicBezTo>
                <a:cubicBezTo>
                  <a:pt x="3054823" y="3383280"/>
                  <a:pt x="3048000" y="3376457"/>
                  <a:pt x="3048000" y="3368040"/>
                </a:cubicBezTo>
                <a:cubicBezTo>
                  <a:pt x="3048000" y="3359623"/>
                  <a:pt x="3054823" y="3352800"/>
                  <a:pt x="3063240" y="3352800"/>
                </a:cubicBezTo>
                <a:cubicBezTo>
                  <a:pt x="3071657" y="3352800"/>
                  <a:pt x="3078480" y="3359623"/>
                  <a:pt x="3078480" y="3368040"/>
                </a:cubicBezTo>
                <a:close/>
                <a:moveTo>
                  <a:pt x="3078480" y="3520440"/>
                </a:moveTo>
                <a:cubicBezTo>
                  <a:pt x="3078480" y="3528857"/>
                  <a:pt x="3071657" y="3535680"/>
                  <a:pt x="3063240" y="3535680"/>
                </a:cubicBezTo>
                <a:cubicBezTo>
                  <a:pt x="3054823" y="3535680"/>
                  <a:pt x="3048000" y="3528857"/>
                  <a:pt x="3048000" y="3520440"/>
                </a:cubicBezTo>
                <a:cubicBezTo>
                  <a:pt x="3048000" y="3512023"/>
                  <a:pt x="3054823" y="3505200"/>
                  <a:pt x="3063240" y="3505200"/>
                </a:cubicBezTo>
                <a:cubicBezTo>
                  <a:pt x="3071657" y="3505200"/>
                  <a:pt x="3078480" y="3512023"/>
                  <a:pt x="3078480" y="3520440"/>
                </a:cubicBezTo>
                <a:close/>
                <a:moveTo>
                  <a:pt x="3078480" y="3672840"/>
                </a:moveTo>
                <a:cubicBezTo>
                  <a:pt x="3078480" y="3681257"/>
                  <a:pt x="3071657" y="3688080"/>
                  <a:pt x="3063240" y="3688080"/>
                </a:cubicBezTo>
                <a:cubicBezTo>
                  <a:pt x="3054823" y="3688080"/>
                  <a:pt x="3048000" y="3681257"/>
                  <a:pt x="3048000" y="3672840"/>
                </a:cubicBezTo>
                <a:cubicBezTo>
                  <a:pt x="3048000" y="3664423"/>
                  <a:pt x="3054823" y="3657600"/>
                  <a:pt x="3063240" y="3657600"/>
                </a:cubicBezTo>
                <a:cubicBezTo>
                  <a:pt x="3071657" y="3657600"/>
                  <a:pt x="3078480" y="3664423"/>
                  <a:pt x="3078480" y="3672840"/>
                </a:cubicBezTo>
                <a:close/>
                <a:moveTo>
                  <a:pt x="3078480" y="3825240"/>
                </a:moveTo>
                <a:cubicBezTo>
                  <a:pt x="3078480" y="3833657"/>
                  <a:pt x="3071657" y="3840480"/>
                  <a:pt x="3063240" y="3840480"/>
                </a:cubicBezTo>
                <a:cubicBezTo>
                  <a:pt x="3054823" y="3840480"/>
                  <a:pt x="3048000" y="3833657"/>
                  <a:pt x="3048000" y="3825240"/>
                </a:cubicBezTo>
                <a:cubicBezTo>
                  <a:pt x="3048000" y="3816823"/>
                  <a:pt x="3054823" y="3810000"/>
                  <a:pt x="3063240" y="3810000"/>
                </a:cubicBezTo>
                <a:cubicBezTo>
                  <a:pt x="3071657" y="3810000"/>
                  <a:pt x="3078480" y="3816823"/>
                  <a:pt x="3078480" y="3825240"/>
                </a:cubicBezTo>
                <a:close/>
                <a:moveTo>
                  <a:pt x="3078480" y="3977640"/>
                </a:moveTo>
                <a:cubicBezTo>
                  <a:pt x="3078480" y="3986057"/>
                  <a:pt x="3071657" y="3992880"/>
                  <a:pt x="3063240" y="3992880"/>
                </a:cubicBezTo>
                <a:cubicBezTo>
                  <a:pt x="3054823" y="3992880"/>
                  <a:pt x="3048000" y="3986057"/>
                  <a:pt x="3048000" y="3977640"/>
                </a:cubicBezTo>
                <a:cubicBezTo>
                  <a:pt x="3048000" y="3969223"/>
                  <a:pt x="3054823" y="3962400"/>
                  <a:pt x="3063240" y="3962400"/>
                </a:cubicBezTo>
                <a:cubicBezTo>
                  <a:pt x="3071657" y="3962400"/>
                  <a:pt x="3078480" y="3969223"/>
                  <a:pt x="3078480" y="3977640"/>
                </a:cubicBezTo>
                <a:close/>
                <a:moveTo>
                  <a:pt x="3078480" y="4130040"/>
                </a:moveTo>
                <a:cubicBezTo>
                  <a:pt x="3078480" y="4138457"/>
                  <a:pt x="3071657" y="4145280"/>
                  <a:pt x="3063240" y="4145280"/>
                </a:cubicBezTo>
                <a:cubicBezTo>
                  <a:pt x="3054823" y="4145280"/>
                  <a:pt x="3048000" y="4138457"/>
                  <a:pt x="3048000" y="4130040"/>
                </a:cubicBezTo>
                <a:cubicBezTo>
                  <a:pt x="3048000" y="4121623"/>
                  <a:pt x="3054823" y="4114800"/>
                  <a:pt x="3063240" y="4114800"/>
                </a:cubicBezTo>
                <a:cubicBezTo>
                  <a:pt x="3071657" y="4114800"/>
                  <a:pt x="3078480" y="4121623"/>
                  <a:pt x="3078480" y="4130040"/>
                </a:cubicBezTo>
                <a:close/>
                <a:moveTo>
                  <a:pt x="3078480" y="4282440"/>
                </a:moveTo>
                <a:cubicBezTo>
                  <a:pt x="3078480" y="4290857"/>
                  <a:pt x="3071657" y="4297680"/>
                  <a:pt x="3063240" y="4297680"/>
                </a:cubicBezTo>
                <a:cubicBezTo>
                  <a:pt x="3054823" y="4297680"/>
                  <a:pt x="3048000" y="4290857"/>
                  <a:pt x="3048000" y="4282440"/>
                </a:cubicBezTo>
                <a:cubicBezTo>
                  <a:pt x="3048000" y="4274023"/>
                  <a:pt x="3054823" y="4267200"/>
                  <a:pt x="3063240" y="4267200"/>
                </a:cubicBezTo>
                <a:cubicBezTo>
                  <a:pt x="3071657" y="4267200"/>
                  <a:pt x="3078480" y="4274023"/>
                  <a:pt x="3078480" y="4282440"/>
                </a:cubicBezTo>
                <a:close/>
                <a:moveTo>
                  <a:pt x="3078480" y="4434840"/>
                </a:moveTo>
                <a:cubicBezTo>
                  <a:pt x="3078480" y="4443257"/>
                  <a:pt x="3071657" y="4450080"/>
                  <a:pt x="3063240" y="4450080"/>
                </a:cubicBezTo>
                <a:cubicBezTo>
                  <a:pt x="3054823" y="4450080"/>
                  <a:pt x="3048000" y="4443257"/>
                  <a:pt x="3048000" y="4434840"/>
                </a:cubicBezTo>
                <a:cubicBezTo>
                  <a:pt x="3048000" y="4426423"/>
                  <a:pt x="3054823" y="4419600"/>
                  <a:pt x="3063240" y="4419600"/>
                </a:cubicBezTo>
                <a:cubicBezTo>
                  <a:pt x="3071657" y="4419600"/>
                  <a:pt x="3078480" y="4426423"/>
                  <a:pt x="3078480" y="4434840"/>
                </a:cubicBezTo>
                <a:close/>
                <a:moveTo>
                  <a:pt x="3230880" y="15240"/>
                </a:moveTo>
                <a:cubicBezTo>
                  <a:pt x="3230880" y="23657"/>
                  <a:pt x="3224057" y="30480"/>
                  <a:pt x="3215640" y="30480"/>
                </a:cubicBezTo>
                <a:cubicBezTo>
                  <a:pt x="3207223" y="30480"/>
                  <a:pt x="3200400" y="23657"/>
                  <a:pt x="3200400" y="15240"/>
                </a:cubicBezTo>
                <a:cubicBezTo>
                  <a:pt x="3200400" y="6823"/>
                  <a:pt x="3207223" y="0"/>
                  <a:pt x="3215640" y="0"/>
                </a:cubicBezTo>
                <a:cubicBezTo>
                  <a:pt x="3224057" y="0"/>
                  <a:pt x="3230880" y="6823"/>
                  <a:pt x="3230880" y="15240"/>
                </a:cubicBezTo>
                <a:close/>
                <a:moveTo>
                  <a:pt x="3230880" y="167640"/>
                </a:moveTo>
                <a:cubicBezTo>
                  <a:pt x="3230880" y="176057"/>
                  <a:pt x="3224057" y="182880"/>
                  <a:pt x="3215640" y="182880"/>
                </a:cubicBezTo>
                <a:cubicBezTo>
                  <a:pt x="3207223" y="182880"/>
                  <a:pt x="3200400" y="176057"/>
                  <a:pt x="3200400" y="167640"/>
                </a:cubicBezTo>
                <a:cubicBezTo>
                  <a:pt x="3200400" y="159223"/>
                  <a:pt x="3207223" y="152400"/>
                  <a:pt x="3215640" y="152400"/>
                </a:cubicBezTo>
                <a:cubicBezTo>
                  <a:pt x="3224057" y="152400"/>
                  <a:pt x="3230880" y="159223"/>
                  <a:pt x="3230880" y="167640"/>
                </a:cubicBezTo>
                <a:close/>
                <a:moveTo>
                  <a:pt x="3230880" y="320040"/>
                </a:moveTo>
                <a:cubicBezTo>
                  <a:pt x="3230880" y="328457"/>
                  <a:pt x="3224057" y="335280"/>
                  <a:pt x="3215640" y="335280"/>
                </a:cubicBezTo>
                <a:cubicBezTo>
                  <a:pt x="3207223" y="335280"/>
                  <a:pt x="3200400" y="328457"/>
                  <a:pt x="3200400" y="320040"/>
                </a:cubicBezTo>
                <a:cubicBezTo>
                  <a:pt x="3200400" y="311623"/>
                  <a:pt x="3207223" y="304800"/>
                  <a:pt x="3215640" y="304800"/>
                </a:cubicBezTo>
                <a:cubicBezTo>
                  <a:pt x="3224057" y="304800"/>
                  <a:pt x="3230880" y="311623"/>
                  <a:pt x="3230880" y="320040"/>
                </a:cubicBezTo>
                <a:close/>
                <a:moveTo>
                  <a:pt x="3230880" y="472440"/>
                </a:moveTo>
                <a:cubicBezTo>
                  <a:pt x="3230880" y="480857"/>
                  <a:pt x="3224057" y="487680"/>
                  <a:pt x="3215640" y="487680"/>
                </a:cubicBezTo>
                <a:cubicBezTo>
                  <a:pt x="3207223" y="487680"/>
                  <a:pt x="3200400" y="480857"/>
                  <a:pt x="3200400" y="472440"/>
                </a:cubicBezTo>
                <a:cubicBezTo>
                  <a:pt x="3200400" y="464023"/>
                  <a:pt x="3207223" y="457200"/>
                  <a:pt x="3215640" y="457200"/>
                </a:cubicBezTo>
                <a:cubicBezTo>
                  <a:pt x="3224057" y="457200"/>
                  <a:pt x="3230880" y="464023"/>
                  <a:pt x="3230880" y="472440"/>
                </a:cubicBezTo>
                <a:close/>
                <a:moveTo>
                  <a:pt x="3230880" y="624840"/>
                </a:moveTo>
                <a:cubicBezTo>
                  <a:pt x="3230880" y="633257"/>
                  <a:pt x="3224057" y="640080"/>
                  <a:pt x="3215640" y="640080"/>
                </a:cubicBezTo>
                <a:cubicBezTo>
                  <a:pt x="3207223" y="640080"/>
                  <a:pt x="3200400" y="633257"/>
                  <a:pt x="3200400" y="624840"/>
                </a:cubicBezTo>
                <a:cubicBezTo>
                  <a:pt x="3200400" y="616423"/>
                  <a:pt x="3207223" y="609600"/>
                  <a:pt x="3215640" y="609600"/>
                </a:cubicBezTo>
                <a:cubicBezTo>
                  <a:pt x="3224057" y="609600"/>
                  <a:pt x="3230880" y="616423"/>
                  <a:pt x="3230880" y="624840"/>
                </a:cubicBezTo>
                <a:close/>
                <a:moveTo>
                  <a:pt x="3230880" y="777240"/>
                </a:moveTo>
                <a:cubicBezTo>
                  <a:pt x="3230880" y="785657"/>
                  <a:pt x="3224057" y="792480"/>
                  <a:pt x="3215640" y="792480"/>
                </a:cubicBezTo>
                <a:cubicBezTo>
                  <a:pt x="3207223" y="792480"/>
                  <a:pt x="3200400" y="785657"/>
                  <a:pt x="3200400" y="777240"/>
                </a:cubicBezTo>
                <a:cubicBezTo>
                  <a:pt x="3200400" y="768823"/>
                  <a:pt x="3207223" y="762000"/>
                  <a:pt x="3215640" y="762000"/>
                </a:cubicBezTo>
                <a:cubicBezTo>
                  <a:pt x="3224057" y="762000"/>
                  <a:pt x="3230880" y="768823"/>
                  <a:pt x="3230880" y="777240"/>
                </a:cubicBezTo>
                <a:close/>
                <a:moveTo>
                  <a:pt x="3230880" y="929640"/>
                </a:moveTo>
                <a:cubicBezTo>
                  <a:pt x="3230880" y="938057"/>
                  <a:pt x="3224057" y="944880"/>
                  <a:pt x="3215640" y="944880"/>
                </a:cubicBezTo>
                <a:cubicBezTo>
                  <a:pt x="3207223" y="944880"/>
                  <a:pt x="3200400" y="938057"/>
                  <a:pt x="3200400" y="929640"/>
                </a:cubicBezTo>
                <a:cubicBezTo>
                  <a:pt x="3200400" y="921223"/>
                  <a:pt x="3207223" y="914400"/>
                  <a:pt x="3215640" y="914400"/>
                </a:cubicBezTo>
                <a:cubicBezTo>
                  <a:pt x="3224057" y="914400"/>
                  <a:pt x="3230880" y="921223"/>
                  <a:pt x="3230880" y="929640"/>
                </a:cubicBezTo>
                <a:close/>
                <a:moveTo>
                  <a:pt x="3230880" y="1082040"/>
                </a:moveTo>
                <a:cubicBezTo>
                  <a:pt x="3230880" y="1090457"/>
                  <a:pt x="3224057" y="1097280"/>
                  <a:pt x="3215640" y="1097280"/>
                </a:cubicBezTo>
                <a:cubicBezTo>
                  <a:pt x="3207223" y="1097280"/>
                  <a:pt x="3200400" y="1090457"/>
                  <a:pt x="3200400" y="1082040"/>
                </a:cubicBezTo>
                <a:cubicBezTo>
                  <a:pt x="3200400" y="1073623"/>
                  <a:pt x="3207223" y="1066800"/>
                  <a:pt x="3215640" y="1066800"/>
                </a:cubicBezTo>
                <a:cubicBezTo>
                  <a:pt x="3224057" y="1066800"/>
                  <a:pt x="3230880" y="1073623"/>
                  <a:pt x="3230880" y="1082040"/>
                </a:cubicBezTo>
                <a:close/>
                <a:moveTo>
                  <a:pt x="3230880" y="1234440"/>
                </a:moveTo>
                <a:cubicBezTo>
                  <a:pt x="3230880" y="1242857"/>
                  <a:pt x="3224057" y="1249680"/>
                  <a:pt x="3215640" y="1249680"/>
                </a:cubicBezTo>
                <a:cubicBezTo>
                  <a:pt x="3207223" y="1249680"/>
                  <a:pt x="3200400" y="1242857"/>
                  <a:pt x="3200400" y="1234440"/>
                </a:cubicBezTo>
                <a:cubicBezTo>
                  <a:pt x="3200400" y="1226023"/>
                  <a:pt x="3207223" y="1219200"/>
                  <a:pt x="3215640" y="1219200"/>
                </a:cubicBezTo>
                <a:cubicBezTo>
                  <a:pt x="3224057" y="1219200"/>
                  <a:pt x="3230880" y="1226023"/>
                  <a:pt x="3230880" y="1234440"/>
                </a:cubicBezTo>
                <a:close/>
                <a:moveTo>
                  <a:pt x="3230880" y="1386840"/>
                </a:moveTo>
                <a:cubicBezTo>
                  <a:pt x="3230880" y="1395257"/>
                  <a:pt x="3224057" y="1402080"/>
                  <a:pt x="3215640" y="1402080"/>
                </a:cubicBezTo>
                <a:cubicBezTo>
                  <a:pt x="3207223" y="1402080"/>
                  <a:pt x="3200400" y="1395257"/>
                  <a:pt x="3200400" y="1386840"/>
                </a:cubicBezTo>
                <a:cubicBezTo>
                  <a:pt x="3200400" y="1378423"/>
                  <a:pt x="3207223" y="1371600"/>
                  <a:pt x="3215640" y="1371600"/>
                </a:cubicBezTo>
                <a:cubicBezTo>
                  <a:pt x="3224057" y="1371600"/>
                  <a:pt x="3230880" y="1378423"/>
                  <a:pt x="3230880" y="1386840"/>
                </a:cubicBezTo>
                <a:close/>
                <a:moveTo>
                  <a:pt x="3230880" y="1539240"/>
                </a:moveTo>
                <a:cubicBezTo>
                  <a:pt x="3230880" y="1547657"/>
                  <a:pt x="3224057" y="1554480"/>
                  <a:pt x="3215640" y="1554480"/>
                </a:cubicBezTo>
                <a:cubicBezTo>
                  <a:pt x="3207223" y="1554480"/>
                  <a:pt x="3200400" y="1547657"/>
                  <a:pt x="3200400" y="1539240"/>
                </a:cubicBezTo>
                <a:cubicBezTo>
                  <a:pt x="3200400" y="1530823"/>
                  <a:pt x="3207223" y="1524000"/>
                  <a:pt x="3215640" y="1524000"/>
                </a:cubicBezTo>
                <a:cubicBezTo>
                  <a:pt x="3224057" y="1524000"/>
                  <a:pt x="3230880" y="1530823"/>
                  <a:pt x="3230880" y="1539240"/>
                </a:cubicBezTo>
                <a:close/>
                <a:moveTo>
                  <a:pt x="3230880" y="1691640"/>
                </a:moveTo>
                <a:cubicBezTo>
                  <a:pt x="3230880" y="1700057"/>
                  <a:pt x="3224057" y="1706880"/>
                  <a:pt x="3215640" y="1706880"/>
                </a:cubicBezTo>
                <a:cubicBezTo>
                  <a:pt x="3207223" y="1706880"/>
                  <a:pt x="3200400" y="1700057"/>
                  <a:pt x="3200400" y="1691640"/>
                </a:cubicBezTo>
                <a:cubicBezTo>
                  <a:pt x="3200400" y="1683223"/>
                  <a:pt x="3207223" y="1676400"/>
                  <a:pt x="3215640" y="1676400"/>
                </a:cubicBezTo>
                <a:cubicBezTo>
                  <a:pt x="3224057" y="1676400"/>
                  <a:pt x="3230880" y="1683223"/>
                  <a:pt x="3230880" y="1691640"/>
                </a:cubicBezTo>
                <a:close/>
                <a:moveTo>
                  <a:pt x="3230880" y="1844040"/>
                </a:moveTo>
                <a:cubicBezTo>
                  <a:pt x="3230880" y="1852457"/>
                  <a:pt x="3224057" y="1859280"/>
                  <a:pt x="3215640" y="1859280"/>
                </a:cubicBezTo>
                <a:cubicBezTo>
                  <a:pt x="3207223" y="1859280"/>
                  <a:pt x="3200400" y="1852457"/>
                  <a:pt x="3200400" y="1844040"/>
                </a:cubicBezTo>
                <a:cubicBezTo>
                  <a:pt x="3200400" y="1835623"/>
                  <a:pt x="3207223" y="1828800"/>
                  <a:pt x="3215640" y="1828800"/>
                </a:cubicBezTo>
                <a:cubicBezTo>
                  <a:pt x="3224057" y="1828800"/>
                  <a:pt x="3230880" y="1835623"/>
                  <a:pt x="3230880" y="1844040"/>
                </a:cubicBezTo>
                <a:close/>
                <a:moveTo>
                  <a:pt x="3230880" y="1996440"/>
                </a:moveTo>
                <a:cubicBezTo>
                  <a:pt x="3230880" y="2004857"/>
                  <a:pt x="3224057" y="2011680"/>
                  <a:pt x="3215640" y="2011680"/>
                </a:cubicBezTo>
                <a:cubicBezTo>
                  <a:pt x="3207223" y="2011680"/>
                  <a:pt x="3200400" y="2004857"/>
                  <a:pt x="3200400" y="1996440"/>
                </a:cubicBezTo>
                <a:cubicBezTo>
                  <a:pt x="3200400" y="1988023"/>
                  <a:pt x="3207223" y="1981200"/>
                  <a:pt x="3215640" y="1981200"/>
                </a:cubicBezTo>
                <a:cubicBezTo>
                  <a:pt x="3224057" y="1981200"/>
                  <a:pt x="3230880" y="1988023"/>
                  <a:pt x="3230880" y="1996440"/>
                </a:cubicBezTo>
                <a:close/>
                <a:moveTo>
                  <a:pt x="3230880" y="2148840"/>
                </a:moveTo>
                <a:cubicBezTo>
                  <a:pt x="3230880" y="2157257"/>
                  <a:pt x="3224057" y="2164080"/>
                  <a:pt x="3215640" y="2164080"/>
                </a:cubicBezTo>
                <a:cubicBezTo>
                  <a:pt x="3207223" y="2164080"/>
                  <a:pt x="3200400" y="2157257"/>
                  <a:pt x="3200400" y="2148840"/>
                </a:cubicBezTo>
                <a:cubicBezTo>
                  <a:pt x="3200400" y="2140423"/>
                  <a:pt x="3207223" y="2133600"/>
                  <a:pt x="3215640" y="2133600"/>
                </a:cubicBezTo>
                <a:cubicBezTo>
                  <a:pt x="3224057" y="2133600"/>
                  <a:pt x="3230880" y="2140423"/>
                  <a:pt x="3230880" y="2148840"/>
                </a:cubicBezTo>
                <a:close/>
                <a:moveTo>
                  <a:pt x="3230880" y="2301240"/>
                </a:moveTo>
                <a:cubicBezTo>
                  <a:pt x="3230880" y="2309657"/>
                  <a:pt x="3224057" y="2316480"/>
                  <a:pt x="3215640" y="2316480"/>
                </a:cubicBezTo>
                <a:cubicBezTo>
                  <a:pt x="3207223" y="2316480"/>
                  <a:pt x="3200400" y="2309657"/>
                  <a:pt x="3200400" y="2301240"/>
                </a:cubicBezTo>
                <a:cubicBezTo>
                  <a:pt x="3200400" y="2292823"/>
                  <a:pt x="3207223" y="2286000"/>
                  <a:pt x="3215640" y="2286000"/>
                </a:cubicBezTo>
                <a:cubicBezTo>
                  <a:pt x="3224057" y="2286000"/>
                  <a:pt x="3230880" y="2292823"/>
                  <a:pt x="3230880" y="2301240"/>
                </a:cubicBezTo>
                <a:close/>
                <a:moveTo>
                  <a:pt x="3230880" y="2453640"/>
                </a:moveTo>
                <a:cubicBezTo>
                  <a:pt x="3230880" y="2462057"/>
                  <a:pt x="3224057" y="2468880"/>
                  <a:pt x="3215640" y="2468880"/>
                </a:cubicBezTo>
                <a:cubicBezTo>
                  <a:pt x="3207223" y="2468880"/>
                  <a:pt x="3200400" y="2462057"/>
                  <a:pt x="3200400" y="2453640"/>
                </a:cubicBezTo>
                <a:cubicBezTo>
                  <a:pt x="3200400" y="2445223"/>
                  <a:pt x="3207223" y="2438400"/>
                  <a:pt x="3215640" y="2438400"/>
                </a:cubicBezTo>
                <a:cubicBezTo>
                  <a:pt x="3224057" y="2438400"/>
                  <a:pt x="3230880" y="2445223"/>
                  <a:pt x="3230880" y="2453640"/>
                </a:cubicBezTo>
                <a:close/>
                <a:moveTo>
                  <a:pt x="3230880" y="2606040"/>
                </a:moveTo>
                <a:cubicBezTo>
                  <a:pt x="3230880" y="2614457"/>
                  <a:pt x="3224057" y="2621280"/>
                  <a:pt x="3215640" y="2621280"/>
                </a:cubicBezTo>
                <a:cubicBezTo>
                  <a:pt x="3207223" y="2621280"/>
                  <a:pt x="3200400" y="2614457"/>
                  <a:pt x="3200400" y="2606040"/>
                </a:cubicBezTo>
                <a:cubicBezTo>
                  <a:pt x="3200400" y="2597623"/>
                  <a:pt x="3207223" y="2590800"/>
                  <a:pt x="3215640" y="2590800"/>
                </a:cubicBezTo>
                <a:cubicBezTo>
                  <a:pt x="3224057" y="2590800"/>
                  <a:pt x="3230880" y="2597623"/>
                  <a:pt x="3230880" y="2606040"/>
                </a:cubicBezTo>
                <a:close/>
                <a:moveTo>
                  <a:pt x="3230880" y="2758440"/>
                </a:moveTo>
                <a:cubicBezTo>
                  <a:pt x="3230880" y="2766857"/>
                  <a:pt x="3224057" y="2773680"/>
                  <a:pt x="3215640" y="2773680"/>
                </a:cubicBezTo>
                <a:cubicBezTo>
                  <a:pt x="3207223" y="2773680"/>
                  <a:pt x="3200400" y="2766857"/>
                  <a:pt x="3200400" y="2758440"/>
                </a:cubicBezTo>
                <a:cubicBezTo>
                  <a:pt x="3200400" y="2750023"/>
                  <a:pt x="3207223" y="2743200"/>
                  <a:pt x="3215640" y="2743200"/>
                </a:cubicBezTo>
                <a:cubicBezTo>
                  <a:pt x="3224057" y="2743200"/>
                  <a:pt x="3230880" y="2750023"/>
                  <a:pt x="3230880" y="2758440"/>
                </a:cubicBezTo>
                <a:close/>
                <a:moveTo>
                  <a:pt x="3230880" y="2910840"/>
                </a:moveTo>
                <a:cubicBezTo>
                  <a:pt x="3230880" y="2919257"/>
                  <a:pt x="3224057" y="2926080"/>
                  <a:pt x="3215640" y="2926080"/>
                </a:cubicBezTo>
                <a:cubicBezTo>
                  <a:pt x="3207223" y="2926080"/>
                  <a:pt x="3200400" y="2919257"/>
                  <a:pt x="3200400" y="2910840"/>
                </a:cubicBezTo>
                <a:cubicBezTo>
                  <a:pt x="3200400" y="2902423"/>
                  <a:pt x="3207223" y="2895600"/>
                  <a:pt x="3215640" y="2895600"/>
                </a:cubicBezTo>
                <a:cubicBezTo>
                  <a:pt x="3224057" y="2895600"/>
                  <a:pt x="3230880" y="2902423"/>
                  <a:pt x="3230880" y="2910840"/>
                </a:cubicBezTo>
                <a:close/>
                <a:moveTo>
                  <a:pt x="3230880" y="3063240"/>
                </a:moveTo>
                <a:cubicBezTo>
                  <a:pt x="3230880" y="3071657"/>
                  <a:pt x="3224057" y="3078480"/>
                  <a:pt x="3215640" y="3078480"/>
                </a:cubicBezTo>
                <a:cubicBezTo>
                  <a:pt x="3207223" y="3078480"/>
                  <a:pt x="3200400" y="3071657"/>
                  <a:pt x="3200400" y="3063240"/>
                </a:cubicBezTo>
                <a:cubicBezTo>
                  <a:pt x="3200400" y="3054823"/>
                  <a:pt x="3207223" y="3048000"/>
                  <a:pt x="3215640" y="3048000"/>
                </a:cubicBezTo>
                <a:cubicBezTo>
                  <a:pt x="3224057" y="3048000"/>
                  <a:pt x="3230880" y="3054823"/>
                  <a:pt x="3230880" y="3063240"/>
                </a:cubicBezTo>
                <a:close/>
                <a:moveTo>
                  <a:pt x="3230880" y="3215640"/>
                </a:moveTo>
                <a:cubicBezTo>
                  <a:pt x="3230880" y="3224057"/>
                  <a:pt x="3224057" y="3230880"/>
                  <a:pt x="3215640" y="3230880"/>
                </a:cubicBezTo>
                <a:cubicBezTo>
                  <a:pt x="3207223" y="3230880"/>
                  <a:pt x="3200400" y="3224057"/>
                  <a:pt x="3200400" y="3215640"/>
                </a:cubicBezTo>
                <a:cubicBezTo>
                  <a:pt x="3200400" y="3207223"/>
                  <a:pt x="3207223" y="3200400"/>
                  <a:pt x="3215640" y="3200400"/>
                </a:cubicBezTo>
                <a:cubicBezTo>
                  <a:pt x="3224057" y="3200400"/>
                  <a:pt x="3230880" y="3207223"/>
                  <a:pt x="3230880" y="3215640"/>
                </a:cubicBezTo>
                <a:close/>
                <a:moveTo>
                  <a:pt x="3230880" y="3368040"/>
                </a:moveTo>
                <a:cubicBezTo>
                  <a:pt x="3230880" y="3376457"/>
                  <a:pt x="3224057" y="3383280"/>
                  <a:pt x="3215640" y="3383280"/>
                </a:cubicBezTo>
                <a:cubicBezTo>
                  <a:pt x="3207223" y="3383280"/>
                  <a:pt x="3200400" y="3376457"/>
                  <a:pt x="3200400" y="3368040"/>
                </a:cubicBezTo>
                <a:cubicBezTo>
                  <a:pt x="3200400" y="3359623"/>
                  <a:pt x="3207223" y="3352800"/>
                  <a:pt x="3215640" y="3352800"/>
                </a:cubicBezTo>
                <a:cubicBezTo>
                  <a:pt x="3224057" y="3352800"/>
                  <a:pt x="3230880" y="3359623"/>
                  <a:pt x="3230880" y="3368040"/>
                </a:cubicBezTo>
                <a:close/>
                <a:moveTo>
                  <a:pt x="3230880" y="3520440"/>
                </a:moveTo>
                <a:cubicBezTo>
                  <a:pt x="3230880" y="3528857"/>
                  <a:pt x="3224057" y="3535680"/>
                  <a:pt x="3215640" y="3535680"/>
                </a:cubicBezTo>
                <a:cubicBezTo>
                  <a:pt x="3207223" y="3535680"/>
                  <a:pt x="3200400" y="3528857"/>
                  <a:pt x="3200400" y="3520440"/>
                </a:cubicBezTo>
                <a:cubicBezTo>
                  <a:pt x="3200400" y="3512023"/>
                  <a:pt x="3207223" y="3505200"/>
                  <a:pt x="3215640" y="3505200"/>
                </a:cubicBezTo>
                <a:cubicBezTo>
                  <a:pt x="3224057" y="3505200"/>
                  <a:pt x="3230880" y="3512023"/>
                  <a:pt x="3230880" y="3520440"/>
                </a:cubicBezTo>
                <a:close/>
                <a:moveTo>
                  <a:pt x="3230880" y="3672840"/>
                </a:moveTo>
                <a:cubicBezTo>
                  <a:pt x="3230880" y="3681257"/>
                  <a:pt x="3224057" y="3688080"/>
                  <a:pt x="3215640" y="3688080"/>
                </a:cubicBezTo>
                <a:cubicBezTo>
                  <a:pt x="3207223" y="3688080"/>
                  <a:pt x="3200400" y="3681257"/>
                  <a:pt x="3200400" y="3672840"/>
                </a:cubicBezTo>
                <a:cubicBezTo>
                  <a:pt x="3200400" y="3664423"/>
                  <a:pt x="3207223" y="3657600"/>
                  <a:pt x="3215640" y="3657600"/>
                </a:cubicBezTo>
                <a:cubicBezTo>
                  <a:pt x="3224057" y="3657600"/>
                  <a:pt x="3230880" y="3664423"/>
                  <a:pt x="3230880" y="3672840"/>
                </a:cubicBezTo>
                <a:close/>
                <a:moveTo>
                  <a:pt x="3230880" y="3825240"/>
                </a:moveTo>
                <a:cubicBezTo>
                  <a:pt x="3230880" y="3833657"/>
                  <a:pt x="3224057" y="3840480"/>
                  <a:pt x="3215640" y="3840480"/>
                </a:cubicBezTo>
                <a:cubicBezTo>
                  <a:pt x="3207223" y="3840480"/>
                  <a:pt x="3200400" y="3833657"/>
                  <a:pt x="3200400" y="3825240"/>
                </a:cubicBezTo>
                <a:cubicBezTo>
                  <a:pt x="3200400" y="3816823"/>
                  <a:pt x="3207223" y="3810000"/>
                  <a:pt x="3215640" y="3810000"/>
                </a:cubicBezTo>
                <a:cubicBezTo>
                  <a:pt x="3224057" y="3810000"/>
                  <a:pt x="3230880" y="3816823"/>
                  <a:pt x="3230880" y="3825240"/>
                </a:cubicBezTo>
                <a:close/>
                <a:moveTo>
                  <a:pt x="3230880" y="3977640"/>
                </a:moveTo>
                <a:cubicBezTo>
                  <a:pt x="3230880" y="3986057"/>
                  <a:pt x="3224057" y="3992880"/>
                  <a:pt x="3215640" y="3992880"/>
                </a:cubicBezTo>
                <a:cubicBezTo>
                  <a:pt x="3207223" y="3992880"/>
                  <a:pt x="3200400" y="3986057"/>
                  <a:pt x="3200400" y="3977640"/>
                </a:cubicBezTo>
                <a:cubicBezTo>
                  <a:pt x="3200400" y="3969223"/>
                  <a:pt x="3207223" y="3962400"/>
                  <a:pt x="3215640" y="3962400"/>
                </a:cubicBezTo>
                <a:cubicBezTo>
                  <a:pt x="3224057" y="3962400"/>
                  <a:pt x="3230880" y="3969223"/>
                  <a:pt x="3230880" y="3977640"/>
                </a:cubicBezTo>
                <a:close/>
                <a:moveTo>
                  <a:pt x="3230880" y="4130040"/>
                </a:moveTo>
                <a:cubicBezTo>
                  <a:pt x="3230880" y="4138457"/>
                  <a:pt x="3224057" y="4145280"/>
                  <a:pt x="3215640" y="4145280"/>
                </a:cubicBezTo>
                <a:cubicBezTo>
                  <a:pt x="3207223" y="4145280"/>
                  <a:pt x="3200400" y="4138457"/>
                  <a:pt x="3200400" y="4130040"/>
                </a:cubicBezTo>
                <a:cubicBezTo>
                  <a:pt x="3200400" y="4121623"/>
                  <a:pt x="3207223" y="4114800"/>
                  <a:pt x="3215640" y="4114800"/>
                </a:cubicBezTo>
                <a:cubicBezTo>
                  <a:pt x="3224057" y="4114800"/>
                  <a:pt x="3230880" y="4121623"/>
                  <a:pt x="3230880" y="4130040"/>
                </a:cubicBezTo>
                <a:close/>
                <a:moveTo>
                  <a:pt x="3230880" y="4282440"/>
                </a:moveTo>
                <a:cubicBezTo>
                  <a:pt x="3230880" y="4290857"/>
                  <a:pt x="3224057" y="4297680"/>
                  <a:pt x="3215640" y="4297680"/>
                </a:cubicBezTo>
                <a:cubicBezTo>
                  <a:pt x="3207223" y="4297680"/>
                  <a:pt x="3200400" y="4290857"/>
                  <a:pt x="3200400" y="4282440"/>
                </a:cubicBezTo>
                <a:cubicBezTo>
                  <a:pt x="3200400" y="4274023"/>
                  <a:pt x="3207223" y="4267200"/>
                  <a:pt x="3215640" y="4267200"/>
                </a:cubicBezTo>
                <a:cubicBezTo>
                  <a:pt x="3224057" y="4267200"/>
                  <a:pt x="3230880" y="4274023"/>
                  <a:pt x="3230880" y="4282440"/>
                </a:cubicBezTo>
                <a:close/>
                <a:moveTo>
                  <a:pt x="3230880" y="4434840"/>
                </a:moveTo>
                <a:cubicBezTo>
                  <a:pt x="3230880" y="4443257"/>
                  <a:pt x="3224057" y="4450080"/>
                  <a:pt x="3215640" y="4450080"/>
                </a:cubicBezTo>
                <a:cubicBezTo>
                  <a:pt x="3207223" y="4450080"/>
                  <a:pt x="3200400" y="4443257"/>
                  <a:pt x="3200400" y="4434840"/>
                </a:cubicBezTo>
                <a:cubicBezTo>
                  <a:pt x="3200400" y="4426423"/>
                  <a:pt x="3207223" y="4419600"/>
                  <a:pt x="3215640" y="4419600"/>
                </a:cubicBezTo>
                <a:cubicBezTo>
                  <a:pt x="3224057" y="4419600"/>
                  <a:pt x="3230880" y="4426423"/>
                  <a:pt x="3230880" y="4434840"/>
                </a:cubicBezTo>
                <a:close/>
                <a:moveTo>
                  <a:pt x="3383280" y="15240"/>
                </a:moveTo>
                <a:cubicBezTo>
                  <a:pt x="3383280" y="23657"/>
                  <a:pt x="3376457" y="30480"/>
                  <a:pt x="3368040" y="30480"/>
                </a:cubicBezTo>
                <a:cubicBezTo>
                  <a:pt x="3359623" y="30480"/>
                  <a:pt x="3352800" y="23657"/>
                  <a:pt x="3352800" y="15240"/>
                </a:cubicBezTo>
                <a:cubicBezTo>
                  <a:pt x="3352800" y="6823"/>
                  <a:pt x="3359623" y="0"/>
                  <a:pt x="3368040" y="0"/>
                </a:cubicBezTo>
                <a:cubicBezTo>
                  <a:pt x="3376457" y="0"/>
                  <a:pt x="3383280" y="6823"/>
                  <a:pt x="3383280" y="15240"/>
                </a:cubicBezTo>
                <a:close/>
                <a:moveTo>
                  <a:pt x="3383280" y="167640"/>
                </a:moveTo>
                <a:cubicBezTo>
                  <a:pt x="3383280" y="176057"/>
                  <a:pt x="3376457" y="182880"/>
                  <a:pt x="3368040" y="182880"/>
                </a:cubicBezTo>
                <a:cubicBezTo>
                  <a:pt x="3359623" y="182880"/>
                  <a:pt x="3352800" y="176057"/>
                  <a:pt x="3352800" y="167640"/>
                </a:cubicBezTo>
                <a:cubicBezTo>
                  <a:pt x="3352800" y="159223"/>
                  <a:pt x="3359623" y="152400"/>
                  <a:pt x="3368040" y="152400"/>
                </a:cubicBezTo>
                <a:cubicBezTo>
                  <a:pt x="3376457" y="152400"/>
                  <a:pt x="3383280" y="159223"/>
                  <a:pt x="3383280" y="167640"/>
                </a:cubicBezTo>
                <a:close/>
                <a:moveTo>
                  <a:pt x="3383280" y="320040"/>
                </a:moveTo>
                <a:cubicBezTo>
                  <a:pt x="3383280" y="328457"/>
                  <a:pt x="3376457" y="335280"/>
                  <a:pt x="3368040" y="335280"/>
                </a:cubicBezTo>
                <a:cubicBezTo>
                  <a:pt x="3359623" y="335280"/>
                  <a:pt x="3352800" y="328457"/>
                  <a:pt x="3352800" y="320040"/>
                </a:cubicBezTo>
                <a:cubicBezTo>
                  <a:pt x="3352800" y="311623"/>
                  <a:pt x="3359623" y="304800"/>
                  <a:pt x="3368040" y="304800"/>
                </a:cubicBezTo>
                <a:cubicBezTo>
                  <a:pt x="3376457" y="304800"/>
                  <a:pt x="3383280" y="311623"/>
                  <a:pt x="3383280" y="320040"/>
                </a:cubicBezTo>
                <a:close/>
                <a:moveTo>
                  <a:pt x="3383280" y="472440"/>
                </a:moveTo>
                <a:cubicBezTo>
                  <a:pt x="3383280" y="480857"/>
                  <a:pt x="3376457" y="487680"/>
                  <a:pt x="3368040" y="487680"/>
                </a:cubicBezTo>
                <a:cubicBezTo>
                  <a:pt x="3359623" y="487680"/>
                  <a:pt x="3352800" y="480857"/>
                  <a:pt x="3352800" y="472440"/>
                </a:cubicBezTo>
                <a:cubicBezTo>
                  <a:pt x="3352800" y="464023"/>
                  <a:pt x="3359623" y="457200"/>
                  <a:pt x="3368040" y="457200"/>
                </a:cubicBezTo>
                <a:cubicBezTo>
                  <a:pt x="3376457" y="457200"/>
                  <a:pt x="3383280" y="464023"/>
                  <a:pt x="3383280" y="472440"/>
                </a:cubicBezTo>
                <a:close/>
                <a:moveTo>
                  <a:pt x="3383280" y="624840"/>
                </a:moveTo>
                <a:cubicBezTo>
                  <a:pt x="3383280" y="633257"/>
                  <a:pt x="3376457" y="640080"/>
                  <a:pt x="3368040" y="640080"/>
                </a:cubicBezTo>
                <a:cubicBezTo>
                  <a:pt x="3359623" y="640080"/>
                  <a:pt x="3352800" y="633257"/>
                  <a:pt x="3352800" y="624840"/>
                </a:cubicBezTo>
                <a:cubicBezTo>
                  <a:pt x="3352800" y="616423"/>
                  <a:pt x="3359623" y="609600"/>
                  <a:pt x="3368040" y="609600"/>
                </a:cubicBezTo>
                <a:cubicBezTo>
                  <a:pt x="3376457" y="609600"/>
                  <a:pt x="3383280" y="616423"/>
                  <a:pt x="3383280" y="624840"/>
                </a:cubicBezTo>
                <a:close/>
                <a:moveTo>
                  <a:pt x="3383280" y="777240"/>
                </a:moveTo>
                <a:cubicBezTo>
                  <a:pt x="3383280" y="785657"/>
                  <a:pt x="3376457" y="792480"/>
                  <a:pt x="3368040" y="792480"/>
                </a:cubicBezTo>
                <a:cubicBezTo>
                  <a:pt x="3359623" y="792480"/>
                  <a:pt x="3352800" y="785657"/>
                  <a:pt x="3352800" y="777240"/>
                </a:cubicBezTo>
                <a:cubicBezTo>
                  <a:pt x="3352800" y="768823"/>
                  <a:pt x="3359623" y="762000"/>
                  <a:pt x="3368040" y="762000"/>
                </a:cubicBezTo>
                <a:cubicBezTo>
                  <a:pt x="3376457" y="762000"/>
                  <a:pt x="3383280" y="768823"/>
                  <a:pt x="3383280" y="777240"/>
                </a:cubicBezTo>
                <a:close/>
                <a:moveTo>
                  <a:pt x="3383280" y="929640"/>
                </a:moveTo>
                <a:cubicBezTo>
                  <a:pt x="3383280" y="938057"/>
                  <a:pt x="3376457" y="944880"/>
                  <a:pt x="3368040" y="944880"/>
                </a:cubicBezTo>
                <a:cubicBezTo>
                  <a:pt x="3359623" y="944880"/>
                  <a:pt x="3352800" y="938057"/>
                  <a:pt x="3352800" y="929640"/>
                </a:cubicBezTo>
                <a:cubicBezTo>
                  <a:pt x="3352800" y="921223"/>
                  <a:pt x="3359623" y="914400"/>
                  <a:pt x="3368040" y="914400"/>
                </a:cubicBezTo>
                <a:cubicBezTo>
                  <a:pt x="3376457" y="914400"/>
                  <a:pt x="3383280" y="921223"/>
                  <a:pt x="3383280" y="929640"/>
                </a:cubicBezTo>
                <a:close/>
                <a:moveTo>
                  <a:pt x="3383280" y="1082040"/>
                </a:moveTo>
                <a:cubicBezTo>
                  <a:pt x="3383280" y="1090457"/>
                  <a:pt x="3376457" y="1097280"/>
                  <a:pt x="3368040" y="1097280"/>
                </a:cubicBezTo>
                <a:cubicBezTo>
                  <a:pt x="3359623" y="1097280"/>
                  <a:pt x="3352800" y="1090457"/>
                  <a:pt x="3352800" y="1082040"/>
                </a:cubicBezTo>
                <a:cubicBezTo>
                  <a:pt x="3352800" y="1073623"/>
                  <a:pt x="3359623" y="1066800"/>
                  <a:pt x="3368040" y="1066800"/>
                </a:cubicBezTo>
                <a:cubicBezTo>
                  <a:pt x="3376457" y="1066800"/>
                  <a:pt x="3383280" y="1073623"/>
                  <a:pt x="3383280" y="1082040"/>
                </a:cubicBezTo>
                <a:close/>
                <a:moveTo>
                  <a:pt x="3383280" y="1234440"/>
                </a:moveTo>
                <a:cubicBezTo>
                  <a:pt x="3383280" y="1242857"/>
                  <a:pt x="3376457" y="1249680"/>
                  <a:pt x="3368040" y="1249680"/>
                </a:cubicBezTo>
                <a:cubicBezTo>
                  <a:pt x="3359623" y="1249680"/>
                  <a:pt x="3352800" y="1242857"/>
                  <a:pt x="3352800" y="1234440"/>
                </a:cubicBezTo>
                <a:cubicBezTo>
                  <a:pt x="3352800" y="1226023"/>
                  <a:pt x="3359623" y="1219200"/>
                  <a:pt x="3368040" y="1219200"/>
                </a:cubicBezTo>
                <a:cubicBezTo>
                  <a:pt x="3376457" y="1219200"/>
                  <a:pt x="3383280" y="1226023"/>
                  <a:pt x="3383280" y="1234440"/>
                </a:cubicBezTo>
                <a:close/>
                <a:moveTo>
                  <a:pt x="3383280" y="1386840"/>
                </a:moveTo>
                <a:cubicBezTo>
                  <a:pt x="3383280" y="1395257"/>
                  <a:pt x="3376457" y="1402080"/>
                  <a:pt x="3368040" y="1402080"/>
                </a:cubicBezTo>
                <a:cubicBezTo>
                  <a:pt x="3359623" y="1402080"/>
                  <a:pt x="3352800" y="1395257"/>
                  <a:pt x="3352800" y="1386840"/>
                </a:cubicBezTo>
                <a:cubicBezTo>
                  <a:pt x="3352800" y="1378423"/>
                  <a:pt x="3359623" y="1371600"/>
                  <a:pt x="3368040" y="1371600"/>
                </a:cubicBezTo>
                <a:cubicBezTo>
                  <a:pt x="3376457" y="1371600"/>
                  <a:pt x="3383280" y="1378423"/>
                  <a:pt x="3383280" y="1386840"/>
                </a:cubicBezTo>
                <a:close/>
                <a:moveTo>
                  <a:pt x="3383280" y="1539240"/>
                </a:moveTo>
                <a:cubicBezTo>
                  <a:pt x="3383280" y="1547657"/>
                  <a:pt x="3376457" y="1554480"/>
                  <a:pt x="3368040" y="1554480"/>
                </a:cubicBezTo>
                <a:cubicBezTo>
                  <a:pt x="3359623" y="1554480"/>
                  <a:pt x="3352800" y="1547657"/>
                  <a:pt x="3352800" y="1539240"/>
                </a:cubicBezTo>
                <a:cubicBezTo>
                  <a:pt x="3352800" y="1530823"/>
                  <a:pt x="3359623" y="1524000"/>
                  <a:pt x="3368040" y="1524000"/>
                </a:cubicBezTo>
                <a:cubicBezTo>
                  <a:pt x="3376457" y="1524000"/>
                  <a:pt x="3383280" y="1530823"/>
                  <a:pt x="3383280" y="1539240"/>
                </a:cubicBezTo>
                <a:close/>
                <a:moveTo>
                  <a:pt x="3383280" y="1691640"/>
                </a:moveTo>
                <a:cubicBezTo>
                  <a:pt x="3383280" y="1700057"/>
                  <a:pt x="3376457" y="1706880"/>
                  <a:pt x="3368040" y="1706880"/>
                </a:cubicBezTo>
                <a:cubicBezTo>
                  <a:pt x="3359623" y="1706880"/>
                  <a:pt x="3352800" y="1700057"/>
                  <a:pt x="3352800" y="1691640"/>
                </a:cubicBezTo>
                <a:cubicBezTo>
                  <a:pt x="3352800" y="1683223"/>
                  <a:pt x="3359623" y="1676400"/>
                  <a:pt x="3368040" y="1676400"/>
                </a:cubicBezTo>
                <a:cubicBezTo>
                  <a:pt x="3376457" y="1676400"/>
                  <a:pt x="3383280" y="1683223"/>
                  <a:pt x="3383280" y="1691640"/>
                </a:cubicBezTo>
                <a:close/>
                <a:moveTo>
                  <a:pt x="3383280" y="1844040"/>
                </a:moveTo>
                <a:cubicBezTo>
                  <a:pt x="3383280" y="1852457"/>
                  <a:pt x="3376457" y="1859280"/>
                  <a:pt x="3368040" y="1859280"/>
                </a:cubicBezTo>
                <a:cubicBezTo>
                  <a:pt x="3359623" y="1859280"/>
                  <a:pt x="3352800" y="1852457"/>
                  <a:pt x="3352800" y="1844040"/>
                </a:cubicBezTo>
                <a:cubicBezTo>
                  <a:pt x="3352800" y="1835623"/>
                  <a:pt x="3359623" y="1828800"/>
                  <a:pt x="3368040" y="1828800"/>
                </a:cubicBezTo>
                <a:cubicBezTo>
                  <a:pt x="3376457" y="1828800"/>
                  <a:pt x="3383280" y="1835623"/>
                  <a:pt x="3383280" y="1844040"/>
                </a:cubicBezTo>
                <a:close/>
                <a:moveTo>
                  <a:pt x="3383280" y="1996440"/>
                </a:moveTo>
                <a:cubicBezTo>
                  <a:pt x="3383280" y="2004857"/>
                  <a:pt x="3376457" y="2011680"/>
                  <a:pt x="3368040" y="2011680"/>
                </a:cubicBezTo>
                <a:cubicBezTo>
                  <a:pt x="3359623" y="2011680"/>
                  <a:pt x="3352800" y="2004857"/>
                  <a:pt x="3352800" y="1996440"/>
                </a:cubicBezTo>
                <a:cubicBezTo>
                  <a:pt x="3352800" y="1988023"/>
                  <a:pt x="3359623" y="1981200"/>
                  <a:pt x="3368040" y="1981200"/>
                </a:cubicBezTo>
                <a:cubicBezTo>
                  <a:pt x="3376457" y="1981200"/>
                  <a:pt x="3383280" y="1988023"/>
                  <a:pt x="3383280" y="1996440"/>
                </a:cubicBezTo>
                <a:close/>
                <a:moveTo>
                  <a:pt x="3383280" y="2148840"/>
                </a:moveTo>
                <a:cubicBezTo>
                  <a:pt x="3383280" y="2157257"/>
                  <a:pt x="3376457" y="2164080"/>
                  <a:pt x="3368040" y="2164080"/>
                </a:cubicBezTo>
                <a:cubicBezTo>
                  <a:pt x="3359623" y="2164080"/>
                  <a:pt x="3352800" y="2157257"/>
                  <a:pt x="3352800" y="2148840"/>
                </a:cubicBezTo>
                <a:cubicBezTo>
                  <a:pt x="3352800" y="2140423"/>
                  <a:pt x="3359623" y="2133600"/>
                  <a:pt x="3368040" y="2133600"/>
                </a:cubicBezTo>
                <a:cubicBezTo>
                  <a:pt x="3376457" y="2133600"/>
                  <a:pt x="3383280" y="2140423"/>
                  <a:pt x="3383280" y="2148840"/>
                </a:cubicBezTo>
                <a:close/>
                <a:moveTo>
                  <a:pt x="3383280" y="2301240"/>
                </a:moveTo>
                <a:cubicBezTo>
                  <a:pt x="3383280" y="2309657"/>
                  <a:pt x="3376457" y="2316480"/>
                  <a:pt x="3368040" y="2316480"/>
                </a:cubicBezTo>
                <a:cubicBezTo>
                  <a:pt x="3359623" y="2316480"/>
                  <a:pt x="3352800" y="2309657"/>
                  <a:pt x="3352800" y="2301240"/>
                </a:cubicBezTo>
                <a:cubicBezTo>
                  <a:pt x="3352800" y="2292823"/>
                  <a:pt x="3359623" y="2286000"/>
                  <a:pt x="3368040" y="2286000"/>
                </a:cubicBezTo>
                <a:cubicBezTo>
                  <a:pt x="3376457" y="2286000"/>
                  <a:pt x="3383280" y="2292823"/>
                  <a:pt x="3383280" y="2301240"/>
                </a:cubicBezTo>
                <a:close/>
                <a:moveTo>
                  <a:pt x="3383280" y="2453640"/>
                </a:moveTo>
                <a:cubicBezTo>
                  <a:pt x="3383280" y="2462057"/>
                  <a:pt x="3376457" y="2468880"/>
                  <a:pt x="3368040" y="2468880"/>
                </a:cubicBezTo>
                <a:cubicBezTo>
                  <a:pt x="3359623" y="2468880"/>
                  <a:pt x="3352800" y="2462057"/>
                  <a:pt x="3352800" y="2453640"/>
                </a:cubicBezTo>
                <a:cubicBezTo>
                  <a:pt x="3352800" y="2445223"/>
                  <a:pt x="3359623" y="2438400"/>
                  <a:pt x="3368040" y="2438400"/>
                </a:cubicBezTo>
                <a:cubicBezTo>
                  <a:pt x="3376457" y="2438400"/>
                  <a:pt x="3383280" y="2445223"/>
                  <a:pt x="3383280" y="2453640"/>
                </a:cubicBezTo>
                <a:close/>
                <a:moveTo>
                  <a:pt x="3383280" y="2606040"/>
                </a:moveTo>
                <a:cubicBezTo>
                  <a:pt x="3383280" y="2614457"/>
                  <a:pt x="3376457" y="2621280"/>
                  <a:pt x="3368040" y="2621280"/>
                </a:cubicBezTo>
                <a:cubicBezTo>
                  <a:pt x="3359623" y="2621280"/>
                  <a:pt x="3352800" y="2614457"/>
                  <a:pt x="3352800" y="2606040"/>
                </a:cubicBezTo>
                <a:cubicBezTo>
                  <a:pt x="3352800" y="2597623"/>
                  <a:pt x="3359623" y="2590800"/>
                  <a:pt x="3368040" y="2590800"/>
                </a:cubicBezTo>
                <a:cubicBezTo>
                  <a:pt x="3376457" y="2590800"/>
                  <a:pt x="3383280" y="2597623"/>
                  <a:pt x="3383280" y="2606040"/>
                </a:cubicBezTo>
                <a:close/>
                <a:moveTo>
                  <a:pt x="3383280" y="2758440"/>
                </a:moveTo>
                <a:cubicBezTo>
                  <a:pt x="3383280" y="2766857"/>
                  <a:pt x="3376457" y="2773680"/>
                  <a:pt x="3368040" y="2773680"/>
                </a:cubicBezTo>
                <a:cubicBezTo>
                  <a:pt x="3359623" y="2773680"/>
                  <a:pt x="3352800" y="2766857"/>
                  <a:pt x="3352800" y="2758440"/>
                </a:cubicBezTo>
                <a:cubicBezTo>
                  <a:pt x="3352800" y="2750023"/>
                  <a:pt x="3359623" y="2743200"/>
                  <a:pt x="3368040" y="2743200"/>
                </a:cubicBezTo>
                <a:cubicBezTo>
                  <a:pt x="3376457" y="2743200"/>
                  <a:pt x="3383280" y="2750023"/>
                  <a:pt x="3383280" y="2758440"/>
                </a:cubicBezTo>
                <a:close/>
                <a:moveTo>
                  <a:pt x="3383280" y="2910840"/>
                </a:moveTo>
                <a:cubicBezTo>
                  <a:pt x="3383280" y="2919257"/>
                  <a:pt x="3376457" y="2926080"/>
                  <a:pt x="3368040" y="2926080"/>
                </a:cubicBezTo>
                <a:cubicBezTo>
                  <a:pt x="3359623" y="2926080"/>
                  <a:pt x="3352800" y="2919257"/>
                  <a:pt x="3352800" y="2910840"/>
                </a:cubicBezTo>
                <a:cubicBezTo>
                  <a:pt x="3352800" y="2902423"/>
                  <a:pt x="3359623" y="2895600"/>
                  <a:pt x="3368040" y="2895600"/>
                </a:cubicBezTo>
                <a:cubicBezTo>
                  <a:pt x="3376457" y="2895600"/>
                  <a:pt x="3383280" y="2902423"/>
                  <a:pt x="3383280" y="2910840"/>
                </a:cubicBezTo>
                <a:close/>
                <a:moveTo>
                  <a:pt x="3383280" y="3063240"/>
                </a:moveTo>
                <a:cubicBezTo>
                  <a:pt x="3383280" y="3071657"/>
                  <a:pt x="3376457" y="3078480"/>
                  <a:pt x="3368040" y="3078480"/>
                </a:cubicBezTo>
                <a:cubicBezTo>
                  <a:pt x="3359623" y="3078480"/>
                  <a:pt x="3352800" y="3071657"/>
                  <a:pt x="3352800" y="3063240"/>
                </a:cubicBezTo>
                <a:cubicBezTo>
                  <a:pt x="3352800" y="3054823"/>
                  <a:pt x="3359623" y="3048000"/>
                  <a:pt x="3368040" y="3048000"/>
                </a:cubicBezTo>
                <a:cubicBezTo>
                  <a:pt x="3376457" y="3048000"/>
                  <a:pt x="3383280" y="3054823"/>
                  <a:pt x="3383280" y="3063240"/>
                </a:cubicBezTo>
                <a:close/>
                <a:moveTo>
                  <a:pt x="3383280" y="3215640"/>
                </a:moveTo>
                <a:cubicBezTo>
                  <a:pt x="3383280" y="3224057"/>
                  <a:pt x="3376457" y="3230880"/>
                  <a:pt x="3368040" y="3230880"/>
                </a:cubicBezTo>
                <a:cubicBezTo>
                  <a:pt x="3359623" y="3230880"/>
                  <a:pt x="3352800" y="3224057"/>
                  <a:pt x="3352800" y="3215640"/>
                </a:cubicBezTo>
                <a:cubicBezTo>
                  <a:pt x="3352800" y="3207223"/>
                  <a:pt x="3359623" y="3200400"/>
                  <a:pt x="3368040" y="3200400"/>
                </a:cubicBezTo>
                <a:cubicBezTo>
                  <a:pt x="3376457" y="3200400"/>
                  <a:pt x="3383280" y="3207223"/>
                  <a:pt x="3383280" y="3215640"/>
                </a:cubicBezTo>
                <a:close/>
                <a:moveTo>
                  <a:pt x="3383280" y="3368040"/>
                </a:moveTo>
                <a:cubicBezTo>
                  <a:pt x="3383280" y="3376457"/>
                  <a:pt x="3376457" y="3383280"/>
                  <a:pt x="3368040" y="3383280"/>
                </a:cubicBezTo>
                <a:cubicBezTo>
                  <a:pt x="3359623" y="3383280"/>
                  <a:pt x="3352800" y="3376457"/>
                  <a:pt x="3352800" y="3368040"/>
                </a:cubicBezTo>
                <a:cubicBezTo>
                  <a:pt x="3352800" y="3359623"/>
                  <a:pt x="3359623" y="3352800"/>
                  <a:pt x="3368040" y="3352800"/>
                </a:cubicBezTo>
                <a:cubicBezTo>
                  <a:pt x="3376457" y="3352800"/>
                  <a:pt x="3383280" y="3359623"/>
                  <a:pt x="3383280" y="3368040"/>
                </a:cubicBezTo>
                <a:close/>
                <a:moveTo>
                  <a:pt x="3383280" y="3520440"/>
                </a:moveTo>
                <a:cubicBezTo>
                  <a:pt x="3383280" y="3528857"/>
                  <a:pt x="3376457" y="3535680"/>
                  <a:pt x="3368040" y="3535680"/>
                </a:cubicBezTo>
                <a:cubicBezTo>
                  <a:pt x="3359623" y="3535680"/>
                  <a:pt x="3352800" y="3528857"/>
                  <a:pt x="3352800" y="3520440"/>
                </a:cubicBezTo>
                <a:cubicBezTo>
                  <a:pt x="3352800" y="3512023"/>
                  <a:pt x="3359623" y="3505200"/>
                  <a:pt x="3368040" y="3505200"/>
                </a:cubicBezTo>
                <a:cubicBezTo>
                  <a:pt x="3376457" y="3505200"/>
                  <a:pt x="3383280" y="3512023"/>
                  <a:pt x="3383280" y="3520440"/>
                </a:cubicBezTo>
                <a:close/>
                <a:moveTo>
                  <a:pt x="3383280" y="3672840"/>
                </a:moveTo>
                <a:cubicBezTo>
                  <a:pt x="3383280" y="3681257"/>
                  <a:pt x="3376457" y="3688080"/>
                  <a:pt x="3368040" y="3688080"/>
                </a:cubicBezTo>
                <a:cubicBezTo>
                  <a:pt x="3359623" y="3688080"/>
                  <a:pt x="3352800" y="3681257"/>
                  <a:pt x="3352800" y="3672840"/>
                </a:cubicBezTo>
                <a:cubicBezTo>
                  <a:pt x="3352800" y="3664423"/>
                  <a:pt x="3359623" y="3657600"/>
                  <a:pt x="3368040" y="3657600"/>
                </a:cubicBezTo>
                <a:cubicBezTo>
                  <a:pt x="3376457" y="3657600"/>
                  <a:pt x="3383280" y="3664423"/>
                  <a:pt x="3383280" y="3672840"/>
                </a:cubicBezTo>
                <a:close/>
                <a:moveTo>
                  <a:pt x="3383280" y="3825240"/>
                </a:moveTo>
                <a:cubicBezTo>
                  <a:pt x="3383280" y="3833657"/>
                  <a:pt x="3376457" y="3840480"/>
                  <a:pt x="3368040" y="3840480"/>
                </a:cubicBezTo>
                <a:cubicBezTo>
                  <a:pt x="3359623" y="3840480"/>
                  <a:pt x="3352800" y="3833657"/>
                  <a:pt x="3352800" y="3825240"/>
                </a:cubicBezTo>
                <a:cubicBezTo>
                  <a:pt x="3352800" y="3816823"/>
                  <a:pt x="3359623" y="3810000"/>
                  <a:pt x="3368040" y="3810000"/>
                </a:cubicBezTo>
                <a:cubicBezTo>
                  <a:pt x="3376457" y="3810000"/>
                  <a:pt x="3383280" y="3816823"/>
                  <a:pt x="3383280" y="3825240"/>
                </a:cubicBezTo>
                <a:close/>
                <a:moveTo>
                  <a:pt x="3383280" y="3977640"/>
                </a:moveTo>
                <a:cubicBezTo>
                  <a:pt x="3383280" y="3986057"/>
                  <a:pt x="3376457" y="3992880"/>
                  <a:pt x="3368040" y="3992880"/>
                </a:cubicBezTo>
                <a:cubicBezTo>
                  <a:pt x="3359623" y="3992880"/>
                  <a:pt x="3352800" y="3986057"/>
                  <a:pt x="3352800" y="3977640"/>
                </a:cubicBezTo>
                <a:cubicBezTo>
                  <a:pt x="3352800" y="3969223"/>
                  <a:pt x="3359623" y="3962400"/>
                  <a:pt x="3368040" y="3962400"/>
                </a:cubicBezTo>
                <a:cubicBezTo>
                  <a:pt x="3376457" y="3962400"/>
                  <a:pt x="3383280" y="3969223"/>
                  <a:pt x="3383280" y="3977640"/>
                </a:cubicBezTo>
                <a:close/>
                <a:moveTo>
                  <a:pt x="3383280" y="4130040"/>
                </a:moveTo>
                <a:cubicBezTo>
                  <a:pt x="3383280" y="4138457"/>
                  <a:pt x="3376457" y="4145280"/>
                  <a:pt x="3368040" y="4145280"/>
                </a:cubicBezTo>
                <a:cubicBezTo>
                  <a:pt x="3359623" y="4145280"/>
                  <a:pt x="3352800" y="4138457"/>
                  <a:pt x="3352800" y="4130040"/>
                </a:cubicBezTo>
                <a:cubicBezTo>
                  <a:pt x="3352800" y="4121623"/>
                  <a:pt x="3359623" y="4114800"/>
                  <a:pt x="3368040" y="4114800"/>
                </a:cubicBezTo>
                <a:cubicBezTo>
                  <a:pt x="3376457" y="4114800"/>
                  <a:pt x="3383280" y="4121623"/>
                  <a:pt x="3383280" y="4130040"/>
                </a:cubicBezTo>
                <a:close/>
                <a:moveTo>
                  <a:pt x="3383280" y="4282440"/>
                </a:moveTo>
                <a:cubicBezTo>
                  <a:pt x="3383280" y="4290857"/>
                  <a:pt x="3376457" y="4297680"/>
                  <a:pt x="3368040" y="4297680"/>
                </a:cubicBezTo>
                <a:cubicBezTo>
                  <a:pt x="3359623" y="4297680"/>
                  <a:pt x="3352800" y="4290857"/>
                  <a:pt x="3352800" y="4282440"/>
                </a:cubicBezTo>
                <a:cubicBezTo>
                  <a:pt x="3352800" y="4274023"/>
                  <a:pt x="3359623" y="4267200"/>
                  <a:pt x="3368040" y="4267200"/>
                </a:cubicBezTo>
                <a:cubicBezTo>
                  <a:pt x="3376457" y="4267200"/>
                  <a:pt x="3383280" y="4274023"/>
                  <a:pt x="3383280" y="4282440"/>
                </a:cubicBezTo>
                <a:close/>
                <a:moveTo>
                  <a:pt x="3383280" y="4434840"/>
                </a:moveTo>
                <a:cubicBezTo>
                  <a:pt x="3383280" y="4443257"/>
                  <a:pt x="3376457" y="4450080"/>
                  <a:pt x="3368040" y="4450080"/>
                </a:cubicBezTo>
                <a:cubicBezTo>
                  <a:pt x="3359623" y="4450080"/>
                  <a:pt x="3352800" y="4443257"/>
                  <a:pt x="3352800" y="4434840"/>
                </a:cubicBezTo>
                <a:cubicBezTo>
                  <a:pt x="3352800" y="4426423"/>
                  <a:pt x="3359623" y="4419600"/>
                  <a:pt x="3368040" y="4419600"/>
                </a:cubicBezTo>
                <a:cubicBezTo>
                  <a:pt x="3376457" y="4419600"/>
                  <a:pt x="3383280" y="4426423"/>
                  <a:pt x="3383280" y="4434840"/>
                </a:cubicBezTo>
                <a:close/>
                <a:moveTo>
                  <a:pt x="3535680" y="15240"/>
                </a:moveTo>
                <a:cubicBezTo>
                  <a:pt x="3535680" y="23657"/>
                  <a:pt x="3528857" y="30480"/>
                  <a:pt x="3520440" y="30480"/>
                </a:cubicBezTo>
                <a:cubicBezTo>
                  <a:pt x="3512023" y="30480"/>
                  <a:pt x="3505200" y="23657"/>
                  <a:pt x="3505200" y="15240"/>
                </a:cubicBezTo>
                <a:cubicBezTo>
                  <a:pt x="3505200" y="6823"/>
                  <a:pt x="3512023" y="0"/>
                  <a:pt x="3520440" y="0"/>
                </a:cubicBezTo>
                <a:cubicBezTo>
                  <a:pt x="3528857" y="0"/>
                  <a:pt x="3535680" y="6823"/>
                  <a:pt x="3535680" y="15240"/>
                </a:cubicBezTo>
                <a:close/>
                <a:moveTo>
                  <a:pt x="3535680" y="167640"/>
                </a:moveTo>
                <a:cubicBezTo>
                  <a:pt x="3535680" y="176057"/>
                  <a:pt x="3528857" y="182880"/>
                  <a:pt x="3520440" y="182880"/>
                </a:cubicBezTo>
                <a:cubicBezTo>
                  <a:pt x="3512023" y="182880"/>
                  <a:pt x="3505200" y="176057"/>
                  <a:pt x="3505200" y="167640"/>
                </a:cubicBezTo>
                <a:cubicBezTo>
                  <a:pt x="3505200" y="159223"/>
                  <a:pt x="3512023" y="152400"/>
                  <a:pt x="3520440" y="152400"/>
                </a:cubicBezTo>
                <a:cubicBezTo>
                  <a:pt x="3528857" y="152400"/>
                  <a:pt x="3535680" y="159223"/>
                  <a:pt x="3535680" y="167640"/>
                </a:cubicBezTo>
                <a:close/>
                <a:moveTo>
                  <a:pt x="3535680" y="320040"/>
                </a:moveTo>
                <a:cubicBezTo>
                  <a:pt x="3535680" y="328457"/>
                  <a:pt x="3528857" y="335280"/>
                  <a:pt x="3520440" y="335280"/>
                </a:cubicBezTo>
                <a:cubicBezTo>
                  <a:pt x="3512023" y="335280"/>
                  <a:pt x="3505200" y="328457"/>
                  <a:pt x="3505200" y="320040"/>
                </a:cubicBezTo>
                <a:cubicBezTo>
                  <a:pt x="3505200" y="311623"/>
                  <a:pt x="3512023" y="304800"/>
                  <a:pt x="3520440" y="304800"/>
                </a:cubicBezTo>
                <a:cubicBezTo>
                  <a:pt x="3528857" y="304800"/>
                  <a:pt x="3535680" y="311623"/>
                  <a:pt x="3535680" y="320040"/>
                </a:cubicBezTo>
                <a:close/>
                <a:moveTo>
                  <a:pt x="3535680" y="472440"/>
                </a:moveTo>
                <a:cubicBezTo>
                  <a:pt x="3535680" y="480857"/>
                  <a:pt x="3528857" y="487680"/>
                  <a:pt x="3520440" y="487680"/>
                </a:cubicBezTo>
                <a:cubicBezTo>
                  <a:pt x="3512023" y="487680"/>
                  <a:pt x="3505200" y="480857"/>
                  <a:pt x="3505200" y="472440"/>
                </a:cubicBezTo>
                <a:cubicBezTo>
                  <a:pt x="3505200" y="464023"/>
                  <a:pt x="3512023" y="457200"/>
                  <a:pt x="3520440" y="457200"/>
                </a:cubicBezTo>
                <a:cubicBezTo>
                  <a:pt x="3528857" y="457200"/>
                  <a:pt x="3535680" y="464023"/>
                  <a:pt x="3535680" y="472440"/>
                </a:cubicBezTo>
                <a:close/>
                <a:moveTo>
                  <a:pt x="3535680" y="624840"/>
                </a:moveTo>
                <a:cubicBezTo>
                  <a:pt x="3535680" y="633257"/>
                  <a:pt x="3528857" y="640080"/>
                  <a:pt x="3520440" y="640080"/>
                </a:cubicBezTo>
                <a:cubicBezTo>
                  <a:pt x="3512023" y="640080"/>
                  <a:pt x="3505200" y="633257"/>
                  <a:pt x="3505200" y="624840"/>
                </a:cubicBezTo>
                <a:cubicBezTo>
                  <a:pt x="3505200" y="616423"/>
                  <a:pt x="3512023" y="609600"/>
                  <a:pt x="3520440" y="609600"/>
                </a:cubicBezTo>
                <a:cubicBezTo>
                  <a:pt x="3528857" y="609600"/>
                  <a:pt x="3535680" y="616423"/>
                  <a:pt x="3535680" y="624840"/>
                </a:cubicBezTo>
                <a:close/>
                <a:moveTo>
                  <a:pt x="3535680" y="777240"/>
                </a:moveTo>
                <a:cubicBezTo>
                  <a:pt x="3535680" y="785657"/>
                  <a:pt x="3528857" y="792480"/>
                  <a:pt x="3520440" y="792480"/>
                </a:cubicBezTo>
                <a:cubicBezTo>
                  <a:pt x="3512023" y="792480"/>
                  <a:pt x="3505200" y="785657"/>
                  <a:pt x="3505200" y="777240"/>
                </a:cubicBezTo>
                <a:cubicBezTo>
                  <a:pt x="3505200" y="768823"/>
                  <a:pt x="3512023" y="762000"/>
                  <a:pt x="3520440" y="762000"/>
                </a:cubicBezTo>
                <a:cubicBezTo>
                  <a:pt x="3528857" y="762000"/>
                  <a:pt x="3535680" y="768823"/>
                  <a:pt x="3535680" y="777240"/>
                </a:cubicBezTo>
                <a:close/>
                <a:moveTo>
                  <a:pt x="3535680" y="929640"/>
                </a:moveTo>
                <a:cubicBezTo>
                  <a:pt x="3535680" y="938057"/>
                  <a:pt x="3528857" y="944880"/>
                  <a:pt x="3520440" y="944880"/>
                </a:cubicBezTo>
                <a:cubicBezTo>
                  <a:pt x="3512023" y="944880"/>
                  <a:pt x="3505200" y="938057"/>
                  <a:pt x="3505200" y="929640"/>
                </a:cubicBezTo>
                <a:cubicBezTo>
                  <a:pt x="3505200" y="921223"/>
                  <a:pt x="3512023" y="914400"/>
                  <a:pt x="3520440" y="914400"/>
                </a:cubicBezTo>
                <a:cubicBezTo>
                  <a:pt x="3528857" y="914400"/>
                  <a:pt x="3535680" y="921223"/>
                  <a:pt x="3535680" y="929640"/>
                </a:cubicBezTo>
                <a:close/>
                <a:moveTo>
                  <a:pt x="3535680" y="1082040"/>
                </a:moveTo>
                <a:cubicBezTo>
                  <a:pt x="3535680" y="1090457"/>
                  <a:pt x="3528857" y="1097280"/>
                  <a:pt x="3520440" y="1097280"/>
                </a:cubicBezTo>
                <a:cubicBezTo>
                  <a:pt x="3512023" y="1097280"/>
                  <a:pt x="3505200" y="1090457"/>
                  <a:pt x="3505200" y="1082040"/>
                </a:cubicBezTo>
                <a:cubicBezTo>
                  <a:pt x="3505200" y="1073623"/>
                  <a:pt x="3512023" y="1066800"/>
                  <a:pt x="3520440" y="1066800"/>
                </a:cubicBezTo>
                <a:cubicBezTo>
                  <a:pt x="3528857" y="1066800"/>
                  <a:pt x="3535680" y="1073623"/>
                  <a:pt x="3535680" y="1082040"/>
                </a:cubicBezTo>
                <a:close/>
                <a:moveTo>
                  <a:pt x="3535680" y="1234440"/>
                </a:moveTo>
                <a:cubicBezTo>
                  <a:pt x="3535680" y="1242857"/>
                  <a:pt x="3528857" y="1249680"/>
                  <a:pt x="3520440" y="1249680"/>
                </a:cubicBezTo>
                <a:cubicBezTo>
                  <a:pt x="3512023" y="1249680"/>
                  <a:pt x="3505200" y="1242857"/>
                  <a:pt x="3505200" y="1234440"/>
                </a:cubicBezTo>
                <a:cubicBezTo>
                  <a:pt x="3505200" y="1226023"/>
                  <a:pt x="3512023" y="1219200"/>
                  <a:pt x="3520440" y="1219200"/>
                </a:cubicBezTo>
                <a:cubicBezTo>
                  <a:pt x="3528857" y="1219200"/>
                  <a:pt x="3535680" y="1226023"/>
                  <a:pt x="3535680" y="1234440"/>
                </a:cubicBezTo>
                <a:close/>
                <a:moveTo>
                  <a:pt x="3535680" y="1386840"/>
                </a:moveTo>
                <a:cubicBezTo>
                  <a:pt x="3535680" y="1395257"/>
                  <a:pt x="3528857" y="1402080"/>
                  <a:pt x="3520440" y="1402080"/>
                </a:cubicBezTo>
                <a:cubicBezTo>
                  <a:pt x="3512023" y="1402080"/>
                  <a:pt x="3505200" y="1395257"/>
                  <a:pt x="3505200" y="1386840"/>
                </a:cubicBezTo>
                <a:cubicBezTo>
                  <a:pt x="3505200" y="1378423"/>
                  <a:pt x="3512023" y="1371600"/>
                  <a:pt x="3520440" y="1371600"/>
                </a:cubicBezTo>
                <a:cubicBezTo>
                  <a:pt x="3528857" y="1371600"/>
                  <a:pt x="3535680" y="1378423"/>
                  <a:pt x="3535680" y="1386840"/>
                </a:cubicBezTo>
                <a:close/>
                <a:moveTo>
                  <a:pt x="3535680" y="1539240"/>
                </a:moveTo>
                <a:cubicBezTo>
                  <a:pt x="3535680" y="1547657"/>
                  <a:pt x="3528857" y="1554480"/>
                  <a:pt x="3520440" y="1554480"/>
                </a:cubicBezTo>
                <a:cubicBezTo>
                  <a:pt x="3512023" y="1554480"/>
                  <a:pt x="3505200" y="1547657"/>
                  <a:pt x="3505200" y="1539240"/>
                </a:cubicBezTo>
                <a:cubicBezTo>
                  <a:pt x="3505200" y="1530823"/>
                  <a:pt x="3512023" y="1524000"/>
                  <a:pt x="3520440" y="1524000"/>
                </a:cubicBezTo>
                <a:cubicBezTo>
                  <a:pt x="3528857" y="1524000"/>
                  <a:pt x="3535680" y="1530823"/>
                  <a:pt x="3535680" y="1539240"/>
                </a:cubicBezTo>
                <a:close/>
                <a:moveTo>
                  <a:pt x="3535680" y="1691640"/>
                </a:moveTo>
                <a:cubicBezTo>
                  <a:pt x="3535680" y="1700057"/>
                  <a:pt x="3528857" y="1706880"/>
                  <a:pt x="3520440" y="1706880"/>
                </a:cubicBezTo>
                <a:cubicBezTo>
                  <a:pt x="3512023" y="1706880"/>
                  <a:pt x="3505200" y="1700057"/>
                  <a:pt x="3505200" y="1691640"/>
                </a:cubicBezTo>
                <a:cubicBezTo>
                  <a:pt x="3505200" y="1683223"/>
                  <a:pt x="3512023" y="1676400"/>
                  <a:pt x="3520440" y="1676400"/>
                </a:cubicBezTo>
                <a:cubicBezTo>
                  <a:pt x="3528857" y="1676400"/>
                  <a:pt x="3535680" y="1683223"/>
                  <a:pt x="3535680" y="1691640"/>
                </a:cubicBezTo>
                <a:close/>
                <a:moveTo>
                  <a:pt x="3535680" y="1844040"/>
                </a:moveTo>
                <a:cubicBezTo>
                  <a:pt x="3535680" y="1852457"/>
                  <a:pt x="3528857" y="1859280"/>
                  <a:pt x="3520440" y="1859280"/>
                </a:cubicBezTo>
                <a:cubicBezTo>
                  <a:pt x="3512023" y="1859280"/>
                  <a:pt x="3505200" y="1852457"/>
                  <a:pt x="3505200" y="1844040"/>
                </a:cubicBezTo>
                <a:cubicBezTo>
                  <a:pt x="3505200" y="1835623"/>
                  <a:pt x="3512023" y="1828800"/>
                  <a:pt x="3520440" y="1828800"/>
                </a:cubicBezTo>
                <a:cubicBezTo>
                  <a:pt x="3528857" y="1828800"/>
                  <a:pt x="3535680" y="1835623"/>
                  <a:pt x="3535680" y="1844040"/>
                </a:cubicBezTo>
                <a:close/>
                <a:moveTo>
                  <a:pt x="3535680" y="1996440"/>
                </a:moveTo>
                <a:cubicBezTo>
                  <a:pt x="3535680" y="2004857"/>
                  <a:pt x="3528857" y="2011680"/>
                  <a:pt x="3520440" y="2011680"/>
                </a:cubicBezTo>
                <a:cubicBezTo>
                  <a:pt x="3512023" y="2011680"/>
                  <a:pt x="3505200" y="2004857"/>
                  <a:pt x="3505200" y="1996440"/>
                </a:cubicBezTo>
                <a:cubicBezTo>
                  <a:pt x="3505200" y="1988023"/>
                  <a:pt x="3512023" y="1981200"/>
                  <a:pt x="3520440" y="1981200"/>
                </a:cubicBezTo>
                <a:cubicBezTo>
                  <a:pt x="3528857" y="1981200"/>
                  <a:pt x="3535680" y="1988023"/>
                  <a:pt x="3535680" y="1996440"/>
                </a:cubicBezTo>
                <a:close/>
                <a:moveTo>
                  <a:pt x="3535680" y="2148840"/>
                </a:moveTo>
                <a:cubicBezTo>
                  <a:pt x="3535680" y="2157257"/>
                  <a:pt x="3528857" y="2164080"/>
                  <a:pt x="3520440" y="2164080"/>
                </a:cubicBezTo>
                <a:cubicBezTo>
                  <a:pt x="3512023" y="2164080"/>
                  <a:pt x="3505200" y="2157257"/>
                  <a:pt x="3505200" y="2148840"/>
                </a:cubicBezTo>
                <a:cubicBezTo>
                  <a:pt x="3505200" y="2140423"/>
                  <a:pt x="3512023" y="2133600"/>
                  <a:pt x="3520440" y="2133600"/>
                </a:cubicBezTo>
                <a:cubicBezTo>
                  <a:pt x="3528857" y="2133600"/>
                  <a:pt x="3535680" y="2140423"/>
                  <a:pt x="3535680" y="2148840"/>
                </a:cubicBezTo>
                <a:close/>
                <a:moveTo>
                  <a:pt x="3535680" y="2301240"/>
                </a:moveTo>
                <a:cubicBezTo>
                  <a:pt x="3535680" y="2309657"/>
                  <a:pt x="3528857" y="2316480"/>
                  <a:pt x="3520440" y="2316480"/>
                </a:cubicBezTo>
                <a:cubicBezTo>
                  <a:pt x="3512023" y="2316480"/>
                  <a:pt x="3505200" y="2309657"/>
                  <a:pt x="3505200" y="2301240"/>
                </a:cubicBezTo>
                <a:cubicBezTo>
                  <a:pt x="3505200" y="2292823"/>
                  <a:pt x="3512023" y="2286000"/>
                  <a:pt x="3520440" y="2286000"/>
                </a:cubicBezTo>
                <a:cubicBezTo>
                  <a:pt x="3528857" y="2286000"/>
                  <a:pt x="3535680" y="2292823"/>
                  <a:pt x="3535680" y="2301240"/>
                </a:cubicBezTo>
                <a:close/>
                <a:moveTo>
                  <a:pt x="3535680" y="2453640"/>
                </a:moveTo>
                <a:cubicBezTo>
                  <a:pt x="3535680" y="2462057"/>
                  <a:pt x="3528857" y="2468880"/>
                  <a:pt x="3520440" y="2468880"/>
                </a:cubicBezTo>
                <a:cubicBezTo>
                  <a:pt x="3512023" y="2468880"/>
                  <a:pt x="3505200" y="2462057"/>
                  <a:pt x="3505200" y="2453640"/>
                </a:cubicBezTo>
                <a:cubicBezTo>
                  <a:pt x="3505200" y="2445223"/>
                  <a:pt x="3512023" y="2438400"/>
                  <a:pt x="3520440" y="2438400"/>
                </a:cubicBezTo>
                <a:cubicBezTo>
                  <a:pt x="3528857" y="2438400"/>
                  <a:pt x="3535680" y="2445223"/>
                  <a:pt x="3535680" y="2453640"/>
                </a:cubicBezTo>
                <a:close/>
                <a:moveTo>
                  <a:pt x="3535680" y="2606040"/>
                </a:moveTo>
                <a:cubicBezTo>
                  <a:pt x="3535680" y="2614457"/>
                  <a:pt x="3528857" y="2621280"/>
                  <a:pt x="3520440" y="2621280"/>
                </a:cubicBezTo>
                <a:cubicBezTo>
                  <a:pt x="3512023" y="2621280"/>
                  <a:pt x="3505200" y="2614457"/>
                  <a:pt x="3505200" y="2606040"/>
                </a:cubicBezTo>
                <a:cubicBezTo>
                  <a:pt x="3505200" y="2597623"/>
                  <a:pt x="3512023" y="2590800"/>
                  <a:pt x="3520440" y="2590800"/>
                </a:cubicBezTo>
                <a:cubicBezTo>
                  <a:pt x="3528857" y="2590800"/>
                  <a:pt x="3535680" y="2597623"/>
                  <a:pt x="3535680" y="2606040"/>
                </a:cubicBezTo>
                <a:close/>
                <a:moveTo>
                  <a:pt x="3535680" y="2758440"/>
                </a:moveTo>
                <a:cubicBezTo>
                  <a:pt x="3535680" y="2766857"/>
                  <a:pt x="3528857" y="2773680"/>
                  <a:pt x="3520440" y="2773680"/>
                </a:cubicBezTo>
                <a:cubicBezTo>
                  <a:pt x="3512023" y="2773680"/>
                  <a:pt x="3505200" y="2766857"/>
                  <a:pt x="3505200" y="2758440"/>
                </a:cubicBezTo>
                <a:cubicBezTo>
                  <a:pt x="3505200" y="2750023"/>
                  <a:pt x="3512023" y="2743200"/>
                  <a:pt x="3520440" y="2743200"/>
                </a:cubicBezTo>
                <a:cubicBezTo>
                  <a:pt x="3528857" y="2743200"/>
                  <a:pt x="3535680" y="2750023"/>
                  <a:pt x="3535680" y="2758440"/>
                </a:cubicBezTo>
                <a:close/>
                <a:moveTo>
                  <a:pt x="3535680" y="2910840"/>
                </a:moveTo>
                <a:cubicBezTo>
                  <a:pt x="3535680" y="2919257"/>
                  <a:pt x="3528857" y="2926080"/>
                  <a:pt x="3520440" y="2926080"/>
                </a:cubicBezTo>
                <a:cubicBezTo>
                  <a:pt x="3512023" y="2926080"/>
                  <a:pt x="3505200" y="2919257"/>
                  <a:pt x="3505200" y="2910840"/>
                </a:cubicBezTo>
                <a:cubicBezTo>
                  <a:pt x="3505200" y="2902423"/>
                  <a:pt x="3512023" y="2895600"/>
                  <a:pt x="3520440" y="2895600"/>
                </a:cubicBezTo>
                <a:cubicBezTo>
                  <a:pt x="3528857" y="2895600"/>
                  <a:pt x="3535680" y="2902423"/>
                  <a:pt x="3535680" y="2910840"/>
                </a:cubicBezTo>
                <a:close/>
                <a:moveTo>
                  <a:pt x="3535680" y="3063240"/>
                </a:moveTo>
                <a:cubicBezTo>
                  <a:pt x="3535680" y="3071657"/>
                  <a:pt x="3528857" y="3078480"/>
                  <a:pt x="3520440" y="3078480"/>
                </a:cubicBezTo>
                <a:cubicBezTo>
                  <a:pt x="3512023" y="3078480"/>
                  <a:pt x="3505200" y="3071657"/>
                  <a:pt x="3505200" y="3063240"/>
                </a:cubicBezTo>
                <a:cubicBezTo>
                  <a:pt x="3505200" y="3054823"/>
                  <a:pt x="3512023" y="3048000"/>
                  <a:pt x="3520440" y="3048000"/>
                </a:cubicBezTo>
                <a:cubicBezTo>
                  <a:pt x="3528857" y="3048000"/>
                  <a:pt x="3535680" y="3054823"/>
                  <a:pt x="3535680" y="3063240"/>
                </a:cubicBezTo>
                <a:close/>
                <a:moveTo>
                  <a:pt x="3535680" y="3215640"/>
                </a:moveTo>
                <a:cubicBezTo>
                  <a:pt x="3535680" y="3224057"/>
                  <a:pt x="3528857" y="3230880"/>
                  <a:pt x="3520440" y="3230880"/>
                </a:cubicBezTo>
                <a:cubicBezTo>
                  <a:pt x="3512023" y="3230880"/>
                  <a:pt x="3505200" y="3224057"/>
                  <a:pt x="3505200" y="3215640"/>
                </a:cubicBezTo>
                <a:cubicBezTo>
                  <a:pt x="3505200" y="3207223"/>
                  <a:pt x="3512023" y="3200400"/>
                  <a:pt x="3520440" y="3200400"/>
                </a:cubicBezTo>
                <a:cubicBezTo>
                  <a:pt x="3528857" y="3200400"/>
                  <a:pt x="3535680" y="3207223"/>
                  <a:pt x="3535680" y="3215640"/>
                </a:cubicBezTo>
                <a:close/>
                <a:moveTo>
                  <a:pt x="3535680" y="3368040"/>
                </a:moveTo>
                <a:cubicBezTo>
                  <a:pt x="3535680" y="3376457"/>
                  <a:pt x="3528857" y="3383280"/>
                  <a:pt x="3520440" y="3383280"/>
                </a:cubicBezTo>
                <a:cubicBezTo>
                  <a:pt x="3512023" y="3383280"/>
                  <a:pt x="3505200" y="3376457"/>
                  <a:pt x="3505200" y="3368040"/>
                </a:cubicBezTo>
                <a:cubicBezTo>
                  <a:pt x="3505200" y="3359623"/>
                  <a:pt x="3512023" y="3352800"/>
                  <a:pt x="3520440" y="3352800"/>
                </a:cubicBezTo>
                <a:cubicBezTo>
                  <a:pt x="3528857" y="3352800"/>
                  <a:pt x="3535680" y="3359623"/>
                  <a:pt x="3535680" y="3368040"/>
                </a:cubicBezTo>
                <a:close/>
                <a:moveTo>
                  <a:pt x="3535680" y="3520440"/>
                </a:moveTo>
                <a:cubicBezTo>
                  <a:pt x="3535680" y="3528857"/>
                  <a:pt x="3528857" y="3535680"/>
                  <a:pt x="3520440" y="3535680"/>
                </a:cubicBezTo>
                <a:cubicBezTo>
                  <a:pt x="3512023" y="3535680"/>
                  <a:pt x="3505200" y="3528857"/>
                  <a:pt x="3505200" y="3520440"/>
                </a:cubicBezTo>
                <a:cubicBezTo>
                  <a:pt x="3505200" y="3512023"/>
                  <a:pt x="3512023" y="3505200"/>
                  <a:pt x="3520440" y="3505200"/>
                </a:cubicBezTo>
                <a:cubicBezTo>
                  <a:pt x="3528857" y="3505200"/>
                  <a:pt x="3535680" y="3512023"/>
                  <a:pt x="3535680" y="3520440"/>
                </a:cubicBezTo>
                <a:close/>
                <a:moveTo>
                  <a:pt x="3535680" y="3672840"/>
                </a:moveTo>
                <a:cubicBezTo>
                  <a:pt x="3535680" y="3681257"/>
                  <a:pt x="3528857" y="3688080"/>
                  <a:pt x="3520440" y="3688080"/>
                </a:cubicBezTo>
                <a:cubicBezTo>
                  <a:pt x="3512023" y="3688080"/>
                  <a:pt x="3505200" y="3681257"/>
                  <a:pt x="3505200" y="3672840"/>
                </a:cubicBezTo>
                <a:cubicBezTo>
                  <a:pt x="3505200" y="3664423"/>
                  <a:pt x="3512023" y="3657600"/>
                  <a:pt x="3520440" y="3657600"/>
                </a:cubicBezTo>
                <a:cubicBezTo>
                  <a:pt x="3528857" y="3657600"/>
                  <a:pt x="3535680" y="3664423"/>
                  <a:pt x="3535680" y="3672840"/>
                </a:cubicBezTo>
                <a:close/>
                <a:moveTo>
                  <a:pt x="3535680" y="3825240"/>
                </a:moveTo>
                <a:cubicBezTo>
                  <a:pt x="3535680" y="3833657"/>
                  <a:pt x="3528857" y="3840480"/>
                  <a:pt x="3520440" y="3840480"/>
                </a:cubicBezTo>
                <a:cubicBezTo>
                  <a:pt x="3512023" y="3840480"/>
                  <a:pt x="3505200" y="3833657"/>
                  <a:pt x="3505200" y="3825240"/>
                </a:cubicBezTo>
                <a:cubicBezTo>
                  <a:pt x="3505200" y="3816823"/>
                  <a:pt x="3512023" y="3810000"/>
                  <a:pt x="3520440" y="3810000"/>
                </a:cubicBezTo>
                <a:cubicBezTo>
                  <a:pt x="3528857" y="3810000"/>
                  <a:pt x="3535680" y="3816823"/>
                  <a:pt x="3535680" y="3825240"/>
                </a:cubicBezTo>
                <a:close/>
                <a:moveTo>
                  <a:pt x="3535680" y="3977640"/>
                </a:moveTo>
                <a:cubicBezTo>
                  <a:pt x="3535680" y="3986057"/>
                  <a:pt x="3528857" y="3992880"/>
                  <a:pt x="3520440" y="3992880"/>
                </a:cubicBezTo>
                <a:cubicBezTo>
                  <a:pt x="3512023" y="3992880"/>
                  <a:pt x="3505200" y="3986057"/>
                  <a:pt x="3505200" y="3977640"/>
                </a:cubicBezTo>
                <a:cubicBezTo>
                  <a:pt x="3505200" y="3969223"/>
                  <a:pt x="3512023" y="3962400"/>
                  <a:pt x="3520440" y="3962400"/>
                </a:cubicBezTo>
                <a:cubicBezTo>
                  <a:pt x="3528857" y="3962400"/>
                  <a:pt x="3535680" y="3969223"/>
                  <a:pt x="3535680" y="3977640"/>
                </a:cubicBezTo>
                <a:close/>
                <a:moveTo>
                  <a:pt x="3535680" y="4130040"/>
                </a:moveTo>
                <a:cubicBezTo>
                  <a:pt x="3535680" y="4138457"/>
                  <a:pt x="3528857" y="4145280"/>
                  <a:pt x="3520440" y="4145280"/>
                </a:cubicBezTo>
                <a:cubicBezTo>
                  <a:pt x="3512023" y="4145280"/>
                  <a:pt x="3505200" y="4138457"/>
                  <a:pt x="3505200" y="4130040"/>
                </a:cubicBezTo>
                <a:cubicBezTo>
                  <a:pt x="3505200" y="4121623"/>
                  <a:pt x="3512023" y="4114800"/>
                  <a:pt x="3520440" y="4114800"/>
                </a:cubicBezTo>
                <a:cubicBezTo>
                  <a:pt x="3528857" y="4114800"/>
                  <a:pt x="3535680" y="4121623"/>
                  <a:pt x="3535680" y="4130040"/>
                </a:cubicBezTo>
                <a:close/>
                <a:moveTo>
                  <a:pt x="3535680" y="4282440"/>
                </a:moveTo>
                <a:cubicBezTo>
                  <a:pt x="3535680" y="4290857"/>
                  <a:pt x="3528857" y="4297680"/>
                  <a:pt x="3520440" y="4297680"/>
                </a:cubicBezTo>
                <a:cubicBezTo>
                  <a:pt x="3512023" y="4297680"/>
                  <a:pt x="3505200" y="4290857"/>
                  <a:pt x="3505200" y="4282440"/>
                </a:cubicBezTo>
                <a:cubicBezTo>
                  <a:pt x="3505200" y="4274023"/>
                  <a:pt x="3512023" y="4267200"/>
                  <a:pt x="3520440" y="4267200"/>
                </a:cubicBezTo>
                <a:cubicBezTo>
                  <a:pt x="3528857" y="4267200"/>
                  <a:pt x="3535680" y="4274023"/>
                  <a:pt x="3535680" y="4282440"/>
                </a:cubicBezTo>
                <a:close/>
                <a:moveTo>
                  <a:pt x="3535680" y="4434840"/>
                </a:moveTo>
                <a:cubicBezTo>
                  <a:pt x="3535680" y="4443257"/>
                  <a:pt x="3528857" y="4450080"/>
                  <a:pt x="3520440" y="4450080"/>
                </a:cubicBezTo>
                <a:cubicBezTo>
                  <a:pt x="3512023" y="4450080"/>
                  <a:pt x="3505200" y="4443257"/>
                  <a:pt x="3505200" y="4434840"/>
                </a:cubicBezTo>
                <a:cubicBezTo>
                  <a:pt x="3505200" y="4426423"/>
                  <a:pt x="3512023" y="4419600"/>
                  <a:pt x="3520440" y="4419600"/>
                </a:cubicBezTo>
                <a:cubicBezTo>
                  <a:pt x="3528857" y="4419600"/>
                  <a:pt x="3535680" y="4426423"/>
                  <a:pt x="3535680" y="4434840"/>
                </a:cubicBezTo>
                <a:close/>
                <a:moveTo>
                  <a:pt x="3688080" y="15240"/>
                </a:moveTo>
                <a:cubicBezTo>
                  <a:pt x="3688080" y="23657"/>
                  <a:pt x="3681257" y="30480"/>
                  <a:pt x="3672840" y="30480"/>
                </a:cubicBezTo>
                <a:cubicBezTo>
                  <a:pt x="3664423" y="30480"/>
                  <a:pt x="3657600" y="23657"/>
                  <a:pt x="3657600" y="15240"/>
                </a:cubicBezTo>
                <a:cubicBezTo>
                  <a:pt x="3657600" y="6823"/>
                  <a:pt x="3664423" y="0"/>
                  <a:pt x="3672840" y="0"/>
                </a:cubicBezTo>
                <a:cubicBezTo>
                  <a:pt x="3681257" y="0"/>
                  <a:pt x="3688080" y="6823"/>
                  <a:pt x="3688080" y="15240"/>
                </a:cubicBezTo>
                <a:close/>
                <a:moveTo>
                  <a:pt x="3688080" y="167640"/>
                </a:moveTo>
                <a:cubicBezTo>
                  <a:pt x="3688080" y="176057"/>
                  <a:pt x="3681257" y="182880"/>
                  <a:pt x="3672840" y="182880"/>
                </a:cubicBezTo>
                <a:cubicBezTo>
                  <a:pt x="3664423" y="182880"/>
                  <a:pt x="3657600" y="176057"/>
                  <a:pt x="3657600" y="167640"/>
                </a:cubicBezTo>
                <a:cubicBezTo>
                  <a:pt x="3657600" y="159223"/>
                  <a:pt x="3664423" y="152400"/>
                  <a:pt x="3672840" y="152400"/>
                </a:cubicBezTo>
                <a:cubicBezTo>
                  <a:pt x="3681257" y="152400"/>
                  <a:pt x="3688080" y="159223"/>
                  <a:pt x="3688080" y="167640"/>
                </a:cubicBezTo>
                <a:close/>
                <a:moveTo>
                  <a:pt x="3688080" y="320040"/>
                </a:moveTo>
                <a:cubicBezTo>
                  <a:pt x="3688080" y="328457"/>
                  <a:pt x="3681257" y="335280"/>
                  <a:pt x="3672840" y="335280"/>
                </a:cubicBezTo>
                <a:cubicBezTo>
                  <a:pt x="3664423" y="335280"/>
                  <a:pt x="3657600" y="328457"/>
                  <a:pt x="3657600" y="320040"/>
                </a:cubicBezTo>
                <a:cubicBezTo>
                  <a:pt x="3657600" y="311623"/>
                  <a:pt x="3664423" y="304800"/>
                  <a:pt x="3672840" y="304800"/>
                </a:cubicBezTo>
                <a:cubicBezTo>
                  <a:pt x="3681257" y="304800"/>
                  <a:pt x="3688080" y="311623"/>
                  <a:pt x="3688080" y="320040"/>
                </a:cubicBezTo>
                <a:close/>
                <a:moveTo>
                  <a:pt x="3688080" y="472440"/>
                </a:moveTo>
                <a:cubicBezTo>
                  <a:pt x="3688080" y="480857"/>
                  <a:pt x="3681257" y="487680"/>
                  <a:pt x="3672840" y="487680"/>
                </a:cubicBezTo>
                <a:cubicBezTo>
                  <a:pt x="3664423" y="487680"/>
                  <a:pt x="3657600" y="480857"/>
                  <a:pt x="3657600" y="472440"/>
                </a:cubicBezTo>
                <a:cubicBezTo>
                  <a:pt x="3657600" y="464023"/>
                  <a:pt x="3664423" y="457200"/>
                  <a:pt x="3672840" y="457200"/>
                </a:cubicBezTo>
                <a:cubicBezTo>
                  <a:pt x="3681257" y="457200"/>
                  <a:pt x="3688080" y="464023"/>
                  <a:pt x="3688080" y="472440"/>
                </a:cubicBezTo>
                <a:close/>
                <a:moveTo>
                  <a:pt x="3688080" y="624840"/>
                </a:moveTo>
                <a:cubicBezTo>
                  <a:pt x="3688080" y="633257"/>
                  <a:pt x="3681257" y="640080"/>
                  <a:pt x="3672840" y="640080"/>
                </a:cubicBezTo>
                <a:cubicBezTo>
                  <a:pt x="3664423" y="640080"/>
                  <a:pt x="3657600" y="633257"/>
                  <a:pt x="3657600" y="624840"/>
                </a:cubicBezTo>
                <a:cubicBezTo>
                  <a:pt x="3657600" y="616423"/>
                  <a:pt x="3664423" y="609600"/>
                  <a:pt x="3672840" y="609600"/>
                </a:cubicBezTo>
                <a:cubicBezTo>
                  <a:pt x="3681257" y="609600"/>
                  <a:pt x="3688080" y="616423"/>
                  <a:pt x="3688080" y="624840"/>
                </a:cubicBezTo>
                <a:close/>
                <a:moveTo>
                  <a:pt x="3688080" y="777240"/>
                </a:moveTo>
                <a:cubicBezTo>
                  <a:pt x="3688080" y="785657"/>
                  <a:pt x="3681257" y="792480"/>
                  <a:pt x="3672840" y="792480"/>
                </a:cubicBezTo>
                <a:cubicBezTo>
                  <a:pt x="3664423" y="792480"/>
                  <a:pt x="3657600" y="785657"/>
                  <a:pt x="3657600" y="777240"/>
                </a:cubicBezTo>
                <a:cubicBezTo>
                  <a:pt x="3657600" y="768823"/>
                  <a:pt x="3664423" y="762000"/>
                  <a:pt x="3672840" y="762000"/>
                </a:cubicBezTo>
                <a:cubicBezTo>
                  <a:pt x="3681257" y="762000"/>
                  <a:pt x="3688080" y="768823"/>
                  <a:pt x="3688080" y="777240"/>
                </a:cubicBezTo>
                <a:close/>
                <a:moveTo>
                  <a:pt x="3688080" y="929640"/>
                </a:moveTo>
                <a:cubicBezTo>
                  <a:pt x="3688080" y="938057"/>
                  <a:pt x="3681257" y="944880"/>
                  <a:pt x="3672840" y="944880"/>
                </a:cubicBezTo>
                <a:cubicBezTo>
                  <a:pt x="3664423" y="944880"/>
                  <a:pt x="3657600" y="938057"/>
                  <a:pt x="3657600" y="929640"/>
                </a:cubicBezTo>
                <a:cubicBezTo>
                  <a:pt x="3657600" y="921223"/>
                  <a:pt x="3664423" y="914400"/>
                  <a:pt x="3672840" y="914400"/>
                </a:cubicBezTo>
                <a:cubicBezTo>
                  <a:pt x="3681257" y="914400"/>
                  <a:pt x="3688080" y="921223"/>
                  <a:pt x="3688080" y="929640"/>
                </a:cubicBezTo>
                <a:close/>
                <a:moveTo>
                  <a:pt x="3688080" y="1082040"/>
                </a:moveTo>
                <a:cubicBezTo>
                  <a:pt x="3688080" y="1090457"/>
                  <a:pt x="3681257" y="1097280"/>
                  <a:pt x="3672840" y="1097280"/>
                </a:cubicBezTo>
                <a:cubicBezTo>
                  <a:pt x="3664423" y="1097280"/>
                  <a:pt x="3657600" y="1090457"/>
                  <a:pt x="3657600" y="1082040"/>
                </a:cubicBezTo>
                <a:cubicBezTo>
                  <a:pt x="3657600" y="1073623"/>
                  <a:pt x="3664423" y="1066800"/>
                  <a:pt x="3672840" y="1066800"/>
                </a:cubicBezTo>
                <a:cubicBezTo>
                  <a:pt x="3681257" y="1066800"/>
                  <a:pt x="3688080" y="1073623"/>
                  <a:pt x="3688080" y="1082040"/>
                </a:cubicBezTo>
                <a:close/>
                <a:moveTo>
                  <a:pt x="3688080" y="1234440"/>
                </a:moveTo>
                <a:cubicBezTo>
                  <a:pt x="3688080" y="1242857"/>
                  <a:pt x="3681257" y="1249680"/>
                  <a:pt x="3672840" y="1249680"/>
                </a:cubicBezTo>
                <a:cubicBezTo>
                  <a:pt x="3664423" y="1249680"/>
                  <a:pt x="3657600" y="1242857"/>
                  <a:pt x="3657600" y="1234440"/>
                </a:cubicBezTo>
                <a:cubicBezTo>
                  <a:pt x="3657600" y="1226023"/>
                  <a:pt x="3664423" y="1219200"/>
                  <a:pt x="3672840" y="1219200"/>
                </a:cubicBezTo>
                <a:cubicBezTo>
                  <a:pt x="3681257" y="1219200"/>
                  <a:pt x="3688080" y="1226023"/>
                  <a:pt x="3688080" y="1234440"/>
                </a:cubicBezTo>
                <a:close/>
                <a:moveTo>
                  <a:pt x="3688080" y="1386840"/>
                </a:moveTo>
                <a:cubicBezTo>
                  <a:pt x="3688080" y="1395257"/>
                  <a:pt x="3681257" y="1402080"/>
                  <a:pt x="3672840" y="1402080"/>
                </a:cubicBezTo>
                <a:cubicBezTo>
                  <a:pt x="3664423" y="1402080"/>
                  <a:pt x="3657600" y="1395257"/>
                  <a:pt x="3657600" y="1386840"/>
                </a:cubicBezTo>
                <a:cubicBezTo>
                  <a:pt x="3657600" y="1378423"/>
                  <a:pt x="3664423" y="1371600"/>
                  <a:pt x="3672840" y="1371600"/>
                </a:cubicBezTo>
                <a:cubicBezTo>
                  <a:pt x="3681257" y="1371600"/>
                  <a:pt x="3688080" y="1378423"/>
                  <a:pt x="3688080" y="1386840"/>
                </a:cubicBezTo>
                <a:close/>
                <a:moveTo>
                  <a:pt x="3688080" y="1539240"/>
                </a:moveTo>
                <a:cubicBezTo>
                  <a:pt x="3688080" y="1547657"/>
                  <a:pt x="3681257" y="1554480"/>
                  <a:pt x="3672840" y="1554480"/>
                </a:cubicBezTo>
                <a:cubicBezTo>
                  <a:pt x="3664423" y="1554480"/>
                  <a:pt x="3657600" y="1547657"/>
                  <a:pt x="3657600" y="1539240"/>
                </a:cubicBezTo>
                <a:cubicBezTo>
                  <a:pt x="3657600" y="1530823"/>
                  <a:pt x="3664423" y="1524000"/>
                  <a:pt x="3672840" y="1524000"/>
                </a:cubicBezTo>
                <a:cubicBezTo>
                  <a:pt x="3681257" y="1524000"/>
                  <a:pt x="3688080" y="1530823"/>
                  <a:pt x="3688080" y="1539240"/>
                </a:cubicBezTo>
                <a:close/>
                <a:moveTo>
                  <a:pt x="3688080" y="1691640"/>
                </a:moveTo>
                <a:cubicBezTo>
                  <a:pt x="3688080" y="1700057"/>
                  <a:pt x="3681257" y="1706880"/>
                  <a:pt x="3672840" y="1706880"/>
                </a:cubicBezTo>
                <a:cubicBezTo>
                  <a:pt x="3664423" y="1706880"/>
                  <a:pt x="3657600" y="1700057"/>
                  <a:pt x="3657600" y="1691640"/>
                </a:cubicBezTo>
                <a:cubicBezTo>
                  <a:pt x="3657600" y="1683223"/>
                  <a:pt x="3664423" y="1676400"/>
                  <a:pt x="3672840" y="1676400"/>
                </a:cubicBezTo>
                <a:cubicBezTo>
                  <a:pt x="3681257" y="1676400"/>
                  <a:pt x="3688080" y="1683223"/>
                  <a:pt x="3688080" y="1691640"/>
                </a:cubicBezTo>
                <a:close/>
                <a:moveTo>
                  <a:pt x="3688080" y="1844040"/>
                </a:moveTo>
                <a:cubicBezTo>
                  <a:pt x="3688080" y="1852457"/>
                  <a:pt x="3681257" y="1859280"/>
                  <a:pt x="3672840" y="1859280"/>
                </a:cubicBezTo>
                <a:cubicBezTo>
                  <a:pt x="3664423" y="1859280"/>
                  <a:pt x="3657600" y="1852457"/>
                  <a:pt x="3657600" y="1844040"/>
                </a:cubicBezTo>
                <a:cubicBezTo>
                  <a:pt x="3657600" y="1835623"/>
                  <a:pt x="3664423" y="1828800"/>
                  <a:pt x="3672840" y="1828800"/>
                </a:cubicBezTo>
                <a:cubicBezTo>
                  <a:pt x="3681257" y="1828800"/>
                  <a:pt x="3688080" y="1835623"/>
                  <a:pt x="3688080" y="1844040"/>
                </a:cubicBezTo>
                <a:close/>
                <a:moveTo>
                  <a:pt x="3688080" y="1996440"/>
                </a:moveTo>
                <a:cubicBezTo>
                  <a:pt x="3688080" y="2004857"/>
                  <a:pt x="3681257" y="2011680"/>
                  <a:pt x="3672840" y="2011680"/>
                </a:cubicBezTo>
                <a:cubicBezTo>
                  <a:pt x="3664423" y="2011680"/>
                  <a:pt x="3657600" y="2004857"/>
                  <a:pt x="3657600" y="1996440"/>
                </a:cubicBezTo>
                <a:cubicBezTo>
                  <a:pt x="3657600" y="1988023"/>
                  <a:pt x="3664423" y="1981200"/>
                  <a:pt x="3672840" y="1981200"/>
                </a:cubicBezTo>
                <a:cubicBezTo>
                  <a:pt x="3681257" y="1981200"/>
                  <a:pt x="3688080" y="1988023"/>
                  <a:pt x="3688080" y="1996440"/>
                </a:cubicBezTo>
                <a:close/>
                <a:moveTo>
                  <a:pt x="3688080" y="2148840"/>
                </a:moveTo>
                <a:cubicBezTo>
                  <a:pt x="3688080" y="2157257"/>
                  <a:pt x="3681257" y="2164080"/>
                  <a:pt x="3672840" y="2164080"/>
                </a:cubicBezTo>
                <a:cubicBezTo>
                  <a:pt x="3664423" y="2164080"/>
                  <a:pt x="3657600" y="2157257"/>
                  <a:pt x="3657600" y="2148840"/>
                </a:cubicBezTo>
                <a:cubicBezTo>
                  <a:pt x="3657600" y="2140423"/>
                  <a:pt x="3664423" y="2133600"/>
                  <a:pt x="3672840" y="2133600"/>
                </a:cubicBezTo>
                <a:cubicBezTo>
                  <a:pt x="3681257" y="2133600"/>
                  <a:pt x="3688080" y="2140423"/>
                  <a:pt x="3688080" y="2148840"/>
                </a:cubicBezTo>
                <a:close/>
                <a:moveTo>
                  <a:pt x="3688080" y="2301240"/>
                </a:moveTo>
                <a:cubicBezTo>
                  <a:pt x="3688080" y="2309657"/>
                  <a:pt x="3681257" y="2316480"/>
                  <a:pt x="3672840" y="2316480"/>
                </a:cubicBezTo>
                <a:cubicBezTo>
                  <a:pt x="3664423" y="2316480"/>
                  <a:pt x="3657600" y="2309657"/>
                  <a:pt x="3657600" y="2301240"/>
                </a:cubicBezTo>
                <a:cubicBezTo>
                  <a:pt x="3657600" y="2292823"/>
                  <a:pt x="3664423" y="2286000"/>
                  <a:pt x="3672840" y="2286000"/>
                </a:cubicBezTo>
                <a:cubicBezTo>
                  <a:pt x="3681257" y="2286000"/>
                  <a:pt x="3688080" y="2292823"/>
                  <a:pt x="3688080" y="2301240"/>
                </a:cubicBezTo>
                <a:close/>
                <a:moveTo>
                  <a:pt x="3688080" y="2453640"/>
                </a:moveTo>
                <a:cubicBezTo>
                  <a:pt x="3688080" y="2462057"/>
                  <a:pt x="3681257" y="2468880"/>
                  <a:pt x="3672840" y="2468880"/>
                </a:cubicBezTo>
                <a:cubicBezTo>
                  <a:pt x="3664423" y="2468880"/>
                  <a:pt x="3657600" y="2462057"/>
                  <a:pt x="3657600" y="2453640"/>
                </a:cubicBezTo>
                <a:cubicBezTo>
                  <a:pt x="3657600" y="2445223"/>
                  <a:pt x="3664423" y="2438400"/>
                  <a:pt x="3672840" y="2438400"/>
                </a:cubicBezTo>
                <a:cubicBezTo>
                  <a:pt x="3681257" y="2438400"/>
                  <a:pt x="3688080" y="2445223"/>
                  <a:pt x="3688080" y="2453640"/>
                </a:cubicBezTo>
                <a:close/>
                <a:moveTo>
                  <a:pt x="3688080" y="2606040"/>
                </a:moveTo>
                <a:cubicBezTo>
                  <a:pt x="3688080" y="2614457"/>
                  <a:pt x="3681257" y="2621280"/>
                  <a:pt x="3672840" y="2621280"/>
                </a:cubicBezTo>
                <a:cubicBezTo>
                  <a:pt x="3664423" y="2621280"/>
                  <a:pt x="3657600" y="2614457"/>
                  <a:pt x="3657600" y="2606040"/>
                </a:cubicBezTo>
                <a:cubicBezTo>
                  <a:pt x="3657600" y="2597623"/>
                  <a:pt x="3664423" y="2590800"/>
                  <a:pt x="3672840" y="2590800"/>
                </a:cubicBezTo>
                <a:cubicBezTo>
                  <a:pt x="3681257" y="2590800"/>
                  <a:pt x="3688080" y="2597623"/>
                  <a:pt x="3688080" y="2606040"/>
                </a:cubicBezTo>
                <a:close/>
                <a:moveTo>
                  <a:pt x="3688080" y="2758440"/>
                </a:moveTo>
                <a:cubicBezTo>
                  <a:pt x="3688080" y="2766857"/>
                  <a:pt x="3681257" y="2773680"/>
                  <a:pt x="3672840" y="2773680"/>
                </a:cubicBezTo>
                <a:cubicBezTo>
                  <a:pt x="3664423" y="2773680"/>
                  <a:pt x="3657600" y="2766857"/>
                  <a:pt x="3657600" y="2758440"/>
                </a:cubicBezTo>
                <a:cubicBezTo>
                  <a:pt x="3657600" y="2750023"/>
                  <a:pt x="3664423" y="2743200"/>
                  <a:pt x="3672840" y="2743200"/>
                </a:cubicBezTo>
                <a:cubicBezTo>
                  <a:pt x="3681257" y="2743200"/>
                  <a:pt x="3688080" y="2750023"/>
                  <a:pt x="3688080" y="2758440"/>
                </a:cubicBezTo>
                <a:close/>
                <a:moveTo>
                  <a:pt x="3688080" y="2910840"/>
                </a:moveTo>
                <a:cubicBezTo>
                  <a:pt x="3688080" y="2919257"/>
                  <a:pt x="3681257" y="2926080"/>
                  <a:pt x="3672840" y="2926080"/>
                </a:cubicBezTo>
                <a:cubicBezTo>
                  <a:pt x="3664423" y="2926080"/>
                  <a:pt x="3657600" y="2919257"/>
                  <a:pt x="3657600" y="2910840"/>
                </a:cubicBezTo>
                <a:cubicBezTo>
                  <a:pt x="3657600" y="2902423"/>
                  <a:pt x="3664423" y="2895600"/>
                  <a:pt x="3672840" y="2895600"/>
                </a:cubicBezTo>
                <a:cubicBezTo>
                  <a:pt x="3681257" y="2895600"/>
                  <a:pt x="3688080" y="2902423"/>
                  <a:pt x="3688080" y="2910840"/>
                </a:cubicBezTo>
                <a:close/>
                <a:moveTo>
                  <a:pt x="3688080" y="3063240"/>
                </a:moveTo>
                <a:cubicBezTo>
                  <a:pt x="3688080" y="3071657"/>
                  <a:pt x="3681257" y="3078480"/>
                  <a:pt x="3672840" y="3078480"/>
                </a:cubicBezTo>
                <a:cubicBezTo>
                  <a:pt x="3664423" y="3078480"/>
                  <a:pt x="3657600" y="3071657"/>
                  <a:pt x="3657600" y="3063240"/>
                </a:cubicBezTo>
                <a:cubicBezTo>
                  <a:pt x="3657600" y="3054823"/>
                  <a:pt x="3664423" y="3048000"/>
                  <a:pt x="3672840" y="3048000"/>
                </a:cubicBezTo>
                <a:cubicBezTo>
                  <a:pt x="3681257" y="3048000"/>
                  <a:pt x="3688080" y="3054823"/>
                  <a:pt x="3688080" y="3063240"/>
                </a:cubicBezTo>
                <a:close/>
                <a:moveTo>
                  <a:pt x="3688080" y="3215640"/>
                </a:moveTo>
                <a:cubicBezTo>
                  <a:pt x="3688080" y="3224057"/>
                  <a:pt x="3681257" y="3230880"/>
                  <a:pt x="3672840" y="3230880"/>
                </a:cubicBezTo>
                <a:cubicBezTo>
                  <a:pt x="3664423" y="3230880"/>
                  <a:pt x="3657600" y="3224057"/>
                  <a:pt x="3657600" y="3215640"/>
                </a:cubicBezTo>
                <a:cubicBezTo>
                  <a:pt x="3657600" y="3207223"/>
                  <a:pt x="3664423" y="3200400"/>
                  <a:pt x="3672840" y="3200400"/>
                </a:cubicBezTo>
                <a:cubicBezTo>
                  <a:pt x="3681257" y="3200400"/>
                  <a:pt x="3688080" y="3207223"/>
                  <a:pt x="3688080" y="3215640"/>
                </a:cubicBezTo>
                <a:close/>
                <a:moveTo>
                  <a:pt x="3688080" y="3368040"/>
                </a:moveTo>
                <a:cubicBezTo>
                  <a:pt x="3688080" y="3376457"/>
                  <a:pt x="3681257" y="3383280"/>
                  <a:pt x="3672840" y="3383280"/>
                </a:cubicBezTo>
                <a:cubicBezTo>
                  <a:pt x="3664423" y="3383280"/>
                  <a:pt x="3657600" y="3376457"/>
                  <a:pt x="3657600" y="3368040"/>
                </a:cubicBezTo>
                <a:cubicBezTo>
                  <a:pt x="3657600" y="3359623"/>
                  <a:pt x="3664423" y="3352800"/>
                  <a:pt x="3672840" y="3352800"/>
                </a:cubicBezTo>
                <a:cubicBezTo>
                  <a:pt x="3681257" y="3352800"/>
                  <a:pt x="3688080" y="3359623"/>
                  <a:pt x="3688080" y="3368040"/>
                </a:cubicBezTo>
                <a:close/>
                <a:moveTo>
                  <a:pt x="3688080" y="3520440"/>
                </a:moveTo>
                <a:cubicBezTo>
                  <a:pt x="3688080" y="3528857"/>
                  <a:pt x="3681257" y="3535680"/>
                  <a:pt x="3672840" y="3535680"/>
                </a:cubicBezTo>
                <a:cubicBezTo>
                  <a:pt x="3664423" y="3535680"/>
                  <a:pt x="3657600" y="3528857"/>
                  <a:pt x="3657600" y="3520440"/>
                </a:cubicBezTo>
                <a:cubicBezTo>
                  <a:pt x="3657600" y="3512023"/>
                  <a:pt x="3664423" y="3505200"/>
                  <a:pt x="3672840" y="3505200"/>
                </a:cubicBezTo>
                <a:cubicBezTo>
                  <a:pt x="3681257" y="3505200"/>
                  <a:pt x="3688080" y="3512023"/>
                  <a:pt x="3688080" y="3520440"/>
                </a:cubicBezTo>
                <a:close/>
                <a:moveTo>
                  <a:pt x="3688080" y="3672840"/>
                </a:moveTo>
                <a:cubicBezTo>
                  <a:pt x="3688080" y="3681257"/>
                  <a:pt x="3681257" y="3688080"/>
                  <a:pt x="3672840" y="3688080"/>
                </a:cubicBezTo>
                <a:cubicBezTo>
                  <a:pt x="3664423" y="3688080"/>
                  <a:pt x="3657600" y="3681257"/>
                  <a:pt x="3657600" y="3672840"/>
                </a:cubicBezTo>
                <a:cubicBezTo>
                  <a:pt x="3657600" y="3664423"/>
                  <a:pt x="3664423" y="3657600"/>
                  <a:pt x="3672840" y="3657600"/>
                </a:cubicBezTo>
                <a:cubicBezTo>
                  <a:pt x="3681257" y="3657600"/>
                  <a:pt x="3688080" y="3664423"/>
                  <a:pt x="3688080" y="3672840"/>
                </a:cubicBezTo>
                <a:close/>
                <a:moveTo>
                  <a:pt x="3688080" y="3825240"/>
                </a:moveTo>
                <a:cubicBezTo>
                  <a:pt x="3688080" y="3833657"/>
                  <a:pt x="3681257" y="3840480"/>
                  <a:pt x="3672840" y="3840480"/>
                </a:cubicBezTo>
                <a:cubicBezTo>
                  <a:pt x="3664423" y="3840480"/>
                  <a:pt x="3657600" y="3833657"/>
                  <a:pt x="3657600" y="3825240"/>
                </a:cubicBezTo>
                <a:cubicBezTo>
                  <a:pt x="3657600" y="3816823"/>
                  <a:pt x="3664423" y="3810000"/>
                  <a:pt x="3672840" y="3810000"/>
                </a:cubicBezTo>
                <a:cubicBezTo>
                  <a:pt x="3681257" y="3810000"/>
                  <a:pt x="3688080" y="3816823"/>
                  <a:pt x="3688080" y="3825240"/>
                </a:cubicBezTo>
                <a:close/>
                <a:moveTo>
                  <a:pt x="3688080" y="3977640"/>
                </a:moveTo>
                <a:cubicBezTo>
                  <a:pt x="3688080" y="3986057"/>
                  <a:pt x="3681257" y="3992880"/>
                  <a:pt x="3672840" y="3992880"/>
                </a:cubicBezTo>
                <a:cubicBezTo>
                  <a:pt x="3664423" y="3992880"/>
                  <a:pt x="3657600" y="3986057"/>
                  <a:pt x="3657600" y="3977640"/>
                </a:cubicBezTo>
                <a:cubicBezTo>
                  <a:pt x="3657600" y="3969223"/>
                  <a:pt x="3664423" y="3962400"/>
                  <a:pt x="3672840" y="3962400"/>
                </a:cubicBezTo>
                <a:cubicBezTo>
                  <a:pt x="3681257" y="3962400"/>
                  <a:pt x="3688080" y="3969223"/>
                  <a:pt x="3688080" y="3977640"/>
                </a:cubicBezTo>
                <a:close/>
                <a:moveTo>
                  <a:pt x="3688080" y="4130040"/>
                </a:moveTo>
                <a:cubicBezTo>
                  <a:pt x="3688080" y="4138457"/>
                  <a:pt x="3681257" y="4145280"/>
                  <a:pt x="3672840" y="4145280"/>
                </a:cubicBezTo>
                <a:cubicBezTo>
                  <a:pt x="3664423" y="4145280"/>
                  <a:pt x="3657600" y="4138457"/>
                  <a:pt x="3657600" y="4130040"/>
                </a:cubicBezTo>
                <a:cubicBezTo>
                  <a:pt x="3657600" y="4121623"/>
                  <a:pt x="3664423" y="4114800"/>
                  <a:pt x="3672840" y="4114800"/>
                </a:cubicBezTo>
                <a:cubicBezTo>
                  <a:pt x="3681257" y="4114800"/>
                  <a:pt x="3688080" y="4121623"/>
                  <a:pt x="3688080" y="4130040"/>
                </a:cubicBezTo>
                <a:close/>
                <a:moveTo>
                  <a:pt x="3688080" y="4282440"/>
                </a:moveTo>
                <a:cubicBezTo>
                  <a:pt x="3688080" y="4290857"/>
                  <a:pt x="3681257" y="4297680"/>
                  <a:pt x="3672840" y="4297680"/>
                </a:cubicBezTo>
                <a:cubicBezTo>
                  <a:pt x="3664423" y="4297680"/>
                  <a:pt x="3657600" y="4290857"/>
                  <a:pt x="3657600" y="4282440"/>
                </a:cubicBezTo>
                <a:cubicBezTo>
                  <a:pt x="3657600" y="4274023"/>
                  <a:pt x="3664423" y="4267200"/>
                  <a:pt x="3672840" y="4267200"/>
                </a:cubicBezTo>
                <a:cubicBezTo>
                  <a:pt x="3681257" y="4267200"/>
                  <a:pt x="3688080" y="4274023"/>
                  <a:pt x="3688080" y="4282440"/>
                </a:cubicBezTo>
                <a:close/>
                <a:moveTo>
                  <a:pt x="3688080" y="4434840"/>
                </a:moveTo>
                <a:cubicBezTo>
                  <a:pt x="3688080" y="4443257"/>
                  <a:pt x="3681257" y="4450080"/>
                  <a:pt x="3672840" y="4450080"/>
                </a:cubicBezTo>
                <a:cubicBezTo>
                  <a:pt x="3664423" y="4450080"/>
                  <a:pt x="3657600" y="4443257"/>
                  <a:pt x="3657600" y="4434840"/>
                </a:cubicBezTo>
                <a:cubicBezTo>
                  <a:pt x="3657600" y="4426423"/>
                  <a:pt x="3664423" y="4419600"/>
                  <a:pt x="3672840" y="4419600"/>
                </a:cubicBezTo>
                <a:cubicBezTo>
                  <a:pt x="3681257" y="4419600"/>
                  <a:pt x="3688080" y="4426423"/>
                  <a:pt x="3688080" y="4434840"/>
                </a:cubicBezTo>
                <a:close/>
                <a:moveTo>
                  <a:pt x="3840480" y="15240"/>
                </a:moveTo>
                <a:cubicBezTo>
                  <a:pt x="3840480" y="23657"/>
                  <a:pt x="3833657" y="30480"/>
                  <a:pt x="3825240" y="30480"/>
                </a:cubicBezTo>
                <a:cubicBezTo>
                  <a:pt x="3816823" y="30480"/>
                  <a:pt x="3810000" y="23657"/>
                  <a:pt x="3810000" y="15240"/>
                </a:cubicBezTo>
                <a:cubicBezTo>
                  <a:pt x="3810000" y="6823"/>
                  <a:pt x="3816823" y="0"/>
                  <a:pt x="3825240" y="0"/>
                </a:cubicBezTo>
                <a:cubicBezTo>
                  <a:pt x="3833657" y="0"/>
                  <a:pt x="3840480" y="6823"/>
                  <a:pt x="3840480" y="15240"/>
                </a:cubicBezTo>
                <a:close/>
                <a:moveTo>
                  <a:pt x="3840480" y="167640"/>
                </a:moveTo>
                <a:cubicBezTo>
                  <a:pt x="3840480" y="176057"/>
                  <a:pt x="3833657" y="182880"/>
                  <a:pt x="3825240" y="182880"/>
                </a:cubicBezTo>
                <a:cubicBezTo>
                  <a:pt x="3816823" y="182880"/>
                  <a:pt x="3810000" y="176057"/>
                  <a:pt x="3810000" y="167640"/>
                </a:cubicBezTo>
                <a:cubicBezTo>
                  <a:pt x="3810000" y="159223"/>
                  <a:pt x="3816823" y="152400"/>
                  <a:pt x="3825240" y="152400"/>
                </a:cubicBezTo>
                <a:cubicBezTo>
                  <a:pt x="3833657" y="152400"/>
                  <a:pt x="3840480" y="159223"/>
                  <a:pt x="3840480" y="167640"/>
                </a:cubicBezTo>
                <a:close/>
                <a:moveTo>
                  <a:pt x="3840480" y="320040"/>
                </a:moveTo>
                <a:cubicBezTo>
                  <a:pt x="3840480" y="328457"/>
                  <a:pt x="3833657" y="335280"/>
                  <a:pt x="3825240" y="335280"/>
                </a:cubicBezTo>
                <a:cubicBezTo>
                  <a:pt x="3816823" y="335280"/>
                  <a:pt x="3810000" y="328457"/>
                  <a:pt x="3810000" y="320040"/>
                </a:cubicBezTo>
                <a:cubicBezTo>
                  <a:pt x="3810000" y="311623"/>
                  <a:pt x="3816823" y="304800"/>
                  <a:pt x="3825240" y="304800"/>
                </a:cubicBezTo>
                <a:cubicBezTo>
                  <a:pt x="3833657" y="304800"/>
                  <a:pt x="3840480" y="311623"/>
                  <a:pt x="3840480" y="320040"/>
                </a:cubicBezTo>
                <a:close/>
                <a:moveTo>
                  <a:pt x="3840480" y="472440"/>
                </a:moveTo>
                <a:cubicBezTo>
                  <a:pt x="3840480" y="480857"/>
                  <a:pt x="3833657" y="487680"/>
                  <a:pt x="3825240" y="487680"/>
                </a:cubicBezTo>
                <a:cubicBezTo>
                  <a:pt x="3816823" y="487680"/>
                  <a:pt x="3810000" y="480857"/>
                  <a:pt x="3810000" y="472440"/>
                </a:cubicBezTo>
                <a:cubicBezTo>
                  <a:pt x="3810000" y="464023"/>
                  <a:pt x="3816823" y="457200"/>
                  <a:pt x="3825240" y="457200"/>
                </a:cubicBezTo>
                <a:cubicBezTo>
                  <a:pt x="3833657" y="457200"/>
                  <a:pt x="3840480" y="464023"/>
                  <a:pt x="3840480" y="472440"/>
                </a:cubicBezTo>
                <a:close/>
                <a:moveTo>
                  <a:pt x="3840480" y="624840"/>
                </a:moveTo>
                <a:cubicBezTo>
                  <a:pt x="3840480" y="633257"/>
                  <a:pt x="3833657" y="640080"/>
                  <a:pt x="3825240" y="640080"/>
                </a:cubicBezTo>
                <a:cubicBezTo>
                  <a:pt x="3816823" y="640080"/>
                  <a:pt x="3810000" y="633257"/>
                  <a:pt x="3810000" y="624840"/>
                </a:cubicBezTo>
                <a:cubicBezTo>
                  <a:pt x="3810000" y="616423"/>
                  <a:pt x="3816823" y="609600"/>
                  <a:pt x="3825240" y="609600"/>
                </a:cubicBezTo>
                <a:cubicBezTo>
                  <a:pt x="3833657" y="609600"/>
                  <a:pt x="3840480" y="616423"/>
                  <a:pt x="3840480" y="624840"/>
                </a:cubicBezTo>
                <a:close/>
                <a:moveTo>
                  <a:pt x="3840480" y="777240"/>
                </a:moveTo>
                <a:cubicBezTo>
                  <a:pt x="3840480" y="785657"/>
                  <a:pt x="3833657" y="792480"/>
                  <a:pt x="3825240" y="792480"/>
                </a:cubicBezTo>
                <a:cubicBezTo>
                  <a:pt x="3816823" y="792480"/>
                  <a:pt x="3810000" y="785657"/>
                  <a:pt x="3810000" y="777240"/>
                </a:cubicBezTo>
                <a:cubicBezTo>
                  <a:pt x="3810000" y="768823"/>
                  <a:pt x="3816823" y="762000"/>
                  <a:pt x="3825240" y="762000"/>
                </a:cubicBezTo>
                <a:cubicBezTo>
                  <a:pt x="3833657" y="762000"/>
                  <a:pt x="3840480" y="768823"/>
                  <a:pt x="3840480" y="777240"/>
                </a:cubicBezTo>
                <a:close/>
                <a:moveTo>
                  <a:pt x="3840480" y="929640"/>
                </a:moveTo>
                <a:cubicBezTo>
                  <a:pt x="3840480" y="938057"/>
                  <a:pt x="3833657" y="944880"/>
                  <a:pt x="3825240" y="944880"/>
                </a:cubicBezTo>
                <a:cubicBezTo>
                  <a:pt x="3816823" y="944880"/>
                  <a:pt x="3810000" y="938057"/>
                  <a:pt x="3810000" y="929640"/>
                </a:cubicBezTo>
                <a:cubicBezTo>
                  <a:pt x="3810000" y="921223"/>
                  <a:pt x="3816823" y="914400"/>
                  <a:pt x="3825240" y="914400"/>
                </a:cubicBezTo>
                <a:cubicBezTo>
                  <a:pt x="3833657" y="914400"/>
                  <a:pt x="3840480" y="921223"/>
                  <a:pt x="3840480" y="929640"/>
                </a:cubicBezTo>
                <a:close/>
                <a:moveTo>
                  <a:pt x="3840480" y="1082040"/>
                </a:moveTo>
                <a:cubicBezTo>
                  <a:pt x="3840480" y="1090457"/>
                  <a:pt x="3833657" y="1097280"/>
                  <a:pt x="3825240" y="1097280"/>
                </a:cubicBezTo>
                <a:cubicBezTo>
                  <a:pt x="3816823" y="1097280"/>
                  <a:pt x="3810000" y="1090457"/>
                  <a:pt x="3810000" y="1082040"/>
                </a:cubicBezTo>
                <a:cubicBezTo>
                  <a:pt x="3810000" y="1073623"/>
                  <a:pt x="3816823" y="1066800"/>
                  <a:pt x="3825240" y="1066800"/>
                </a:cubicBezTo>
                <a:cubicBezTo>
                  <a:pt x="3833657" y="1066800"/>
                  <a:pt x="3840480" y="1073623"/>
                  <a:pt x="3840480" y="1082040"/>
                </a:cubicBezTo>
                <a:close/>
                <a:moveTo>
                  <a:pt x="3840480" y="1234440"/>
                </a:moveTo>
                <a:cubicBezTo>
                  <a:pt x="3840480" y="1242857"/>
                  <a:pt x="3833657" y="1249680"/>
                  <a:pt x="3825240" y="1249680"/>
                </a:cubicBezTo>
                <a:cubicBezTo>
                  <a:pt x="3816823" y="1249680"/>
                  <a:pt x="3810000" y="1242857"/>
                  <a:pt x="3810000" y="1234440"/>
                </a:cubicBezTo>
                <a:cubicBezTo>
                  <a:pt x="3810000" y="1226023"/>
                  <a:pt x="3816823" y="1219200"/>
                  <a:pt x="3825240" y="1219200"/>
                </a:cubicBezTo>
                <a:cubicBezTo>
                  <a:pt x="3833657" y="1219200"/>
                  <a:pt x="3840480" y="1226023"/>
                  <a:pt x="3840480" y="1234440"/>
                </a:cubicBezTo>
                <a:close/>
                <a:moveTo>
                  <a:pt x="3840480" y="1386840"/>
                </a:moveTo>
                <a:cubicBezTo>
                  <a:pt x="3840480" y="1395257"/>
                  <a:pt x="3833657" y="1402080"/>
                  <a:pt x="3825240" y="1402080"/>
                </a:cubicBezTo>
                <a:cubicBezTo>
                  <a:pt x="3816823" y="1402080"/>
                  <a:pt x="3810000" y="1395257"/>
                  <a:pt x="3810000" y="1386840"/>
                </a:cubicBezTo>
                <a:cubicBezTo>
                  <a:pt x="3810000" y="1378423"/>
                  <a:pt x="3816823" y="1371600"/>
                  <a:pt x="3825240" y="1371600"/>
                </a:cubicBezTo>
                <a:cubicBezTo>
                  <a:pt x="3833657" y="1371600"/>
                  <a:pt x="3840480" y="1378423"/>
                  <a:pt x="3840480" y="1386840"/>
                </a:cubicBezTo>
                <a:close/>
                <a:moveTo>
                  <a:pt x="3840480" y="1539240"/>
                </a:moveTo>
                <a:cubicBezTo>
                  <a:pt x="3840480" y="1547657"/>
                  <a:pt x="3833657" y="1554480"/>
                  <a:pt x="3825240" y="1554480"/>
                </a:cubicBezTo>
                <a:cubicBezTo>
                  <a:pt x="3816823" y="1554480"/>
                  <a:pt x="3810000" y="1547657"/>
                  <a:pt x="3810000" y="1539240"/>
                </a:cubicBezTo>
                <a:cubicBezTo>
                  <a:pt x="3810000" y="1530823"/>
                  <a:pt x="3816823" y="1524000"/>
                  <a:pt x="3825240" y="1524000"/>
                </a:cubicBezTo>
                <a:cubicBezTo>
                  <a:pt x="3833657" y="1524000"/>
                  <a:pt x="3840480" y="1530823"/>
                  <a:pt x="3840480" y="1539240"/>
                </a:cubicBezTo>
                <a:close/>
                <a:moveTo>
                  <a:pt x="3840480" y="1691640"/>
                </a:moveTo>
                <a:cubicBezTo>
                  <a:pt x="3840480" y="1700057"/>
                  <a:pt x="3833657" y="1706880"/>
                  <a:pt x="3825240" y="1706880"/>
                </a:cubicBezTo>
                <a:cubicBezTo>
                  <a:pt x="3816823" y="1706880"/>
                  <a:pt x="3810000" y="1700057"/>
                  <a:pt x="3810000" y="1691640"/>
                </a:cubicBezTo>
                <a:cubicBezTo>
                  <a:pt x="3810000" y="1683223"/>
                  <a:pt x="3816823" y="1676400"/>
                  <a:pt x="3825240" y="1676400"/>
                </a:cubicBezTo>
                <a:cubicBezTo>
                  <a:pt x="3833657" y="1676400"/>
                  <a:pt x="3840480" y="1683223"/>
                  <a:pt x="3840480" y="1691640"/>
                </a:cubicBezTo>
                <a:close/>
                <a:moveTo>
                  <a:pt x="3840480" y="1844040"/>
                </a:moveTo>
                <a:cubicBezTo>
                  <a:pt x="3840480" y="1852457"/>
                  <a:pt x="3833657" y="1859280"/>
                  <a:pt x="3825240" y="1859280"/>
                </a:cubicBezTo>
                <a:cubicBezTo>
                  <a:pt x="3816823" y="1859280"/>
                  <a:pt x="3810000" y="1852457"/>
                  <a:pt x="3810000" y="1844040"/>
                </a:cubicBezTo>
                <a:cubicBezTo>
                  <a:pt x="3810000" y="1835623"/>
                  <a:pt x="3816823" y="1828800"/>
                  <a:pt x="3825240" y="1828800"/>
                </a:cubicBezTo>
                <a:cubicBezTo>
                  <a:pt x="3833657" y="1828800"/>
                  <a:pt x="3840480" y="1835623"/>
                  <a:pt x="3840480" y="1844040"/>
                </a:cubicBezTo>
                <a:close/>
                <a:moveTo>
                  <a:pt x="3840480" y="1996440"/>
                </a:moveTo>
                <a:cubicBezTo>
                  <a:pt x="3840480" y="2004857"/>
                  <a:pt x="3833657" y="2011680"/>
                  <a:pt x="3825240" y="2011680"/>
                </a:cubicBezTo>
                <a:cubicBezTo>
                  <a:pt x="3816823" y="2011680"/>
                  <a:pt x="3810000" y="2004857"/>
                  <a:pt x="3810000" y="1996440"/>
                </a:cubicBezTo>
                <a:cubicBezTo>
                  <a:pt x="3810000" y="1988023"/>
                  <a:pt x="3816823" y="1981200"/>
                  <a:pt x="3825240" y="1981200"/>
                </a:cubicBezTo>
                <a:cubicBezTo>
                  <a:pt x="3833657" y="1981200"/>
                  <a:pt x="3840480" y="1988023"/>
                  <a:pt x="3840480" y="1996440"/>
                </a:cubicBezTo>
                <a:close/>
                <a:moveTo>
                  <a:pt x="3840480" y="2148840"/>
                </a:moveTo>
                <a:cubicBezTo>
                  <a:pt x="3840480" y="2157257"/>
                  <a:pt x="3833657" y="2164080"/>
                  <a:pt x="3825240" y="2164080"/>
                </a:cubicBezTo>
                <a:cubicBezTo>
                  <a:pt x="3816823" y="2164080"/>
                  <a:pt x="3810000" y="2157257"/>
                  <a:pt x="3810000" y="2148840"/>
                </a:cubicBezTo>
                <a:cubicBezTo>
                  <a:pt x="3810000" y="2140423"/>
                  <a:pt x="3816823" y="2133600"/>
                  <a:pt x="3825240" y="2133600"/>
                </a:cubicBezTo>
                <a:cubicBezTo>
                  <a:pt x="3833657" y="2133600"/>
                  <a:pt x="3840480" y="2140423"/>
                  <a:pt x="3840480" y="2148840"/>
                </a:cubicBezTo>
                <a:close/>
                <a:moveTo>
                  <a:pt x="3840480" y="2301240"/>
                </a:moveTo>
                <a:cubicBezTo>
                  <a:pt x="3840480" y="2309657"/>
                  <a:pt x="3833657" y="2316480"/>
                  <a:pt x="3825240" y="2316480"/>
                </a:cubicBezTo>
                <a:cubicBezTo>
                  <a:pt x="3816823" y="2316480"/>
                  <a:pt x="3810000" y="2309657"/>
                  <a:pt x="3810000" y="2301240"/>
                </a:cubicBezTo>
                <a:cubicBezTo>
                  <a:pt x="3810000" y="2292823"/>
                  <a:pt x="3816823" y="2286000"/>
                  <a:pt x="3825240" y="2286000"/>
                </a:cubicBezTo>
                <a:cubicBezTo>
                  <a:pt x="3833657" y="2286000"/>
                  <a:pt x="3840480" y="2292823"/>
                  <a:pt x="3840480" y="2301240"/>
                </a:cubicBezTo>
                <a:close/>
                <a:moveTo>
                  <a:pt x="3840480" y="2453640"/>
                </a:moveTo>
                <a:cubicBezTo>
                  <a:pt x="3840480" y="2462057"/>
                  <a:pt x="3833657" y="2468880"/>
                  <a:pt x="3825240" y="2468880"/>
                </a:cubicBezTo>
                <a:cubicBezTo>
                  <a:pt x="3816823" y="2468880"/>
                  <a:pt x="3810000" y="2462057"/>
                  <a:pt x="3810000" y="2453640"/>
                </a:cubicBezTo>
                <a:cubicBezTo>
                  <a:pt x="3810000" y="2445223"/>
                  <a:pt x="3816823" y="2438400"/>
                  <a:pt x="3825240" y="2438400"/>
                </a:cubicBezTo>
                <a:cubicBezTo>
                  <a:pt x="3833657" y="2438400"/>
                  <a:pt x="3840480" y="2445223"/>
                  <a:pt x="3840480" y="2453640"/>
                </a:cubicBezTo>
                <a:close/>
                <a:moveTo>
                  <a:pt x="3840480" y="2606040"/>
                </a:moveTo>
                <a:cubicBezTo>
                  <a:pt x="3840480" y="2614457"/>
                  <a:pt x="3833657" y="2621280"/>
                  <a:pt x="3825240" y="2621280"/>
                </a:cubicBezTo>
                <a:cubicBezTo>
                  <a:pt x="3816823" y="2621280"/>
                  <a:pt x="3810000" y="2614457"/>
                  <a:pt x="3810000" y="2606040"/>
                </a:cubicBezTo>
                <a:cubicBezTo>
                  <a:pt x="3810000" y="2597623"/>
                  <a:pt x="3816823" y="2590800"/>
                  <a:pt x="3825240" y="2590800"/>
                </a:cubicBezTo>
                <a:cubicBezTo>
                  <a:pt x="3833657" y="2590800"/>
                  <a:pt x="3840480" y="2597623"/>
                  <a:pt x="3840480" y="2606040"/>
                </a:cubicBezTo>
                <a:close/>
                <a:moveTo>
                  <a:pt x="3840480" y="2758440"/>
                </a:moveTo>
                <a:cubicBezTo>
                  <a:pt x="3840480" y="2766857"/>
                  <a:pt x="3833657" y="2773680"/>
                  <a:pt x="3825240" y="2773680"/>
                </a:cubicBezTo>
                <a:cubicBezTo>
                  <a:pt x="3816823" y="2773680"/>
                  <a:pt x="3810000" y="2766857"/>
                  <a:pt x="3810000" y="2758440"/>
                </a:cubicBezTo>
                <a:cubicBezTo>
                  <a:pt x="3810000" y="2750023"/>
                  <a:pt x="3816823" y="2743200"/>
                  <a:pt x="3825240" y="2743200"/>
                </a:cubicBezTo>
                <a:cubicBezTo>
                  <a:pt x="3833657" y="2743200"/>
                  <a:pt x="3840480" y="2750023"/>
                  <a:pt x="3840480" y="2758440"/>
                </a:cubicBezTo>
                <a:close/>
                <a:moveTo>
                  <a:pt x="3840480" y="2910840"/>
                </a:moveTo>
                <a:cubicBezTo>
                  <a:pt x="3840480" y="2919257"/>
                  <a:pt x="3833657" y="2926080"/>
                  <a:pt x="3825240" y="2926080"/>
                </a:cubicBezTo>
                <a:cubicBezTo>
                  <a:pt x="3816823" y="2926080"/>
                  <a:pt x="3810000" y="2919257"/>
                  <a:pt x="3810000" y="2910840"/>
                </a:cubicBezTo>
                <a:cubicBezTo>
                  <a:pt x="3810000" y="2902423"/>
                  <a:pt x="3816823" y="2895600"/>
                  <a:pt x="3825240" y="2895600"/>
                </a:cubicBezTo>
                <a:cubicBezTo>
                  <a:pt x="3833657" y="2895600"/>
                  <a:pt x="3840480" y="2902423"/>
                  <a:pt x="3840480" y="2910840"/>
                </a:cubicBezTo>
                <a:close/>
                <a:moveTo>
                  <a:pt x="3840480" y="3063240"/>
                </a:moveTo>
                <a:cubicBezTo>
                  <a:pt x="3840480" y="3071657"/>
                  <a:pt x="3833657" y="3078480"/>
                  <a:pt x="3825240" y="3078480"/>
                </a:cubicBezTo>
                <a:cubicBezTo>
                  <a:pt x="3816823" y="3078480"/>
                  <a:pt x="3810000" y="3071657"/>
                  <a:pt x="3810000" y="3063240"/>
                </a:cubicBezTo>
                <a:cubicBezTo>
                  <a:pt x="3810000" y="3054823"/>
                  <a:pt x="3816823" y="3048000"/>
                  <a:pt x="3825240" y="3048000"/>
                </a:cubicBezTo>
                <a:cubicBezTo>
                  <a:pt x="3833657" y="3048000"/>
                  <a:pt x="3840480" y="3054823"/>
                  <a:pt x="3840480" y="3063240"/>
                </a:cubicBezTo>
                <a:close/>
                <a:moveTo>
                  <a:pt x="3840480" y="3215640"/>
                </a:moveTo>
                <a:cubicBezTo>
                  <a:pt x="3840480" y="3224057"/>
                  <a:pt x="3833657" y="3230880"/>
                  <a:pt x="3825240" y="3230880"/>
                </a:cubicBezTo>
                <a:cubicBezTo>
                  <a:pt x="3816823" y="3230880"/>
                  <a:pt x="3810000" y="3224057"/>
                  <a:pt x="3810000" y="3215640"/>
                </a:cubicBezTo>
                <a:cubicBezTo>
                  <a:pt x="3810000" y="3207223"/>
                  <a:pt x="3816823" y="3200400"/>
                  <a:pt x="3825240" y="3200400"/>
                </a:cubicBezTo>
                <a:cubicBezTo>
                  <a:pt x="3833657" y="3200400"/>
                  <a:pt x="3840480" y="3207223"/>
                  <a:pt x="3840480" y="3215640"/>
                </a:cubicBezTo>
                <a:close/>
                <a:moveTo>
                  <a:pt x="3840480" y="3368040"/>
                </a:moveTo>
                <a:cubicBezTo>
                  <a:pt x="3840480" y="3376457"/>
                  <a:pt x="3833657" y="3383280"/>
                  <a:pt x="3825240" y="3383280"/>
                </a:cubicBezTo>
                <a:cubicBezTo>
                  <a:pt x="3816823" y="3383280"/>
                  <a:pt x="3810000" y="3376457"/>
                  <a:pt x="3810000" y="3368040"/>
                </a:cubicBezTo>
                <a:cubicBezTo>
                  <a:pt x="3810000" y="3359623"/>
                  <a:pt x="3816823" y="3352800"/>
                  <a:pt x="3825240" y="3352800"/>
                </a:cubicBezTo>
                <a:cubicBezTo>
                  <a:pt x="3833657" y="3352800"/>
                  <a:pt x="3840480" y="3359623"/>
                  <a:pt x="3840480" y="3368040"/>
                </a:cubicBezTo>
                <a:close/>
                <a:moveTo>
                  <a:pt x="3840480" y="3520440"/>
                </a:moveTo>
                <a:cubicBezTo>
                  <a:pt x="3840480" y="3528857"/>
                  <a:pt x="3833657" y="3535680"/>
                  <a:pt x="3825240" y="3535680"/>
                </a:cubicBezTo>
                <a:cubicBezTo>
                  <a:pt x="3816823" y="3535680"/>
                  <a:pt x="3810000" y="3528857"/>
                  <a:pt x="3810000" y="3520440"/>
                </a:cubicBezTo>
                <a:cubicBezTo>
                  <a:pt x="3810000" y="3512023"/>
                  <a:pt x="3816823" y="3505200"/>
                  <a:pt x="3825240" y="3505200"/>
                </a:cubicBezTo>
                <a:cubicBezTo>
                  <a:pt x="3833657" y="3505200"/>
                  <a:pt x="3840480" y="3512023"/>
                  <a:pt x="3840480" y="3520440"/>
                </a:cubicBezTo>
                <a:close/>
                <a:moveTo>
                  <a:pt x="3840480" y="3672840"/>
                </a:moveTo>
                <a:cubicBezTo>
                  <a:pt x="3840480" y="3681257"/>
                  <a:pt x="3833657" y="3688080"/>
                  <a:pt x="3825240" y="3688080"/>
                </a:cubicBezTo>
                <a:cubicBezTo>
                  <a:pt x="3816823" y="3688080"/>
                  <a:pt x="3810000" y="3681257"/>
                  <a:pt x="3810000" y="3672840"/>
                </a:cubicBezTo>
                <a:cubicBezTo>
                  <a:pt x="3810000" y="3664423"/>
                  <a:pt x="3816823" y="3657600"/>
                  <a:pt x="3825240" y="3657600"/>
                </a:cubicBezTo>
                <a:cubicBezTo>
                  <a:pt x="3833657" y="3657600"/>
                  <a:pt x="3840480" y="3664423"/>
                  <a:pt x="3840480" y="3672840"/>
                </a:cubicBezTo>
                <a:close/>
                <a:moveTo>
                  <a:pt x="3840480" y="3825240"/>
                </a:moveTo>
                <a:cubicBezTo>
                  <a:pt x="3840480" y="3833657"/>
                  <a:pt x="3833657" y="3840480"/>
                  <a:pt x="3825240" y="3840480"/>
                </a:cubicBezTo>
                <a:cubicBezTo>
                  <a:pt x="3816823" y="3840480"/>
                  <a:pt x="3810000" y="3833657"/>
                  <a:pt x="3810000" y="3825240"/>
                </a:cubicBezTo>
                <a:cubicBezTo>
                  <a:pt x="3810000" y="3816823"/>
                  <a:pt x="3816823" y="3810000"/>
                  <a:pt x="3825240" y="3810000"/>
                </a:cubicBezTo>
                <a:cubicBezTo>
                  <a:pt x="3833657" y="3810000"/>
                  <a:pt x="3840480" y="3816823"/>
                  <a:pt x="3840480" y="3825240"/>
                </a:cubicBezTo>
                <a:close/>
                <a:moveTo>
                  <a:pt x="3840480" y="3977640"/>
                </a:moveTo>
                <a:cubicBezTo>
                  <a:pt x="3840480" y="3986057"/>
                  <a:pt x="3833657" y="3992880"/>
                  <a:pt x="3825240" y="3992880"/>
                </a:cubicBezTo>
                <a:cubicBezTo>
                  <a:pt x="3816823" y="3992880"/>
                  <a:pt x="3810000" y="3986057"/>
                  <a:pt x="3810000" y="3977640"/>
                </a:cubicBezTo>
                <a:cubicBezTo>
                  <a:pt x="3810000" y="3969223"/>
                  <a:pt x="3816823" y="3962400"/>
                  <a:pt x="3825240" y="3962400"/>
                </a:cubicBezTo>
                <a:cubicBezTo>
                  <a:pt x="3833657" y="3962400"/>
                  <a:pt x="3840480" y="3969223"/>
                  <a:pt x="3840480" y="3977640"/>
                </a:cubicBezTo>
                <a:close/>
                <a:moveTo>
                  <a:pt x="3840480" y="4130040"/>
                </a:moveTo>
                <a:cubicBezTo>
                  <a:pt x="3840480" y="4138457"/>
                  <a:pt x="3833657" y="4145280"/>
                  <a:pt x="3825240" y="4145280"/>
                </a:cubicBezTo>
                <a:cubicBezTo>
                  <a:pt x="3816823" y="4145280"/>
                  <a:pt x="3810000" y="4138457"/>
                  <a:pt x="3810000" y="4130040"/>
                </a:cubicBezTo>
                <a:cubicBezTo>
                  <a:pt x="3810000" y="4121623"/>
                  <a:pt x="3816823" y="4114800"/>
                  <a:pt x="3825240" y="4114800"/>
                </a:cubicBezTo>
                <a:cubicBezTo>
                  <a:pt x="3833657" y="4114800"/>
                  <a:pt x="3840480" y="4121623"/>
                  <a:pt x="3840480" y="4130040"/>
                </a:cubicBezTo>
                <a:close/>
                <a:moveTo>
                  <a:pt x="3840480" y="4282440"/>
                </a:moveTo>
                <a:cubicBezTo>
                  <a:pt x="3840480" y="4290857"/>
                  <a:pt x="3833657" y="4297680"/>
                  <a:pt x="3825240" y="4297680"/>
                </a:cubicBezTo>
                <a:cubicBezTo>
                  <a:pt x="3816823" y="4297680"/>
                  <a:pt x="3810000" y="4290857"/>
                  <a:pt x="3810000" y="4282440"/>
                </a:cubicBezTo>
                <a:cubicBezTo>
                  <a:pt x="3810000" y="4274023"/>
                  <a:pt x="3816823" y="4267200"/>
                  <a:pt x="3825240" y="4267200"/>
                </a:cubicBezTo>
                <a:cubicBezTo>
                  <a:pt x="3833657" y="4267200"/>
                  <a:pt x="3840480" y="4274023"/>
                  <a:pt x="3840480" y="4282440"/>
                </a:cubicBezTo>
                <a:close/>
                <a:moveTo>
                  <a:pt x="3840480" y="4434840"/>
                </a:moveTo>
                <a:cubicBezTo>
                  <a:pt x="3840480" y="4443257"/>
                  <a:pt x="3833657" y="4450080"/>
                  <a:pt x="3825240" y="4450080"/>
                </a:cubicBezTo>
                <a:cubicBezTo>
                  <a:pt x="3816823" y="4450080"/>
                  <a:pt x="3810000" y="4443257"/>
                  <a:pt x="3810000" y="4434840"/>
                </a:cubicBezTo>
                <a:cubicBezTo>
                  <a:pt x="3810000" y="4426423"/>
                  <a:pt x="3816823" y="4419600"/>
                  <a:pt x="3825240" y="4419600"/>
                </a:cubicBezTo>
                <a:cubicBezTo>
                  <a:pt x="3833657" y="4419600"/>
                  <a:pt x="3840480" y="4426423"/>
                  <a:pt x="3840480" y="4434840"/>
                </a:cubicBezTo>
                <a:close/>
                <a:moveTo>
                  <a:pt x="3992880" y="15240"/>
                </a:moveTo>
                <a:cubicBezTo>
                  <a:pt x="3992880" y="23657"/>
                  <a:pt x="3986057" y="30480"/>
                  <a:pt x="3977640" y="30480"/>
                </a:cubicBezTo>
                <a:cubicBezTo>
                  <a:pt x="3969223" y="30480"/>
                  <a:pt x="3962400" y="23657"/>
                  <a:pt x="3962400" y="15240"/>
                </a:cubicBezTo>
                <a:cubicBezTo>
                  <a:pt x="3962400" y="6823"/>
                  <a:pt x="3969223" y="0"/>
                  <a:pt x="3977640" y="0"/>
                </a:cubicBezTo>
                <a:cubicBezTo>
                  <a:pt x="3986057" y="0"/>
                  <a:pt x="3992880" y="6823"/>
                  <a:pt x="3992880" y="15240"/>
                </a:cubicBezTo>
                <a:close/>
                <a:moveTo>
                  <a:pt x="3992880" y="167640"/>
                </a:moveTo>
                <a:cubicBezTo>
                  <a:pt x="3992880" y="176057"/>
                  <a:pt x="3986057" y="182880"/>
                  <a:pt x="3977640" y="182880"/>
                </a:cubicBezTo>
                <a:cubicBezTo>
                  <a:pt x="3969223" y="182880"/>
                  <a:pt x="3962400" y="176057"/>
                  <a:pt x="3962400" y="167640"/>
                </a:cubicBezTo>
                <a:cubicBezTo>
                  <a:pt x="3962400" y="159223"/>
                  <a:pt x="3969223" y="152400"/>
                  <a:pt x="3977640" y="152400"/>
                </a:cubicBezTo>
                <a:cubicBezTo>
                  <a:pt x="3986057" y="152400"/>
                  <a:pt x="3992880" y="159223"/>
                  <a:pt x="3992880" y="167640"/>
                </a:cubicBezTo>
                <a:close/>
                <a:moveTo>
                  <a:pt x="3992880" y="320040"/>
                </a:moveTo>
                <a:cubicBezTo>
                  <a:pt x="3992880" y="328457"/>
                  <a:pt x="3986057" y="335280"/>
                  <a:pt x="3977640" y="335280"/>
                </a:cubicBezTo>
                <a:cubicBezTo>
                  <a:pt x="3969223" y="335280"/>
                  <a:pt x="3962400" y="328457"/>
                  <a:pt x="3962400" y="320040"/>
                </a:cubicBezTo>
                <a:cubicBezTo>
                  <a:pt x="3962400" y="311623"/>
                  <a:pt x="3969223" y="304800"/>
                  <a:pt x="3977640" y="304800"/>
                </a:cubicBezTo>
                <a:cubicBezTo>
                  <a:pt x="3986057" y="304800"/>
                  <a:pt x="3992880" y="311623"/>
                  <a:pt x="3992880" y="320040"/>
                </a:cubicBezTo>
                <a:close/>
                <a:moveTo>
                  <a:pt x="3992880" y="472440"/>
                </a:moveTo>
                <a:cubicBezTo>
                  <a:pt x="3992880" y="480857"/>
                  <a:pt x="3986057" y="487680"/>
                  <a:pt x="3977640" y="487680"/>
                </a:cubicBezTo>
                <a:cubicBezTo>
                  <a:pt x="3969223" y="487680"/>
                  <a:pt x="3962400" y="480857"/>
                  <a:pt x="3962400" y="472440"/>
                </a:cubicBezTo>
                <a:cubicBezTo>
                  <a:pt x="3962400" y="464023"/>
                  <a:pt x="3969223" y="457200"/>
                  <a:pt x="3977640" y="457200"/>
                </a:cubicBezTo>
                <a:cubicBezTo>
                  <a:pt x="3986057" y="457200"/>
                  <a:pt x="3992880" y="464023"/>
                  <a:pt x="3992880" y="472440"/>
                </a:cubicBezTo>
                <a:close/>
                <a:moveTo>
                  <a:pt x="3992880" y="624840"/>
                </a:moveTo>
                <a:cubicBezTo>
                  <a:pt x="3992880" y="633257"/>
                  <a:pt x="3986057" y="640080"/>
                  <a:pt x="3977640" y="640080"/>
                </a:cubicBezTo>
                <a:cubicBezTo>
                  <a:pt x="3969223" y="640080"/>
                  <a:pt x="3962400" y="633257"/>
                  <a:pt x="3962400" y="624840"/>
                </a:cubicBezTo>
                <a:cubicBezTo>
                  <a:pt x="3962400" y="616423"/>
                  <a:pt x="3969223" y="609600"/>
                  <a:pt x="3977640" y="609600"/>
                </a:cubicBezTo>
                <a:cubicBezTo>
                  <a:pt x="3986057" y="609600"/>
                  <a:pt x="3992880" y="616423"/>
                  <a:pt x="3992880" y="624840"/>
                </a:cubicBezTo>
                <a:close/>
                <a:moveTo>
                  <a:pt x="3992880" y="777240"/>
                </a:moveTo>
                <a:cubicBezTo>
                  <a:pt x="3992880" y="785657"/>
                  <a:pt x="3986057" y="792480"/>
                  <a:pt x="3977640" y="792480"/>
                </a:cubicBezTo>
                <a:cubicBezTo>
                  <a:pt x="3969223" y="792480"/>
                  <a:pt x="3962400" y="785657"/>
                  <a:pt x="3962400" y="777240"/>
                </a:cubicBezTo>
                <a:cubicBezTo>
                  <a:pt x="3962400" y="768823"/>
                  <a:pt x="3969223" y="762000"/>
                  <a:pt x="3977640" y="762000"/>
                </a:cubicBezTo>
                <a:cubicBezTo>
                  <a:pt x="3986057" y="762000"/>
                  <a:pt x="3992880" y="768823"/>
                  <a:pt x="3992880" y="777240"/>
                </a:cubicBezTo>
                <a:close/>
                <a:moveTo>
                  <a:pt x="3992880" y="929640"/>
                </a:moveTo>
                <a:cubicBezTo>
                  <a:pt x="3992880" y="938057"/>
                  <a:pt x="3986057" y="944880"/>
                  <a:pt x="3977640" y="944880"/>
                </a:cubicBezTo>
                <a:cubicBezTo>
                  <a:pt x="3969223" y="944880"/>
                  <a:pt x="3962400" y="938057"/>
                  <a:pt x="3962400" y="929640"/>
                </a:cubicBezTo>
                <a:cubicBezTo>
                  <a:pt x="3962400" y="921223"/>
                  <a:pt x="3969223" y="914400"/>
                  <a:pt x="3977640" y="914400"/>
                </a:cubicBezTo>
                <a:cubicBezTo>
                  <a:pt x="3986057" y="914400"/>
                  <a:pt x="3992880" y="921223"/>
                  <a:pt x="3992880" y="929640"/>
                </a:cubicBezTo>
                <a:close/>
                <a:moveTo>
                  <a:pt x="3992880" y="1082040"/>
                </a:moveTo>
                <a:cubicBezTo>
                  <a:pt x="3992880" y="1090457"/>
                  <a:pt x="3986057" y="1097280"/>
                  <a:pt x="3977640" y="1097280"/>
                </a:cubicBezTo>
                <a:cubicBezTo>
                  <a:pt x="3969223" y="1097280"/>
                  <a:pt x="3962400" y="1090457"/>
                  <a:pt x="3962400" y="1082040"/>
                </a:cubicBezTo>
                <a:cubicBezTo>
                  <a:pt x="3962400" y="1073623"/>
                  <a:pt x="3969223" y="1066800"/>
                  <a:pt x="3977640" y="1066800"/>
                </a:cubicBezTo>
                <a:cubicBezTo>
                  <a:pt x="3986057" y="1066800"/>
                  <a:pt x="3992880" y="1073623"/>
                  <a:pt x="3992880" y="1082040"/>
                </a:cubicBezTo>
                <a:close/>
                <a:moveTo>
                  <a:pt x="3992880" y="1234440"/>
                </a:moveTo>
                <a:cubicBezTo>
                  <a:pt x="3992880" y="1242857"/>
                  <a:pt x="3986057" y="1249680"/>
                  <a:pt x="3977640" y="1249680"/>
                </a:cubicBezTo>
                <a:cubicBezTo>
                  <a:pt x="3969223" y="1249680"/>
                  <a:pt x="3962400" y="1242857"/>
                  <a:pt x="3962400" y="1234440"/>
                </a:cubicBezTo>
                <a:cubicBezTo>
                  <a:pt x="3962400" y="1226023"/>
                  <a:pt x="3969223" y="1219200"/>
                  <a:pt x="3977640" y="1219200"/>
                </a:cubicBezTo>
                <a:cubicBezTo>
                  <a:pt x="3986057" y="1219200"/>
                  <a:pt x="3992880" y="1226023"/>
                  <a:pt x="3992880" y="1234440"/>
                </a:cubicBezTo>
                <a:close/>
                <a:moveTo>
                  <a:pt x="3992880" y="1386840"/>
                </a:moveTo>
                <a:cubicBezTo>
                  <a:pt x="3992880" y="1395257"/>
                  <a:pt x="3986057" y="1402080"/>
                  <a:pt x="3977640" y="1402080"/>
                </a:cubicBezTo>
                <a:cubicBezTo>
                  <a:pt x="3969223" y="1402080"/>
                  <a:pt x="3962400" y="1395257"/>
                  <a:pt x="3962400" y="1386840"/>
                </a:cubicBezTo>
                <a:cubicBezTo>
                  <a:pt x="3962400" y="1378423"/>
                  <a:pt x="3969223" y="1371600"/>
                  <a:pt x="3977640" y="1371600"/>
                </a:cubicBezTo>
                <a:cubicBezTo>
                  <a:pt x="3986057" y="1371600"/>
                  <a:pt x="3992880" y="1378423"/>
                  <a:pt x="3992880" y="1386840"/>
                </a:cubicBezTo>
                <a:close/>
                <a:moveTo>
                  <a:pt x="3992880" y="1539240"/>
                </a:moveTo>
                <a:cubicBezTo>
                  <a:pt x="3992880" y="1547657"/>
                  <a:pt x="3986057" y="1554480"/>
                  <a:pt x="3977640" y="1554480"/>
                </a:cubicBezTo>
                <a:cubicBezTo>
                  <a:pt x="3969223" y="1554480"/>
                  <a:pt x="3962400" y="1547657"/>
                  <a:pt x="3962400" y="1539240"/>
                </a:cubicBezTo>
                <a:cubicBezTo>
                  <a:pt x="3962400" y="1530823"/>
                  <a:pt x="3969223" y="1524000"/>
                  <a:pt x="3977640" y="1524000"/>
                </a:cubicBezTo>
                <a:cubicBezTo>
                  <a:pt x="3986057" y="1524000"/>
                  <a:pt x="3992880" y="1530823"/>
                  <a:pt x="3992880" y="1539240"/>
                </a:cubicBezTo>
                <a:close/>
                <a:moveTo>
                  <a:pt x="3992880" y="1691640"/>
                </a:moveTo>
                <a:cubicBezTo>
                  <a:pt x="3992880" y="1700057"/>
                  <a:pt x="3986057" y="1706880"/>
                  <a:pt x="3977640" y="1706880"/>
                </a:cubicBezTo>
                <a:cubicBezTo>
                  <a:pt x="3969223" y="1706880"/>
                  <a:pt x="3962400" y="1700057"/>
                  <a:pt x="3962400" y="1691640"/>
                </a:cubicBezTo>
                <a:cubicBezTo>
                  <a:pt x="3962400" y="1683223"/>
                  <a:pt x="3969223" y="1676400"/>
                  <a:pt x="3977640" y="1676400"/>
                </a:cubicBezTo>
                <a:cubicBezTo>
                  <a:pt x="3986057" y="1676400"/>
                  <a:pt x="3992880" y="1683223"/>
                  <a:pt x="3992880" y="1691640"/>
                </a:cubicBezTo>
                <a:close/>
                <a:moveTo>
                  <a:pt x="3992880" y="1844040"/>
                </a:moveTo>
                <a:cubicBezTo>
                  <a:pt x="3992880" y="1852457"/>
                  <a:pt x="3986057" y="1859280"/>
                  <a:pt x="3977640" y="1859280"/>
                </a:cubicBezTo>
                <a:cubicBezTo>
                  <a:pt x="3969223" y="1859280"/>
                  <a:pt x="3962400" y="1852457"/>
                  <a:pt x="3962400" y="1844040"/>
                </a:cubicBezTo>
                <a:cubicBezTo>
                  <a:pt x="3962400" y="1835623"/>
                  <a:pt x="3969223" y="1828800"/>
                  <a:pt x="3977640" y="1828800"/>
                </a:cubicBezTo>
                <a:cubicBezTo>
                  <a:pt x="3986057" y="1828800"/>
                  <a:pt x="3992880" y="1835623"/>
                  <a:pt x="3992880" y="1844040"/>
                </a:cubicBezTo>
                <a:close/>
                <a:moveTo>
                  <a:pt x="3992880" y="1996440"/>
                </a:moveTo>
                <a:cubicBezTo>
                  <a:pt x="3992880" y="2004857"/>
                  <a:pt x="3986057" y="2011680"/>
                  <a:pt x="3977640" y="2011680"/>
                </a:cubicBezTo>
                <a:cubicBezTo>
                  <a:pt x="3969223" y="2011680"/>
                  <a:pt x="3962400" y="2004857"/>
                  <a:pt x="3962400" y="1996440"/>
                </a:cubicBezTo>
                <a:cubicBezTo>
                  <a:pt x="3962400" y="1988023"/>
                  <a:pt x="3969223" y="1981200"/>
                  <a:pt x="3977640" y="1981200"/>
                </a:cubicBezTo>
                <a:cubicBezTo>
                  <a:pt x="3986057" y="1981200"/>
                  <a:pt x="3992880" y="1988023"/>
                  <a:pt x="3992880" y="1996440"/>
                </a:cubicBezTo>
                <a:close/>
                <a:moveTo>
                  <a:pt x="3992880" y="2148840"/>
                </a:moveTo>
                <a:cubicBezTo>
                  <a:pt x="3992880" y="2157257"/>
                  <a:pt x="3986057" y="2164080"/>
                  <a:pt x="3977640" y="2164080"/>
                </a:cubicBezTo>
                <a:cubicBezTo>
                  <a:pt x="3969223" y="2164080"/>
                  <a:pt x="3962400" y="2157257"/>
                  <a:pt x="3962400" y="2148840"/>
                </a:cubicBezTo>
                <a:cubicBezTo>
                  <a:pt x="3962400" y="2140423"/>
                  <a:pt x="3969223" y="2133600"/>
                  <a:pt x="3977640" y="2133600"/>
                </a:cubicBezTo>
                <a:cubicBezTo>
                  <a:pt x="3986057" y="2133600"/>
                  <a:pt x="3992880" y="2140423"/>
                  <a:pt x="3992880" y="2148840"/>
                </a:cubicBezTo>
                <a:close/>
                <a:moveTo>
                  <a:pt x="3992880" y="2301240"/>
                </a:moveTo>
                <a:cubicBezTo>
                  <a:pt x="3992880" y="2309657"/>
                  <a:pt x="3986057" y="2316480"/>
                  <a:pt x="3977640" y="2316480"/>
                </a:cubicBezTo>
                <a:cubicBezTo>
                  <a:pt x="3969223" y="2316480"/>
                  <a:pt x="3962400" y="2309657"/>
                  <a:pt x="3962400" y="2301240"/>
                </a:cubicBezTo>
                <a:cubicBezTo>
                  <a:pt x="3962400" y="2292823"/>
                  <a:pt x="3969223" y="2286000"/>
                  <a:pt x="3977640" y="2286000"/>
                </a:cubicBezTo>
                <a:cubicBezTo>
                  <a:pt x="3986057" y="2286000"/>
                  <a:pt x="3992880" y="2292823"/>
                  <a:pt x="3992880" y="2301240"/>
                </a:cubicBezTo>
                <a:close/>
                <a:moveTo>
                  <a:pt x="3992880" y="2453640"/>
                </a:moveTo>
                <a:cubicBezTo>
                  <a:pt x="3992880" y="2462057"/>
                  <a:pt x="3986057" y="2468880"/>
                  <a:pt x="3977640" y="2468880"/>
                </a:cubicBezTo>
                <a:cubicBezTo>
                  <a:pt x="3969223" y="2468880"/>
                  <a:pt x="3962400" y="2462057"/>
                  <a:pt x="3962400" y="2453640"/>
                </a:cubicBezTo>
                <a:cubicBezTo>
                  <a:pt x="3962400" y="2445223"/>
                  <a:pt x="3969223" y="2438400"/>
                  <a:pt x="3977640" y="2438400"/>
                </a:cubicBezTo>
                <a:cubicBezTo>
                  <a:pt x="3986057" y="2438400"/>
                  <a:pt x="3992880" y="2445223"/>
                  <a:pt x="3992880" y="2453640"/>
                </a:cubicBezTo>
                <a:close/>
                <a:moveTo>
                  <a:pt x="3992880" y="2606040"/>
                </a:moveTo>
                <a:cubicBezTo>
                  <a:pt x="3992880" y="2614457"/>
                  <a:pt x="3986057" y="2621280"/>
                  <a:pt x="3977640" y="2621280"/>
                </a:cubicBezTo>
                <a:cubicBezTo>
                  <a:pt x="3969223" y="2621280"/>
                  <a:pt x="3962400" y="2614457"/>
                  <a:pt x="3962400" y="2606040"/>
                </a:cubicBezTo>
                <a:cubicBezTo>
                  <a:pt x="3962400" y="2597623"/>
                  <a:pt x="3969223" y="2590800"/>
                  <a:pt x="3977640" y="2590800"/>
                </a:cubicBezTo>
                <a:cubicBezTo>
                  <a:pt x="3986057" y="2590800"/>
                  <a:pt x="3992880" y="2597623"/>
                  <a:pt x="3992880" y="2606040"/>
                </a:cubicBezTo>
                <a:close/>
                <a:moveTo>
                  <a:pt x="3992880" y="2758440"/>
                </a:moveTo>
                <a:cubicBezTo>
                  <a:pt x="3992880" y="2766857"/>
                  <a:pt x="3986057" y="2773680"/>
                  <a:pt x="3977640" y="2773680"/>
                </a:cubicBezTo>
                <a:cubicBezTo>
                  <a:pt x="3969223" y="2773680"/>
                  <a:pt x="3962400" y="2766857"/>
                  <a:pt x="3962400" y="2758440"/>
                </a:cubicBezTo>
                <a:cubicBezTo>
                  <a:pt x="3962400" y="2750023"/>
                  <a:pt x="3969223" y="2743200"/>
                  <a:pt x="3977640" y="2743200"/>
                </a:cubicBezTo>
                <a:cubicBezTo>
                  <a:pt x="3986057" y="2743200"/>
                  <a:pt x="3992880" y="2750023"/>
                  <a:pt x="3992880" y="2758440"/>
                </a:cubicBezTo>
                <a:close/>
                <a:moveTo>
                  <a:pt x="3992880" y="2910840"/>
                </a:moveTo>
                <a:cubicBezTo>
                  <a:pt x="3992880" y="2919257"/>
                  <a:pt x="3986057" y="2926080"/>
                  <a:pt x="3977640" y="2926080"/>
                </a:cubicBezTo>
                <a:cubicBezTo>
                  <a:pt x="3969223" y="2926080"/>
                  <a:pt x="3962400" y="2919257"/>
                  <a:pt x="3962400" y="2910840"/>
                </a:cubicBezTo>
                <a:cubicBezTo>
                  <a:pt x="3962400" y="2902423"/>
                  <a:pt x="3969223" y="2895600"/>
                  <a:pt x="3977640" y="2895600"/>
                </a:cubicBezTo>
                <a:cubicBezTo>
                  <a:pt x="3986057" y="2895600"/>
                  <a:pt x="3992880" y="2902423"/>
                  <a:pt x="3992880" y="2910840"/>
                </a:cubicBezTo>
                <a:close/>
                <a:moveTo>
                  <a:pt x="3992880" y="3063240"/>
                </a:moveTo>
                <a:cubicBezTo>
                  <a:pt x="3992880" y="3071657"/>
                  <a:pt x="3986057" y="3078480"/>
                  <a:pt x="3977640" y="3078480"/>
                </a:cubicBezTo>
                <a:cubicBezTo>
                  <a:pt x="3969223" y="3078480"/>
                  <a:pt x="3962400" y="3071657"/>
                  <a:pt x="3962400" y="3063240"/>
                </a:cubicBezTo>
                <a:cubicBezTo>
                  <a:pt x="3962400" y="3054823"/>
                  <a:pt x="3969223" y="3048000"/>
                  <a:pt x="3977640" y="3048000"/>
                </a:cubicBezTo>
                <a:cubicBezTo>
                  <a:pt x="3986057" y="3048000"/>
                  <a:pt x="3992880" y="3054823"/>
                  <a:pt x="3992880" y="3063240"/>
                </a:cubicBezTo>
                <a:close/>
                <a:moveTo>
                  <a:pt x="3992880" y="3215640"/>
                </a:moveTo>
                <a:cubicBezTo>
                  <a:pt x="3992880" y="3224057"/>
                  <a:pt x="3986057" y="3230880"/>
                  <a:pt x="3977640" y="3230880"/>
                </a:cubicBezTo>
                <a:cubicBezTo>
                  <a:pt x="3969223" y="3230880"/>
                  <a:pt x="3962400" y="3224057"/>
                  <a:pt x="3962400" y="3215640"/>
                </a:cubicBezTo>
                <a:cubicBezTo>
                  <a:pt x="3962400" y="3207223"/>
                  <a:pt x="3969223" y="3200400"/>
                  <a:pt x="3977640" y="3200400"/>
                </a:cubicBezTo>
                <a:cubicBezTo>
                  <a:pt x="3986057" y="3200400"/>
                  <a:pt x="3992880" y="3207223"/>
                  <a:pt x="3992880" y="3215640"/>
                </a:cubicBezTo>
                <a:close/>
                <a:moveTo>
                  <a:pt x="3992880" y="3368040"/>
                </a:moveTo>
                <a:cubicBezTo>
                  <a:pt x="3992880" y="3376457"/>
                  <a:pt x="3986057" y="3383280"/>
                  <a:pt x="3977640" y="3383280"/>
                </a:cubicBezTo>
                <a:cubicBezTo>
                  <a:pt x="3969223" y="3383280"/>
                  <a:pt x="3962400" y="3376457"/>
                  <a:pt x="3962400" y="3368040"/>
                </a:cubicBezTo>
                <a:cubicBezTo>
                  <a:pt x="3962400" y="3359623"/>
                  <a:pt x="3969223" y="3352800"/>
                  <a:pt x="3977640" y="3352800"/>
                </a:cubicBezTo>
                <a:cubicBezTo>
                  <a:pt x="3986057" y="3352800"/>
                  <a:pt x="3992880" y="3359623"/>
                  <a:pt x="3992880" y="3368040"/>
                </a:cubicBezTo>
                <a:close/>
                <a:moveTo>
                  <a:pt x="3992880" y="3520440"/>
                </a:moveTo>
                <a:cubicBezTo>
                  <a:pt x="3992880" y="3528857"/>
                  <a:pt x="3986057" y="3535680"/>
                  <a:pt x="3977640" y="3535680"/>
                </a:cubicBezTo>
                <a:cubicBezTo>
                  <a:pt x="3969223" y="3535680"/>
                  <a:pt x="3962400" y="3528857"/>
                  <a:pt x="3962400" y="3520440"/>
                </a:cubicBezTo>
                <a:cubicBezTo>
                  <a:pt x="3962400" y="3512023"/>
                  <a:pt x="3969223" y="3505200"/>
                  <a:pt x="3977640" y="3505200"/>
                </a:cubicBezTo>
                <a:cubicBezTo>
                  <a:pt x="3986057" y="3505200"/>
                  <a:pt x="3992880" y="3512023"/>
                  <a:pt x="3992880" y="3520440"/>
                </a:cubicBezTo>
                <a:close/>
                <a:moveTo>
                  <a:pt x="3992880" y="3672840"/>
                </a:moveTo>
                <a:cubicBezTo>
                  <a:pt x="3992880" y="3681257"/>
                  <a:pt x="3986057" y="3688080"/>
                  <a:pt x="3977640" y="3688080"/>
                </a:cubicBezTo>
                <a:cubicBezTo>
                  <a:pt x="3969223" y="3688080"/>
                  <a:pt x="3962400" y="3681257"/>
                  <a:pt x="3962400" y="3672840"/>
                </a:cubicBezTo>
                <a:cubicBezTo>
                  <a:pt x="3962400" y="3664423"/>
                  <a:pt x="3969223" y="3657600"/>
                  <a:pt x="3977640" y="3657600"/>
                </a:cubicBezTo>
                <a:cubicBezTo>
                  <a:pt x="3986057" y="3657600"/>
                  <a:pt x="3992880" y="3664423"/>
                  <a:pt x="3992880" y="3672840"/>
                </a:cubicBezTo>
                <a:close/>
                <a:moveTo>
                  <a:pt x="3992880" y="3825240"/>
                </a:moveTo>
                <a:cubicBezTo>
                  <a:pt x="3992880" y="3833657"/>
                  <a:pt x="3986057" y="3840480"/>
                  <a:pt x="3977640" y="3840480"/>
                </a:cubicBezTo>
                <a:cubicBezTo>
                  <a:pt x="3969223" y="3840480"/>
                  <a:pt x="3962400" y="3833657"/>
                  <a:pt x="3962400" y="3825240"/>
                </a:cubicBezTo>
                <a:cubicBezTo>
                  <a:pt x="3962400" y="3816823"/>
                  <a:pt x="3969223" y="3810000"/>
                  <a:pt x="3977640" y="3810000"/>
                </a:cubicBezTo>
                <a:cubicBezTo>
                  <a:pt x="3986057" y="3810000"/>
                  <a:pt x="3992880" y="3816823"/>
                  <a:pt x="3992880" y="3825240"/>
                </a:cubicBezTo>
                <a:close/>
                <a:moveTo>
                  <a:pt x="3992880" y="3977640"/>
                </a:moveTo>
                <a:cubicBezTo>
                  <a:pt x="3992880" y="3986057"/>
                  <a:pt x="3986057" y="3992880"/>
                  <a:pt x="3977640" y="3992880"/>
                </a:cubicBezTo>
                <a:cubicBezTo>
                  <a:pt x="3969223" y="3992880"/>
                  <a:pt x="3962400" y="3986057"/>
                  <a:pt x="3962400" y="3977640"/>
                </a:cubicBezTo>
                <a:cubicBezTo>
                  <a:pt x="3962400" y="3969223"/>
                  <a:pt x="3969223" y="3962400"/>
                  <a:pt x="3977640" y="3962400"/>
                </a:cubicBezTo>
                <a:cubicBezTo>
                  <a:pt x="3986057" y="3962400"/>
                  <a:pt x="3992880" y="3969223"/>
                  <a:pt x="3992880" y="3977640"/>
                </a:cubicBezTo>
                <a:close/>
                <a:moveTo>
                  <a:pt x="3992880" y="4130040"/>
                </a:moveTo>
                <a:cubicBezTo>
                  <a:pt x="3992880" y="4138457"/>
                  <a:pt x="3986057" y="4145280"/>
                  <a:pt x="3977640" y="4145280"/>
                </a:cubicBezTo>
                <a:cubicBezTo>
                  <a:pt x="3969223" y="4145280"/>
                  <a:pt x="3962400" y="4138457"/>
                  <a:pt x="3962400" y="4130040"/>
                </a:cubicBezTo>
                <a:cubicBezTo>
                  <a:pt x="3962400" y="4121623"/>
                  <a:pt x="3969223" y="4114800"/>
                  <a:pt x="3977640" y="4114800"/>
                </a:cubicBezTo>
                <a:cubicBezTo>
                  <a:pt x="3986057" y="4114800"/>
                  <a:pt x="3992880" y="4121623"/>
                  <a:pt x="3992880" y="4130040"/>
                </a:cubicBezTo>
                <a:close/>
                <a:moveTo>
                  <a:pt x="3992880" y="4282440"/>
                </a:moveTo>
                <a:cubicBezTo>
                  <a:pt x="3992880" y="4290857"/>
                  <a:pt x="3986057" y="4297680"/>
                  <a:pt x="3977640" y="4297680"/>
                </a:cubicBezTo>
                <a:cubicBezTo>
                  <a:pt x="3969223" y="4297680"/>
                  <a:pt x="3962400" y="4290857"/>
                  <a:pt x="3962400" y="4282440"/>
                </a:cubicBezTo>
                <a:cubicBezTo>
                  <a:pt x="3962400" y="4274023"/>
                  <a:pt x="3969223" y="4267200"/>
                  <a:pt x="3977640" y="4267200"/>
                </a:cubicBezTo>
                <a:cubicBezTo>
                  <a:pt x="3986057" y="4267200"/>
                  <a:pt x="3992880" y="4274023"/>
                  <a:pt x="3992880" y="4282440"/>
                </a:cubicBezTo>
                <a:close/>
                <a:moveTo>
                  <a:pt x="3992880" y="4434840"/>
                </a:moveTo>
                <a:cubicBezTo>
                  <a:pt x="3992880" y="4443257"/>
                  <a:pt x="3986057" y="4450080"/>
                  <a:pt x="3977640" y="4450080"/>
                </a:cubicBezTo>
                <a:cubicBezTo>
                  <a:pt x="3969223" y="4450080"/>
                  <a:pt x="3962400" y="4443257"/>
                  <a:pt x="3962400" y="4434840"/>
                </a:cubicBezTo>
                <a:cubicBezTo>
                  <a:pt x="3962400" y="4426423"/>
                  <a:pt x="3969223" y="4419600"/>
                  <a:pt x="3977640" y="4419600"/>
                </a:cubicBezTo>
                <a:cubicBezTo>
                  <a:pt x="3986057" y="4419600"/>
                  <a:pt x="3992880" y="4426423"/>
                  <a:pt x="3992880" y="4434840"/>
                </a:cubicBezTo>
                <a:close/>
                <a:moveTo>
                  <a:pt x="4145280" y="15240"/>
                </a:moveTo>
                <a:cubicBezTo>
                  <a:pt x="4145280" y="23657"/>
                  <a:pt x="4138457" y="30480"/>
                  <a:pt x="4130040" y="30480"/>
                </a:cubicBezTo>
                <a:cubicBezTo>
                  <a:pt x="4121623" y="30480"/>
                  <a:pt x="4114800" y="23657"/>
                  <a:pt x="4114800" y="15240"/>
                </a:cubicBezTo>
                <a:cubicBezTo>
                  <a:pt x="4114800" y="6823"/>
                  <a:pt x="4121623" y="0"/>
                  <a:pt x="4130040" y="0"/>
                </a:cubicBezTo>
                <a:cubicBezTo>
                  <a:pt x="4138457" y="0"/>
                  <a:pt x="4145280" y="6823"/>
                  <a:pt x="4145280" y="15240"/>
                </a:cubicBezTo>
                <a:close/>
                <a:moveTo>
                  <a:pt x="4145280" y="167640"/>
                </a:moveTo>
                <a:cubicBezTo>
                  <a:pt x="4145280" y="176057"/>
                  <a:pt x="4138457" y="182880"/>
                  <a:pt x="4130040" y="182880"/>
                </a:cubicBezTo>
                <a:cubicBezTo>
                  <a:pt x="4121623" y="182880"/>
                  <a:pt x="4114800" y="176057"/>
                  <a:pt x="4114800" y="167640"/>
                </a:cubicBezTo>
                <a:cubicBezTo>
                  <a:pt x="4114800" y="159223"/>
                  <a:pt x="4121623" y="152400"/>
                  <a:pt x="4130040" y="152400"/>
                </a:cubicBezTo>
                <a:cubicBezTo>
                  <a:pt x="4138457" y="152400"/>
                  <a:pt x="4145280" y="159223"/>
                  <a:pt x="4145280" y="167640"/>
                </a:cubicBezTo>
                <a:close/>
                <a:moveTo>
                  <a:pt x="4145280" y="320040"/>
                </a:moveTo>
                <a:cubicBezTo>
                  <a:pt x="4145280" y="328457"/>
                  <a:pt x="4138457" y="335280"/>
                  <a:pt x="4130040" y="335280"/>
                </a:cubicBezTo>
                <a:cubicBezTo>
                  <a:pt x="4121623" y="335280"/>
                  <a:pt x="4114800" y="328457"/>
                  <a:pt x="4114800" y="320040"/>
                </a:cubicBezTo>
                <a:cubicBezTo>
                  <a:pt x="4114800" y="311623"/>
                  <a:pt x="4121623" y="304800"/>
                  <a:pt x="4130040" y="304800"/>
                </a:cubicBezTo>
                <a:cubicBezTo>
                  <a:pt x="4138457" y="304800"/>
                  <a:pt x="4145280" y="311623"/>
                  <a:pt x="4145280" y="320040"/>
                </a:cubicBezTo>
                <a:close/>
                <a:moveTo>
                  <a:pt x="4145280" y="472440"/>
                </a:moveTo>
                <a:cubicBezTo>
                  <a:pt x="4145280" y="480857"/>
                  <a:pt x="4138457" y="487680"/>
                  <a:pt x="4130040" y="487680"/>
                </a:cubicBezTo>
                <a:cubicBezTo>
                  <a:pt x="4121623" y="487680"/>
                  <a:pt x="4114800" y="480857"/>
                  <a:pt x="4114800" y="472440"/>
                </a:cubicBezTo>
                <a:cubicBezTo>
                  <a:pt x="4114800" y="464023"/>
                  <a:pt x="4121623" y="457200"/>
                  <a:pt x="4130040" y="457200"/>
                </a:cubicBezTo>
                <a:cubicBezTo>
                  <a:pt x="4138457" y="457200"/>
                  <a:pt x="4145280" y="464023"/>
                  <a:pt x="4145280" y="472440"/>
                </a:cubicBezTo>
                <a:close/>
                <a:moveTo>
                  <a:pt x="4145280" y="624840"/>
                </a:moveTo>
                <a:cubicBezTo>
                  <a:pt x="4145280" y="633257"/>
                  <a:pt x="4138457" y="640080"/>
                  <a:pt x="4130040" y="640080"/>
                </a:cubicBezTo>
                <a:cubicBezTo>
                  <a:pt x="4121623" y="640080"/>
                  <a:pt x="4114800" y="633257"/>
                  <a:pt x="4114800" y="624840"/>
                </a:cubicBezTo>
                <a:cubicBezTo>
                  <a:pt x="4114800" y="616423"/>
                  <a:pt x="4121623" y="609600"/>
                  <a:pt x="4130040" y="609600"/>
                </a:cubicBezTo>
                <a:cubicBezTo>
                  <a:pt x="4138457" y="609600"/>
                  <a:pt x="4145280" y="616423"/>
                  <a:pt x="4145280" y="624840"/>
                </a:cubicBezTo>
                <a:close/>
                <a:moveTo>
                  <a:pt x="4145280" y="777240"/>
                </a:moveTo>
                <a:cubicBezTo>
                  <a:pt x="4145280" y="785657"/>
                  <a:pt x="4138457" y="792480"/>
                  <a:pt x="4130040" y="792480"/>
                </a:cubicBezTo>
                <a:cubicBezTo>
                  <a:pt x="4121623" y="792480"/>
                  <a:pt x="4114800" y="785657"/>
                  <a:pt x="4114800" y="777240"/>
                </a:cubicBezTo>
                <a:cubicBezTo>
                  <a:pt x="4114800" y="768823"/>
                  <a:pt x="4121623" y="762000"/>
                  <a:pt x="4130040" y="762000"/>
                </a:cubicBezTo>
                <a:cubicBezTo>
                  <a:pt x="4138457" y="762000"/>
                  <a:pt x="4145280" y="768823"/>
                  <a:pt x="4145280" y="777240"/>
                </a:cubicBezTo>
                <a:close/>
                <a:moveTo>
                  <a:pt x="4145280" y="929640"/>
                </a:moveTo>
                <a:cubicBezTo>
                  <a:pt x="4145280" y="938057"/>
                  <a:pt x="4138457" y="944880"/>
                  <a:pt x="4130040" y="944880"/>
                </a:cubicBezTo>
                <a:cubicBezTo>
                  <a:pt x="4121623" y="944880"/>
                  <a:pt x="4114800" y="938057"/>
                  <a:pt x="4114800" y="929640"/>
                </a:cubicBezTo>
                <a:cubicBezTo>
                  <a:pt x="4114800" y="921223"/>
                  <a:pt x="4121623" y="914400"/>
                  <a:pt x="4130040" y="914400"/>
                </a:cubicBezTo>
                <a:cubicBezTo>
                  <a:pt x="4138457" y="914400"/>
                  <a:pt x="4145280" y="921223"/>
                  <a:pt x="4145280" y="929640"/>
                </a:cubicBezTo>
                <a:close/>
                <a:moveTo>
                  <a:pt x="4145280" y="1082040"/>
                </a:moveTo>
                <a:cubicBezTo>
                  <a:pt x="4145280" y="1090457"/>
                  <a:pt x="4138457" y="1097280"/>
                  <a:pt x="4130040" y="1097280"/>
                </a:cubicBezTo>
                <a:cubicBezTo>
                  <a:pt x="4121623" y="1097280"/>
                  <a:pt x="4114800" y="1090457"/>
                  <a:pt x="4114800" y="1082040"/>
                </a:cubicBezTo>
                <a:cubicBezTo>
                  <a:pt x="4114800" y="1073623"/>
                  <a:pt x="4121623" y="1066800"/>
                  <a:pt x="4130040" y="1066800"/>
                </a:cubicBezTo>
                <a:cubicBezTo>
                  <a:pt x="4138457" y="1066800"/>
                  <a:pt x="4145280" y="1073623"/>
                  <a:pt x="4145280" y="1082040"/>
                </a:cubicBezTo>
                <a:close/>
                <a:moveTo>
                  <a:pt x="4145280" y="1234440"/>
                </a:moveTo>
                <a:cubicBezTo>
                  <a:pt x="4145280" y="1242857"/>
                  <a:pt x="4138457" y="1249680"/>
                  <a:pt x="4130040" y="1249680"/>
                </a:cubicBezTo>
                <a:cubicBezTo>
                  <a:pt x="4121623" y="1249680"/>
                  <a:pt x="4114800" y="1242857"/>
                  <a:pt x="4114800" y="1234440"/>
                </a:cubicBezTo>
                <a:cubicBezTo>
                  <a:pt x="4114800" y="1226023"/>
                  <a:pt x="4121623" y="1219200"/>
                  <a:pt x="4130040" y="1219200"/>
                </a:cubicBezTo>
                <a:cubicBezTo>
                  <a:pt x="4138457" y="1219200"/>
                  <a:pt x="4145280" y="1226023"/>
                  <a:pt x="4145280" y="1234440"/>
                </a:cubicBezTo>
                <a:close/>
                <a:moveTo>
                  <a:pt x="4145280" y="1386840"/>
                </a:moveTo>
                <a:cubicBezTo>
                  <a:pt x="4145280" y="1395257"/>
                  <a:pt x="4138457" y="1402080"/>
                  <a:pt x="4130040" y="1402080"/>
                </a:cubicBezTo>
                <a:cubicBezTo>
                  <a:pt x="4121623" y="1402080"/>
                  <a:pt x="4114800" y="1395257"/>
                  <a:pt x="4114800" y="1386840"/>
                </a:cubicBezTo>
                <a:cubicBezTo>
                  <a:pt x="4114800" y="1378423"/>
                  <a:pt x="4121623" y="1371600"/>
                  <a:pt x="4130040" y="1371600"/>
                </a:cubicBezTo>
                <a:cubicBezTo>
                  <a:pt x="4138457" y="1371600"/>
                  <a:pt x="4145280" y="1378423"/>
                  <a:pt x="4145280" y="1386840"/>
                </a:cubicBezTo>
                <a:close/>
                <a:moveTo>
                  <a:pt x="4145280" y="1539240"/>
                </a:moveTo>
                <a:cubicBezTo>
                  <a:pt x="4145280" y="1547657"/>
                  <a:pt x="4138457" y="1554480"/>
                  <a:pt x="4130040" y="1554480"/>
                </a:cubicBezTo>
                <a:cubicBezTo>
                  <a:pt x="4121623" y="1554480"/>
                  <a:pt x="4114800" y="1547657"/>
                  <a:pt x="4114800" y="1539240"/>
                </a:cubicBezTo>
                <a:cubicBezTo>
                  <a:pt x="4114800" y="1530823"/>
                  <a:pt x="4121623" y="1524000"/>
                  <a:pt x="4130040" y="1524000"/>
                </a:cubicBezTo>
                <a:cubicBezTo>
                  <a:pt x="4138457" y="1524000"/>
                  <a:pt x="4145280" y="1530823"/>
                  <a:pt x="4145280" y="1539240"/>
                </a:cubicBezTo>
                <a:close/>
                <a:moveTo>
                  <a:pt x="4145280" y="1691640"/>
                </a:moveTo>
                <a:cubicBezTo>
                  <a:pt x="4145280" y="1700057"/>
                  <a:pt x="4138457" y="1706880"/>
                  <a:pt x="4130040" y="1706880"/>
                </a:cubicBezTo>
                <a:cubicBezTo>
                  <a:pt x="4121623" y="1706880"/>
                  <a:pt x="4114800" y="1700057"/>
                  <a:pt x="4114800" y="1691640"/>
                </a:cubicBezTo>
                <a:cubicBezTo>
                  <a:pt x="4114800" y="1683223"/>
                  <a:pt x="4121623" y="1676400"/>
                  <a:pt x="4130040" y="1676400"/>
                </a:cubicBezTo>
                <a:cubicBezTo>
                  <a:pt x="4138457" y="1676400"/>
                  <a:pt x="4145280" y="1683223"/>
                  <a:pt x="4145280" y="1691640"/>
                </a:cubicBezTo>
                <a:close/>
                <a:moveTo>
                  <a:pt x="4145280" y="1844040"/>
                </a:moveTo>
                <a:cubicBezTo>
                  <a:pt x="4145280" y="1852457"/>
                  <a:pt x="4138457" y="1859280"/>
                  <a:pt x="4130040" y="1859280"/>
                </a:cubicBezTo>
                <a:cubicBezTo>
                  <a:pt x="4121623" y="1859280"/>
                  <a:pt x="4114800" y="1852457"/>
                  <a:pt x="4114800" y="1844040"/>
                </a:cubicBezTo>
                <a:cubicBezTo>
                  <a:pt x="4114800" y="1835623"/>
                  <a:pt x="4121623" y="1828800"/>
                  <a:pt x="4130040" y="1828800"/>
                </a:cubicBezTo>
                <a:cubicBezTo>
                  <a:pt x="4138457" y="1828800"/>
                  <a:pt x="4145280" y="1835623"/>
                  <a:pt x="4145280" y="1844040"/>
                </a:cubicBezTo>
                <a:close/>
                <a:moveTo>
                  <a:pt x="4145280" y="1996440"/>
                </a:moveTo>
                <a:cubicBezTo>
                  <a:pt x="4145280" y="2004857"/>
                  <a:pt x="4138457" y="2011680"/>
                  <a:pt x="4130040" y="2011680"/>
                </a:cubicBezTo>
                <a:cubicBezTo>
                  <a:pt x="4121623" y="2011680"/>
                  <a:pt x="4114800" y="2004857"/>
                  <a:pt x="4114800" y="1996440"/>
                </a:cubicBezTo>
                <a:cubicBezTo>
                  <a:pt x="4114800" y="1988023"/>
                  <a:pt x="4121623" y="1981200"/>
                  <a:pt x="4130040" y="1981200"/>
                </a:cubicBezTo>
                <a:cubicBezTo>
                  <a:pt x="4138457" y="1981200"/>
                  <a:pt x="4145280" y="1988023"/>
                  <a:pt x="4145280" y="1996440"/>
                </a:cubicBezTo>
                <a:close/>
                <a:moveTo>
                  <a:pt x="4145280" y="2148840"/>
                </a:moveTo>
                <a:cubicBezTo>
                  <a:pt x="4145280" y="2157257"/>
                  <a:pt x="4138457" y="2164080"/>
                  <a:pt x="4130040" y="2164080"/>
                </a:cubicBezTo>
                <a:cubicBezTo>
                  <a:pt x="4121623" y="2164080"/>
                  <a:pt x="4114800" y="2157257"/>
                  <a:pt x="4114800" y="2148840"/>
                </a:cubicBezTo>
                <a:cubicBezTo>
                  <a:pt x="4114800" y="2140423"/>
                  <a:pt x="4121623" y="2133600"/>
                  <a:pt x="4130040" y="2133600"/>
                </a:cubicBezTo>
                <a:cubicBezTo>
                  <a:pt x="4138457" y="2133600"/>
                  <a:pt x="4145280" y="2140423"/>
                  <a:pt x="4145280" y="2148840"/>
                </a:cubicBezTo>
                <a:close/>
                <a:moveTo>
                  <a:pt x="4145280" y="2301240"/>
                </a:moveTo>
                <a:cubicBezTo>
                  <a:pt x="4145280" y="2309657"/>
                  <a:pt x="4138457" y="2316480"/>
                  <a:pt x="4130040" y="2316480"/>
                </a:cubicBezTo>
                <a:cubicBezTo>
                  <a:pt x="4121623" y="2316480"/>
                  <a:pt x="4114800" y="2309657"/>
                  <a:pt x="4114800" y="2301240"/>
                </a:cubicBezTo>
                <a:cubicBezTo>
                  <a:pt x="4114800" y="2292823"/>
                  <a:pt x="4121623" y="2286000"/>
                  <a:pt x="4130040" y="2286000"/>
                </a:cubicBezTo>
                <a:cubicBezTo>
                  <a:pt x="4138457" y="2286000"/>
                  <a:pt x="4145280" y="2292823"/>
                  <a:pt x="4145280" y="2301240"/>
                </a:cubicBezTo>
                <a:close/>
                <a:moveTo>
                  <a:pt x="4145280" y="2453640"/>
                </a:moveTo>
                <a:cubicBezTo>
                  <a:pt x="4145280" y="2462057"/>
                  <a:pt x="4138457" y="2468880"/>
                  <a:pt x="4130040" y="2468880"/>
                </a:cubicBezTo>
                <a:cubicBezTo>
                  <a:pt x="4121623" y="2468880"/>
                  <a:pt x="4114800" y="2462057"/>
                  <a:pt x="4114800" y="2453640"/>
                </a:cubicBezTo>
                <a:cubicBezTo>
                  <a:pt x="4114800" y="2445223"/>
                  <a:pt x="4121623" y="2438400"/>
                  <a:pt x="4130040" y="2438400"/>
                </a:cubicBezTo>
                <a:cubicBezTo>
                  <a:pt x="4138457" y="2438400"/>
                  <a:pt x="4145280" y="2445223"/>
                  <a:pt x="4145280" y="2453640"/>
                </a:cubicBezTo>
                <a:close/>
                <a:moveTo>
                  <a:pt x="4145280" y="2606040"/>
                </a:moveTo>
                <a:cubicBezTo>
                  <a:pt x="4145280" y="2614457"/>
                  <a:pt x="4138457" y="2621280"/>
                  <a:pt x="4130040" y="2621280"/>
                </a:cubicBezTo>
                <a:cubicBezTo>
                  <a:pt x="4121623" y="2621280"/>
                  <a:pt x="4114800" y="2614457"/>
                  <a:pt x="4114800" y="2606040"/>
                </a:cubicBezTo>
                <a:cubicBezTo>
                  <a:pt x="4114800" y="2597623"/>
                  <a:pt x="4121623" y="2590800"/>
                  <a:pt x="4130040" y="2590800"/>
                </a:cubicBezTo>
                <a:cubicBezTo>
                  <a:pt x="4138457" y="2590800"/>
                  <a:pt x="4145280" y="2597623"/>
                  <a:pt x="4145280" y="2606040"/>
                </a:cubicBezTo>
                <a:close/>
                <a:moveTo>
                  <a:pt x="4145280" y="2758440"/>
                </a:moveTo>
                <a:cubicBezTo>
                  <a:pt x="4145280" y="2766857"/>
                  <a:pt x="4138457" y="2773680"/>
                  <a:pt x="4130040" y="2773680"/>
                </a:cubicBezTo>
                <a:cubicBezTo>
                  <a:pt x="4121623" y="2773680"/>
                  <a:pt x="4114800" y="2766857"/>
                  <a:pt x="4114800" y="2758440"/>
                </a:cubicBezTo>
                <a:cubicBezTo>
                  <a:pt x="4114800" y="2750023"/>
                  <a:pt x="4121623" y="2743200"/>
                  <a:pt x="4130040" y="2743200"/>
                </a:cubicBezTo>
                <a:cubicBezTo>
                  <a:pt x="4138457" y="2743200"/>
                  <a:pt x="4145280" y="2750023"/>
                  <a:pt x="4145280" y="2758440"/>
                </a:cubicBezTo>
                <a:close/>
                <a:moveTo>
                  <a:pt x="4145280" y="2910840"/>
                </a:moveTo>
                <a:cubicBezTo>
                  <a:pt x="4145280" y="2919257"/>
                  <a:pt x="4138457" y="2926080"/>
                  <a:pt x="4130040" y="2926080"/>
                </a:cubicBezTo>
                <a:cubicBezTo>
                  <a:pt x="4121623" y="2926080"/>
                  <a:pt x="4114800" y="2919257"/>
                  <a:pt x="4114800" y="2910840"/>
                </a:cubicBezTo>
                <a:cubicBezTo>
                  <a:pt x="4114800" y="2902423"/>
                  <a:pt x="4121623" y="2895600"/>
                  <a:pt x="4130040" y="2895600"/>
                </a:cubicBezTo>
                <a:cubicBezTo>
                  <a:pt x="4138457" y="2895600"/>
                  <a:pt x="4145280" y="2902423"/>
                  <a:pt x="4145280" y="2910840"/>
                </a:cubicBezTo>
                <a:close/>
                <a:moveTo>
                  <a:pt x="4145280" y="3063240"/>
                </a:moveTo>
                <a:cubicBezTo>
                  <a:pt x="4145280" y="3071657"/>
                  <a:pt x="4138457" y="3078480"/>
                  <a:pt x="4130040" y="3078480"/>
                </a:cubicBezTo>
                <a:cubicBezTo>
                  <a:pt x="4121623" y="3078480"/>
                  <a:pt x="4114800" y="3071657"/>
                  <a:pt x="4114800" y="3063240"/>
                </a:cubicBezTo>
                <a:cubicBezTo>
                  <a:pt x="4114800" y="3054823"/>
                  <a:pt x="4121623" y="3048000"/>
                  <a:pt x="4130040" y="3048000"/>
                </a:cubicBezTo>
                <a:cubicBezTo>
                  <a:pt x="4138457" y="3048000"/>
                  <a:pt x="4145280" y="3054823"/>
                  <a:pt x="4145280" y="3063240"/>
                </a:cubicBezTo>
                <a:close/>
                <a:moveTo>
                  <a:pt x="4145280" y="3215640"/>
                </a:moveTo>
                <a:cubicBezTo>
                  <a:pt x="4145280" y="3224057"/>
                  <a:pt x="4138457" y="3230880"/>
                  <a:pt x="4130040" y="3230880"/>
                </a:cubicBezTo>
                <a:cubicBezTo>
                  <a:pt x="4121623" y="3230880"/>
                  <a:pt x="4114800" y="3224057"/>
                  <a:pt x="4114800" y="3215640"/>
                </a:cubicBezTo>
                <a:cubicBezTo>
                  <a:pt x="4114800" y="3207223"/>
                  <a:pt x="4121623" y="3200400"/>
                  <a:pt x="4130040" y="3200400"/>
                </a:cubicBezTo>
                <a:cubicBezTo>
                  <a:pt x="4138457" y="3200400"/>
                  <a:pt x="4145280" y="3207223"/>
                  <a:pt x="4145280" y="3215640"/>
                </a:cubicBezTo>
                <a:close/>
                <a:moveTo>
                  <a:pt x="4145280" y="3368040"/>
                </a:moveTo>
                <a:cubicBezTo>
                  <a:pt x="4145280" y="3376457"/>
                  <a:pt x="4138457" y="3383280"/>
                  <a:pt x="4130040" y="3383280"/>
                </a:cubicBezTo>
                <a:cubicBezTo>
                  <a:pt x="4121623" y="3383280"/>
                  <a:pt x="4114800" y="3376457"/>
                  <a:pt x="4114800" y="3368040"/>
                </a:cubicBezTo>
                <a:cubicBezTo>
                  <a:pt x="4114800" y="3359623"/>
                  <a:pt x="4121623" y="3352800"/>
                  <a:pt x="4130040" y="3352800"/>
                </a:cubicBezTo>
                <a:cubicBezTo>
                  <a:pt x="4138457" y="3352800"/>
                  <a:pt x="4145280" y="3359623"/>
                  <a:pt x="4145280" y="3368040"/>
                </a:cubicBezTo>
                <a:close/>
                <a:moveTo>
                  <a:pt x="4145280" y="3520440"/>
                </a:moveTo>
                <a:cubicBezTo>
                  <a:pt x="4145280" y="3528857"/>
                  <a:pt x="4138457" y="3535680"/>
                  <a:pt x="4130040" y="3535680"/>
                </a:cubicBezTo>
                <a:cubicBezTo>
                  <a:pt x="4121623" y="3535680"/>
                  <a:pt x="4114800" y="3528857"/>
                  <a:pt x="4114800" y="3520440"/>
                </a:cubicBezTo>
                <a:cubicBezTo>
                  <a:pt x="4114800" y="3512023"/>
                  <a:pt x="4121623" y="3505200"/>
                  <a:pt x="4130040" y="3505200"/>
                </a:cubicBezTo>
                <a:cubicBezTo>
                  <a:pt x="4138457" y="3505200"/>
                  <a:pt x="4145280" y="3512023"/>
                  <a:pt x="4145280" y="3520440"/>
                </a:cubicBezTo>
                <a:close/>
                <a:moveTo>
                  <a:pt x="4145280" y="3672840"/>
                </a:moveTo>
                <a:cubicBezTo>
                  <a:pt x="4145280" y="3681257"/>
                  <a:pt x="4138457" y="3688080"/>
                  <a:pt x="4130040" y="3688080"/>
                </a:cubicBezTo>
                <a:cubicBezTo>
                  <a:pt x="4121623" y="3688080"/>
                  <a:pt x="4114800" y="3681257"/>
                  <a:pt x="4114800" y="3672840"/>
                </a:cubicBezTo>
                <a:cubicBezTo>
                  <a:pt x="4114800" y="3664423"/>
                  <a:pt x="4121623" y="3657600"/>
                  <a:pt x="4130040" y="3657600"/>
                </a:cubicBezTo>
                <a:cubicBezTo>
                  <a:pt x="4138457" y="3657600"/>
                  <a:pt x="4145280" y="3664423"/>
                  <a:pt x="4145280" y="3672840"/>
                </a:cubicBezTo>
                <a:close/>
                <a:moveTo>
                  <a:pt x="4145280" y="3825240"/>
                </a:moveTo>
                <a:cubicBezTo>
                  <a:pt x="4145280" y="3833657"/>
                  <a:pt x="4138457" y="3840480"/>
                  <a:pt x="4130040" y="3840480"/>
                </a:cubicBezTo>
                <a:cubicBezTo>
                  <a:pt x="4121623" y="3840480"/>
                  <a:pt x="4114800" y="3833657"/>
                  <a:pt x="4114800" y="3825240"/>
                </a:cubicBezTo>
                <a:cubicBezTo>
                  <a:pt x="4114800" y="3816823"/>
                  <a:pt x="4121623" y="3810000"/>
                  <a:pt x="4130040" y="3810000"/>
                </a:cubicBezTo>
                <a:cubicBezTo>
                  <a:pt x="4138457" y="3810000"/>
                  <a:pt x="4145280" y="3816823"/>
                  <a:pt x="4145280" y="3825240"/>
                </a:cubicBezTo>
                <a:close/>
                <a:moveTo>
                  <a:pt x="4145280" y="3977640"/>
                </a:moveTo>
                <a:cubicBezTo>
                  <a:pt x="4145280" y="3986057"/>
                  <a:pt x="4138457" y="3992880"/>
                  <a:pt x="4130040" y="3992880"/>
                </a:cubicBezTo>
                <a:cubicBezTo>
                  <a:pt x="4121623" y="3992880"/>
                  <a:pt x="4114800" y="3986057"/>
                  <a:pt x="4114800" y="3977640"/>
                </a:cubicBezTo>
                <a:cubicBezTo>
                  <a:pt x="4114800" y="3969223"/>
                  <a:pt x="4121623" y="3962400"/>
                  <a:pt x="4130040" y="3962400"/>
                </a:cubicBezTo>
                <a:cubicBezTo>
                  <a:pt x="4138457" y="3962400"/>
                  <a:pt x="4145280" y="3969223"/>
                  <a:pt x="4145280" y="3977640"/>
                </a:cubicBezTo>
                <a:close/>
                <a:moveTo>
                  <a:pt x="4145280" y="4130040"/>
                </a:moveTo>
                <a:cubicBezTo>
                  <a:pt x="4145280" y="4138457"/>
                  <a:pt x="4138457" y="4145280"/>
                  <a:pt x="4130040" y="4145280"/>
                </a:cubicBezTo>
                <a:cubicBezTo>
                  <a:pt x="4121623" y="4145280"/>
                  <a:pt x="4114800" y="4138457"/>
                  <a:pt x="4114800" y="4130040"/>
                </a:cubicBezTo>
                <a:cubicBezTo>
                  <a:pt x="4114800" y="4121623"/>
                  <a:pt x="4121623" y="4114800"/>
                  <a:pt x="4130040" y="4114800"/>
                </a:cubicBezTo>
                <a:cubicBezTo>
                  <a:pt x="4138457" y="4114800"/>
                  <a:pt x="4145280" y="4121623"/>
                  <a:pt x="4145280" y="4130040"/>
                </a:cubicBezTo>
                <a:close/>
                <a:moveTo>
                  <a:pt x="4145280" y="4282440"/>
                </a:moveTo>
                <a:cubicBezTo>
                  <a:pt x="4145280" y="4290857"/>
                  <a:pt x="4138457" y="4297680"/>
                  <a:pt x="4130040" y="4297680"/>
                </a:cubicBezTo>
                <a:cubicBezTo>
                  <a:pt x="4121623" y="4297680"/>
                  <a:pt x="4114800" y="4290857"/>
                  <a:pt x="4114800" y="4282440"/>
                </a:cubicBezTo>
                <a:cubicBezTo>
                  <a:pt x="4114800" y="4274023"/>
                  <a:pt x="4121623" y="4267200"/>
                  <a:pt x="4130040" y="4267200"/>
                </a:cubicBezTo>
                <a:cubicBezTo>
                  <a:pt x="4138457" y="4267200"/>
                  <a:pt x="4145280" y="4274023"/>
                  <a:pt x="4145280" y="4282440"/>
                </a:cubicBezTo>
                <a:close/>
                <a:moveTo>
                  <a:pt x="4145280" y="4434840"/>
                </a:moveTo>
                <a:cubicBezTo>
                  <a:pt x="4145280" y="4443257"/>
                  <a:pt x="4138457" y="4450080"/>
                  <a:pt x="4130040" y="4450080"/>
                </a:cubicBezTo>
                <a:cubicBezTo>
                  <a:pt x="4121623" y="4450080"/>
                  <a:pt x="4114800" y="4443257"/>
                  <a:pt x="4114800" y="4434840"/>
                </a:cubicBezTo>
                <a:cubicBezTo>
                  <a:pt x="4114800" y="4426423"/>
                  <a:pt x="4121623" y="4419600"/>
                  <a:pt x="4130040" y="4419600"/>
                </a:cubicBezTo>
                <a:cubicBezTo>
                  <a:pt x="4138457" y="4419600"/>
                  <a:pt x="4145280" y="4426423"/>
                  <a:pt x="4145280" y="4434840"/>
                </a:cubicBezTo>
                <a:close/>
                <a:moveTo>
                  <a:pt x="4297680" y="15240"/>
                </a:moveTo>
                <a:cubicBezTo>
                  <a:pt x="4297680" y="23657"/>
                  <a:pt x="4290857" y="30480"/>
                  <a:pt x="4282440" y="30480"/>
                </a:cubicBezTo>
                <a:cubicBezTo>
                  <a:pt x="4274023" y="30480"/>
                  <a:pt x="4267200" y="23657"/>
                  <a:pt x="4267200" y="15240"/>
                </a:cubicBezTo>
                <a:cubicBezTo>
                  <a:pt x="4267200" y="6823"/>
                  <a:pt x="4274023" y="0"/>
                  <a:pt x="4282440" y="0"/>
                </a:cubicBezTo>
                <a:cubicBezTo>
                  <a:pt x="4290857" y="0"/>
                  <a:pt x="4297680" y="6823"/>
                  <a:pt x="4297680" y="15240"/>
                </a:cubicBezTo>
                <a:close/>
                <a:moveTo>
                  <a:pt x="4297680" y="167640"/>
                </a:moveTo>
                <a:cubicBezTo>
                  <a:pt x="4297680" y="176057"/>
                  <a:pt x="4290857" y="182880"/>
                  <a:pt x="4282440" y="182880"/>
                </a:cubicBezTo>
                <a:cubicBezTo>
                  <a:pt x="4274023" y="182880"/>
                  <a:pt x="4267200" y="176057"/>
                  <a:pt x="4267200" y="167640"/>
                </a:cubicBezTo>
                <a:cubicBezTo>
                  <a:pt x="4267200" y="159223"/>
                  <a:pt x="4274023" y="152400"/>
                  <a:pt x="4282440" y="152400"/>
                </a:cubicBezTo>
                <a:cubicBezTo>
                  <a:pt x="4290857" y="152400"/>
                  <a:pt x="4297680" y="159223"/>
                  <a:pt x="4297680" y="167640"/>
                </a:cubicBezTo>
                <a:close/>
                <a:moveTo>
                  <a:pt x="4297680" y="320040"/>
                </a:moveTo>
                <a:cubicBezTo>
                  <a:pt x="4297680" y="328457"/>
                  <a:pt x="4290857" y="335280"/>
                  <a:pt x="4282440" y="335280"/>
                </a:cubicBezTo>
                <a:cubicBezTo>
                  <a:pt x="4274023" y="335280"/>
                  <a:pt x="4267200" y="328457"/>
                  <a:pt x="4267200" y="320040"/>
                </a:cubicBezTo>
                <a:cubicBezTo>
                  <a:pt x="4267200" y="311623"/>
                  <a:pt x="4274023" y="304800"/>
                  <a:pt x="4282440" y="304800"/>
                </a:cubicBezTo>
                <a:cubicBezTo>
                  <a:pt x="4290857" y="304800"/>
                  <a:pt x="4297680" y="311623"/>
                  <a:pt x="4297680" y="320040"/>
                </a:cubicBezTo>
                <a:close/>
                <a:moveTo>
                  <a:pt x="4297680" y="472440"/>
                </a:moveTo>
                <a:cubicBezTo>
                  <a:pt x="4297680" y="480857"/>
                  <a:pt x="4290857" y="487680"/>
                  <a:pt x="4282440" y="487680"/>
                </a:cubicBezTo>
                <a:cubicBezTo>
                  <a:pt x="4274023" y="487680"/>
                  <a:pt x="4267200" y="480857"/>
                  <a:pt x="4267200" y="472440"/>
                </a:cubicBezTo>
                <a:cubicBezTo>
                  <a:pt x="4267200" y="464023"/>
                  <a:pt x="4274023" y="457200"/>
                  <a:pt x="4282440" y="457200"/>
                </a:cubicBezTo>
                <a:cubicBezTo>
                  <a:pt x="4290857" y="457200"/>
                  <a:pt x="4297680" y="464023"/>
                  <a:pt x="4297680" y="472440"/>
                </a:cubicBezTo>
                <a:close/>
                <a:moveTo>
                  <a:pt x="4297680" y="624840"/>
                </a:moveTo>
                <a:cubicBezTo>
                  <a:pt x="4297680" y="633257"/>
                  <a:pt x="4290857" y="640080"/>
                  <a:pt x="4282440" y="640080"/>
                </a:cubicBezTo>
                <a:cubicBezTo>
                  <a:pt x="4274023" y="640080"/>
                  <a:pt x="4267200" y="633257"/>
                  <a:pt x="4267200" y="624840"/>
                </a:cubicBezTo>
                <a:cubicBezTo>
                  <a:pt x="4267200" y="616423"/>
                  <a:pt x="4274023" y="609600"/>
                  <a:pt x="4282440" y="609600"/>
                </a:cubicBezTo>
                <a:cubicBezTo>
                  <a:pt x="4290857" y="609600"/>
                  <a:pt x="4297680" y="616423"/>
                  <a:pt x="4297680" y="624840"/>
                </a:cubicBezTo>
                <a:close/>
                <a:moveTo>
                  <a:pt x="4297680" y="777240"/>
                </a:moveTo>
                <a:cubicBezTo>
                  <a:pt x="4297680" y="785657"/>
                  <a:pt x="4290857" y="792480"/>
                  <a:pt x="4282440" y="792480"/>
                </a:cubicBezTo>
                <a:cubicBezTo>
                  <a:pt x="4274023" y="792480"/>
                  <a:pt x="4267200" y="785657"/>
                  <a:pt x="4267200" y="777240"/>
                </a:cubicBezTo>
                <a:cubicBezTo>
                  <a:pt x="4267200" y="768823"/>
                  <a:pt x="4274023" y="762000"/>
                  <a:pt x="4282440" y="762000"/>
                </a:cubicBezTo>
                <a:cubicBezTo>
                  <a:pt x="4290857" y="762000"/>
                  <a:pt x="4297680" y="768823"/>
                  <a:pt x="4297680" y="777240"/>
                </a:cubicBezTo>
                <a:close/>
                <a:moveTo>
                  <a:pt x="4297680" y="929640"/>
                </a:moveTo>
                <a:cubicBezTo>
                  <a:pt x="4297680" y="938057"/>
                  <a:pt x="4290857" y="944880"/>
                  <a:pt x="4282440" y="944880"/>
                </a:cubicBezTo>
                <a:cubicBezTo>
                  <a:pt x="4274023" y="944880"/>
                  <a:pt x="4267200" y="938057"/>
                  <a:pt x="4267200" y="929640"/>
                </a:cubicBezTo>
                <a:cubicBezTo>
                  <a:pt x="4267200" y="921223"/>
                  <a:pt x="4274023" y="914400"/>
                  <a:pt x="4282440" y="914400"/>
                </a:cubicBezTo>
                <a:cubicBezTo>
                  <a:pt x="4290857" y="914400"/>
                  <a:pt x="4297680" y="921223"/>
                  <a:pt x="4297680" y="929640"/>
                </a:cubicBezTo>
                <a:close/>
                <a:moveTo>
                  <a:pt x="4297680" y="1082040"/>
                </a:moveTo>
                <a:cubicBezTo>
                  <a:pt x="4297680" y="1090457"/>
                  <a:pt x="4290857" y="1097280"/>
                  <a:pt x="4282440" y="1097280"/>
                </a:cubicBezTo>
                <a:cubicBezTo>
                  <a:pt x="4274023" y="1097280"/>
                  <a:pt x="4267200" y="1090457"/>
                  <a:pt x="4267200" y="1082040"/>
                </a:cubicBezTo>
                <a:cubicBezTo>
                  <a:pt x="4267200" y="1073623"/>
                  <a:pt x="4274023" y="1066800"/>
                  <a:pt x="4282440" y="1066800"/>
                </a:cubicBezTo>
                <a:cubicBezTo>
                  <a:pt x="4290857" y="1066800"/>
                  <a:pt x="4297680" y="1073623"/>
                  <a:pt x="4297680" y="1082040"/>
                </a:cubicBezTo>
                <a:close/>
                <a:moveTo>
                  <a:pt x="4297680" y="1234440"/>
                </a:moveTo>
                <a:cubicBezTo>
                  <a:pt x="4297680" y="1242857"/>
                  <a:pt x="4290857" y="1249680"/>
                  <a:pt x="4282440" y="1249680"/>
                </a:cubicBezTo>
                <a:cubicBezTo>
                  <a:pt x="4274023" y="1249680"/>
                  <a:pt x="4267200" y="1242857"/>
                  <a:pt x="4267200" y="1234440"/>
                </a:cubicBezTo>
                <a:cubicBezTo>
                  <a:pt x="4267200" y="1226023"/>
                  <a:pt x="4274023" y="1219200"/>
                  <a:pt x="4282440" y="1219200"/>
                </a:cubicBezTo>
                <a:cubicBezTo>
                  <a:pt x="4290857" y="1219200"/>
                  <a:pt x="4297680" y="1226023"/>
                  <a:pt x="4297680" y="1234440"/>
                </a:cubicBezTo>
                <a:close/>
                <a:moveTo>
                  <a:pt x="4297680" y="1386840"/>
                </a:moveTo>
                <a:cubicBezTo>
                  <a:pt x="4297680" y="1395257"/>
                  <a:pt x="4290857" y="1402080"/>
                  <a:pt x="4282440" y="1402080"/>
                </a:cubicBezTo>
                <a:cubicBezTo>
                  <a:pt x="4274023" y="1402080"/>
                  <a:pt x="4267200" y="1395257"/>
                  <a:pt x="4267200" y="1386840"/>
                </a:cubicBezTo>
                <a:cubicBezTo>
                  <a:pt x="4267200" y="1378423"/>
                  <a:pt x="4274023" y="1371600"/>
                  <a:pt x="4282440" y="1371600"/>
                </a:cubicBezTo>
                <a:cubicBezTo>
                  <a:pt x="4290857" y="1371600"/>
                  <a:pt x="4297680" y="1378423"/>
                  <a:pt x="4297680" y="1386840"/>
                </a:cubicBezTo>
                <a:close/>
                <a:moveTo>
                  <a:pt x="4297680" y="1539240"/>
                </a:moveTo>
                <a:cubicBezTo>
                  <a:pt x="4297680" y="1547657"/>
                  <a:pt x="4290857" y="1554480"/>
                  <a:pt x="4282440" y="1554480"/>
                </a:cubicBezTo>
                <a:cubicBezTo>
                  <a:pt x="4274023" y="1554480"/>
                  <a:pt x="4267200" y="1547657"/>
                  <a:pt x="4267200" y="1539240"/>
                </a:cubicBezTo>
                <a:cubicBezTo>
                  <a:pt x="4267200" y="1530823"/>
                  <a:pt x="4274023" y="1524000"/>
                  <a:pt x="4282440" y="1524000"/>
                </a:cubicBezTo>
                <a:cubicBezTo>
                  <a:pt x="4290857" y="1524000"/>
                  <a:pt x="4297680" y="1530823"/>
                  <a:pt x="4297680" y="1539240"/>
                </a:cubicBezTo>
                <a:close/>
                <a:moveTo>
                  <a:pt x="4297680" y="1691640"/>
                </a:moveTo>
                <a:cubicBezTo>
                  <a:pt x="4297680" y="1700057"/>
                  <a:pt x="4290857" y="1706880"/>
                  <a:pt x="4282440" y="1706880"/>
                </a:cubicBezTo>
                <a:cubicBezTo>
                  <a:pt x="4274023" y="1706880"/>
                  <a:pt x="4267200" y="1700057"/>
                  <a:pt x="4267200" y="1691640"/>
                </a:cubicBezTo>
                <a:cubicBezTo>
                  <a:pt x="4267200" y="1683223"/>
                  <a:pt x="4274023" y="1676400"/>
                  <a:pt x="4282440" y="1676400"/>
                </a:cubicBezTo>
                <a:cubicBezTo>
                  <a:pt x="4290857" y="1676400"/>
                  <a:pt x="4297680" y="1683223"/>
                  <a:pt x="4297680" y="1691640"/>
                </a:cubicBezTo>
                <a:close/>
                <a:moveTo>
                  <a:pt x="4297680" y="1844040"/>
                </a:moveTo>
                <a:cubicBezTo>
                  <a:pt x="4297680" y="1852457"/>
                  <a:pt x="4290857" y="1859280"/>
                  <a:pt x="4282440" y="1859280"/>
                </a:cubicBezTo>
                <a:cubicBezTo>
                  <a:pt x="4274023" y="1859280"/>
                  <a:pt x="4267200" y="1852457"/>
                  <a:pt x="4267200" y="1844040"/>
                </a:cubicBezTo>
                <a:cubicBezTo>
                  <a:pt x="4267200" y="1835623"/>
                  <a:pt x="4274023" y="1828800"/>
                  <a:pt x="4282440" y="1828800"/>
                </a:cubicBezTo>
                <a:cubicBezTo>
                  <a:pt x="4290857" y="1828800"/>
                  <a:pt x="4297680" y="1835623"/>
                  <a:pt x="4297680" y="1844040"/>
                </a:cubicBezTo>
                <a:close/>
                <a:moveTo>
                  <a:pt x="4297680" y="1996440"/>
                </a:moveTo>
                <a:cubicBezTo>
                  <a:pt x="4297680" y="2004857"/>
                  <a:pt x="4290857" y="2011680"/>
                  <a:pt x="4282440" y="2011680"/>
                </a:cubicBezTo>
                <a:cubicBezTo>
                  <a:pt x="4274023" y="2011680"/>
                  <a:pt x="4267200" y="2004857"/>
                  <a:pt x="4267200" y="1996440"/>
                </a:cubicBezTo>
                <a:cubicBezTo>
                  <a:pt x="4267200" y="1988023"/>
                  <a:pt x="4274023" y="1981200"/>
                  <a:pt x="4282440" y="1981200"/>
                </a:cubicBezTo>
                <a:cubicBezTo>
                  <a:pt x="4290857" y="1981200"/>
                  <a:pt x="4297680" y="1988023"/>
                  <a:pt x="4297680" y="1996440"/>
                </a:cubicBezTo>
                <a:close/>
                <a:moveTo>
                  <a:pt x="4297680" y="2148840"/>
                </a:moveTo>
                <a:cubicBezTo>
                  <a:pt x="4297680" y="2157257"/>
                  <a:pt x="4290857" y="2164080"/>
                  <a:pt x="4282440" y="2164080"/>
                </a:cubicBezTo>
                <a:cubicBezTo>
                  <a:pt x="4274023" y="2164080"/>
                  <a:pt x="4267200" y="2157257"/>
                  <a:pt x="4267200" y="2148840"/>
                </a:cubicBezTo>
                <a:cubicBezTo>
                  <a:pt x="4267200" y="2140423"/>
                  <a:pt x="4274023" y="2133600"/>
                  <a:pt x="4282440" y="2133600"/>
                </a:cubicBezTo>
                <a:cubicBezTo>
                  <a:pt x="4290857" y="2133600"/>
                  <a:pt x="4297680" y="2140423"/>
                  <a:pt x="4297680" y="2148840"/>
                </a:cubicBezTo>
                <a:close/>
                <a:moveTo>
                  <a:pt x="4297680" y="2301240"/>
                </a:moveTo>
                <a:cubicBezTo>
                  <a:pt x="4297680" y="2309657"/>
                  <a:pt x="4290857" y="2316480"/>
                  <a:pt x="4282440" y="2316480"/>
                </a:cubicBezTo>
                <a:cubicBezTo>
                  <a:pt x="4274023" y="2316480"/>
                  <a:pt x="4267200" y="2309657"/>
                  <a:pt x="4267200" y="2301240"/>
                </a:cubicBezTo>
                <a:cubicBezTo>
                  <a:pt x="4267200" y="2292823"/>
                  <a:pt x="4274023" y="2286000"/>
                  <a:pt x="4282440" y="2286000"/>
                </a:cubicBezTo>
                <a:cubicBezTo>
                  <a:pt x="4290857" y="2286000"/>
                  <a:pt x="4297680" y="2292823"/>
                  <a:pt x="4297680" y="2301240"/>
                </a:cubicBezTo>
                <a:close/>
                <a:moveTo>
                  <a:pt x="4297680" y="2453640"/>
                </a:moveTo>
                <a:cubicBezTo>
                  <a:pt x="4297680" y="2462057"/>
                  <a:pt x="4290857" y="2468880"/>
                  <a:pt x="4282440" y="2468880"/>
                </a:cubicBezTo>
                <a:cubicBezTo>
                  <a:pt x="4274023" y="2468880"/>
                  <a:pt x="4267200" y="2462057"/>
                  <a:pt x="4267200" y="2453640"/>
                </a:cubicBezTo>
                <a:cubicBezTo>
                  <a:pt x="4267200" y="2445223"/>
                  <a:pt x="4274023" y="2438400"/>
                  <a:pt x="4282440" y="2438400"/>
                </a:cubicBezTo>
                <a:cubicBezTo>
                  <a:pt x="4290857" y="2438400"/>
                  <a:pt x="4297680" y="2445223"/>
                  <a:pt x="4297680" y="2453640"/>
                </a:cubicBezTo>
                <a:close/>
                <a:moveTo>
                  <a:pt x="4297680" y="2606040"/>
                </a:moveTo>
                <a:cubicBezTo>
                  <a:pt x="4297680" y="2614457"/>
                  <a:pt x="4290857" y="2621280"/>
                  <a:pt x="4282440" y="2621280"/>
                </a:cubicBezTo>
                <a:cubicBezTo>
                  <a:pt x="4274023" y="2621280"/>
                  <a:pt x="4267200" y="2614457"/>
                  <a:pt x="4267200" y="2606040"/>
                </a:cubicBezTo>
                <a:cubicBezTo>
                  <a:pt x="4267200" y="2597623"/>
                  <a:pt x="4274023" y="2590800"/>
                  <a:pt x="4282440" y="2590800"/>
                </a:cubicBezTo>
                <a:cubicBezTo>
                  <a:pt x="4290857" y="2590800"/>
                  <a:pt x="4297680" y="2597623"/>
                  <a:pt x="4297680" y="2606040"/>
                </a:cubicBezTo>
                <a:close/>
                <a:moveTo>
                  <a:pt x="4297680" y="2758440"/>
                </a:moveTo>
                <a:cubicBezTo>
                  <a:pt x="4297680" y="2766857"/>
                  <a:pt x="4290857" y="2773680"/>
                  <a:pt x="4282440" y="2773680"/>
                </a:cubicBezTo>
                <a:cubicBezTo>
                  <a:pt x="4274023" y="2773680"/>
                  <a:pt x="4267200" y="2766857"/>
                  <a:pt x="4267200" y="2758440"/>
                </a:cubicBezTo>
                <a:cubicBezTo>
                  <a:pt x="4267200" y="2750023"/>
                  <a:pt x="4274023" y="2743200"/>
                  <a:pt x="4282440" y="2743200"/>
                </a:cubicBezTo>
                <a:cubicBezTo>
                  <a:pt x="4290857" y="2743200"/>
                  <a:pt x="4297680" y="2750023"/>
                  <a:pt x="4297680" y="2758440"/>
                </a:cubicBezTo>
                <a:close/>
                <a:moveTo>
                  <a:pt x="4297680" y="2910840"/>
                </a:moveTo>
                <a:cubicBezTo>
                  <a:pt x="4297680" y="2919257"/>
                  <a:pt x="4290857" y="2926080"/>
                  <a:pt x="4282440" y="2926080"/>
                </a:cubicBezTo>
                <a:cubicBezTo>
                  <a:pt x="4274023" y="2926080"/>
                  <a:pt x="4267200" y="2919257"/>
                  <a:pt x="4267200" y="2910840"/>
                </a:cubicBezTo>
                <a:cubicBezTo>
                  <a:pt x="4267200" y="2902423"/>
                  <a:pt x="4274023" y="2895600"/>
                  <a:pt x="4282440" y="2895600"/>
                </a:cubicBezTo>
                <a:cubicBezTo>
                  <a:pt x="4290857" y="2895600"/>
                  <a:pt x="4297680" y="2902423"/>
                  <a:pt x="4297680" y="2910840"/>
                </a:cubicBezTo>
                <a:close/>
                <a:moveTo>
                  <a:pt x="4297680" y="3063240"/>
                </a:moveTo>
                <a:cubicBezTo>
                  <a:pt x="4297680" y="3071657"/>
                  <a:pt x="4290857" y="3078480"/>
                  <a:pt x="4282440" y="3078480"/>
                </a:cubicBezTo>
                <a:cubicBezTo>
                  <a:pt x="4274023" y="3078480"/>
                  <a:pt x="4267200" y="3071657"/>
                  <a:pt x="4267200" y="3063240"/>
                </a:cubicBezTo>
                <a:cubicBezTo>
                  <a:pt x="4267200" y="3054823"/>
                  <a:pt x="4274023" y="3048000"/>
                  <a:pt x="4282440" y="3048000"/>
                </a:cubicBezTo>
                <a:cubicBezTo>
                  <a:pt x="4290857" y="3048000"/>
                  <a:pt x="4297680" y="3054823"/>
                  <a:pt x="4297680" y="3063240"/>
                </a:cubicBezTo>
                <a:close/>
                <a:moveTo>
                  <a:pt x="4297680" y="3215640"/>
                </a:moveTo>
                <a:cubicBezTo>
                  <a:pt x="4297680" y="3224057"/>
                  <a:pt x="4290857" y="3230880"/>
                  <a:pt x="4282440" y="3230880"/>
                </a:cubicBezTo>
                <a:cubicBezTo>
                  <a:pt x="4274023" y="3230880"/>
                  <a:pt x="4267200" y="3224057"/>
                  <a:pt x="4267200" y="3215640"/>
                </a:cubicBezTo>
                <a:cubicBezTo>
                  <a:pt x="4267200" y="3207223"/>
                  <a:pt x="4274023" y="3200400"/>
                  <a:pt x="4282440" y="3200400"/>
                </a:cubicBezTo>
                <a:cubicBezTo>
                  <a:pt x="4290857" y="3200400"/>
                  <a:pt x="4297680" y="3207223"/>
                  <a:pt x="4297680" y="3215640"/>
                </a:cubicBezTo>
                <a:close/>
                <a:moveTo>
                  <a:pt x="4297680" y="3368040"/>
                </a:moveTo>
                <a:cubicBezTo>
                  <a:pt x="4297680" y="3376457"/>
                  <a:pt x="4290857" y="3383280"/>
                  <a:pt x="4282440" y="3383280"/>
                </a:cubicBezTo>
                <a:cubicBezTo>
                  <a:pt x="4274023" y="3383280"/>
                  <a:pt x="4267200" y="3376457"/>
                  <a:pt x="4267200" y="3368040"/>
                </a:cubicBezTo>
                <a:cubicBezTo>
                  <a:pt x="4267200" y="3359623"/>
                  <a:pt x="4274023" y="3352800"/>
                  <a:pt x="4282440" y="3352800"/>
                </a:cubicBezTo>
                <a:cubicBezTo>
                  <a:pt x="4290857" y="3352800"/>
                  <a:pt x="4297680" y="3359623"/>
                  <a:pt x="4297680" y="3368040"/>
                </a:cubicBezTo>
                <a:close/>
                <a:moveTo>
                  <a:pt x="4297680" y="3520440"/>
                </a:moveTo>
                <a:cubicBezTo>
                  <a:pt x="4297680" y="3528857"/>
                  <a:pt x="4290857" y="3535680"/>
                  <a:pt x="4282440" y="3535680"/>
                </a:cubicBezTo>
                <a:cubicBezTo>
                  <a:pt x="4274023" y="3535680"/>
                  <a:pt x="4267200" y="3528857"/>
                  <a:pt x="4267200" y="3520440"/>
                </a:cubicBezTo>
                <a:cubicBezTo>
                  <a:pt x="4267200" y="3512023"/>
                  <a:pt x="4274023" y="3505200"/>
                  <a:pt x="4282440" y="3505200"/>
                </a:cubicBezTo>
                <a:cubicBezTo>
                  <a:pt x="4290857" y="3505200"/>
                  <a:pt x="4297680" y="3512023"/>
                  <a:pt x="4297680" y="3520440"/>
                </a:cubicBezTo>
                <a:close/>
                <a:moveTo>
                  <a:pt x="4297680" y="3672840"/>
                </a:moveTo>
                <a:cubicBezTo>
                  <a:pt x="4297680" y="3681257"/>
                  <a:pt x="4290857" y="3688080"/>
                  <a:pt x="4282440" y="3688080"/>
                </a:cubicBezTo>
                <a:cubicBezTo>
                  <a:pt x="4274023" y="3688080"/>
                  <a:pt x="4267200" y="3681257"/>
                  <a:pt x="4267200" y="3672840"/>
                </a:cubicBezTo>
                <a:cubicBezTo>
                  <a:pt x="4267200" y="3664423"/>
                  <a:pt x="4274023" y="3657600"/>
                  <a:pt x="4282440" y="3657600"/>
                </a:cubicBezTo>
                <a:cubicBezTo>
                  <a:pt x="4290857" y="3657600"/>
                  <a:pt x="4297680" y="3664423"/>
                  <a:pt x="4297680" y="3672840"/>
                </a:cubicBezTo>
                <a:close/>
                <a:moveTo>
                  <a:pt x="4297680" y="3825240"/>
                </a:moveTo>
                <a:cubicBezTo>
                  <a:pt x="4297680" y="3833657"/>
                  <a:pt x="4290857" y="3840480"/>
                  <a:pt x="4282440" y="3840480"/>
                </a:cubicBezTo>
                <a:cubicBezTo>
                  <a:pt x="4274023" y="3840480"/>
                  <a:pt x="4267200" y="3833657"/>
                  <a:pt x="4267200" y="3825240"/>
                </a:cubicBezTo>
                <a:cubicBezTo>
                  <a:pt x="4267200" y="3816823"/>
                  <a:pt x="4274023" y="3810000"/>
                  <a:pt x="4282440" y="3810000"/>
                </a:cubicBezTo>
                <a:cubicBezTo>
                  <a:pt x="4290857" y="3810000"/>
                  <a:pt x="4297680" y="3816823"/>
                  <a:pt x="4297680" y="3825240"/>
                </a:cubicBezTo>
                <a:close/>
                <a:moveTo>
                  <a:pt x="4297680" y="3977640"/>
                </a:moveTo>
                <a:cubicBezTo>
                  <a:pt x="4297680" y="3986057"/>
                  <a:pt x="4290857" y="3992880"/>
                  <a:pt x="4282440" y="3992880"/>
                </a:cubicBezTo>
                <a:cubicBezTo>
                  <a:pt x="4274023" y="3992880"/>
                  <a:pt x="4267200" y="3986057"/>
                  <a:pt x="4267200" y="3977640"/>
                </a:cubicBezTo>
                <a:cubicBezTo>
                  <a:pt x="4267200" y="3969223"/>
                  <a:pt x="4274023" y="3962400"/>
                  <a:pt x="4282440" y="3962400"/>
                </a:cubicBezTo>
                <a:cubicBezTo>
                  <a:pt x="4290857" y="3962400"/>
                  <a:pt x="4297680" y="3969223"/>
                  <a:pt x="4297680" y="3977640"/>
                </a:cubicBezTo>
                <a:close/>
                <a:moveTo>
                  <a:pt x="4297680" y="4130040"/>
                </a:moveTo>
                <a:cubicBezTo>
                  <a:pt x="4297680" y="4138457"/>
                  <a:pt x="4290857" y="4145280"/>
                  <a:pt x="4282440" y="4145280"/>
                </a:cubicBezTo>
                <a:cubicBezTo>
                  <a:pt x="4274023" y="4145280"/>
                  <a:pt x="4267200" y="4138457"/>
                  <a:pt x="4267200" y="4130040"/>
                </a:cubicBezTo>
                <a:cubicBezTo>
                  <a:pt x="4267200" y="4121623"/>
                  <a:pt x="4274023" y="4114800"/>
                  <a:pt x="4282440" y="4114800"/>
                </a:cubicBezTo>
                <a:cubicBezTo>
                  <a:pt x="4290857" y="4114800"/>
                  <a:pt x="4297680" y="4121623"/>
                  <a:pt x="4297680" y="4130040"/>
                </a:cubicBezTo>
                <a:close/>
                <a:moveTo>
                  <a:pt x="4297680" y="4282440"/>
                </a:moveTo>
                <a:cubicBezTo>
                  <a:pt x="4297680" y="4290857"/>
                  <a:pt x="4290857" y="4297680"/>
                  <a:pt x="4282440" y="4297680"/>
                </a:cubicBezTo>
                <a:cubicBezTo>
                  <a:pt x="4274023" y="4297680"/>
                  <a:pt x="4267200" y="4290857"/>
                  <a:pt x="4267200" y="4282440"/>
                </a:cubicBezTo>
                <a:cubicBezTo>
                  <a:pt x="4267200" y="4274023"/>
                  <a:pt x="4274023" y="4267200"/>
                  <a:pt x="4282440" y="4267200"/>
                </a:cubicBezTo>
                <a:cubicBezTo>
                  <a:pt x="4290857" y="4267200"/>
                  <a:pt x="4297680" y="4274023"/>
                  <a:pt x="4297680" y="4282440"/>
                </a:cubicBezTo>
                <a:close/>
                <a:moveTo>
                  <a:pt x="4297680" y="4434840"/>
                </a:moveTo>
                <a:cubicBezTo>
                  <a:pt x="4297680" y="4443257"/>
                  <a:pt x="4290857" y="4450080"/>
                  <a:pt x="4282440" y="4450080"/>
                </a:cubicBezTo>
                <a:cubicBezTo>
                  <a:pt x="4274023" y="4450080"/>
                  <a:pt x="4267200" y="4443257"/>
                  <a:pt x="4267200" y="4434840"/>
                </a:cubicBezTo>
                <a:cubicBezTo>
                  <a:pt x="4267200" y="4426423"/>
                  <a:pt x="4274023" y="4419600"/>
                  <a:pt x="4282440" y="4419600"/>
                </a:cubicBezTo>
                <a:cubicBezTo>
                  <a:pt x="4290857" y="4419600"/>
                  <a:pt x="4297680" y="4426423"/>
                  <a:pt x="4297680" y="4434840"/>
                </a:cubicBezTo>
                <a:close/>
                <a:moveTo>
                  <a:pt x="4450080" y="15240"/>
                </a:moveTo>
                <a:cubicBezTo>
                  <a:pt x="4450080" y="23657"/>
                  <a:pt x="4443257" y="30480"/>
                  <a:pt x="4434840" y="30480"/>
                </a:cubicBezTo>
                <a:cubicBezTo>
                  <a:pt x="4426423" y="30480"/>
                  <a:pt x="4419600" y="23657"/>
                  <a:pt x="4419600" y="15240"/>
                </a:cubicBezTo>
                <a:cubicBezTo>
                  <a:pt x="4419600" y="6823"/>
                  <a:pt x="4426423" y="0"/>
                  <a:pt x="4434840" y="0"/>
                </a:cubicBezTo>
                <a:cubicBezTo>
                  <a:pt x="4443257" y="0"/>
                  <a:pt x="4450080" y="6823"/>
                  <a:pt x="4450080" y="15240"/>
                </a:cubicBezTo>
                <a:close/>
                <a:moveTo>
                  <a:pt x="4450080" y="167640"/>
                </a:moveTo>
                <a:cubicBezTo>
                  <a:pt x="4450080" y="176057"/>
                  <a:pt x="4443257" y="182880"/>
                  <a:pt x="4434840" y="182880"/>
                </a:cubicBezTo>
                <a:cubicBezTo>
                  <a:pt x="4426423" y="182880"/>
                  <a:pt x="4419600" y="176057"/>
                  <a:pt x="4419600" y="167640"/>
                </a:cubicBezTo>
                <a:cubicBezTo>
                  <a:pt x="4419600" y="159223"/>
                  <a:pt x="4426423" y="152400"/>
                  <a:pt x="4434840" y="152400"/>
                </a:cubicBezTo>
                <a:cubicBezTo>
                  <a:pt x="4443257" y="152400"/>
                  <a:pt x="4450080" y="159223"/>
                  <a:pt x="4450080" y="167640"/>
                </a:cubicBezTo>
                <a:close/>
                <a:moveTo>
                  <a:pt x="4450080" y="320040"/>
                </a:moveTo>
                <a:cubicBezTo>
                  <a:pt x="4450080" y="328457"/>
                  <a:pt x="4443257" y="335280"/>
                  <a:pt x="4434840" y="335280"/>
                </a:cubicBezTo>
                <a:cubicBezTo>
                  <a:pt x="4426423" y="335280"/>
                  <a:pt x="4419600" y="328457"/>
                  <a:pt x="4419600" y="320040"/>
                </a:cubicBezTo>
                <a:cubicBezTo>
                  <a:pt x="4419600" y="311623"/>
                  <a:pt x="4426423" y="304800"/>
                  <a:pt x="4434840" y="304800"/>
                </a:cubicBezTo>
                <a:cubicBezTo>
                  <a:pt x="4443257" y="304800"/>
                  <a:pt x="4450080" y="311623"/>
                  <a:pt x="4450080" y="320040"/>
                </a:cubicBezTo>
                <a:close/>
                <a:moveTo>
                  <a:pt x="4450080" y="472440"/>
                </a:moveTo>
                <a:cubicBezTo>
                  <a:pt x="4450080" y="480857"/>
                  <a:pt x="4443257" y="487680"/>
                  <a:pt x="4434840" y="487680"/>
                </a:cubicBezTo>
                <a:cubicBezTo>
                  <a:pt x="4426423" y="487680"/>
                  <a:pt x="4419600" y="480857"/>
                  <a:pt x="4419600" y="472440"/>
                </a:cubicBezTo>
                <a:cubicBezTo>
                  <a:pt x="4419600" y="464023"/>
                  <a:pt x="4426423" y="457200"/>
                  <a:pt x="4434840" y="457200"/>
                </a:cubicBezTo>
                <a:cubicBezTo>
                  <a:pt x="4443257" y="457200"/>
                  <a:pt x="4450080" y="464023"/>
                  <a:pt x="4450080" y="472440"/>
                </a:cubicBezTo>
                <a:close/>
                <a:moveTo>
                  <a:pt x="4450080" y="624840"/>
                </a:moveTo>
                <a:cubicBezTo>
                  <a:pt x="4450080" y="633257"/>
                  <a:pt x="4443257" y="640080"/>
                  <a:pt x="4434840" y="640080"/>
                </a:cubicBezTo>
                <a:cubicBezTo>
                  <a:pt x="4426423" y="640080"/>
                  <a:pt x="4419600" y="633257"/>
                  <a:pt x="4419600" y="624840"/>
                </a:cubicBezTo>
                <a:cubicBezTo>
                  <a:pt x="4419600" y="616423"/>
                  <a:pt x="4426423" y="609600"/>
                  <a:pt x="4434840" y="609600"/>
                </a:cubicBezTo>
                <a:cubicBezTo>
                  <a:pt x="4443257" y="609600"/>
                  <a:pt x="4450080" y="616423"/>
                  <a:pt x="4450080" y="624840"/>
                </a:cubicBezTo>
                <a:close/>
                <a:moveTo>
                  <a:pt x="4450080" y="777240"/>
                </a:moveTo>
                <a:cubicBezTo>
                  <a:pt x="4450080" y="785657"/>
                  <a:pt x="4443257" y="792480"/>
                  <a:pt x="4434840" y="792480"/>
                </a:cubicBezTo>
                <a:cubicBezTo>
                  <a:pt x="4426423" y="792480"/>
                  <a:pt x="4419600" y="785657"/>
                  <a:pt x="4419600" y="777240"/>
                </a:cubicBezTo>
                <a:cubicBezTo>
                  <a:pt x="4419600" y="768823"/>
                  <a:pt x="4426423" y="762000"/>
                  <a:pt x="4434840" y="762000"/>
                </a:cubicBezTo>
                <a:cubicBezTo>
                  <a:pt x="4443257" y="762000"/>
                  <a:pt x="4450080" y="768823"/>
                  <a:pt x="4450080" y="777240"/>
                </a:cubicBezTo>
                <a:close/>
                <a:moveTo>
                  <a:pt x="4450080" y="929640"/>
                </a:moveTo>
                <a:cubicBezTo>
                  <a:pt x="4450080" y="938057"/>
                  <a:pt x="4443257" y="944880"/>
                  <a:pt x="4434840" y="944880"/>
                </a:cubicBezTo>
                <a:cubicBezTo>
                  <a:pt x="4426423" y="944880"/>
                  <a:pt x="4419600" y="938057"/>
                  <a:pt x="4419600" y="929640"/>
                </a:cubicBezTo>
                <a:cubicBezTo>
                  <a:pt x="4419600" y="921223"/>
                  <a:pt x="4426423" y="914400"/>
                  <a:pt x="4434840" y="914400"/>
                </a:cubicBezTo>
                <a:cubicBezTo>
                  <a:pt x="4443257" y="914400"/>
                  <a:pt x="4450080" y="921223"/>
                  <a:pt x="4450080" y="929640"/>
                </a:cubicBezTo>
                <a:close/>
                <a:moveTo>
                  <a:pt x="4450080" y="1082040"/>
                </a:moveTo>
                <a:cubicBezTo>
                  <a:pt x="4450080" y="1090457"/>
                  <a:pt x="4443257" y="1097280"/>
                  <a:pt x="4434840" y="1097280"/>
                </a:cubicBezTo>
                <a:cubicBezTo>
                  <a:pt x="4426423" y="1097280"/>
                  <a:pt x="4419600" y="1090457"/>
                  <a:pt x="4419600" y="1082040"/>
                </a:cubicBezTo>
                <a:cubicBezTo>
                  <a:pt x="4419600" y="1073623"/>
                  <a:pt x="4426423" y="1066800"/>
                  <a:pt x="4434840" y="1066800"/>
                </a:cubicBezTo>
                <a:cubicBezTo>
                  <a:pt x="4443257" y="1066800"/>
                  <a:pt x="4450080" y="1073623"/>
                  <a:pt x="4450080" y="1082040"/>
                </a:cubicBezTo>
                <a:close/>
                <a:moveTo>
                  <a:pt x="4450080" y="1234440"/>
                </a:moveTo>
                <a:cubicBezTo>
                  <a:pt x="4450080" y="1242857"/>
                  <a:pt x="4443257" y="1249680"/>
                  <a:pt x="4434840" y="1249680"/>
                </a:cubicBezTo>
                <a:cubicBezTo>
                  <a:pt x="4426423" y="1249680"/>
                  <a:pt x="4419600" y="1242857"/>
                  <a:pt x="4419600" y="1234440"/>
                </a:cubicBezTo>
                <a:cubicBezTo>
                  <a:pt x="4419600" y="1226023"/>
                  <a:pt x="4426423" y="1219200"/>
                  <a:pt x="4434840" y="1219200"/>
                </a:cubicBezTo>
                <a:cubicBezTo>
                  <a:pt x="4443257" y="1219200"/>
                  <a:pt x="4450080" y="1226023"/>
                  <a:pt x="4450080" y="1234440"/>
                </a:cubicBezTo>
                <a:close/>
                <a:moveTo>
                  <a:pt x="4450080" y="1386840"/>
                </a:moveTo>
                <a:cubicBezTo>
                  <a:pt x="4450080" y="1395257"/>
                  <a:pt x="4443257" y="1402080"/>
                  <a:pt x="4434840" y="1402080"/>
                </a:cubicBezTo>
                <a:cubicBezTo>
                  <a:pt x="4426423" y="1402080"/>
                  <a:pt x="4419600" y="1395257"/>
                  <a:pt x="4419600" y="1386840"/>
                </a:cubicBezTo>
                <a:cubicBezTo>
                  <a:pt x="4419600" y="1378423"/>
                  <a:pt x="4426423" y="1371600"/>
                  <a:pt x="4434840" y="1371600"/>
                </a:cubicBezTo>
                <a:cubicBezTo>
                  <a:pt x="4443257" y="1371600"/>
                  <a:pt x="4450080" y="1378423"/>
                  <a:pt x="4450080" y="1386840"/>
                </a:cubicBezTo>
                <a:close/>
                <a:moveTo>
                  <a:pt x="4450080" y="1539240"/>
                </a:moveTo>
                <a:cubicBezTo>
                  <a:pt x="4450080" y="1547657"/>
                  <a:pt x="4443257" y="1554480"/>
                  <a:pt x="4434840" y="1554480"/>
                </a:cubicBezTo>
                <a:cubicBezTo>
                  <a:pt x="4426423" y="1554480"/>
                  <a:pt x="4419600" y="1547657"/>
                  <a:pt x="4419600" y="1539240"/>
                </a:cubicBezTo>
                <a:cubicBezTo>
                  <a:pt x="4419600" y="1530823"/>
                  <a:pt x="4426423" y="1524000"/>
                  <a:pt x="4434840" y="1524000"/>
                </a:cubicBezTo>
                <a:cubicBezTo>
                  <a:pt x="4443257" y="1524000"/>
                  <a:pt x="4450080" y="1530823"/>
                  <a:pt x="4450080" y="1539240"/>
                </a:cubicBezTo>
                <a:close/>
                <a:moveTo>
                  <a:pt x="4450080" y="1691640"/>
                </a:moveTo>
                <a:cubicBezTo>
                  <a:pt x="4450080" y="1700057"/>
                  <a:pt x="4443257" y="1706880"/>
                  <a:pt x="4434840" y="1706880"/>
                </a:cubicBezTo>
                <a:cubicBezTo>
                  <a:pt x="4426423" y="1706880"/>
                  <a:pt x="4419600" y="1700057"/>
                  <a:pt x="4419600" y="1691640"/>
                </a:cubicBezTo>
                <a:cubicBezTo>
                  <a:pt x="4419600" y="1683223"/>
                  <a:pt x="4426423" y="1676400"/>
                  <a:pt x="4434840" y="1676400"/>
                </a:cubicBezTo>
                <a:cubicBezTo>
                  <a:pt x="4443257" y="1676400"/>
                  <a:pt x="4450080" y="1683223"/>
                  <a:pt x="4450080" y="1691640"/>
                </a:cubicBezTo>
                <a:close/>
                <a:moveTo>
                  <a:pt x="4450080" y="1844040"/>
                </a:moveTo>
                <a:cubicBezTo>
                  <a:pt x="4450080" y="1852457"/>
                  <a:pt x="4443257" y="1859280"/>
                  <a:pt x="4434840" y="1859280"/>
                </a:cubicBezTo>
                <a:cubicBezTo>
                  <a:pt x="4426423" y="1859280"/>
                  <a:pt x="4419600" y="1852457"/>
                  <a:pt x="4419600" y="1844040"/>
                </a:cubicBezTo>
                <a:cubicBezTo>
                  <a:pt x="4419600" y="1835623"/>
                  <a:pt x="4426423" y="1828800"/>
                  <a:pt x="4434840" y="1828800"/>
                </a:cubicBezTo>
                <a:cubicBezTo>
                  <a:pt x="4443257" y="1828800"/>
                  <a:pt x="4450080" y="1835623"/>
                  <a:pt x="4450080" y="1844040"/>
                </a:cubicBezTo>
                <a:close/>
                <a:moveTo>
                  <a:pt x="4450080" y="1996440"/>
                </a:moveTo>
                <a:cubicBezTo>
                  <a:pt x="4450080" y="2004857"/>
                  <a:pt x="4443257" y="2011680"/>
                  <a:pt x="4434840" y="2011680"/>
                </a:cubicBezTo>
                <a:cubicBezTo>
                  <a:pt x="4426423" y="2011680"/>
                  <a:pt x="4419600" y="2004857"/>
                  <a:pt x="4419600" y="1996440"/>
                </a:cubicBezTo>
                <a:cubicBezTo>
                  <a:pt x="4419600" y="1988023"/>
                  <a:pt x="4426423" y="1981200"/>
                  <a:pt x="4434840" y="1981200"/>
                </a:cubicBezTo>
                <a:cubicBezTo>
                  <a:pt x="4443257" y="1981200"/>
                  <a:pt x="4450080" y="1988023"/>
                  <a:pt x="4450080" y="1996440"/>
                </a:cubicBezTo>
                <a:close/>
                <a:moveTo>
                  <a:pt x="4450080" y="2148840"/>
                </a:moveTo>
                <a:cubicBezTo>
                  <a:pt x="4450080" y="2157257"/>
                  <a:pt x="4443257" y="2164080"/>
                  <a:pt x="4434840" y="2164080"/>
                </a:cubicBezTo>
                <a:cubicBezTo>
                  <a:pt x="4426423" y="2164080"/>
                  <a:pt x="4419600" y="2157257"/>
                  <a:pt x="4419600" y="2148840"/>
                </a:cubicBezTo>
                <a:cubicBezTo>
                  <a:pt x="4419600" y="2140423"/>
                  <a:pt x="4426423" y="2133600"/>
                  <a:pt x="4434840" y="2133600"/>
                </a:cubicBezTo>
                <a:cubicBezTo>
                  <a:pt x="4443257" y="2133600"/>
                  <a:pt x="4450080" y="2140423"/>
                  <a:pt x="4450080" y="2148840"/>
                </a:cubicBezTo>
                <a:close/>
                <a:moveTo>
                  <a:pt x="4450080" y="2301240"/>
                </a:moveTo>
                <a:cubicBezTo>
                  <a:pt x="4450080" y="2309657"/>
                  <a:pt x="4443257" y="2316480"/>
                  <a:pt x="4434840" y="2316480"/>
                </a:cubicBezTo>
                <a:cubicBezTo>
                  <a:pt x="4426423" y="2316480"/>
                  <a:pt x="4419600" y="2309657"/>
                  <a:pt x="4419600" y="2301240"/>
                </a:cubicBezTo>
                <a:cubicBezTo>
                  <a:pt x="4419600" y="2292823"/>
                  <a:pt x="4426423" y="2286000"/>
                  <a:pt x="4434840" y="2286000"/>
                </a:cubicBezTo>
                <a:cubicBezTo>
                  <a:pt x="4443257" y="2286000"/>
                  <a:pt x="4450080" y="2292823"/>
                  <a:pt x="4450080" y="2301240"/>
                </a:cubicBezTo>
                <a:close/>
                <a:moveTo>
                  <a:pt x="4450080" y="2453640"/>
                </a:moveTo>
                <a:cubicBezTo>
                  <a:pt x="4450080" y="2462057"/>
                  <a:pt x="4443257" y="2468880"/>
                  <a:pt x="4434840" y="2468880"/>
                </a:cubicBezTo>
                <a:cubicBezTo>
                  <a:pt x="4426423" y="2468880"/>
                  <a:pt x="4419600" y="2462057"/>
                  <a:pt x="4419600" y="2453640"/>
                </a:cubicBezTo>
                <a:cubicBezTo>
                  <a:pt x="4419600" y="2445223"/>
                  <a:pt x="4426423" y="2438400"/>
                  <a:pt x="4434840" y="2438400"/>
                </a:cubicBezTo>
                <a:cubicBezTo>
                  <a:pt x="4443257" y="2438400"/>
                  <a:pt x="4450080" y="2445223"/>
                  <a:pt x="4450080" y="2453640"/>
                </a:cubicBezTo>
                <a:close/>
                <a:moveTo>
                  <a:pt x="4450080" y="2606040"/>
                </a:moveTo>
                <a:cubicBezTo>
                  <a:pt x="4450080" y="2614457"/>
                  <a:pt x="4443257" y="2621280"/>
                  <a:pt x="4434840" y="2621280"/>
                </a:cubicBezTo>
                <a:cubicBezTo>
                  <a:pt x="4426423" y="2621280"/>
                  <a:pt x="4419600" y="2614457"/>
                  <a:pt x="4419600" y="2606040"/>
                </a:cubicBezTo>
                <a:cubicBezTo>
                  <a:pt x="4419600" y="2597623"/>
                  <a:pt x="4426423" y="2590800"/>
                  <a:pt x="4434840" y="2590800"/>
                </a:cubicBezTo>
                <a:cubicBezTo>
                  <a:pt x="4443257" y="2590800"/>
                  <a:pt x="4450080" y="2597623"/>
                  <a:pt x="4450080" y="2606040"/>
                </a:cubicBezTo>
                <a:close/>
                <a:moveTo>
                  <a:pt x="4450080" y="2758440"/>
                </a:moveTo>
                <a:cubicBezTo>
                  <a:pt x="4450080" y="2766857"/>
                  <a:pt x="4443257" y="2773680"/>
                  <a:pt x="4434840" y="2773680"/>
                </a:cubicBezTo>
                <a:cubicBezTo>
                  <a:pt x="4426423" y="2773680"/>
                  <a:pt x="4419600" y="2766857"/>
                  <a:pt x="4419600" y="2758440"/>
                </a:cubicBezTo>
                <a:cubicBezTo>
                  <a:pt x="4419600" y="2750023"/>
                  <a:pt x="4426423" y="2743200"/>
                  <a:pt x="4434840" y="2743200"/>
                </a:cubicBezTo>
                <a:cubicBezTo>
                  <a:pt x="4443257" y="2743200"/>
                  <a:pt x="4450080" y="2750023"/>
                  <a:pt x="4450080" y="2758440"/>
                </a:cubicBezTo>
                <a:close/>
                <a:moveTo>
                  <a:pt x="4450080" y="2910840"/>
                </a:moveTo>
                <a:cubicBezTo>
                  <a:pt x="4450080" y="2919257"/>
                  <a:pt x="4443257" y="2926080"/>
                  <a:pt x="4434840" y="2926080"/>
                </a:cubicBezTo>
                <a:cubicBezTo>
                  <a:pt x="4426423" y="2926080"/>
                  <a:pt x="4419600" y="2919257"/>
                  <a:pt x="4419600" y="2910840"/>
                </a:cubicBezTo>
                <a:cubicBezTo>
                  <a:pt x="4419600" y="2902423"/>
                  <a:pt x="4426423" y="2895600"/>
                  <a:pt x="4434840" y="2895600"/>
                </a:cubicBezTo>
                <a:cubicBezTo>
                  <a:pt x="4443257" y="2895600"/>
                  <a:pt x="4450080" y="2902423"/>
                  <a:pt x="4450080" y="2910840"/>
                </a:cubicBezTo>
                <a:close/>
                <a:moveTo>
                  <a:pt x="4450080" y="3063240"/>
                </a:moveTo>
                <a:cubicBezTo>
                  <a:pt x="4450080" y="3071657"/>
                  <a:pt x="4443257" y="3078480"/>
                  <a:pt x="4434840" y="3078480"/>
                </a:cubicBezTo>
                <a:cubicBezTo>
                  <a:pt x="4426423" y="3078480"/>
                  <a:pt x="4419600" y="3071657"/>
                  <a:pt x="4419600" y="3063240"/>
                </a:cubicBezTo>
                <a:cubicBezTo>
                  <a:pt x="4419600" y="3054823"/>
                  <a:pt x="4426423" y="3048000"/>
                  <a:pt x="4434840" y="3048000"/>
                </a:cubicBezTo>
                <a:cubicBezTo>
                  <a:pt x="4443257" y="3048000"/>
                  <a:pt x="4450080" y="3054823"/>
                  <a:pt x="4450080" y="3063240"/>
                </a:cubicBezTo>
                <a:close/>
                <a:moveTo>
                  <a:pt x="4450080" y="3215640"/>
                </a:moveTo>
                <a:cubicBezTo>
                  <a:pt x="4450080" y="3224057"/>
                  <a:pt x="4443257" y="3230880"/>
                  <a:pt x="4434840" y="3230880"/>
                </a:cubicBezTo>
                <a:cubicBezTo>
                  <a:pt x="4426423" y="3230880"/>
                  <a:pt x="4419600" y="3224057"/>
                  <a:pt x="4419600" y="3215640"/>
                </a:cubicBezTo>
                <a:cubicBezTo>
                  <a:pt x="4419600" y="3207223"/>
                  <a:pt x="4426423" y="3200400"/>
                  <a:pt x="4434840" y="3200400"/>
                </a:cubicBezTo>
                <a:cubicBezTo>
                  <a:pt x="4443257" y="3200400"/>
                  <a:pt x="4450080" y="3207223"/>
                  <a:pt x="4450080" y="3215640"/>
                </a:cubicBezTo>
                <a:close/>
                <a:moveTo>
                  <a:pt x="4450080" y="3368040"/>
                </a:moveTo>
                <a:cubicBezTo>
                  <a:pt x="4450080" y="3376457"/>
                  <a:pt x="4443257" y="3383280"/>
                  <a:pt x="4434840" y="3383280"/>
                </a:cubicBezTo>
                <a:cubicBezTo>
                  <a:pt x="4426423" y="3383280"/>
                  <a:pt x="4419600" y="3376457"/>
                  <a:pt x="4419600" y="3368040"/>
                </a:cubicBezTo>
                <a:cubicBezTo>
                  <a:pt x="4419600" y="3359623"/>
                  <a:pt x="4426423" y="3352800"/>
                  <a:pt x="4434840" y="3352800"/>
                </a:cubicBezTo>
                <a:cubicBezTo>
                  <a:pt x="4443257" y="3352800"/>
                  <a:pt x="4450080" y="3359623"/>
                  <a:pt x="4450080" y="3368040"/>
                </a:cubicBezTo>
                <a:close/>
                <a:moveTo>
                  <a:pt x="4450080" y="3520440"/>
                </a:moveTo>
                <a:cubicBezTo>
                  <a:pt x="4450080" y="3528857"/>
                  <a:pt x="4443257" y="3535680"/>
                  <a:pt x="4434840" y="3535680"/>
                </a:cubicBezTo>
                <a:cubicBezTo>
                  <a:pt x="4426423" y="3535680"/>
                  <a:pt x="4419600" y="3528857"/>
                  <a:pt x="4419600" y="3520440"/>
                </a:cubicBezTo>
                <a:cubicBezTo>
                  <a:pt x="4419600" y="3512023"/>
                  <a:pt x="4426423" y="3505200"/>
                  <a:pt x="4434840" y="3505200"/>
                </a:cubicBezTo>
                <a:cubicBezTo>
                  <a:pt x="4443257" y="3505200"/>
                  <a:pt x="4450080" y="3512023"/>
                  <a:pt x="4450080" y="3520440"/>
                </a:cubicBezTo>
                <a:close/>
                <a:moveTo>
                  <a:pt x="4450080" y="3672840"/>
                </a:moveTo>
                <a:cubicBezTo>
                  <a:pt x="4450080" y="3681257"/>
                  <a:pt x="4443257" y="3688080"/>
                  <a:pt x="4434840" y="3688080"/>
                </a:cubicBezTo>
                <a:cubicBezTo>
                  <a:pt x="4426423" y="3688080"/>
                  <a:pt x="4419600" y="3681257"/>
                  <a:pt x="4419600" y="3672840"/>
                </a:cubicBezTo>
                <a:cubicBezTo>
                  <a:pt x="4419600" y="3664423"/>
                  <a:pt x="4426423" y="3657600"/>
                  <a:pt x="4434840" y="3657600"/>
                </a:cubicBezTo>
                <a:cubicBezTo>
                  <a:pt x="4443257" y="3657600"/>
                  <a:pt x="4450080" y="3664423"/>
                  <a:pt x="4450080" y="3672840"/>
                </a:cubicBezTo>
                <a:close/>
                <a:moveTo>
                  <a:pt x="4450080" y="3825240"/>
                </a:moveTo>
                <a:cubicBezTo>
                  <a:pt x="4450080" y="3833657"/>
                  <a:pt x="4443257" y="3840480"/>
                  <a:pt x="4434840" y="3840480"/>
                </a:cubicBezTo>
                <a:cubicBezTo>
                  <a:pt x="4426423" y="3840480"/>
                  <a:pt x="4419600" y="3833657"/>
                  <a:pt x="4419600" y="3825240"/>
                </a:cubicBezTo>
                <a:cubicBezTo>
                  <a:pt x="4419600" y="3816823"/>
                  <a:pt x="4426423" y="3810000"/>
                  <a:pt x="4434840" y="3810000"/>
                </a:cubicBezTo>
                <a:cubicBezTo>
                  <a:pt x="4443257" y="3810000"/>
                  <a:pt x="4450080" y="3816823"/>
                  <a:pt x="4450080" y="3825240"/>
                </a:cubicBezTo>
                <a:close/>
                <a:moveTo>
                  <a:pt x="4450080" y="3977640"/>
                </a:moveTo>
                <a:cubicBezTo>
                  <a:pt x="4450080" y="3986057"/>
                  <a:pt x="4443257" y="3992880"/>
                  <a:pt x="4434840" y="3992880"/>
                </a:cubicBezTo>
                <a:cubicBezTo>
                  <a:pt x="4426423" y="3992880"/>
                  <a:pt x="4419600" y="3986057"/>
                  <a:pt x="4419600" y="3977640"/>
                </a:cubicBezTo>
                <a:cubicBezTo>
                  <a:pt x="4419600" y="3969223"/>
                  <a:pt x="4426423" y="3962400"/>
                  <a:pt x="4434840" y="3962400"/>
                </a:cubicBezTo>
                <a:cubicBezTo>
                  <a:pt x="4443257" y="3962400"/>
                  <a:pt x="4450080" y="3969223"/>
                  <a:pt x="4450080" y="3977640"/>
                </a:cubicBezTo>
                <a:close/>
                <a:moveTo>
                  <a:pt x="4450080" y="4130040"/>
                </a:moveTo>
                <a:cubicBezTo>
                  <a:pt x="4450080" y="4138457"/>
                  <a:pt x="4443257" y="4145280"/>
                  <a:pt x="4434840" y="4145280"/>
                </a:cubicBezTo>
                <a:cubicBezTo>
                  <a:pt x="4426423" y="4145280"/>
                  <a:pt x="4419600" y="4138457"/>
                  <a:pt x="4419600" y="4130040"/>
                </a:cubicBezTo>
                <a:cubicBezTo>
                  <a:pt x="4419600" y="4121623"/>
                  <a:pt x="4426423" y="4114800"/>
                  <a:pt x="4434840" y="4114800"/>
                </a:cubicBezTo>
                <a:cubicBezTo>
                  <a:pt x="4443257" y="4114800"/>
                  <a:pt x="4450080" y="4121623"/>
                  <a:pt x="4450080" y="4130040"/>
                </a:cubicBezTo>
                <a:close/>
                <a:moveTo>
                  <a:pt x="4450080" y="4282440"/>
                </a:moveTo>
                <a:cubicBezTo>
                  <a:pt x="4450080" y="4290857"/>
                  <a:pt x="4443257" y="4297680"/>
                  <a:pt x="4434840" y="4297680"/>
                </a:cubicBezTo>
                <a:cubicBezTo>
                  <a:pt x="4426423" y="4297680"/>
                  <a:pt x="4419600" y="4290857"/>
                  <a:pt x="4419600" y="4282440"/>
                </a:cubicBezTo>
                <a:cubicBezTo>
                  <a:pt x="4419600" y="4274023"/>
                  <a:pt x="4426423" y="4267200"/>
                  <a:pt x="4434840" y="4267200"/>
                </a:cubicBezTo>
                <a:cubicBezTo>
                  <a:pt x="4443257" y="4267200"/>
                  <a:pt x="4450080" y="4274023"/>
                  <a:pt x="4450080" y="4282440"/>
                </a:cubicBezTo>
                <a:close/>
                <a:moveTo>
                  <a:pt x="4450080" y="4434840"/>
                </a:moveTo>
                <a:cubicBezTo>
                  <a:pt x="4450080" y="4443257"/>
                  <a:pt x="4443257" y="4450080"/>
                  <a:pt x="4434840" y="4450080"/>
                </a:cubicBezTo>
                <a:cubicBezTo>
                  <a:pt x="4426423" y="4450080"/>
                  <a:pt x="4419600" y="4443257"/>
                  <a:pt x="4419600" y="4434840"/>
                </a:cubicBezTo>
                <a:cubicBezTo>
                  <a:pt x="4419600" y="4426423"/>
                  <a:pt x="4426423" y="4419600"/>
                  <a:pt x="4434840" y="4419600"/>
                </a:cubicBezTo>
                <a:cubicBezTo>
                  <a:pt x="4443257" y="4419600"/>
                  <a:pt x="4450080" y="4426423"/>
                  <a:pt x="4450080" y="4434840"/>
                </a:cubicBezTo>
                <a:close/>
                <a:moveTo>
                  <a:pt x="4602480" y="15240"/>
                </a:moveTo>
                <a:cubicBezTo>
                  <a:pt x="4602480" y="23657"/>
                  <a:pt x="4595657" y="30480"/>
                  <a:pt x="4587240" y="30480"/>
                </a:cubicBezTo>
                <a:cubicBezTo>
                  <a:pt x="4578823" y="30480"/>
                  <a:pt x="4572000" y="23657"/>
                  <a:pt x="4572000" y="15240"/>
                </a:cubicBezTo>
                <a:cubicBezTo>
                  <a:pt x="4572000" y="6823"/>
                  <a:pt x="4578823" y="0"/>
                  <a:pt x="4587240" y="0"/>
                </a:cubicBezTo>
                <a:cubicBezTo>
                  <a:pt x="4595657" y="0"/>
                  <a:pt x="4602480" y="6823"/>
                  <a:pt x="4602480" y="15240"/>
                </a:cubicBezTo>
                <a:close/>
                <a:moveTo>
                  <a:pt x="4602480" y="167640"/>
                </a:moveTo>
                <a:cubicBezTo>
                  <a:pt x="4602480" y="176057"/>
                  <a:pt x="4595657" y="182880"/>
                  <a:pt x="4587240" y="182880"/>
                </a:cubicBezTo>
                <a:cubicBezTo>
                  <a:pt x="4578823" y="182880"/>
                  <a:pt x="4572000" y="176057"/>
                  <a:pt x="4572000" y="167640"/>
                </a:cubicBezTo>
                <a:cubicBezTo>
                  <a:pt x="4572000" y="159223"/>
                  <a:pt x="4578823" y="152400"/>
                  <a:pt x="4587240" y="152400"/>
                </a:cubicBezTo>
                <a:cubicBezTo>
                  <a:pt x="4595657" y="152400"/>
                  <a:pt x="4602480" y="159223"/>
                  <a:pt x="4602480" y="167640"/>
                </a:cubicBezTo>
                <a:close/>
                <a:moveTo>
                  <a:pt x="4602480" y="320040"/>
                </a:moveTo>
                <a:cubicBezTo>
                  <a:pt x="4602480" y="328457"/>
                  <a:pt x="4595657" y="335280"/>
                  <a:pt x="4587240" y="335280"/>
                </a:cubicBezTo>
                <a:cubicBezTo>
                  <a:pt x="4578823" y="335280"/>
                  <a:pt x="4572000" y="328457"/>
                  <a:pt x="4572000" y="320040"/>
                </a:cubicBezTo>
                <a:cubicBezTo>
                  <a:pt x="4572000" y="311623"/>
                  <a:pt x="4578823" y="304800"/>
                  <a:pt x="4587240" y="304800"/>
                </a:cubicBezTo>
                <a:cubicBezTo>
                  <a:pt x="4595657" y="304800"/>
                  <a:pt x="4602480" y="311623"/>
                  <a:pt x="4602480" y="320040"/>
                </a:cubicBezTo>
                <a:close/>
                <a:moveTo>
                  <a:pt x="4602480" y="472440"/>
                </a:moveTo>
                <a:cubicBezTo>
                  <a:pt x="4602480" y="480857"/>
                  <a:pt x="4595657" y="487680"/>
                  <a:pt x="4587240" y="487680"/>
                </a:cubicBezTo>
                <a:cubicBezTo>
                  <a:pt x="4578823" y="487680"/>
                  <a:pt x="4572000" y="480857"/>
                  <a:pt x="4572000" y="472440"/>
                </a:cubicBezTo>
                <a:cubicBezTo>
                  <a:pt x="4572000" y="464023"/>
                  <a:pt x="4578823" y="457200"/>
                  <a:pt x="4587240" y="457200"/>
                </a:cubicBezTo>
                <a:cubicBezTo>
                  <a:pt x="4595657" y="457200"/>
                  <a:pt x="4602480" y="464023"/>
                  <a:pt x="4602480" y="472440"/>
                </a:cubicBezTo>
                <a:close/>
                <a:moveTo>
                  <a:pt x="4602480" y="624840"/>
                </a:moveTo>
                <a:cubicBezTo>
                  <a:pt x="4602480" y="633257"/>
                  <a:pt x="4595657" y="640080"/>
                  <a:pt x="4587240" y="640080"/>
                </a:cubicBezTo>
                <a:cubicBezTo>
                  <a:pt x="4578823" y="640080"/>
                  <a:pt x="4572000" y="633257"/>
                  <a:pt x="4572000" y="624840"/>
                </a:cubicBezTo>
                <a:cubicBezTo>
                  <a:pt x="4572000" y="616423"/>
                  <a:pt x="4578823" y="609600"/>
                  <a:pt x="4587240" y="609600"/>
                </a:cubicBezTo>
                <a:cubicBezTo>
                  <a:pt x="4595657" y="609600"/>
                  <a:pt x="4602480" y="616423"/>
                  <a:pt x="4602480" y="624840"/>
                </a:cubicBezTo>
                <a:close/>
                <a:moveTo>
                  <a:pt x="4602480" y="777240"/>
                </a:moveTo>
                <a:cubicBezTo>
                  <a:pt x="4602480" y="785657"/>
                  <a:pt x="4595657" y="792480"/>
                  <a:pt x="4587240" y="792480"/>
                </a:cubicBezTo>
                <a:cubicBezTo>
                  <a:pt x="4578823" y="792480"/>
                  <a:pt x="4572000" y="785657"/>
                  <a:pt x="4572000" y="777240"/>
                </a:cubicBezTo>
                <a:cubicBezTo>
                  <a:pt x="4572000" y="768823"/>
                  <a:pt x="4578823" y="762000"/>
                  <a:pt x="4587240" y="762000"/>
                </a:cubicBezTo>
                <a:cubicBezTo>
                  <a:pt x="4595657" y="762000"/>
                  <a:pt x="4602480" y="768823"/>
                  <a:pt x="4602480" y="777240"/>
                </a:cubicBezTo>
                <a:close/>
                <a:moveTo>
                  <a:pt x="4602480" y="929640"/>
                </a:moveTo>
                <a:cubicBezTo>
                  <a:pt x="4602480" y="938057"/>
                  <a:pt x="4595657" y="944880"/>
                  <a:pt x="4587240" y="944880"/>
                </a:cubicBezTo>
                <a:cubicBezTo>
                  <a:pt x="4578823" y="944880"/>
                  <a:pt x="4572000" y="938057"/>
                  <a:pt x="4572000" y="929640"/>
                </a:cubicBezTo>
                <a:cubicBezTo>
                  <a:pt x="4572000" y="921223"/>
                  <a:pt x="4578823" y="914400"/>
                  <a:pt x="4587240" y="914400"/>
                </a:cubicBezTo>
                <a:cubicBezTo>
                  <a:pt x="4595657" y="914400"/>
                  <a:pt x="4602480" y="921223"/>
                  <a:pt x="4602480" y="929640"/>
                </a:cubicBezTo>
                <a:close/>
                <a:moveTo>
                  <a:pt x="4602480" y="1082040"/>
                </a:moveTo>
                <a:cubicBezTo>
                  <a:pt x="4602480" y="1090457"/>
                  <a:pt x="4595657" y="1097280"/>
                  <a:pt x="4587240" y="1097280"/>
                </a:cubicBezTo>
                <a:cubicBezTo>
                  <a:pt x="4578823" y="1097280"/>
                  <a:pt x="4572000" y="1090457"/>
                  <a:pt x="4572000" y="1082040"/>
                </a:cubicBezTo>
                <a:cubicBezTo>
                  <a:pt x="4572000" y="1073623"/>
                  <a:pt x="4578823" y="1066800"/>
                  <a:pt x="4587240" y="1066800"/>
                </a:cubicBezTo>
                <a:cubicBezTo>
                  <a:pt x="4595657" y="1066800"/>
                  <a:pt x="4602480" y="1073623"/>
                  <a:pt x="4602480" y="1082040"/>
                </a:cubicBezTo>
                <a:close/>
                <a:moveTo>
                  <a:pt x="4602480" y="1234440"/>
                </a:moveTo>
                <a:cubicBezTo>
                  <a:pt x="4602480" y="1242857"/>
                  <a:pt x="4595657" y="1249680"/>
                  <a:pt x="4587240" y="1249680"/>
                </a:cubicBezTo>
                <a:cubicBezTo>
                  <a:pt x="4578823" y="1249680"/>
                  <a:pt x="4572000" y="1242857"/>
                  <a:pt x="4572000" y="1234440"/>
                </a:cubicBezTo>
                <a:cubicBezTo>
                  <a:pt x="4572000" y="1226023"/>
                  <a:pt x="4578823" y="1219200"/>
                  <a:pt x="4587240" y="1219200"/>
                </a:cubicBezTo>
                <a:cubicBezTo>
                  <a:pt x="4595657" y="1219200"/>
                  <a:pt x="4602480" y="1226023"/>
                  <a:pt x="4602480" y="1234440"/>
                </a:cubicBezTo>
                <a:close/>
                <a:moveTo>
                  <a:pt x="4602480" y="1386840"/>
                </a:moveTo>
                <a:cubicBezTo>
                  <a:pt x="4602480" y="1395257"/>
                  <a:pt x="4595657" y="1402080"/>
                  <a:pt x="4587240" y="1402080"/>
                </a:cubicBezTo>
                <a:cubicBezTo>
                  <a:pt x="4578823" y="1402080"/>
                  <a:pt x="4572000" y="1395257"/>
                  <a:pt x="4572000" y="1386840"/>
                </a:cubicBezTo>
                <a:cubicBezTo>
                  <a:pt x="4572000" y="1378423"/>
                  <a:pt x="4578823" y="1371600"/>
                  <a:pt x="4587240" y="1371600"/>
                </a:cubicBezTo>
                <a:cubicBezTo>
                  <a:pt x="4595657" y="1371600"/>
                  <a:pt x="4602480" y="1378423"/>
                  <a:pt x="4602480" y="1386840"/>
                </a:cubicBezTo>
                <a:close/>
                <a:moveTo>
                  <a:pt x="4602480" y="1539240"/>
                </a:moveTo>
                <a:cubicBezTo>
                  <a:pt x="4602480" y="1547657"/>
                  <a:pt x="4595657" y="1554480"/>
                  <a:pt x="4587240" y="1554480"/>
                </a:cubicBezTo>
                <a:cubicBezTo>
                  <a:pt x="4578823" y="1554480"/>
                  <a:pt x="4572000" y="1547657"/>
                  <a:pt x="4572000" y="1539240"/>
                </a:cubicBezTo>
                <a:cubicBezTo>
                  <a:pt x="4572000" y="1530823"/>
                  <a:pt x="4578823" y="1524000"/>
                  <a:pt x="4587240" y="1524000"/>
                </a:cubicBezTo>
                <a:cubicBezTo>
                  <a:pt x="4595657" y="1524000"/>
                  <a:pt x="4602480" y="1530823"/>
                  <a:pt x="4602480" y="1539240"/>
                </a:cubicBezTo>
                <a:close/>
                <a:moveTo>
                  <a:pt x="4602480" y="1691640"/>
                </a:moveTo>
                <a:cubicBezTo>
                  <a:pt x="4602480" y="1700057"/>
                  <a:pt x="4595657" y="1706880"/>
                  <a:pt x="4587240" y="1706880"/>
                </a:cubicBezTo>
                <a:cubicBezTo>
                  <a:pt x="4578823" y="1706880"/>
                  <a:pt x="4572000" y="1700057"/>
                  <a:pt x="4572000" y="1691640"/>
                </a:cubicBezTo>
                <a:cubicBezTo>
                  <a:pt x="4572000" y="1683223"/>
                  <a:pt x="4578823" y="1676400"/>
                  <a:pt x="4587240" y="1676400"/>
                </a:cubicBezTo>
                <a:cubicBezTo>
                  <a:pt x="4595657" y="1676400"/>
                  <a:pt x="4602480" y="1683223"/>
                  <a:pt x="4602480" y="1691640"/>
                </a:cubicBezTo>
                <a:close/>
                <a:moveTo>
                  <a:pt x="4602480" y="1844040"/>
                </a:moveTo>
                <a:cubicBezTo>
                  <a:pt x="4602480" y="1852457"/>
                  <a:pt x="4595657" y="1859280"/>
                  <a:pt x="4587240" y="1859280"/>
                </a:cubicBezTo>
                <a:cubicBezTo>
                  <a:pt x="4578823" y="1859280"/>
                  <a:pt x="4572000" y="1852457"/>
                  <a:pt x="4572000" y="1844040"/>
                </a:cubicBezTo>
                <a:cubicBezTo>
                  <a:pt x="4572000" y="1835623"/>
                  <a:pt x="4578823" y="1828800"/>
                  <a:pt x="4587240" y="1828800"/>
                </a:cubicBezTo>
                <a:cubicBezTo>
                  <a:pt x="4595657" y="1828800"/>
                  <a:pt x="4602480" y="1835623"/>
                  <a:pt x="4602480" y="1844040"/>
                </a:cubicBezTo>
                <a:close/>
                <a:moveTo>
                  <a:pt x="4602480" y="1996440"/>
                </a:moveTo>
                <a:cubicBezTo>
                  <a:pt x="4602480" y="2004857"/>
                  <a:pt x="4595657" y="2011680"/>
                  <a:pt x="4587240" y="2011680"/>
                </a:cubicBezTo>
                <a:cubicBezTo>
                  <a:pt x="4578823" y="2011680"/>
                  <a:pt x="4572000" y="2004857"/>
                  <a:pt x="4572000" y="1996440"/>
                </a:cubicBezTo>
                <a:cubicBezTo>
                  <a:pt x="4572000" y="1988023"/>
                  <a:pt x="4578823" y="1981200"/>
                  <a:pt x="4587240" y="1981200"/>
                </a:cubicBezTo>
                <a:cubicBezTo>
                  <a:pt x="4595657" y="1981200"/>
                  <a:pt x="4602480" y="1988023"/>
                  <a:pt x="4602480" y="1996440"/>
                </a:cubicBezTo>
                <a:close/>
                <a:moveTo>
                  <a:pt x="4602480" y="2148840"/>
                </a:moveTo>
                <a:cubicBezTo>
                  <a:pt x="4602480" y="2157257"/>
                  <a:pt x="4595657" y="2164080"/>
                  <a:pt x="4587240" y="2164080"/>
                </a:cubicBezTo>
                <a:cubicBezTo>
                  <a:pt x="4578823" y="2164080"/>
                  <a:pt x="4572000" y="2157257"/>
                  <a:pt x="4572000" y="2148840"/>
                </a:cubicBezTo>
                <a:cubicBezTo>
                  <a:pt x="4572000" y="2140423"/>
                  <a:pt x="4578823" y="2133600"/>
                  <a:pt x="4587240" y="2133600"/>
                </a:cubicBezTo>
                <a:cubicBezTo>
                  <a:pt x="4595657" y="2133600"/>
                  <a:pt x="4602480" y="2140423"/>
                  <a:pt x="4602480" y="2148840"/>
                </a:cubicBezTo>
                <a:close/>
                <a:moveTo>
                  <a:pt x="4602480" y="2301240"/>
                </a:moveTo>
                <a:cubicBezTo>
                  <a:pt x="4602480" y="2309657"/>
                  <a:pt x="4595657" y="2316480"/>
                  <a:pt x="4587240" y="2316480"/>
                </a:cubicBezTo>
                <a:cubicBezTo>
                  <a:pt x="4578823" y="2316480"/>
                  <a:pt x="4572000" y="2309657"/>
                  <a:pt x="4572000" y="2301240"/>
                </a:cubicBezTo>
                <a:cubicBezTo>
                  <a:pt x="4572000" y="2292823"/>
                  <a:pt x="4578823" y="2286000"/>
                  <a:pt x="4587240" y="2286000"/>
                </a:cubicBezTo>
                <a:cubicBezTo>
                  <a:pt x="4595657" y="2286000"/>
                  <a:pt x="4602480" y="2292823"/>
                  <a:pt x="4602480" y="2301240"/>
                </a:cubicBezTo>
                <a:close/>
                <a:moveTo>
                  <a:pt x="4602480" y="2453640"/>
                </a:moveTo>
                <a:cubicBezTo>
                  <a:pt x="4602480" y="2462057"/>
                  <a:pt x="4595657" y="2468880"/>
                  <a:pt x="4587240" y="2468880"/>
                </a:cubicBezTo>
                <a:cubicBezTo>
                  <a:pt x="4578823" y="2468880"/>
                  <a:pt x="4572000" y="2462057"/>
                  <a:pt x="4572000" y="2453640"/>
                </a:cubicBezTo>
                <a:cubicBezTo>
                  <a:pt x="4572000" y="2445223"/>
                  <a:pt x="4578823" y="2438400"/>
                  <a:pt x="4587240" y="2438400"/>
                </a:cubicBezTo>
                <a:cubicBezTo>
                  <a:pt x="4595657" y="2438400"/>
                  <a:pt x="4602480" y="2445223"/>
                  <a:pt x="4602480" y="2453640"/>
                </a:cubicBezTo>
                <a:close/>
                <a:moveTo>
                  <a:pt x="4602480" y="2606040"/>
                </a:moveTo>
                <a:cubicBezTo>
                  <a:pt x="4602480" y="2614457"/>
                  <a:pt x="4595657" y="2621280"/>
                  <a:pt x="4587240" y="2621280"/>
                </a:cubicBezTo>
                <a:cubicBezTo>
                  <a:pt x="4578823" y="2621280"/>
                  <a:pt x="4572000" y="2614457"/>
                  <a:pt x="4572000" y="2606040"/>
                </a:cubicBezTo>
                <a:cubicBezTo>
                  <a:pt x="4572000" y="2597623"/>
                  <a:pt x="4578823" y="2590800"/>
                  <a:pt x="4587240" y="2590800"/>
                </a:cubicBezTo>
                <a:cubicBezTo>
                  <a:pt x="4595657" y="2590800"/>
                  <a:pt x="4602480" y="2597623"/>
                  <a:pt x="4602480" y="2606040"/>
                </a:cubicBezTo>
                <a:close/>
                <a:moveTo>
                  <a:pt x="4602480" y="2758440"/>
                </a:moveTo>
                <a:cubicBezTo>
                  <a:pt x="4602480" y="2766857"/>
                  <a:pt x="4595657" y="2773680"/>
                  <a:pt x="4587240" y="2773680"/>
                </a:cubicBezTo>
                <a:cubicBezTo>
                  <a:pt x="4578823" y="2773680"/>
                  <a:pt x="4572000" y="2766857"/>
                  <a:pt x="4572000" y="2758440"/>
                </a:cubicBezTo>
                <a:cubicBezTo>
                  <a:pt x="4572000" y="2750023"/>
                  <a:pt x="4578823" y="2743200"/>
                  <a:pt x="4587240" y="2743200"/>
                </a:cubicBezTo>
                <a:cubicBezTo>
                  <a:pt x="4595657" y="2743200"/>
                  <a:pt x="4602480" y="2750023"/>
                  <a:pt x="4602480" y="2758440"/>
                </a:cubicBezTo>
                <a:close/>
                <a:moveTo>
                  <a:pt x="4602480" y="2910840"/>
                </a:moveTo>
                <a:cubicBezTo>
                  <a:pt x="4602480" y="2919257"/>
                  <a:pt x="4595657" y="2926080"/>
                  <a:pt x="4587240" y="2926080"/>
                </a:cubicBezTo>
                <a:cubicBezTo>
                  <a:pt x="4578823" y="2926080"/>
                  <a:pt x="4572000" y="2919257"/>
                  <a:pt x="4572000" y="2910840"/>
                </a:cubicBezTo>
                <a:cubicBezTo>
                  <a:pt x="4572000" y="2902423"/>
                  <a:pt x="4578823" y="2895600"/>
                  <a:pt x="4587240" y="2895600"/>
                </a:cubicBezTo>
                <a:cubicBezTo>
                  <a:pt x="4595657" y="2895600"/>
                  <a:pt x="4602480" y="2902423"/>
                  <a:pt x="4602480" y="2910840"/>
                </a:cubicBezTo>
                <a:close/>
                <a:moveTo>
                  <a:pt x="4602480" y="3063240"/>
                </a:moveTo>
                <a:cubicBezTo>
                  <a:pt x="4602480" y="3071657"/>
                  <a:pt x="4595657" y="3078480"/>
                  <a:pt x="4587240" y="3078480"/>
                </a:cubicBezTo>
                <a:cubicBezTo>
                  <a:pt x="4578823" y="3078480"/>
                  <a:pt x="4572000" y="3071657"/>
                  <a:pt x="4572000" y="3063240"/>
                </a:cubicBezTo>
                <a:cubicBezTo>
                  <a:pt x="4572000" y="3054823"/>
                  <a:pt x="4578823" y="3048000"/>
                  <a:pt x="4587240" y="3048000"/>
                </a:cubicBezTo>
                <a:cubicBezTo>
                  <a:pt x="4595657" y="3048000"/>
                  <a:pt x="4602480" y="3054823"/>
                  <a:pt x="4602480" y="3063240"/>
                </a:cubicBezTo>
                <a:close/>
                <a:moveTo>
                  <a:pt x="4602480" y="3215640"/>
                </a:moveTo>
                <a:cubicBezTo>
                  <a:pt x="4602480" y="3224057"/>
                  <a:pt x="4595657" y="3230880"/>
                  <a:pt x="4587240" y="3230880"/>
                </a:cubicBezTo>
                <a:cubicBezTo>
                  <a:pt x="4578823" y="3230880"/>
                  <a:pt x="4572000" y="3224057"/>
                  <a:pt x="4572000" y="3215640"/>
                </a:cubicBezTo>
                <a:cubicBezTo>
                  <a:pt x="4572000" y="3207223"/>
                  <a:pt x="4578823" y="3200400"/>
                  <a:pt x="4587240" y="3200400"/>
                </a:cubicBezTo>
                <a:cubicBezTo>
                  <a:pt x="4595657" y="3200400"/>
                  <a:pt x="4602480" y="3207223"/>
                  <a:pt x="4602480" y="3215640"/>
                </a:cubicBezTo>
                <a:close/>
                <a:moveTo>
                  <a:pt x="4602480" y="3368040"/>
                </a:moveTo>
                <a:cubicBezTo>
                  <a:pt x="4602480" y="3376457"/>
                  <a:pt x="4595657" y="3383280"/>
                  <a:pt x="4587240" y="3383280"/>
                </a:cubicBezTo>
                <a:cubicBezTo>
                  <a:pt x="4578823" y="3383280"/>
                  <a:pt x="4572000" y="3376457"/>
                  <a:pt x="4572000" y="3368040"/>
                </a:cubicBezTo>
                <a:cubicBezTo>
                  <a:pt x="4572000" y="3359623"/>
                  <a:pt x="4578823" y="3352800"/>
                  <a:pt x="4587240" y="3352800"/>
                </a:cubicBezTo>
                <a:cubicBezTo>
                  <a:pt x="4595657" y="3352800"/>
                  <a:pt x="4602480" y="3359623"/>
                  <a:pt x="4602480" y="3368040"/>
                </a:cubicBezTo>
                <a:close/>
                <a:moveTo>
                  <a:pt x="4602480" y="3520440"/>
                </a:moveTo>
                <a:cubicBezTo>
                  <a:pt x="4602480" y="3528857"/>
                  <a:pt x="4595657" y="3535680"/>
                  <a:pt x="4587240" y="3535680"/>
                </a:cubicBezTo>
                <a:cubicBezTo>
                  <a:pt x="4578823" y="3535680"/>
                  <a:pt x="4572000" y="3528857"/>
                  <a:pt x="4572000" y="3520440"/>
                </a:cubicBezTo>
                <a:cubicBezTo>
                  <a:pt x="4572000" y="3512023"/>
                  <a:pt x="4578823" y="3505200"/>
                  <a:pt x="4587240" y="3505200"/>
                </a:cubicBezTo>
                <a:cubicBezTo>
                  <a:pt x="4595657" y="3505200"/>
                  <a:pt x="4602480" y="3512023"/>
                  <a:pt x="4602480" y="3520440"/>
                </a:cubicBezTo>
                <a:close/>
                <a:moveTo>
                  <a:pt x="4602480" y="3672840"/>
                </a:moveTo>
                <a:cubicBezTo>
                  <a:pt x="4602480" y="3681257"/>
                  <a:pt x="4595657" y="3688080"/>
                  <a:pt x="4587240" y="3688080"/>
                </a:cubicBezTo>
                <a:cubicBezTo>
                  <a:pt x="4578823" y="3688080"/>
                  <a:pt x="4572000" y="3681257"/>
                  <a:pt x="4572000" y="3672840"/>
                </a:cubicBezTo>
                <a:cubicBezTo>
                  <a:pt x="4572000" y="3664423"/>
                  <a:pt x="4578823" y="3657600"/>
                  <a:pt x="4587240" y="3657600"/>
                </a:cubicBezTo>
                <a:cubicBezTo>
                  <a:pt x="4595657" y="3657600"/>
                  <a:pt x="4602480" y="3664423"/>
                  <a:pt x="4602480" y="3672840"/>
                </a:cubicBezTo>
                <a:close/>
                <a:moveTo>
                  <a:pt x="4602480" y="3825240"/>
                </a:moveTo>
                <a:cubicBezTo>
                  <a:pt x="4602480" y="3833657"/>
                  <a:pt x="4595657" y="3840480"/>
                  <a:pt x="4587240" y="3840480"/>
                </a:cubicBezTo>
                <a:cubicBezTo>
                  <a:pt x="4578823" y="3840480"/>
                  <a:pt x="4572000" y="3833657"/>
                  <a:pt x="4572000" y="3825240"/>
                </a:cubicBezTo>
                <a:cubicBezTo>
                  <a:pt x="4572000" y="3816823"/>
                  <a:pt x="4578823" y="3810000"/>
                  <a:pt x="4587240" y="3810000"/>
                </a:cubicBezTo>
                <a:cubicBezTo>
                  <a:pt x="4595657" y="3810000"/>
                  <a:pt x="4602480" y="3816823"/>
                  <a:pt x="4602480" y="3825240"/>
                </a:cubicBezTo>
                <a:close/>
                <a:moveTo>
                  <a:pt x="4602480" y="3977640"/>
                </a:moveTo>
                <a:cubicBezTo>
                  <a:pt x="4602480" y="3986057"/>
                  <a:pt x="4595657" y="3992880"/>
                  <a:pt x="4587240" y="3992880"/>
                </a:cubicBezTo>
                <a:cubicBezTo>
                  <a:pt x="4578823" y="3992880"/>
                  <a:pt x="4572000" y="3986057"/>
                  <a:pt x="4572000" y="3977640"/>
                </a:cubicBezTo>
                <a:cubicBezTo>
                  <a:pt x="4572000" y="3969223"/>
                  <a:pt x="4578823" y="3962400"/>
                  <a:pt x="4587240" y="3962400"/>
                </a:cubicBezTo>
                <a:cubicBezTo>
                  <a:pt x="4595657" y="3962400"/>
                  <a:pt x="4602480" y="3969223"/>
                  <a:pt x="4602480" y="3977640"/>
                </a:cubicBezTo>
                <a:close/>
                <a:moveTo>
                  <a:pt x="4602480" y="4130040"/>
                </a:moveTo>
                <a:cubicBezTo>
                  <a:pt x="4602480" y="4138457"/>
                  <a:pt x="4595657" y="4145280"/>
                  <a:pt x="4587240" y="4145280"/>
                </a:cubicBezTo>
                <a:cubicBezTo>
                  <a:pt x="4578823" y="4145280"/>
                  <a:pt x="4572000" y="4138457"/>
                  <a:pt x="4572000" y="4130040"/>
                </a:cubicBezTo>
                <a:cubicBezTo>
                  <a:pt x="4572000" y="4121623"/>
                  <a:pt x="4578823" y="4114800"/>
                  <a:pt x="4587240" y="4114800"/>
                </a:cubicBezTo>
                <a:cubicBezTo>
                  <a:pt x="4595657" y="4114800"/>
                  <a:pt x="4602480" y="4121623"/>
                  <a:pt x="4602480" y="4130040"/>
                </a:cubicBezTo>
                <a:close/>
                <a:moveTo>
                  <a:pt x="4602480" y="4282440"/>
                </a:moveTo>
                <a:cubicBezTo>
                  <a:pt x="4602480" y="4290857"/>
                  <a:pt x="4595657" y="4297680"/>
                  <a:pt x="4587240" y="4297680"/>
                </a:cubicBezTo>
                <a:cubicBezTo>
                  <a:pt x="4578823" y="4297680"/>
                  <a:pt x="4572000" y="4290857"/>
                  <a:pt x="4572000" y="4282440"/>
                </a:cubicBezTo>
                <a:cubicBezTo>
                  <a:pt x="4572000" y="4274023"/>
                  <a:pt x="4578823" y="4267200"/>
                  <a:pt x="4587240" y="4267200"/>
                </a:cubicBezTo>
                <a:cubicBezTo>
                  <a:pt x="4595657" y="4267200"/>
                  <a:pt x="4602480" y="4274023"/>
                  <a:pt x="4602480" y="4282440"/>
                </a:cubicBezTo>
                <a:close/>
                <a:moveTo>
                  <a:pt x="4602480" y="4434840"/>
                </a:moveTo>
                <a:cubicBezTo>
                  <a:pt x="4602480" y="4443257"/>
                  <a:pt x="4595657" y="4450080"/>
                  <a:pt x="4587240" y="4450080"/>
                </a:cubicBezTo>
                <a:cubicBezTo>
                  <a:pt x="4578823" y="4450080"/>
                  <a:pt x="4572000" y="4443257"/>
                  <a:pt x="4572000" y="4434840"/>
                </a:cubicBezTo>
                <a:cubicBezTo>
                  <a:pt x="4572000" y="4426423"/>
                  <a:pt x="4578823" y="4419600"/>
                  <a:pt x="4587240" y="4419600"/>
                </a:cubicBezTo>
                <a:cubicBezTo>
                  <a:pt x="4595657" y="4419600"/>
                  <a:pt x="4602480" y="4426423"/>
                  <a:pt x="4602480" y="4434840"/>
                </a:cubicBezTo>
                <a:close/>
                <a:moveTo>
                  <a:pt x="4754880" y="15240"/>
                </a:moveTo>
                <a:cubicBezTo>
                  <a:pt x="4754880" y="23657"/>
                  <a:pt x="4748057" y="30480"/>
                  <a:pt x="4739640" y="30480"/>
                </a:cubicBezTo>
                <a:cubicBezTo>
                  <a:pt x="4731223" y="30480"/>
                  <a:pt x="4724400" y="23657"/>
                  <a:pt x="4724400" y="15240"/>
                </a:cubicBezTo>
                <a:cubicBezTo>
                  <a:pt x="4724400" y="6823"/>
                  <a:pt x="4731223" y="0"/>
                  <a:pt x="4739640" y="0"/>
                </a:cubicBezTo>
                <a:cubicBezTo>
                  <a:pt x="4748057" y="0"/>
                  <a:pt x="4754880" y="6823"/>
                  <a:pt x="4754880" y="15240"/>
                </a:cubicBezTo>
                <a:close/>
                <a:moveTo>
                  <a:pt x="4754880" y="167640"/>
                </a:moveTo>
                <a:cubicBezTo>
                  <a:pt x="4754880" y="176057"/>
                  <a:pt x="4748057" y="182880"/>
                  <a:pt x="4739640" y="182880"/>
                </a:cubicBezTo>
                <a:cubicBezTo>
                  <a:pt x="4731223" y="182880"/>
                  <a:pt x="4724400" y="176057"/>
                  <a:pt x="4724400" y="167640"/>
                </a:cubicBezTo>
                <a:cubicBezTo>
                  <a:pt x="4724400" y="159223"/>
                  <a:pt x="4731223" y="152400"/>
                  <a:pt x="4739640" y="152400"/>
                </a:cubicBezTo>
                <a:cubicBezTo>
                  <a:pt x="4748057" y="152400"/>
                  <a:pt x="4754880" y="159223"/>
                  <a:pt x="4754880" y="167640"/>
                </a:cubicBezTo>
                <a:close/>
                <a:moveTo>
                  <a:pt x="4754880" y="320040"/>
                </a:moveTo>
                <a:cubicBezTo>
                  <a:pt x="4754880" y="328457"/>
                  <a:pt x="4748057" y="335280"/>
                  <a:pt x="4739640" y="335280"/>
                </a:cubicBezTo>
                <a:cubicBezTo>
                  <a:pt x="4731223" y="335280"/>
                  <a:pt x="4724400" y="328457"/>
                  <a:pt x="4724400" y="320040"/>
                </a:cubicBezTo>
                <a:cubicBezTo>
                  <a:pt x="4724400" y="311623"/>
                  <a:pt x="4731223" y="304800"/>
                  <a:pt x="4739640" y="304800"/>
                </a:cubicBezTo>
                <a:cubicBezTo>
                  <a:pt x="4748057" y="304800"/>
                  <a:pt x="4754880" y="311623"/>
                  <a:pt x="4754880" y="320040"/>
                </a:cubicBezTo>
                <a:close/>
                <a:moveTo>
                  <a:pt x="4754880" y="472440"/>
                </a:moveTo>
                <a:cubicBezTo>
                  <a:pt x="4754880" y="480857"/>
                  <a:pt x="4748057" y="487680"/>
                  <a:pt x="4739640" y="487680"/>
                </a:cubicBezTo>
                <a:cubicBezTo>
                  <a:pt x="4731223" y="487680"/>
                  <a:pt x="4724400" y="480857"/>
                  <a:pt x="4724400" y="472440"/>
                </a:cubicBezTo>
                <a:cubicBezTo>
                  <a:pt x="4724400" y="464023"/>
                  <a:pt x="4731223" y="457200"/>
                  <a:pt x="4739640" y="457200"/>
                </a:cubicBezTo>
                <a:cubicBezTo>
                  <a:pt x="4748057" y="457200"/>
                  <a:pt x="4754880" y="464023"/>
                  <a:pt x="4754880" y="472440"/>
                </a:cubicBezTo>
                <a:close/>
                <a:moveTo>
                  <a:pt x="4754880" y="624840"/>
                </a:moveTo>
                <a:cubicBezTo>
                  <a:pt x="4754880" y="633257"/>
                  <a:pt x="4748057" y="640080"/>
                  <a:pt x="4739640" y="640080"/>
                </a:cubicBezTo>
                <a:cubicBezTo>
                  <a:pt x="4731223" y="640080"/>
                  <a:pt x="4724400" y="633257"/>
                  <a:pt x="4724400" y="624840"/>
                </a:cubicBezTo>
                <a:cubicBezTo>
                  <a:pt x="4724400" y="616423"/>
                  <a:pt x="4731223" y="609600"/>
                  <a:pt x="4739640" y="609600"/>
                </a:cubicBezTo>
                <a:cubicBezTo>
                  <a:pt x="4748057" y="609600"/>
                  <a:pt x="4754880" y="616423"/>
                  <a:pt x="4754880" y="624840"/>
                </a:cubicBezTo>
                <a:close/>
                <a:moveTo>
                  <a:pt x="4754880" y="777240"/>
                </a:moveTo>
                <a:cubicBezTo>
                  <a:pt x="4754880" y="785657"/>
                  <a:pt x="4748057" y="792480"/>
                  <a:pt x="4739640" y="792480"/>
                </a:cubicBezTo>
                <a:cubicBezTo>
                  <a:pt x="4731223" y="792480"/>
                  <a:pt x="4724400" y="785657"/>
                  <a:pt x="4724400" y="777240"/>
                </a:cubicBezTo>
                <a:cubicBezTo>
                  <a:pt x="4724400" y="768823"/>
                  <a:pt x="4731223" y="762000"/>
                  <a:pt x="4739640" y="762000"/>
                </a:cubicBezTo>
                <a:cubicBezTo>
                  <a:pt x="4748057" y="762000"/>
                  <a:pt x="4754880" y="768823"/>
                  <a:pt x="4754880" y="777240"/>
                </a:cubicBezTo>
                <a:close/>
                <a:moveTo>
                  <a:pt x="4754880" y="929640"/>
                </a:moveTo>
                <a:cubicBezTo>
                  <a:pt x="4754880" y="938057"/>
                  <a:pt x="4748057" y="944880"/>
                  <a:pt x="4739640" y="944880"/>
                </a:cubicBezTo>
                <a:cubicBezTo>
                  <a:pt x="4731223" y="944880"/>
                  <a:pt x="4724400" y="938057"/>
                  <a:pt x="4724400" y="929640"/>
                </a:cubicBezTo>
                <a:cubicBezTo>
                  <a:pt x="4724400" y="921223"/>
                  <a:pt x="4731223" y="914400"/>
                  <a:pt x="4739640" y="914400"/>
                </a:cubicBezTo>
                <a:cubicBezTo>
                  <a:pt x="4748057" y="914400"/>
                  <a:pt x="4754880" y="921223"/>
                  <a:pt x="4754880" y="929640"/>
                </a:cubicBezTo>
                <a:close/>
                <a:moveTo>
                  <a:pt x="4754880" y="1082040"/>
                </a:moveTo>
                <a:cubicBezTo>
                  <a:pt x="4754880" y="1090457"/>
                  <a:pt x="4748057" y="1097280"/>
                  <a:pt x="4739640" y="1097280"/>
                </a:cubicBezTo>
                <a:cubicBezTo>
                  <a:pt x="4731223" y="1097280"/>
                  <a:pt x="4724400" y="1090457"/>
                  <a:pt x="4724400" y="1082040"/>
                </a:cubicBezTo>
                <a:cubicBezTo>
                  <a:pt x="4724400" y="1073623"/>
                  <a:pt x="4731223" y="1066800"/>
                  <a:pt x="4739640" y="1066800"/>
                </a:cubicBezTo>
                <a:cubicBezTo>
                  <a:pt x="4748057" y="1066800"/>
                  <a:pt x="4754880" y="1073623"/>
                  <a:pt x="4754880" y="1082040"/>
                </a:cubicBezTo>
                <a:close/>
                <a:moveTo>
                  <a:pt x="4754880" y="1234440"/>
                </a:moveTo>
                <a:cubicBezTo>
                  <a:pt x="4754880" y="1242857"/>
                  <a:pt x="4748057" y="1249680"/>
                  <a:pt x="4739640" y="1249680"/>
                </a:cubicBezTo>
                <a:cubicBezTo>
                  <a:pt x="4731223" y="1249680"/>
                  <a:pt x="4724400" y="1242857"/>
                  <a:pt x="4724400" y="1234440"/>
                </a:cubicBezTo>
                <a:cubicBezTo>
                  <a:pt x="4724400" y="1226023"/>
                  <a:pt x="4731223" y="1219200"/>
                  <a:pt x="4739640" y="1219200"/>
                </a:cubicBezTo>
                <a:cubicBezTo>
                  <a:pt x="4748057" y="1219200"/>
                  <a:pt x="4754880" y="1226023"/>
                  <a:pt x="4754880" y="1234440"/>
                </a:cubicBezTo>
                <a:close/>
                <a:moveTo>
                  <a:pt x="4754880" y="1386840"/>
                </a:moveTo>
                <a:cubicBezTo>
                  <a:pt x="4754880" y="1395257"/>
                  <a:pt x="4748057" y="1402080"/>
                  <a:pt x="4739640" y="1402080"/>
                </a:cubicBezTo>
                <a:cubicBezTo>
                  <a:pt x="4731223" y="1402080"/>
                  <a:pt x="4724400" y="1395257"/>
                  <a:pt x="4724400" y="1386840"/>
                </a:cubicBezTo>
                <a:cubicBezTo>
                  <a:pt x="4724400" y="1378423"/>
                  <a:pt x="4731223" y="1371600"/>
                  <a:pt x="4739640" y="1371600"/>
                </a:cubicBezTo>
                <a:cubicBezTo>
                  <a:pt x="4748057" y="1371600"/>
                  <a:pt x="4754880" y="1378423"/>
                  <a:pt x="4754880" y="1386840"/>
                </a:cubicBezTo>
                <a:close/>
                <a:moveTo>
                  <a:pt x="4754880" y="1539240"/>
                </a:moveTo>
                <a:cubicBezTo>
                  <a:pt x="4754880" y="1547657"/>
                  <a:pt x="4748057" y="1554480"/>
                  <a:pt x="4739640" y="1554480"/>
                </a:cubicBezTo>
                <a:cubicBezTo>
                  <a:pt x="4731223" y="1554480"/>
                  <a:pt x="4724400" y="1547657"/>
                  <a:pt x="4724400" y="1539240"/>
                </a:cubicBezTo>
                <a:cubicBezTo>
                  <a:pt x="4724400" y="1530823"/>
                  <a:pt x="4731223" y="1524000"/>
                  <a:pt x="4739640" y="1524000"/>
                </a:cubicBezTo>
                <a:cubicBezTo>
                  <a:pt x="4748057" y="1524000"/>
                  <a:pt x="4754880" y="1530823"/>
                  <a:pt x="4754880" y="1539240"/>
                </a:cubicBezTo>
                <a:close/>
                <a:moveTo>
                  <a:pt x="4754880" y="1691640"/>
                </a:moveTo>
                <a:cubicBezTo>
                  <a:pt x="4754880" y="1700057"/>
                  <a:pt x="4748057" y="1706880"/>
                  <a:pt x="4739640" y="1706880"/>
                </a:cubicBezTo>
                <a:cubicBezTo>
                  <a:pt x="4731223" y="1706880"/>
                  <a:pt x="4724400" y="1700057"/>
                  <a:pt x="4724400" y="1691640"/>
                </a:cubicBezTo>
                <a:cubicBezTo>
                  <a:pt x="4724400" y="1683223"/>
                  <a:pt x="4731223" y="1676400"/>
                  <a:pt x="4739640" y="1676400"/>
                </a:cubicBezTo>
                <a:cubicBezTo>
                  <a:pt x="4748057" y="1676400"/>
                  <a:pt x="4754880" y="1683223"/>
                  <a:pt x="4754880" y="1691640"/>
                </a:cubicBezTo>
                <a:close/>
                <a:moveTo>
                  <a:pt x="4754880" y="1844040"/>
                </a:moveTo>
                <a:cubicBezTo>
                  <a:pt x="4754880" y="1852457"/>
                  <a:pt x="4748057" y="1859280"/>
                  <a:pt x="4739640" y="1859280"/>
                </a:cubicBezTo>
                <a:cubicBezTo>
                  <a:pt x="4731223" y="1859280"/>
                  <a:pt x="4724400" y="1852457"/>
                  <a:pt x="4724400" y="1844040"/>
                </a:cubicBezTo>
                <a:cubicBezTo>
                  <a:pt x="4724400" y="1835623"/>
                  <a:pt x="4731223" y="1828800"/>
                  <a:pt x="4739640" y="1828800"/>
                </a:cubicBezTo>
                <a:cubicBezTo>
                  <a:pt x="4748057" y="1828800"/>
                  <a:pt x="4754880" y="1835623"/>
                  <a:pt x="4754880" y="1844040"/>
                </a:cubicBezTo>
                <a:close/>
                <a:moveTo>
                  <a:pt x="4754880" y="1996440"/>
                </a:moveTo>
                <a:cubicBezTo>
                  <a:pt x="4754880" y="2004857"/>
                  <a:pt x="4748057" y="2011680"/>
                  <a:pt x="4739640" y="2011680"/>
                </a:cubicBezTo>
                <a:cubicBezTo>
                  <a:pt x="4731223" y="2011680"/>
                  <a:pt x="4724400" y="2004857"/>
                  <a:pt x="4724400" y="1996440"/>
                </a:cubicBezTo>
                <a:cubicBezTo>
                  <a:pt x="4724400" y="1988023"/>
                  <a:pt x="4731223" y="1981200"/>
                  <a:pt x="4739640" y="1981200"/>
                </a:cubicBezTo>
                <a:cubicBezTo>
                  <a:pt x="4748057" y="1981200"/>
                  <a:pt x="4754880" y="1988023"/>
                  <a:pt x="4754880" y="1996440"/>
                </a:cubicBezTo>
                <a:close/>
                <a:moveTo>
                  <a:pt x="4754880" y="2148840"/>
                </a:moveTo>
                <a:cubicBezTo>
                  <a:pt x="4754880" y="2157257"/>
                  <a:pt x="4748057" y="2164080"/>
                  <a:pt x="4739640" y="2164080"/>
                </a:cubicBezTo>
                <a:cubicBezTo>
                  <a:pt x="4731223" y="2164080"/>
                  <a:pt x="4724400" y="2157257"/>
                  <a:pt x="4724400" y="2148840"/>
                </a:cubicBezTo>
                <a:cubicBezTo>
                  <a:pt x="4724400" y="2140423"/>
                  <a:pt x="4731223" y="2133600"/>
                  <a:pt x="4739640" y="2133600"/>
                </a:cubicBezTo>
                <a:cubicBezTo>
                  <a:pt x="4748057" y="2133600"/>
                  <a:pt x="4754880" y="2140423"/>
                  <a:pt x="4754880" y="2148840"/>
                </a:cubicBezTo>
                <a:close/>
                <a:moveTo>
                  <a:pt x="4754880" y="2301240"/>
                </a:moveTo>
                <a:cubicBezTo>
                  <a:pt x="4754880" y="2309657"/>
                  <a:pt x="4748057" y="2316480"/>
                  <a:pt x="4739640" y="2316480"/>
                </a:cubicBezTo>
                <a:cubicBezTo>
                  <a:pt x="4731223" y="2316480"/>
                  <a:pt x="4724400" y="2309657"/>
                  <a:pt x="4724400" y="2301240"/>
                </a:cubicBezTo>
                <a:cubicBezTo>
                  <a:pt x="4724400" y="2292823"/>
                  <a:pt x="4731223" y="2286000"/>
                  <a:pt x="4739640" y="2286000"/>
                </a:cubicBezTo>
                <a:cubicBezTo>
                  <a:pt x="4748057" y="2286000"/>
                  <a:pt x="4754880" y="2292823"/>
                  <a:pt x="4754880" y="2301240"/>
                </a:cubicBezTo>
                <a:close/>
                <a:moveTo>
                  <a:pt x="4754880" y="2453640"/>
                </a:moveTo>
                <a:cubicBezTo>
                  <a:pt x="4754880" y="2462057"/>
                  <a:pt x="4748057" y="2468880"/>
                  <a:pt x="4739640" y="2468880"/>
                </a:cubicBezTo>
                <a:cubicBezTo>
                  <a:pt x="4731223" y="2468880"/>
                  <a:pt x="4724400" y="2462057"/>
                  <a:pt x="4724400" y="2453640"/>
                </a:cubicBezTo>
                <a:cubicBezTo>
                  <a:pt x="4724400" y="2445223"/>
                  <a:pt x="4731223" y="2438400"/>
                  <a:pt x="4739640" y="2438400"/>
                </a:cubicBezTo>
                <a:cubicBezTo>
                  <a:pt x="4748057" y="2438400"/>
                  <a:pt x="4754880" y="2445223"/>
                  <a:pt x="4754880" y="2453640"/>
                </a:cubicBezTo>
                <a:close/>
                <a:moveTo>
                  <a:pt x="4754880" y="2606040"/>
                </a:moveTo>
                <a:cubicBezTo>
                  <a:pt x="4754880" y="2614457"/>
                  <a:pt x="4748057" y="2621280"/>
                  <a:pt x="4739640" y="2621280"/>
                </a:cubicBezTo>
                <a:cubicBezTo>
                  <a:pt x="4731223" y="2621280"/>
                  <a:pt x="4724400" y="2614457"/>
                  <a:pt x="4724400" y="2606040"/>
                </a:cubicBezTo>
                <a:cubicBezTo>
                  <a:pt x="4724400" y="2597623"/>
                  <a:pt x="4731223" y="2590800"/>
                  <a:pt x="4739640" y="2590800"/>
                </a:cubicBezTo>
                <a:cubicBezTo>
                  <a:pt x="4748057" y="2590800"/>
                  <a:pt x="4754880" y="2597623"/>
                  <a:pt x="4754880" y="2606040"/>
                </a:cubicBezTo>
                <a:close/>
                <a:moveTo>
                  <a:pt x="4754880" y="2758440"/>
                </a:moveTo>
                <a:cubicBezTo>
                  <a:pt x="4754880" y="2766857"/>
                  <a:pt x="4748057" y="2773680"/>
                  <a:pt x="4739640" y="2773680"/>
                </a:cubicBezTo>
                <a:cubicBezTo>
                  <a:pt x="4731223" y="2773680"/>
                  <a:pt x="4724400" y="2766857"/>
                  <a:pt x="4724400" y="2758440"/>
                </a:cubicBezTo>
                <a:cubicBezTo>
                  <a:pt x="4724400" y="2750023"/>
                  <a:pt x="4731223" y="2743200"/>
                  <a:pt x="4739640" y="2743200"/>
                </a:cubicBezTo>
                <a:cubicBezTo>
                  <a:pt x="4748057" y="2743200"/>
                  <a:pt x="4754880" y="2750023"/>
                  <a:pt x="4754880" y="2758440"/>
                </a:cubicBezTo>
                <a:close/>
                <a:moveTo>
                  <a:pt x="4754880" y="2910840"/>
                </a:moveTo>
                <a:cubicBezTo>
                  <a:pt x="4754880" y="2919257"/>
                  <a:pt x="4748057" y="2926080"/>
                  <a:pt x="4739640" y="2926080"/>
                </a:cubicBezTo>
                <a:cubicBezTo>
                  <a:pt x="4731223" y="2926080"/>
                  <a:pt x="4724400" y="2919257"/>
                  <a:pt x="4724400" y="2910840"/>
                </a:cubicBezTo>
                <a:cubicBezTo>
                  <a:pt x="4724400" y="2902423"/>
                  <a:pt x="4731223" y="2895600"/>
                  <a:pt x="4739640" y="2895600"/>
                </a:cubicBezTo>
                <a:cubicBezTo>
                  <a:pt x="4748057" y="2895600"/>
                  <a:pt x="4754880" y="2902423"/>
                  <a:pt x="4754880" y="2910840"/>
                </a:cubicBezTo>
                <a:close/>
                <a:moveTo>
                  <a:pt x="4754880" y="3063240"/>
                </a:moveTo>
                <a:cubicBezTo>
                  <a:pt x="4754880" y="3071657"/>
                  <a:pt x="4748057" y="3078480"/>
                  <a:pt x="4739640" y="3078480"/>
                </a:cubicBezTo>
                <a:cubicBezTo>
                  <a:pt x="4731223" y="3078480"/>
                  <a:pt x="4724400" y="3071657"/>
                  <a:pt x="4724400" y="3063240"/>
                </a:cubicBezTo>
                <a:cubicBezTo>
                  <a:pt x="4724400" y="3054823"/>
                  <a:pt x="4731223" y="3048000"/>
                  <a:pt x="4739640" y="3048000"/>
                </a:cubicBezTo>
                <a:cubicBezTo>
                  <a:pt x="4748057" y="3048000"/>
                  <a:pt x="4754880" y="3054823"/>
                  <a:pt x="4754880" y="3063240"/>
                </a:cubicBezTo>
                <a:close/>
                <a:moveTo>
                  <a:pt x="4754880" y="3215640"/>
                </a:moveTo>
                <a:cubicBezTo>
                  <a:pt x="4754880" y="3224057"/>
                  <a:pt x="4748057" y="3230880"/>
                  <a:pt x="4739640" y="3230880"/>
                </a:cubicBezTo>
                <a:cubicBezTo>
                  <a:pt x="4731223" y="3230880"/>
                  <a:pt x="4724400" y="3224057"/>
                  <a:pt x="4724400" y="3215640"/>
                </a:cubicBezTo>
                <a:cubicBezTo>
                  <a:pt x="4724400" y="3207223"/>
                  <a:pt x="4731223" y="3200400"/>
                  <a:pt x="4739640" y="3200400"/>
                </a:cubicBezTo>
                <a:cubicBezTo>
                  <a:pt x="4748057" y="3200400"/>
                  <a:pt x="4754880" y="3207223"/>
                  <a:pt x="4754880" y="3215640"/>
                </a:cubicBezTo>
                <a:close/>
                <a:moveTo>
                  <a:pt x="4754880" y="3368040"/>
                </a:moveTo>
                <a:cubicBezTo>
                  <a:pt x="4754880" y="3376457"/>
                  <a:pt x="4748057" y="3383280"/>
                  <a:pt x="4739640" y="3383280"/>
                </a:cubicBezTo>
                <a:cubicBezTo>
                  <a:pt x="4731223" y="3383280"/>
                  <a:pt x="4724400" y="3376457"/>
                  <a:pt x="4724400" y="3368040"/>
                </a:cubicBezTo>
                <a:cubicBezTo>
                  <a:pt x="4724400" y="3359623"/>
                  <a:pt x="4731223" y="3352800"/>
                  <a:pt x="4739640" y="3352800"/>
                </a:cubicBezTo>
                <a:cubicBezTo>
                  <a:pt x="4748057" y="3352800"/>
                  <a:pt x="4754880" y="3359623"/>
                  <a:pt x="4754880" y="3368040"/>
                </a:cubicBezTo>
                <a:close/>
                <a:moveTo>
                  <a:pt x="4754880" y="3520440"/>
                </a:moveTo>
                <a:cubicBezTo>
                  <a:pt x="4754880" y="3528857"/>
                  <a:pt x="4748057" y="3535680"/>
                  <a:pt x="4739640" y="3535680"/>
                </a:cubicBezTo>
                <a:cubicBezTo>
                  <a:pt x="4731223" y="3535680"/>
                  <a:pt x="4724400" y="3528857"/>
                  <a:pt x="4724400" y="3520440"/>
                </a:cubicBezTo>
                <a:cubicBezTo>
                  <a:pt x="4724400" y="3512023"/>
                  <a:pt x="4731223" y="3505200"/>
                  <a:pt x="4739640" y="3505200"/>
                </a:cubicBezTo>
                <a:cubicBezTo>
                  <a:pt x="4748057" y="3505200"/>
                  <a:pt x="4754880" y="3512023"/>
                  <a:pt x="4754880" y="3520440"/>
                </a:cubicBezTo>
                <a:close/>
                <a:moveTo>
                  <a:pt x="4754880" y="3672840"/>
                </a:moveTo>
                <a:cubicBezTo>
                  <a:pt x="4754880" y="3681257"/>
                  <a:pt x="4748057" y="3688080"/>
                  <a:pt x="4739640" y="3688080"/>
                </a:cubicBezTo>
                <a:cubicBezTo>
                  <a:pt x="4731223" y="3688080"/>
                  <a:pt x="4724400" y="3681257"/>
                  <a:pt x="4724400" y="3672840"/>
                </a:cubicBezTo>
                <a:cubicBezTo>
                  <a:pt x="4724400" y="3664423"/>
                  <a:pt x="4731223" y="3657600"/>
                  <a:pt x="4739640" y="3657600"/>
                </a:cubicBezTo>
                <a:cubicBezTo>
                  <a:pt x="4748057" y="3657600"/>
                  <a:pt x="4754880" y="3664423"/>
                  <a:pt x="4754880" y="3672840"/>
                </a:cubicBezTo>
                <a:close/>
                <a:moveTo>
                  <a:pt x="4754880" y="3825240"/>
                </a:moveTo>
                <a:cubicBezTo>
                  <a:pt x="4754880" y="3833657"/>
                  <a:pt x="4748057" y="3840480"/>
                  <a:pt x="4739640" y="3840480"/>
                </a:cubicBezTo>
                <a:cubicBezTo>
                  <a:pt x="4731223" y="3840480"/>
                  <a:pt x="4724400" y="3833657"/>
                  <a:pt x="4724400" y="3825240"/>
                </a:cubicBezTo>
                <a:cubicBezTo>
                  <a:pt x="4724400" y="3816823"/>
                  <a:pt x="4731223" y="3810000"/>
                  <a:pt x="4739640" y="3810000"/>
                </a:cubicBezTo>
                <a:cubicBezTo>
                  <a:pt x="4748057" y="3810000"/>
                  <a:pt x="4754880" y="3816823"/>
                  <a:pt x="4754880" y="3825240"/>
                </a:cubicBezTo>
                <a:close/>
                <a:moveTo>
                  <a:pt x="4754880" y="3977640"/>
                </a:moveTo>
                <a:cubicBezTo>
                  <a:pt x="4754880" y="3986057"/>
                  <a:pt x="4748057" y="3992880"/>
                  <a:pt x="4739640" y="3992880"/>
                </a:cubicBezTo>
                <a:cubicBezTo>
                  <a:pt x="4731223" y="3992880"/>
                  <a:pt x="4724400" y="3986057"/>
                  <a:pt x="4724400" y="3977640"/>
                </a:cubicBezTo>
                <a:cubicBezTo>
                  <a:pt x="4724400" y="3969223"/>
                  <a:pt x="4731223" y="3962400"/>
                  <a:pt x="4739640" y="3962400"/>
                </a:cubicBezTo>
                <a:cubicBezTo>
                  <a:pt x="4748057" y="3962400"/>
                  <a:pt x="4754880" y="3969223"/>
                  <a:pt x="4754880" y="3977640"/>
                </a:cubicBezTo>
                <a:close/>
                <a:moveTo>
                  <a:pt x="4754880" y="4130040"/>
                </a:moveTo>
                <a:cubicBezTo>
                  <a:pt x="4754880" y="4138457"/>
                  <a:pt x="4748057" y="4145280"/>
                  <a:pt x="4739640" y="4145280"/>
                </a:cubicBezTo>
                <a:cubicBezTo>
                  <a:pt x="4731223" y="4145280"/>
                  <a:pt x="4724400" y="4138457"/>
                  <a:pt x="4724400" y="4130040"/>
                </a:cubicBezTo>
                <a:cubicBezTo>
                  <a:pt x="4724400" y="4121623"/>
                  <a:pt x="4731223" y="4114800"/>
                  <a:pt x="4739640" y="4114800"/>
                </a:cubicBezTo>
                <a:cubicBezTo>
                  <a:pt x="4748057" y="4114800"/>
                  <a:pt x="4754880" y="4121623"/>
                  <a:pt x="4754880" y="4130040"/>
                </a:cubicBezTo>
                <a:close/>
                <a:moveTo>
                  <a:pt x="4754880" y="4282440"/>
                </a:moveTo>
                <a:cubicBezTo>
                  <a:pt x="4754880" y="4290857"/>
                  <a:pt x="4748057" y="4297680"/>
                  <a:pt x="4739640" y="4297680"/>
                </a:cubicBezTo>
                <a:cubicBezTo>
                  <a:pt x="4731223" y="4297680"/>
                  <a:pt x="4724400" y="4290857"/>
                  <a:pt x="4724400" y="4282440"/>
                </a:cubicBezTo>
                <a:cubicBezTo>
                  <a:pt x="4724400" y="4274023"/>
                  <a:pt x="4731223" y="4267200"/>
                  <a:pt x="4739640" y="4267200"/>
                </a:cubicBezTo>
                <a:cubicBezTo>
                  <a:pt x="4748057" y="4267200"/>
                  <a:pt x="4754880" y="4274023"/>
                  <a:pt x="4754880" y="4282440"/>
                </a:cubicBezTo>
                <a:close/>
                <a:moveTo>
                  <a:pt x="4754880" y="4434840"/>
                </a:moveTo>
                <a:cubicBezTo>
                  <a:pt x="4754880" y="4443257"/>
                  <a:pt x="4748057" y="4450080"/>
                  <a:pt x="4739640" y="4450080"/>
                </a:cubicBezTo>
                <a:cubicBezTo>
                  <a:pt x="4731223" y="4450080"/>
                  <a:pt x="4724400" y="4443257"/>
                  <a:pt x="4724400" y="4434840"/>
                </a:cubicBezTo>
                <a:cubicBezTo>
                  <a:pt x="4724400" y="4426423"/>
                  <a:pt x="4731223" y="4419600"/>
                  <a:pt x="4739640" y="4419600"/>
                </a:cubicBezTo>
                <a:cubicBezTo>
                  <a:pt x="4748057" y="4419600"/>
                  <a:pt x="4754880" y="4426423"/>
                  <a:pt x="4754880" y="4434840"/>
                </a:cubicBezTo>
                <a:close/>
                <a:moveTo>
                  <a:pt x="4907280" y="15240"/>
                </a:moveTo>
                <a:cubicBezTo>
                  <a:pt x="4907280" y="23657"/>
                  <a:pt x="4900457" y="30480"/>
                  <a:pt x="4892040" y="30480"/>
                </a:cubicBezTo>
                <a:cubicBezTo>
                  <a:pt x="4883623" y="30480"/>
                  <a:pt x="4876800" y="23657"/>
                  <a:pt x="4876800" y="15240"/>
                </a:cubicBezTo>
                <a:cubicBezTo>
                  <a:pt x="4876800" y="6823"/>
                  <a:pt x="4883623" y="0"/>
                  <a:pt x="4892040" y="0"/>
                </a:cubicBezTo>
                <a:cubicBezTo>
                  <a:pt x="4900457" y="0"/>
                  <a:pt x="4907280" y="6823"/>
                  <a:pt x="4907280" y="15240"/>
                </a:cubicBezTo>
                <a:close/>
                <a:moveTo>
                  <a:pt x="4907280" y="167640"/>
                </a:moveTo>
                <a:cubicBezTo>
                  <a:pt x="4907280" y="176057"/>
                  <a:pt x="4900457" y="182880"/>
                  <a:pt x="4892040" y="182880"/>
                </a:cubicBezTo>
                <a:cubicBezTo>
                  <a:pt x="4883623" y="182880"/>
                  <a:pt x="4876800" y="176057"/>
                  <a:pt x="4876800" y="167640"/>
                </a:cubicBezTo>
                <a:cubicBezTo>
                  <a:pt x="4876800" y="159223"/>
                  <a:pt x="4883623" y="152400"/>
                  <a:pt x="4892040" y="152400"/>
                </a:cubicBezTo>
                <a:cubicBezTo>
                  <a:pt x="4900457" y="152400"/>
                  <a:pt x="4907280" y="159223"/>
                  <a:pt x="4907280" y="167640"/>
                </a:cubicBezTo>
                <a:close/>
                <a:moveTo>
                  <a:pt x="4907280" y="320040"/>
                </a:moveTo>
                <a:cubicBezTo>
                  <a:pt x="4907280" y="328457"/>
                  <a:pt x="4900457" y="335280"/>
                  <a:pt x="4892040" y="335280"/>
                </a:cubicBezTo>
                <a:cubicBezTo>
                  <a:pt x="4883623" y="335280"/>
                  <a:pt x="4876800" y="328457"/>
                  <a:pt x="4876800" y="320040"/>
                </a:cubicBezTo>
                <a:cubicBezTo>
                  <a:pt x="4876800" y="311623"/>
                  <a:pt x="4883623" y="304800"/>
                  <a:pt x="4892040" y="304800"/>
                </a:cubicBezTo>
                <a:cubicBezTo>
                  <a:pt x="4900457" y="304800"/>
                  <a:pt x="4907280" y="311623"/>
                  <a:pt x="4907280" y="320040"/>
                </a:cubicBezTo>
                <a:close/>
                <a:moveTo>
                  <a:pt x="4907280" y="472440"/>
                </a:moveTo>
                <a:cubicBezTo>
                  <a:pt x="4907280" y="480857"/>
                  <a:pt x="4900457" y="487680"/>
                  <a:pt x="4892040" y="487680"/>
                </a:cubicBezTo>
                <a:cubicBezTo>
                  <a:pt x="4883623" y="487680"/>
                  <a:pt x="4876800" y="480857"/>
                  <a:pt x="4876800" y="472440"/>
                </a:cubicBezTo>
                <a:cubicBezTo>
                  <a:pt x="4876800" y="464023"/>
                  <a:pt x="4883623" y="457200"/>
                  <a:pt x="4892040" y="457200"/>
                </a:cubicBezTo>
                <a:cubicBezTo>
                  <a:pt x="4900457" y="457200"/>
                  <a:pt x="4907280" y="464023"/>
                  <a:pt x="4907280" y="472440"/>
                </a:cubicBezTo>
                <a:close/>
                <a:moveTo>
                  <a:pt x="4907280" y="624840"/>
                </a:moveTo>
                <a:cubicBezTo>
                  <a:pt x="4907280" y="633257"/>
                  <a:pt x="4900457" y="640080"/>
                  <a:pt x="4892040" y="640080"/>
                </a:cubicBezTo>
                <a:cubicBezTo>
                  <a:pt x="4883623" y="640080"/>
                  <a:pt x="4876800" y="633257"/>
                  <a:pt x="4876800" y="624840"/>
                </a:cubicBezTo>
                <a:cubicBezTo>
                  <a:pt x="4876800" y="616423"/>
                  <a:pt x="4883623" y="609600"/>
                  <a:pt x="4892040" y="609600"/>
                </a:cubicBezTo>
                <a:cubicBezTo>
                  <a:pt x="4900457" y="609600"/>
                  <a:pt x="4907280" y="616423"/>
                  <a:pt x="4907280" y="624840"/>
                </a:cubicBezTo>
                <a:close/>
                <a:moveTo>
                  <a:pt x="4907280" y="777240"/>
                </a:moveTo>
                <a:cubicBezTo>
                  <a:pt x="4907280" y="785657"/>
                  <a:pt x="4900457" y="792480"/>
                  <a:pt x="4892040" y="792480"/>
                </a:cubicBezTo>
                <a:cubicBezTo>
                  <a:pt x="4883623" y="792480"/>
                  <a:pt x="4876800" y="785657"/>
                  <a:pt x="4876800" y="777240"/>
                </a:cubicBezTo>
                <a:cubicBezTo>
                  <a:pt x="4876800" y="768823"/>
                  <a:pt x="4883623" y="762000"/>
                  <a:pt x="4892040" y="762000"/>
                </a:cubicBezTo>
                <a:cubicBezTo>
                  <a:pt x="4900457" y="762000"/>
                  <a:pt x="4907280" y="768823"/>
                  <a:pt x="4907280" y="777240"/>
                </a:cubicBezTo>
                <a:close/>
                <a:moveTo>
                  <a:pt x="4907280" y="929640"/>
                </a:moveTo>
                <a:cubicBezTo>
                  <a:pt x="4907280" y="938057"/>
                  <a:pt x="4900457" y="944880"/>
                  <a:pt x="4892040" y="944880"/>
                </a:cubicBezTo>
                <a:cubicBezTo>
                  <a:pt x="4883623" y="944880"/>
                  <a:pt x="4876800" y="938057"/>
                  <a:pt x="4876800" y="929640"/>
                </a:cubicBezTo>
                <a:cubicBezTo>
                  <a:pt x="4876800" y="921223"/>
                  <a:pt x="4883623" y="914400"/>
                  <a:pt x="4892040" y="914400"/>
                </a:cubicBezTo>
                <a:cubicBezTo>
                  <a:pt x="4900457" y="914400"/>
                  <a:pt x="4907280" y="921223"/>
                  <a:pt x="4907280" y="929640"/>
                </a:cubicBezTo>
                <a:close/>
                <a:moveTo>
                  <a:pt x="4907280" y="1082040"/>
                </a:moveTo>
                <a:cubicBezTo>
                  <a:pt x="4907280" y="1090457"/>
                  <a:pt x="4900457" y="1097280"/>
                  <a:pt x="4892040" y="1097280"/>
                </a:cubicBezTo>
                <a:cubicBezTo>
                  <a:pt x="4883623" y="1097280"/>
                  <a:pt x="4876800" y="1090457"/>
                  <a:pt x="4876800" y="1082040"/>
                </a:cubicBezTo>
                <a:cubicBezTo>
                  <a:pt x="4876800" y="1073623"/>
                  <a:pt x="4883623" y="1066800"/>
                  <a:pt x="4892040" y="1066800"/>
                </a:cubicBezTo>
                <a:cubicBezTo>
                  <a:pt x="4900457" y="1066800"/>
                  <a:pt x="4907280" y="1073623"/>
                  <a:pt x="4907280" y="1082040"/>
                </a:cubicBezTo>
                <a:close/>
                <a:moveTo>
                  <a:pt x="4907280" y="1234440"/>
                </a:moveTo>
                <a:cubicBezTo>
                  <a:pt x="4907280" y="1242857"/>
                  <a:pt x="4900457" y="1249680"/>
                  <a:pt x="4892040" y="1249680"/>
                </a:cubicBezTo>
                <a:cubicBezTo>
                  <a:pt x="4883623" y="1249680"/>
                  <a:pt x="4876800" y="1242857"/>
                  <a:pt x="4876800" y="1234440"/>
                </a:cubicBezTo>
                <a:cubicBezTo>
                  <a:pt x="4876800" y="1226023"/>
                  <a:pt x="4883623" y="1219200"/>
                  <a:pt x="4892040" y="1219200"/>
                </a:cubicBezTo>
                <a:cubicBezTo>
                  <a:pt x="4900457" y="1219200"/>
                  <a:pt x="4907280" y="1226023"/>
                  <a:pt x="4907280" y="1234440"/>
                </a:cubicBezTo>
                <a:close/>
                <a:moveTo>
                  <a:pt x="4907280" y="1386840"/>
                </a:moveTo>
                <a:cubicBezTo>
                  <a:pt x="4907280" y="1395257"/>
                  <a:pt x="4900457" y="1402080"/>
                  <a:pt x="4892040" y="1402080"/>
                </a:cubicBezTo>
                <a:cubicBezTo>
                  <a:pt x="4883623" y="1402080"/>
                  <a:pt x="4876800" y="1395257"/>
                  <a:pt x="4876800" y="1386840"/>
                </a:cubicBezTo>
                <a:cubicBezTo>
                  <a:pt x="4876800" y="1378423"/>
                  <a:pt x="4883623" y="1371600"/>
                  <a:pt x="4892040" y="1371600"/>
                </a:cubicBezTo>
                <a:cubicBezTo>
                  <a:pt x="4900457" y="1371600"/>
                  <a:pt x="4907280" y="1378423"/>
                  <a:pt x="4907280" y="1386840"/>
                </a:cubicBezTo>
                <a:close/>
                <a:moveTo>
                  <a:pt x="4907280" y="1539240"/>
                </a:moveTo>
                <a:cubicBezTo>
                  <a:pt x="4907280" y="1547657"/>
                  <a:pt x="4900457" y="1554480"/>
                  <a:pt x="4892040" y="1554480"/>
                </a:cubicBezTo>
                <a:cubicBezTo>
                  <a:pt x="4883623" y="1554480"/>
                  <a:pt x="4876800" y="1547657"/>
                  <a:pt x="4876800" y="1539240"/>
                </a:cubicBezTo>
                <a:cubicBezTo>
                  <a:pt x="4876800" y="1530823"/>
                  <a:pt x="4883623" y="1524000"/>
                  <a:pt x="4892040" y="1524000"/>
                </a:cubicBezTo>
                <a:cubicBezTo>
                  <a:pt x="4900457" y="1524000"/>
                  <a:pt x="4907280" y="1530823"/>
                  <a:pt x="4907280" y="1539240"/>
                </a:cubicBezTo>
                <a:close/>
                <a:moveTo>
                  <a:pt x="4907280" y="1691640"/>
                </a:moveTo>
                <a:cubicBezTo>
                  <a:pt x="4907280" y="1700057"/>
                  <a:pt x="4900457" y="1706880"/>
                  <a:pt x="4892040" y="1706880"/>
                </a:cubicBezTo>
                <a:cubicBezTo>
                  <a:pt x="4883623" y="1706880"/>
                  <a:pt x="4876800" y="1700057"/>
                  <a:pt x="4876800" y="1691640"/>
                </a:cubicBezTo>
                <a:cubicBezTo>
                  <a:pt x="4876800" y="1683223"/>
                  <a:pt x="4883623" y="1676400"/>
                  <a:pt x="4892040" y="1676400"/>
                </a:cubicBezTo>
                <a:cubicBezTo>
                  <a:pt x="4900457" y="1676400"/>
                  <a:pt x="4907280" y="1683223"/>
                  <a:pt x="4907280" y="1691640"/>
                </a:cubicBezTo>
                <a:close/>
                <a:moveTo>
                  <a:pt x="4907280" y="1844040"/>
                </a:moveTo>
                <a:cubicBezTo>
                  <a:pt x="4907280" y="1852457"/>
                  <a:pt x="4900457" y="1859280"/>
                  <a:pt x="4892040" y="1859280"/>
                </a:cubicBezTo>
                <a:cubicBezTo>
                  <a:pt x="4883623" y="1859280"/>
                  <a:pt x="4876800" y="1852457"/>
                  <a:pt x="4876800" y="1844040"/>
                </a:cubicBezTo>
                <a:cubicBezTo>
                  <a:pt x="4876800" y="1835623"/>
                  <a:pt x="4883623" y="1828800"/>
                  <a:pt x="4892040" y="1828800"/>
                </a:cubicBezTo>
                <a:cubicBezTo>
                  <a:pt x="4900457" y="1828800"/>
                  <a:pt x="4907280" y="1835623"/>
                  <a:pt x="4907280" y="1844040"/>
                </a:cubicBezTo>
                <a:close/>
                <a:moveTo>
                  <a:pt x="4907280" y="1996440"/>
                </a:moveTo>
                <a:cubicBezTo>
                  <a:pt x="4907280" y="2004857"/>
                  <a:pt x="4900457" y="2011680"/>
                  <a:pt x="4892040" y="2011680"/>
                </a:cubicBezTo>
                <a:cubicBezTo>
                  <a:pt x="4883623" y="2011680"/>
                  <a:pt x="4876800" y="2004857"/>
                  <a:pt x="4876800" y="1996440"/>
                </a:cubicBezTo>
                <a:cubicBezTo>
                  <a:pt x="4876800" y="1988023"/>
                  <a:pt x="4883623" y="1981200"/>
                  <a:pt x="4892040" y="1981200"/>
                </a:cubicBezTo>
                <a:cubicBezTo>
                  <a:pt x="4900457" y="1981200"/>
                  <a:pt x="4907280" y="1988023"/>
                  <a:pt x="4907280" y="1996440"/>
                </a:cubicBezTo>
                <a:close/>
                <a:moveTo>
                  <a:pt x="4907280" y="2148840"/>
                </a:moveTo>
                <a:cubicBezTo>
                  <a:pt x="4907280" y="2157257"/>
                  <a:pt x="4900457" y="2164080"/>
                  <a:pt x="4892040" y="2164080"/>
                </a:cubicBezTo>
                <a:cubicBezTo>
                  <a:pt x="4883623" y="2164080"/>
                  <a:pt x="4876800" y="2157257"/>
                  <a:pt x="4876800" y="2148840"/>
                </a:cubicBezTo>
                <a:cubicBezTo>
                  <a:pt x="4876800" y="2140423"/>
                  <a:pt x="4883623" y="2133600"/>
                  <a:pt x="4892040" y="2133600"/>
                </a:cubicBezTo>
                <a:cubicBezTo>
                  <a:pt x="4900457" y="2133600"/>
                  <a:pt x="4907280" y="2140423"/>
                  <a:pt x="4907280" y="2148840"/>
                </a:cubicBezTo>
                <a:close/>
                <a:moveTo>
                  <a:pt x="4907280" y="2301240"/>
                </a:moveTo>
                <a:cubicBezTo>
                  <a:pt x="4907280" y="2309657"/>
                  <a:pt x="4900457" y="2316480"/>
                  <a:pt x="4892040" y="2316480"/>
                </a:cubicBezTo>
                <a:cubicBezTo>
                  <a:pt x="4883623" y="2316480"/>
                  <a:pt x="4876800" y="2309657"/>
                  <a:pt x="4876800" y="2301240"/>
                </a:cubicBezTo>
                <a:cubicBezTo>
                  <a:pt x="4876800" y="2292823"/>
                  <a:pt x="4883623" y="2286000"/>
                  <a:pt x="4892040" y="2286000"/>
                </a:cubicBezTo>
                <a:cubicBezTo>
                  <a:pt x="4900457" y="2286000"/>
                  <a:pt x="4907280" y="2292823"/>
                  <a:pt x="4907280" y="2301240"/>
                </a:cubicBezTo>
                <a:close/>
                <a:moveTo>
                  <a:pt x="4907280" y="2453640"/>
                </a:moveTo>
                <a:cubicBezTo>
                  <a:pt x="4907280" y="2462057"/>
                  <a:pt x="4900457" y="2468880"/>
                  <a:pt x="4892040" y="2468880"/>
                </a:cubicBezTo>
                <a:cubicBezTo>
                  <a:pt x="4883623" y="2468880"/>
                  <a:pt x="4876800" y="2462057"/>
                  <a:pt x="4876800" y="2453640"/>
                </a:cubicBezTo>
                <a:cubicBezTo>
                  <a:pt x="4876800" y="2445223"/>
                  <a:pt x="4883623" y="2438400"/>
                  <a:pt x="4892040" y="2438400"/>
                </a:cubicBezTo>
                <a:cubicBezTo>
                  <a:pt x="4900457" y="2438400"/>
                  <a:pt x="4907280" y="2445223"/>
                  <a:pt x="4907280" y="2453640"/>
                </a:cubicBezTo>
                <a:close/>
                <a:moveTo>
                  <a:pt x="4907280" y="2606040"/>
                </a:moveTo>
                <a:cubicBezTo>
                  <a:pt x="4907280" y="2614457"/>
                  <a:pt x="4900457" y="2621280"/>
                  <a:pt x="4892040" y="2621280"/>
                </a:cubicBezTo>
                <a:cubicBezTo>
                  <a:pt x="4883623" y="2621280"/>
                  <a:pt x="4876800" y="2614457"/>
                  <a:pt x="4876800" y="2606040"/>
                </a:cubicBezTo>
                <a:cubicBezTo>
                  <a:pt x="4876800" y="2597623"/>
                  <a:pt x="4883623" y="2590800"/>
                  <a:pt x="4892040" y="2590800"/>
                </a:cubicBezTo>
                <a:cubicBezTo>
                  <a:pt x="4900457" y="2590800"/>
                  <a:pt x="4907280" y="2597623"/>
                  <a:pt x="4907280" y="2606040"/>
                </a:cubicBezTo>
                <a:close/>
                <a:moveTo>
                  <a:pt x="4907280" y="2758440"/>
                </a:moveTo>
                <a:cubicBezTo>
                  <a:pt x="4907280" y="2766857"/>
                  <a:pt x="4900457" y="2773680"/>
                  <a:pt x="4892040" y="2773680"/>
                </a:cubicBezTo>
                <a:cubicBezTo>
                  <a:pt x="4883623" y="2773680"/>
                  <a:pt x="4876800" y="2766857"/>
                  <a:pt x="4876800" y="2758440"/>
                </a:cubicBezTo>
                <a:cubicBezTo>
                  <a:pt x="4876800" y="2750023"/>
                  <a:pt x="4883623" y="2743200"/>
                  <a:pt x="4892040" y="2743200"/>
                </a:cubicBezTo>
                <a:cubicBezTo>
                  <a:pt x="4900457" y="2743200"/>
                  <a:pt x="4907280" y="2750023"/>
                  <a:pt x="4907280" y="2758440"/>
                </a:cubicBezTo>
                <a:close/>
                <a:moveTo>
                  <a:pt x="4907280" y="2910840"/>
                </a:moveTo>
                <a:cubicBezTo>
                  <a:pt x="4907280" y="2919257"/>
                  <a:pt x="4900457" y="2926080"/>
                  <a:pt x="4892040" y="2926080"/>
                </a:cubicBezTo>
                <a:cubicBezTo>
                  <a:pt x="4883623" y="2926080"/>
                  <a:pt x="4876800" y="2919257"/>
                  <a:pt x="4876800" y="2910840"/>
                </a:cubicBezTo>
                <a:cubicBezTo>
                  <a:pt x="4876800" y="2902423"/>
                  <a:pt x="4883623" y="2895600"/>
                  <a:pt x="4892040" y="2895600"/>
                </a:cubicBezTo>
                <a:cubicBezTo>
                  <a:pt x="4900457" y="2895600"/>
                  <a:pt x="4907280" y="2902423"/>
                  <a:pt x="4907280" y="2910840"/>
                </a:cubicBezTo>
                <a:close/>
                <a:moveTo>
                  <a:pt x="4907280" y="3063240"/>
                </a:moveTo>
                <a:cubicBezTo>
                  <a:pt x="4907280" y="3071657"/>
                  <a:pt x="4900457" y="3078480"/>
                  <a:pt x="4892040" y="3078480"/>
                </a:cubicBezTo>
                <a:cubicBezTo>
                  <a:pt x="4883623" y="3078480"/>
                  <a:pt x="4876800" y="3071657"/>
                  <a:pt x="4876800" y="3063240"/>
                </a:cubicBezTo>
                <a:cubicBezTo>
                  <a:pt x="4876800" y="3054823"/>
                  <a:pt x="4883623" y="3048000"/>
                  <a:pt x="4892040" y="3048000"/>
                </a:cubicBezTo>
                <a:cubicBezTo>
                  <a:pt x="4900457" y="3048000"/>
                  <a:pt x="4907280" y="3054823"/>
                  <a:pt x="4907280" y="3063240"/>
                </a:cubicBezTo>
                <a:close/>
                <a:moveTo>
                  <a:pt x="4907280" y="3215640"/>
                </a:moveTo>
                <a:cubicBezTo>
                  <a:pt x="4907280" y="3224057"/>
                  <a:pt x="4900457" y="3230880"/>
                  <a:pt x="4892040" y="3230880"/>
                </a:cubicBezTo>
                <a:cubicBezTo>
                  <a:pt x="4883623" y="3230880"/>
                  <a:pt x="4876800" y="3224057"/>
                  <a:pt x="4876800" y="3215640"/>
                </a:cubicBezTo>
                <a:cubicBezTo>
                  <a:pt x="4876800" y="3207223"/>
                  <a:pt x="4883623" y="3200400"/>
                  <a:pt x="4892040" y="3200400"/>
                </a:cubicBezTo>
                <a:cubicBezTo>
                  <a:pt x="4900457" y="3200400"/>
                  <a:pt x="4907280" y="3207223"/>
                  <a:pt x="4907280" y="3215640"/>
                </a:cubicBezTo>
                <a:close/>
                <a:moveTo>
                  <a:pt x="4907280" y="3368040"/>
                </a:moveTo>
                <a:cubicBezTo>
                  <a:pt x="4907280" y="3376457"/>
                  <a:pt x="4900457" y="3383280"/>
                  <a:pt x="4892040" y="3383280"/>
                </a:cubicBezTo>
                <a:cubicBezTo>
                  <a:pt x="4883623" y="3383280"/>
                  <a:pt x="4876800" y="3376457"/>
                  <a:pt x="4876800" y="3368040"/>
                </a:cubicBezTo>
                <a:cubicBezTo>
                  <a:pt x="4876800" y="3359623"/>
                  <a:pt x="4883623" y="3352800"/>
                  <a:pt x="4892040" y="3352800"/>
                </a:cubicBezTo>
                <a:cubicBezTo>
                  <a:pt x="4900457" y="3352800"/>
                  <a:pt x="4907280" y="3359623"/>
                  <a:pt x="4907280" y="3368040"/>
                </a:cubicBezTo>
                <a:close/>
                <a:moveTo>
                  <a:pt x="4907280" y="3520440"/>
                </a:moveTo>
                <a:cubicBezTo>
                  <a:pt x="4907280" y="3528857"/>
                  <a:pt x="4900457" y="3535680"/>
                  <a:pt x="4892040" y="3535680"/>
                </a:cubicBezTo>
                <a:cubicBezTo>
                  <a:pt x="4883623" y="3535680"/>
                  <a:pt x="4876800" y="3528857"/>
                  <a:pt x="4876800" y="3520440"/>
                </a:cubicBezTo>
                <a:cubicBezTo>
                  <a:pt x="4876800" y="3512023"/>
                  <a:pt x="4883623" y="3505200"/>
                  <a:pt x="4892040" y="3505200"/>
                </a:cubicBezTo>
                <a:cubicBezTo>
                  <a:pt x="4900457" y="3505200"/>
                  <a:pt x="4907280" y="3512023"/>
                  <a:pt x="4907280" y="3520440"/>
                </a:cubicBezTo>
                <a:close/>
                <a:moveTo>
                  <a:pt x="4907280" y="3672840"/>
                </a:moveTo>
                <a:cubicBezTo>
                  <a:pt x="4907280" y="3681257"/>
                  <a:pt x="4900457" y="3688080"/>
                  <a:pt x="4892040" y="3688080"/>
                </a:cubicBezTo>
                <a:cubicBezTo>
                  <a:pt x="4883623" y="3688080"/>
                  <a:pt x="4876800" y="3681257"/>
                  <a:pt x="4876800" y="3672840"/>
                </a:cubicBezTo>
                <a:cubicBezTo>
                  <a:pt x="4876800" y="3664423"/>
                  <a:pt x="4883623" y="3657600"/>
                  <a:pt x="4892040" y="3657600"/>
                </a:cubicBezTo>
                <a:cubicBezTo>
                  <a:pt x="4900457" y="3657600"/>
                  <a:pt x="4907280" y="3664423"/>
                  <a:pt x="4907280" y="3672840"/>
                </a:cubicBezTo>
                <a:close/>
                <a:moveTo>
                  <a:pt x="4907280" y="3825240"/>
                </a:moveTo>
                <a:cubicBezTo>
                  <a:pt x="4907280" y="3833657"/>
                  <a:pt x="4900457" y="3840480"/>
                  <a:pt x="4892040" y="3840480"/>
                </a:cubicBezTo>
                <a:cubicBezTo>
                  <a:pt x="4883623" y="3840480"/>
                  <a:pt x="4876800" y="3833657"/>
                  <a:pt x="4876800" y="3825240"/>
                </a:cubicBezTo>
                <a:cubicBezTo>
                  <a:pt x="4876800" y="3816823"/>
                  <a:pt x="4883623" y="3810000"/>
                  <a:pt x="4892040" y="3810000"/>
                </a:cubicBezTo>
                <a:cubicBezTo>
                  <a:pt x="4900457" y="3810000"/>
                  <a:pt x="4907280" y="3816823"/>
                  <a:pt x="4907280" y="3825240"/>
                </a:cubicBezTo>
                <a:close/>
                <a:moveTo>
                  <a:pt x="4907280" y="3977640"/>
                </a:moveTo>
                <a:cubicBezTo>
                  <a:pt x="4907280" y="3986057"/>
                  <a:pt x="4900457" y="3992880"/>
                  <a:pt x="4892040" y="3992880"/>
                </a:cubicBezTo>
                <a:cubicBezTo>
                  <a:pt x="4883623" y="3992880"/>
                  <a:pt x="4876800" y="3986057"/>
                  <a:pt x="4876800" y="3977640"/>
                </a:cubicBezTo>
                <a:cubicBezTo>
                  <a:pt x="4876800" y="3969223"/>
                  <a:pt x="4883623" y="3962400"/>
                  <a:pt x="4892040" y="3962400"/>
                </a:cubicBezTo>
                <a:cubicBezTo>
                  <a:pt x="4900457" y="3962400"/>
                  <a:pt x="4907280" y="3969223"/>
                  <a:pt x="4907280" y="3977640"/>
                </a:cubicBezTo>
                <a:close/>
                <a:moveTo>
                  <a:pt x="4907280" y="4130040"/>
                </a:moveTo>
                <a:cubicBezTo>
                  <a:pt x="4907280" y="4138457"/>
                  <a:pt x="4900457" y="4145280"/>
                  <a:pt x="4892040" y="4145280"/>
                </a:cubicBezTo>
                <a:cubicBezTo>
                  <a:pt x="4883623" y="4145280"/>
                  <a:pt x="4876800" y="4138457"/>
                  <a:pt x="4876800" y="4130040"/>
                </a:cubicBezTo>
                <a:cubicBezTo>
                  <a:pt x="4876800" y="4121623"/>
                  <a:pt x="4883623" y="4114800"/>
                  <a:pt x="4892040" y="4114800"/>
                </a:cubicBezTo>
                <a:cubicBezTo>
                  <a:pt x="4900457" y="4114800"/>
                  <a:pt x="4907280" y="4121623"/>
                  <a:pt x="4907280" y="4130040"/>
                </a:cubicBezTo>
                <a:close/>
                <a:moveTo>
                  <a:pt x="4907280" y="4282440"/>
                </a:moveTo>
                <a:cubicBezTo>
                  <a:pt x="4907280" y="4290857"/>
                  <a:pt x="4900457" y="4297680"/>
                  <a:pt x="4892040" y="4297680"/>
                </a:cubicBezTo>
                <a:cubicBezTo>
                  <a:pt x="4883623" y="4297680"/>
                  <a:pt x="4876800" y="4290857"/>
                  <a:pt x="4876800" y="4282440"/>
                </a:cubicBezTo>
                <a:cubicBezTo>
                  <a:pt x="4876800" y="4274023"/>
                  <a:pt x="4883623" y="4267200"/>
                  <a:pt x="4892040" y="4267200"/>
                </a:cubicBezTo>
                <a:cubicBezTo>
                  <a:pt x="4900457" y="4267200"/>
                  <a:pt x="4907280" y="4274023"/>
                  <a:pt x="4907280" y="4282440"/>
                </a:cubicBezTo>
                <a:close/>
                <a:moveTo>
                  <a:pt x="4907280" y="4434840"/>
                </a:moveTo>
                <a:cubicBezTo>
                  <a:pt x="4907280" y="4443257"/>
                  <a:pt x="4900457" y="4450080"/>
                  <a:pt x="4892040" y="4450080"/>
                </a:cubicBezTo>
                <a:cubicBezTo>
                  <a:pt x="4883623" y="4450080"/>
                  <a:pt x="4876800" y="4443257"/>
                  <a:pt x="4876800" y="4434840"/>
                </a:cubicBezTo>
                <a:cubicBezTo>
                  <a:pt x="4876800" y="4426423"/>
                  <a:pt x="4883623" y="4419600"/>
                  <a:pt x="4892040" y="4419600"/>
                </a:cubicBezTo>
                <a:cubicBezTo>
                  <a:pt x="4900457" y="4419600"/>
                  <a:pt x="4907280" y="4426423"/>
                  <a:pt x="4907280" y="4434840"/>
                </a:cubicBezTo>
                <a:close/>
                <a:moveTo>
                  <a:pt x="5059680" y="15240"/>
                </a:moveTo>
                <a:cubicBezTo>
                  <a:pt x="5059680" y="23657"/>
                  <a:pt x="5052857" y="30480"/>
                  <a:pt x="5044440" y="30480"/>
                </a:cubicBezTo>
                <a:cubicBezTo>
                  <a:pt x="5036023" y="30480"/>
                  <a:pt x="5029200" y="23657"/>
                  <a:pt x="5029200" y="15240"/>
                </a:cubicBezTo>
                <a:cubicBezTo>
                  <a:pt x="5029200" y="6823"/>
                  <a:pt x="5036023" y="0"/>
                  <a:pt x="5044440" y="0"/>
                </a:cubicBezTo>
                <a:cubicBezTo>
                  <a:pt x="5052857" y="0"/>
                  <a:pt x="5059680" y="6823"/>
                  <a:pt x="5059680" y="15240"/>
                </a:cubicBezTo>
                <a:close/>
                <a:moveTo>
                  <a:pt x="5059680" y="167640"/>
                </a:moveTo>
                <a:cubicBezTo>
                  <a:pt x="5059680" y="176057"/>
                  <a:pt x="5052857" y="182880"/>
                  <a:pt x="5044440" y="182880"/>
                </a:cubicBezTo>
                <a:cubicBezTo>
                  <a:pt x="5036023" y="182880"/>
                  <a:pt x="5029200" y="176057"/>
                  <a:pt x="5029200" y="167640"/>
                </a:cubicBezTo>
                <a:cubicBezTo>
                  <a:pt x="5029200" y="159223"/>
                  <a:pt x="5036023" y="152400"/>
                  <a:pt x="5044440" y="152400"/>
                </a:cubicBezTo>
                <a:cubicBezTo>
                  <a:pt x="5052857" y="152400"/>
                  <a:pt x="5059680" y="159223"/>
                  <a:pt x="5059680" y="167640"/>
                </a:cubicBezTo>
                <a:close/>
                <a:moveTo>
                  <a:pt x="5059680" y="320040"/>
                </a:moveTo>
                <a:cubicBezTo>
                  <a:pt x="5059680" y="328457"/>
                  <a:pt x="5052857" y="335280"/>
                  <a:pt x="5044440" y="335280"/>
                </a:cubicBezTo>
                <a:cubicBezTo>
                  <a:pt x="5036023" y="335280"/>
                  <a:pt x="5029200" y="328457"/>
                  <a:pt x="5029200" y="320040"/>
                </a:cubicBezTo>
                <a:cubicBezTo>
                  <a:pt x="5029200" y="311623"/>
                  <a:pt x="5036023" y="304800"/>
                  <a:pt x="5044440" y="304800"/>
                </a:cubicBezTo>
                <a:cubicBezTo>
                  <a:pt x="5052857" y="304800"/>
                  <a:pt x="5059680" y="311623"/>
                  <a:pt x="5059680" y="320040"/>
                </a:cubicBezTo>
                <a:close/>
                <a:moveTo>
                  <a:pt x="5059680" y="472440"/>
                </a:moveTo>
                <a:cubicBezTo>
                  <a:pt x="5059680" y="480857"/>
                  <a:pt x="5052857" y="487680"/>
                  <a:pt x="5044440" y="487680"/>
                </a:cubicBezTo>
                <a:cubicBezTo>
                  <a:pt x="5036023" y="487680"/>
                  <a:pt x="5029200" y="480857"/>
                  <a:pt x="5029200" y="472440"/>
                </a:cubicBezTo>
                <a:cubicBezTo>
                  <a:pt x="5029200" y="464023"/>
                  <a:pt x="5036023" y="457200"/>
                  <a:pt x="5044440" y="457200"/>
                </a:cubicBezTo>
                <a:cubicBezTo>
                  <a:pt x="5052857" y="457200"/>
                  <a:pt x="5059680" y="464023"/>
                  <a:pt x="5059680" y="472440"/>
                </a:cubicBezTo>
                <a:close/>
                <a:moveTo>
                  <a:pt x="5059680" y="624840"/>
                </a:moveTo>
                <a:cubicBezTo>
                  <a:pt x="5059680" y="633257"/>
                  <a:pt x="5052857" y="640080"/>
                  <a:pt x="5044440" y="640080"/>
                </a:cubicBezTo>
                <a:cubicBezTo>
                  <a:pt x="5036023" y="640080"/>
                  <a:pt x="5029200" y="633257"/>
                  <a:pt x="5029200" y="624840"/>
                </a:cubicBezTo>
                <a:cubicBezTo>
                  <a:pt x="5029200" y="616423"/>
                  <a:pt x="5036023" y="609600"/>
                  <a:pt x="5044440" y="609600"/>
                </a:cubicBezTo>
                <a:cubicBezTo>
                  <a:pt x="5052857" y="609600"/>
                  <a:pt x="5059680" y="616423"/>
                  <a:pt x="5059680" y="624840"/>
                </a:cubicBezTo>
                <a:close/>
                <a:moveTo>
                  <a:pt x="5059680" y="777240"/>
                </a:moveTo>
                <a:cubicBezTo>
                  <a:pt x="5059680" y="785657"/>
                  <a:pt x="5052857" y="792480"/>
                  <a:pt x="5044440" y="792480"/>
                </a:cubicBezTo>
                <a:cubicBezTo>
                  <a:pt x="5036023" y="792480"/>
                  <a:pt x="5029200" y="785657"/>
                  <a:pt x="5029200" y="777240"/>
                </a:cubicBezTo>
                <a:cubicBezTo>
                  <a:pt x="5029200" y="768823"/>
                  <a:pt x="5036023" y="762000"/>
                  <a:pt x="5044440" y="762000"/>
                </a:cubicBezTo>
                <a:cubicBezTo>
                  <a:pt x="5052857" y="762000"/>
                  <a:pt x="5059680" y="768823"/>
                  <a:pt x="5059680" y="777240"/>
                </a:cubicBezTo>
                <a:close/>
                <a:moveTo>
                  <a:pt x="5059680" y="929640"/>
                </a:moveTo>
                <a:cubicBezTo>
                  <a:pt x="5059680" y="938057"/>
                  <a:pt x="5052857" y="944880"/>
                  <a:pt x="5044440" y="944880"/>
                </a:cubicBezTo>
                <a:cubicBezTo>
                  <a:pt x="5036023" y="944880"/>
                  <a:pt x="5029200" y="938057"/>
                  <a:pt x="5029200" y="929640"/>
                </a:cubicBezTo>
                <a:cubicBezTo>
                  <a:pt x="5029200" y="921223"/>
                  <a:pt x="5036023" y="914400"/>
                  <a:pt x="5044440" y="914400"/>
                </a:cubicBezTo>
                <a:cubicBezTo>
                  <a:pt x="5052857" y="914400"/>
                  <a:pt x="5059680" y="921223"/>
                  <a:pt x="5059680" y="929640"/>
                </a:cubicBezTo>
                <a:close/>
                <a:moveTo>
                  <a:pt x="5059680" y="1082040"/>
                </a:moveTo>
                <a:cubicBezTo>
                  <a:pt x="5059680" y="1090457"/>
                  <a:pt x="5052857" y="1097280"/>
                  <a:pt x="5044440" y="1097280"/>
                </a:cubicBezTo>
                <a:cubicBezTo>
                  <a:pt x="5036023" y="1097280"/>
                  <a:pt x="5029200" y="1090457"/>
                  <a:pt x="5029200" y="1082040"/>
                </a:cubicBezTo>
                <a:cubicBezTo>
                  <a:pt x="5029200" y="1073623"/>
                  <a:pt x="5036023" y="1066800"/>
                  <a:pt x="5044440" y="1066800"/>
                </a:cubicBezTo>
                <a:cubicBezTo>
                  <a:pt x="5052857" y="1066800"/>
                  <a:pt x="5059680" y="1073623"/>
                  <a:pt x="5059680" y="1082040"/>
                </a:cubicBezTo>
                <a:close/>
                <a:moveTo>
                  <a:pt x="5059680" y="1234440"/>
                </a:moveTo>
                <a:cubicBezTo>
                  <a:pt x="5059680" y="1242857"/>
                  <a:pt x="5052857" y="1249680"/>
                  <a:pt x="5044440" y="1249680"/>
                </a:cubicBezTo>
                <a:cubicBezTo>
                  <a:pt x="5036023" y="1249680"/>
                  <a:pt x="5029200" y="1242857"/>
                  <a:pt x="5029200" y="1234440"/>
                </a:cubicBezTo>
                <a:cubicBezTo>
                  <a:pt x="5029200" y="1226023"/>
                  <a:pt x="5036023" y="1219200"/>
                  <a:pt x="5044440" y="1219200"/>
                </a:cubicBezTo>
                <a:cubicBezTo>
                  <a:pt x="5052857" y="1219200"/>
                  <a:pt x="5059680" y="1226023"/>
                  <a:pt x="5059680" y="1234440"/>
                </a:cubicBezTo>
                <a:close/>
                <a:moveTo>
                  <a:pt x="5059680" y="1386840"/>
                </a:moveTo>
                <a:cubicBezTo>
                  <a:pt x="5059680" y="1395257"/>
                  <a:pt x="5052857" y="1402080"/>
                  <a:pt x="5044440" y="1402080"/>
                </a:cubicBezTo>
                <a:cubicBezTo>
                  <a:pt x="5036023" y="1402080"/>
                  <a:pt x="5029200" y="1395257"/>
                  <a:pt x="5029200" y="1386840"/>
                </a:cubicBezTo>
                <a:cubicBezTo>
                  <a:pt x="5029200" y="1378423"/>
                  <a:pt x="5036023" y="1371600"/>
                  <a:pt x="5044440" y="1371600"/>
                </a:cubicBezTo>
                <a:cubicBezTo>
                  <a:pt x="5052857" y="1371600"/>
                  <a:pt x="5059680" y="1378423"/>
                  <a:pt x="5059680" y="1386840"/>
                </a:cubicBezTo>
                <a:close/>
                <a:moveTo>
                  <a:pt x="5059680" y="1539240"/>
                </a:moveTo>
                <a:cubicBezTo>
                  <a:pt x="5059680" y="1547657"/>
                  <a:pt x="5052857" y="1554480"/>
                  <a:pt x="5044440" y="1554480"/>
                </a:cubicBezTo>
                <a:cubicBezTo>
                  <a:pt x="5036023" y="1554480"/>
                  <a:pt x="5029200" y="1547657"/>
                  <a:pt x="5029200" y="1539240"/>
                </a:cubicBezTo>
                <a:cubicBezTo>
                  <a:pt x="5029200" y="1530823"/>
                  <a:pt x="5036023" y="1524000"/>
                  <a:pt x="5044440" y="1524000"/>
                </a:cubicBezTo>
                <a:cubicBezTo>
                  <a:pt x="5052857" y="1524000"/>
                  <a:pt x="5059680" y="1530823"/>
                  <a:pt x="5059680" y="1539240"/>
                </a:cubicBezTo>
                <a:close/>
                <a:moveTo>
                  <a:pt x="5059680" y="1691640"/>
                </a:moveTo>
                <a:cubicBezTo>
                  <a:pt x="5059680" y="1700057"/>
                  <a:pt x="5052857" y="1706880"/>
                  <a:pt x="5044440" y="1706880"/>
                </a:cubicBezTo>
                <a:cubicBezTo>
                  <a:pt x="5036023" y="1706880"/>
                  <a:pt x="5029200" y="1700057"/>
                  <a:pt x="5029200" y="1691640"/>
                </a:cubicBezTo>
                <a:cubicBezTo>
                  <a:pt x="5029200" y="1683223"/>
                  <a:pt x="5036023" y="1676400"/>
                  <a:pt x="5044440" y="1676400"/>
                </a:cubicBezTo>
                <a:cubicBezTo>
                  <a:pt x="5052857" y="1676400"/>
                  <a:pt x="5059680" y="1683223"/>
                  <a:pt x="5059680" y="1691640"/>
                </a:cubicBezTo>
                <a:close/>
                <a:moveTo>
                  <a:pt x="5059680" y="1844040"/>
                </a:moveTo>
                <a:cubicBezTo>
                  <a:pt x="5059680" y="1852457"/>
                  <a:pt x="5052857" y="1859280"/>
                  <a:pt x="5044440" y="1859280"/>
                </a:cubicBezTo>
                <a:cubicBezTo>
                  <a:pt x="5036023" y="1859280"/>
                  <a:pt x="5029200" y="1852457"/>
                  <a:pt x="5029200" y="1844040"/>
                </a:cubicBezTo>
                <a:cubicBezTo>
                  <a:pt x="5029200" y="1835623"/>
                  <a:pt x="5036023" y="1828800"/>
                  <a:pt x="5044440" y="1828800"/>
                </a:cubicBezTo>
                <a:cubicBezTo>
                  <a:pt x="5052857" y="1828800"/>
                  <a:pt x="5059680" y="1835623"/>
                  <a:pt x="5059680" y="1844040"/>
                </a:cubicBezTo>
                <a:close/>
                <a:moveTo>
                  <a:pt x="5059680" y="1996440"/>
                </a:moveTo>
                <a:cubicBezTo>
                  <a:pt x="5059680" y="2004857"/>
                  <a:pt x="5052857" y="2011680"/>
                  <a:pt x="5044440" y="2011680"/>
                </a:cubicBezTo>
                <a:cubicBezTo>
                  <a:pt x="5036023" y="2011680"/>
                  <a:pt x="5029200" y="2004857"/>
                  <a:pt x="5029200" y="1996440"/>
                </a:cubicBezTo>
                <a:cubicBezTo>
                  <a:pt x="5029200" y="1988023"/>
                  <a:pt x="5036023" y="1981200"/>
                  <a:pt x="5044440" y="1981200"/>
                </a:cubicBezTo>
                <a:cubicBezTo>
                  <a:pt x="5052857" y="1981200"/>
                  <a:pt x="5059680" y="1988023"/>
                  <a:pt x="5059680" y="1996440"/>
                </a:cubicBezTo>
                <a:close/>
                <a:moveTo>
                  <a:pt x="5059680" y="2148840"/>
                </a:moveTo>
                <a:cubicBezTo>
                  <a:pt x="5059680" y="2157257"/>
                  <a:pt x="5052857" y="2164080"/>
                  <a:pt x="5044440" y="2164080"/>
                </a:cubicBezTo>
                <a:cubicBezTo>
                  <a:pt x="5036023" y="2164080"/>
                  <a:pt x="5029200" y="2157257"/>
                  <a:pt x="5029200" y="2148840"/>
                </a:cubicBezTo>
                <a:cubicBezTo>
                  <a:pt x="5029200" y="2140423"/>
                  <a:pt x="5036023" y="2133600"/>
                  <a:pt x="5044440" y="2133600"/>
                </a:cubicBezTo>
                <a:cubicBezTo>
                  <a:pt x="5052857" y="2133600"/>
                  <a:pt x="5059680" y="2140423"/>
                  <a:pt x="5059680" y="2148840"/>
                </a:cubicBezTo>
                <a:close/>
                <a:moveTo>
                  <a:pt x="5059680" y="2301240"/>
                </a:moveTo>
                <a:cubicBezTo>
                  <a:pt x="5059680" y="2309657"/>
                  <a:pt x="5052857" y="2316480"/>
                  <a:pt x="5044440" y="2316480"/>
                </a:cubicBezTo>
                <a:cubicBezTo>
                  <a:pt x="5036023" y="2316480"/>
                  <a:pt x="5029200" y="2309657"/>
                  <a:pt x="5029200" y="2301240"/>
                </a:cubicBezTo>
                <a:cubicBezTo>
                  <a:pt x="5029200" y="2292823"/>
                  <a:pt x="5036023" y="2286000"/>
                  <a:pt x="5044440" y="2286000"/>
                </a:cubicBezTo>
                <a:cubicBezTo>
                  <a:pt x="5052857" y="2286000"/>
                  <a:pt x="5059680" y="2292823"/>
                  <a:pt x="5059680" y="2301240"/>
                </a:cubicBezTo>
                <a:close/>
                <a:moveTo>
                  <a:pt x="5059680" y="2453640"/>
                </a:moveTo>
                <a:cubicBezTo>
                  <a:pt x="5059680" y="2462057"/>
                  <a:pt x="5052857" y="2468880"/>
                  <a:pt x="5044440" y="2468880"/>
                </a:cubicBezTo>
                <a:cubicBezTo>
                  <a:pt x="5036023" y="2468880"/>
                  <a:pt x="5029200" y="2462057"/>
                  <a:pt x="5029200" y="2453640"/>
                </a:cubicBezTo>
                <a:cubicBezTo>
                  <a:pt x="5029200" y="2445223"/>
                  <a:pt x="5036023" y="2438400"/>
                  <a:pt x="5044440" y="2438400"/>
                </a:cubicBezTo>
                <a:cubicBezTo>
                  <a:pt x="5052857" y="2438400"/>
                  <a:pt x="5059680" y="2445223"/>
                  <a:pt x="5059680" y="2453640"/>
                </a:cubicBezTo>
                <a:close/>
                <a:moveTo>
                  <a:pt x="5059680" y="2606040"/>
                </a:moveTo>
                <a:cubicBezTo>
                  <a:pt x="5059680" y="2614457"/>
                  <a:pt x="5052857" y="2621280"/>
                  <a:pt x="5044440" y="2621280"/>
                </a:cubicBezTo>
                <a:cubicBezTo>
                  <a:pt x="5036023" y="2621280"/>
                  <a:pt x="5029200" y="2614457"/>
                  <a:pt x="5029200" y="2606040"/>
                </a:cubicBezTo>
                <a:cubicBezTo>
                  <a:pt x="5029200" y="2597623"/>
                  <a:pt x="5036023" y="2590800"/>
                  <a:pt x="5044440" y="2590800"/>
                </a:cubicBezTo>
                <a:cubicBezTo>
                  <a:pt x="5052857" y="2590800"/>
                  <a:pt x="5059680" y="2597623"/>
                  <a:pt x="5059680" y="2606040"/>
                </a:cubicBezTo>
                <a:close/>
                <a:moveTo>
                  <a:pt x="5059680" y="2758440"/>
                </a:moveTo>
                <a:cubicBezTo>
                  <a:pt x="5059680" y="2766857"/>
                  <a:pt x="5052857" y="2773680"/>
                  <a:pt x="5044440" y="2773680"/>
                </a:cubicBezTo>
                <a:cubicBezTo>
                  <a:pt x="5036023" y="2773680"/>
                  <a:pt x="5029200" y="2766857"/>
                  <a:pt x="5029200" y="2758440"/>
                </a:cubicBezTo>
                <a:cubicBezTo>
                  <a:pt x="5029200" y="2750023"/>
                  <a:pt x="5036023" y="2743200"/>
                  <a:pt x="5044440" y="2743200"/>
                </a:cubicBezTo>
                <a:cubicBezTo>
                  <a:pt x="5052857" y="2743200"/>
                  <a:pt x="5059680" y="2750023"/>
                  <a:pt x="5059680" y="2758440"/>
                </a:cubicBezTo>
                <a:close/>
                <a:moveTo>
                  <a:pt x="5059680" y="2910840"/>
                </a:moveTo>
                <a:cubicBezTo>
                  <a:pt x="5059680" y="2919257"/>
                  <a:pt x="5052857" y="2926080"/>
                  <a:pt x="5044440" y="2926080"/>
                </a:cubicBezTo>
                <a:cubicBezTo>
                  <a:pt x="5036023" y="2926080"/>
                  <a:pt x="5029200" y="2919257"/>
                  <a:pt x="5029200" y="2910840"/>
                </a:cubicBezTo>
                <a:cubicBezTo>
                  <a:pt x="5029200" y="2902423"/>
                  <a:pt x="5036023" y="2895600"/>
                  <a:pt x="5044440" y="2895600"/>
                </a:cubicBezTo>
                <a:cubicBezTo>
                  <a:pt x="5052857" y="2895600"/>
                  <a:pt x="5059680" y="2902423"/>
                  <a:pt x="5059680" y="2910840"/>
                </a:cubicBezTo>
                <a:close/>
                <a:moveTo>
                  <a:pt x="5059680" y="3063240"/>
                </a:moveTo>
                <a:cubicBezTo>
                  <a:pt x="5059680" y="3071657"/>
                  <a:pt x="5052857" y="3078480"/>
                  <a:pt x="5044440" y="3078480"/>
                </a:cubicBezTo>
                <a:cubicBezTo>
                  <a:pt x="5036023" y="3078480"/>
                  <a:pt x="5029200" y="3071657"/>
                  <a:pt x="5029200" y="3063240"/>
                </a:cubicBezTo>
                <a:cubicBezTo>
                  <a:pt x="5029200" y="3054823"/>
                  <a:pt x="5036023" y="3048000"/>
                  <a:pt x="5044440" y="3048000"/>
                </a:cubicBezTo>
                <a:cubicBezTo>
                  <a:pt x="5052857" y="3048000"/>
                  <a:pt x="5059680" y="3054823"/>
                  <a:pt x="5059680" y="3063240"/>
                </a:cubicBezTo>
                <a:close/>
                <a:moveTo>
                  <a:pt x="5059680" y="3215640"/>
                </a:moveTo>
                <a:cubicBezTo>
                  <a:pt x="5059680" y="3224057"/>
                  <a:pt x="5052857" y="3230880"/>
                  <a:pt x="5044440" y="3230880"/>
                </a:cubicBezTo>
                <a:cubicBezTo>
                  <a:pt x="5036023" y="3230880"/>
                  <a:pt x="5029200" y="3224057"/>
                  <a:pt x="5029200" y="3215640"/>
                </a:cubicBezTo>
                <a:cubicBezTo>
                  <a:pt x="5029200" y="3207223"/>
                  <a:pt x="5036023" y="3200400"/>
                  <a:pt x="5044440" y="3200400"/>
                </a:cubicBezTo>
                <a:cubicBezTo>
                  <a:pt x="5052857" y="3200400"/>
                  <a:pt x="5059680" y="3207223"/>
                  <a:pt x="5059680" y="3215640"/>
                </a:cubicBezTo>
                <a:close/>
                <a:moveTo>
                  <a:pt x="5059680" y="3368040"/>
                </a:moveTo>
                <a:cubicBezTo>
                  <a:pt x="5059680" y="3376457"/>
                  <a:pt x="5052857" y="3383280"/>
                  <a:pt x="5044440" y="3383280"/>
                </a:cubicBezTo>
                <a:cubicBezTo>
                  <a:pt x="5036023" y="3383280"/>
                  <a:pt x="5029200" y="3376457"/>
                  <a:pt x="5029200" y="3368040"/>
                </a:cubicBezTo>
                <a:cubicBezTo>
                  <a:pt x="5029200" y="3359623"/>
                  <a:pt x="5036023" y="3352800"/>
                  <a:pt x="5044440" y="3352800"/>
                </a:cubicBezTo>
                <a:cubicBezTo>
                  <a:pt x="5052857" y="3352800"/>
                  <a:pt x="5059680" y="3359623"/>
                  <a:pt x="5059680" y="3368040"/>
                </a:cubicBezTo>
                <a:close/>
                <a:moveTo>
                  <a:pt x="5059680" y="3520440"/>
                </a:moveTo>
                <a:cubicBezTo>
                  <a:pt x="5059680" y="3528857"/>
                  <a:pt x="5052857" y="3535680"/>
                  <a:pt x="5044440" y="3535680"/>
                </a:cubicBezTo>
                <a:cubicBezTo>
                  <a:pt x="5036023" y="3535680"/>
                  <a:pt x="5029200" y="3528857"/>
                  <a:pt x="5029200" y="3520440"/>
                </a:cubicBezTo>
                <a:cubicBezTo>
                  <a:pt x="5029200" y="3512023"/>
                  <a:pt x="5036023" y="3505200"/>
                  <a:pt x="5044440" y="3505200"/>
                </a:cubicBezTo>
                <a:cubicBezTo>
                  <a:pt x="5052857" y="3505200"/>
                  <a:pt x="5059680" y="3512023"/>
                  <a:pt x="5059680" y="3520440"/>
                </a:cubicBezTo>
                <a:close/>
                <a:moveTo>
                  <a:pt x="5059680" y="3672840"/>
                </a:moveTo>
                <a:cubicBezTo>
                  <a:pt x="5059680" y="3681257"/>
                  <a:pt x="5052857" y="3688080"/>
                  <a:pt x="5044440" y="3688080"/>
                </a:cubicBezTo>
                <a:cubicBezTo>
                  <a:pt x="5036023" y="3688080"/>
                  <a:pt x="5029200" y="3681257"/>
                  <a:pt x="5029200" y="3672840"/>
                </a:cubicBezTo>
                <a:cubicBezTo>
                  <a:pt x="5029200" y="3664423"/>
                  <a:pt x="5036023" y="3657600"/>
                  <a:pt x="5044440" y="3657600"/>
                </a:cubicBezTo>
                <a:cubicBezTo>
                  <a:pt x="5052857" y="3657600"/>
                  <a:pt x="5059680" y="3664423"/>
                  <a:pt x="5059680" y="3672840"/>
                </a:cubicBezTo>
                <a:close/>
                <a:moveTo>
                  <a:pt x="5059680" y="3825240"/>
                </a:moveTo>
                <a:cubicBezTo>
                  <a:pt x="5059680" y="3833657"/>
                  <a:pt x="5052857" y="3840480"/>
                  <a:pt x="5044440" y="3840480"/>
                </a:cubicBezTo>
                <a:cubicBezTo>
                  <a:pt x="5036023" y="3840480"/>
                  <a:pt x="5029200" y="3833657"/>
                  <a:pt x="5029200" y="3825240"/>
                </a:cubicBezTo>
                <a:cubicBezTo>
                  <a:pt x="5029200" y="3816823"/>
                  <a:pt x="5036023" y="3810000"/>
                  <a:pt x="5044440" y="3810000"/>
                </a:cubicBezTo>
                <a:cubicBezTo>
                  <a:pt x="5052857" y="3810000"/>
                  <a:pt x="5059680" y="3816823"/>
                  <a:pt x="5059680" y="3825240"/>
                </a:cubicBezTo>
                <a:close/>
                <a:moveTo>
                  <a:pt x="5059680" y="3977640"/>
                </a:moveTo>
                <a:cubicBezTo>
                  <a:pt x="5059680" y="3986057"/>
                  <a:pt x="5052857" y="3992880"/>
                  <a:pt x="5044440" y="3992880"/>
                </a:cubicBezTo>
                <a:cubicBezTo>
                  <a:pt x="5036023" y="3992880"/>
                  <a:pt x="5029200" y="3986057"/>
                  <a:pt x="5029200" y="3977640"/>
                </a:cubicBezTo>
                <a:cubicBezTo>
                  <a:pt x="5029200" y="3969223"/>
                  <a:pt x="5036023" y="3962400"/>
                  <a:pt x="5044440" y="3962400"/>
                </a:cubicBezTo>
                <a:cubicBezTo>
                  <a:pt x="5052857" y="3962400"/>
                  <a:pt x="5059680" y="3969223"/>
                  <a:pt x="5059680" y="3977640"/>
                </a:cubicBezTo>
                <a:close/>
                <a:moveTo>
                  <a:pt x="5059680" y="4130040"/>
                </a:moveTo>
                <a:cubicBezTo>
                  <a:pt x="5059680" y="4138457"/>
                  <a:pt x="5052857" y="4145280"/>
                  <a:pt x="5044440" y="4145280"/>
                </a:cubicBezTo>
                <a:cubicBezTo>
                  <a:pt x="5036023" y="4145280"/>
                  <a:pt x="5029200" y="4138457"/>
                  <a:pt x="5029200" y="4130040"/>
                </a:cubicBezTo>
                <a:cubicBezTo>
                  <a:pt x="5029200" y="4121623"/>
                  <a:pt x="5036023" y="4114800"/>
                  <a:pt x="5044440" y="4114800"/>
                </a:cubicBezTo>
                <a:cubicBezTo>
                  <a:pt x="5052857" y="4114800"/>
                  <a:pt x="5059680" y="4121623"/>
                  <a:pt x="5059680" y="4130040"/>
                </a:cubicBezTo>
                <a:close/>
                <a:moveTo>
                  <a:pt x="5059680" y="4282440"/>
                </a:moveTo>
                <a:cubicBezTo>
                  <a:pt x="5059680" y="4290857"/>
                  <a:pt x="5052857" y="4297680"/>
                  <a:pt x="5044440" y="4297680"/>
                </a:cubicBezTo>
                <a:cubicBezTo>
                  <a:pt x="5036023" y="4297680"/>
                  <a:pt x="5029200" y="4290857"/>
                  <a:pt x="5029200" y="4282440"/>
                </a:cubicBezTo>
                <a:cubicBezTo>
                  <a:pt x="5029200" y="4274023"/>
                  <a:pt x="5036023" y="4267200"/>
                  <a:pt x="5044440" y="4267200"/>
                </a:cubicBezTo>
                <a:cubicBezTo>
                  <a:pt x="5052857" y="4267200"/>
                  <a:pt x="5059680" y="4274023"/>
                  <a:pt x="5059680" y="4282440"/>
                </a:cubicBezTo>
                <a:close/>
                <a:moveTo>
                  <a:pt x="5059680" y="4434840"/>
                </a:moveTo>
                <a:cubicBezTo>
                  <a:pt x="5059680" y="4443257"/>
                  <a:pt x="5052857" y="4450080"/>
                  <a:pt x="5044440" y="4450080"/>
                </a:cubicBezTo>
                <a:cubicBezTo>
                  <a:pt x="5036023" y="4450080"/>
                  <a:pt x="5029200" y="4443257"/>
                  <a:pt x="5029200" y="4434840"/>
                </a:cubicBezTo>
                <a:cubicBezTo>
                  <a:pt x="5029200" y="4426423"/>
                  <a:pt x="5036023" y="4419600"/>
                  <a:pt x="5044440" y="4419600"/>
                </a:cubicBezTo>
                <a:cubicBezTo>
                  <a:pt x="5052857" y="4419600"/>
                  <a:pt x="5059680" y="4426423"/>
                  <a:pt x="5059680" y="4434840"/>
                </a:cubicBezTo>
                <a:close/>
                <a:moveTo>
                  <a:pt x="5212080" y="15240"/>
                </a:moveTo>
                <a:cubicBezTo>
                  <a:pt x="5212080" y="23657"/>
                  <a:pt x="5205257" y="30480"/>
                  <a:pt x="5196840" y="30480"/>
                </a:cubicBezTo>
                <a:cubicBezTo>
                  <a:pt x="5188423" y="30480"/>
                  <a:pt x="5181600" y="23657"/>
                  <a:pt x="5181600" y="15240"/>
                </a:cubicBezTo>
                <a:cubicBezTo>
                  <a:pt x="5181600" y="6823"/>
                  <a:pt x="5188423" y="0"/>
                  <a:pt x="5196840" y="0"/>
                </a:cubicBezTo>
                <a:cubicBezTo>
                  <a:pt x="5205257" y="0"/>
                  <a:pt x="5212080" y="6823"/>
                  <a:pt x="5212080" y="15240"/>
                </a:cubicBezTo>
                <a:close/>
                <a:moveTo>
                  <a:pt x="5212080" y="167640"/>
                </a:moveTo>
                <a:cubicBezTo>
                  <a:pt x="5212080" y="176057"/>
                  <a:pt x="5205257" y="182880"/>
                  <a:pt x="5196840" y="182880"/>
                </a:cubicBezTo>
                <a:cubicBezTo>
                  <a:pt x="5188423" y="182880"/>
                  <a:pt x="5181600" y="176057"/>
                  <a:pt x="5181600" y="167640"/>
                </a:cubicBezTo>
                <a:cubicBezTo>
                  <a:pt x="5181600" y="159223"/>
                  <a:pt x="5188423" y="152400"/>
                  <a:pt x="5196840" y="152400"/>
                </a:cubicBezTo>
                <a:cubicBezTo>
                  <a:pt x="5205257" y="152400"/>
                  <a:pt x="5212080" y="159223"/>
                  <a:pt x="5212080" y="167640"/>
                </a:cubicBezTo>
                <a:close/>
                <a:moveTo>
                  <a:pt x="5212080" y="320040"/>
                </a:moveTo>
                <a:cubicBezTo>
                  <a:pt x="5212080" y="328457"/>
                  <a:pt x="5205257" y="335280"/>
                  <a:pt x="5196840" y="335280"/>
                </a:cubicBezTo>
                <a:cubicBezTo>
                  <a:pt x="5188423" y="335280"/>
                  <a:pt x="5181600" y="328457"/>
                  <a:pt x="5181600" y="320040"/>
                </a:cubicBezTo>
                <a:cubicBezTo>
                  <a:pt x="5181600" y="311623"/>
                  <a:pt x="5188423" y="304800"/>
                  <a:pt x="5196840" y="304800"/>
                </a:cubicBezTo>
                <a:cubicBezTo>
                  <a:pt x="5205257" y="304800"/>
                  <a:pt x="5212080" y="311623"/>
                  <a:pt x="5212080" y="320040"/>
                </a:cubicBezTo>
                <a:close/>
                <a:moveTo>
                  <a:pt x="5212080" y="472440"/>
                </a:moveTo>
                <a:cubicBezTo>
                  <a:pt x="5212080" y="480857"/>
                  <a:pt x="5205257" y="487680"/>
                  <a:pt x="5196840" y="487680"/>
                </a:cubicBezTo>
                <a:cubicBezTo>
                  <a:pt x="5188423" y="487680"/>
                  <a:pt x="5181600" y="480857"/>
                  <a:pt x="5181600" y="472440"/>
                </a:cubicBezTo>
                <a:cubicBezTo>
                  <a:pt x="5181600" y="464023"/>
                  <a:pt x="5188423" y="457200"/>
                  <a:pt x="5196840" y="457200"/>
                </a:cubicBezTo>
                <a:cubicBezTo>
                  <a:pt x="5205257" y="457200"/>
                  <a:pt x="5212080" y="464023"/>
                  <a:pt x="5212080" y="472440"/>
                </a:cubicBezTo>
                <a:close/>
                <a:moveTo>
                  <a:pt x="5212080" y="624840"/>
                </a:moveTo>
                <a:cubicBezTo>
                  <a:pt x="5212080" y="633257"/>
                  <a:pt x="5205257" y="640080"/>
                  <a:pt x="5196840" y="640080"/>
                </a:cubicBezTo>
                <a:cubicBezTo>
                  <a:pt x="5188423" y="640080"/>
                  <a:pt x="5181600" y="633257"/>
                  <a:pt x="5181600" y="624840"/>
                </a:cubicBezTo>
                <a:cubicBezTo>
                  <a:pt x="5181600" y="616423"/>
                  <a:pt x="5188423" y="609600"/>
                  <a:pt x="5196840" y="609600"/>
                </a:cubicBezTo>
                <a:cubicBezTo>
                  <a:pt x="5205257" y="609600"/>
                  <a:pt x="5212080" y="616423"/>
                  <a:pt x="5212080" y="624840"/>
                </a:cubicBezTo>
                <a:close/>
                <a:moveTo>
                  <a:pt x="5212080" y="777240"/>
                </a:moveTo>
                <a:cubicBezTo>
                  <a:pt x="5212080" y="785657"/>
                  <a:pt x="5205257" y="792480"/>
                  <a:pt x="5196840" y="792480"/>
                </a:cubicBezTo>
                <a:cubicBezTo>
                  <a:pt x="5188423" y="792480"/>
                  <a:pt x="5181600" y="785657"/>
                  <a:pt x="5181600" y="777240"/>
                </a:cubicBezTo>
                <a:cubicBezTo>
                  <a:pt x="5181600" y="768823"/>
                  <a:pt x="5188423" y="762000"/>
                  <a:pt x="5196840" y="762000"/>
                </a:cubicBezTo>
                <a:cubicBezTo>
                  <a:pt x="5205257" y="762000"/>
                  <a:pt x="5212080" y="768823"/>
                  <a:pt x="5212080" y="777240"/>
                </a:cubicBezTo>
                <a:close/>
                <a:moveTo>
                  <a:pt x="5212080" y="929640"/>
                </a:moveTo>
                <a:cubicBezTo>
                  <a:pt x="5212080" y="938057"/>
                  <a:pt x="5205257" y="944880"/>
                  <a:pt x="5196840" y="944880"/>
                </a:cubicBezTo>
                <a:cubicBezTo>
                  <a:pt x="5188423" y="944880"/>
                  <a:pt x="5181600" y="938057"/>
                  <a:pt x="5181600" y="929640"/>
                </a:cubicBezTo>
                <a:cubicBezTo>
                  <a:pt x="5181600" y="921223"/>
                  <a:pt x="5188423" y="914400"/>
                  <a:pt x="5196840" y="914400"/>
                </a:cubicBezTo>
                <a:cubicBezTo>
                  <a:pt x="5205257" y="914400"/>
                  <a:pt x="5212080" y="921223"/>
                  <a:pt x="5212080" y="929640"/>
                </a:cubicBezTo>
                <a:close/>
                <a:moveTo>
                  <a:pt x="5212080" y="1082040"/>
                </a:moveTo>
                <a:cubicBezTo>
                  <a:pt x="5212080" y="1090457"/>
                  <a:pt x="5205257" y="1097280"/>
                  <a:pt x="5196840" y="1097280"/>
                </a:cubicBezTo>
                <a:cubicBezTo>
                  <a:pt x="5188423" y="1097280"/>
                  <a:pt x="5181600" y="1090457"/>
                  <a:pt x="5181600" y="1082040"/>
                </a:cubicBezTo>
                <a:cubicBezTo>
                  <a:pt x="5181600" y="1073623"/>
                  <a:pt x="5188423" y="1066800"/>
                  <a:pt x="5196840" y="1066800"/>
                </a:cubicBezTo>
                <a:cubicBezTo>
                  <a:pt x="5205257" y="1066800"/>
                  <a:pt x="5212080" y="1073623"/>
                  <a:pt x="5212080" y="1082040"/>
                </a:cubicBezTo>
                <a:close/>
                <a:moveTo>
                  <a:pt x="5212080" y="1234440"/>
                </a:moveTo>
                <a:cubicBezTo>
                  <a:pt x="5212080" y="1242857"/>
                  <a:pt x="5205257" y="1249680"/>
                  <a:pt x="5196840" y="1249680"/>
                </a:cubicBezTo>
                <a:cubicBezTo>
                  <a:pt x="5188423" y="1249680"/>
                  <a:pt x="5181600" y="1242857"/>
                  <a:pt x="5181600" y="1234440"/>
                </a:cubicBezTo>
                <a:cubicBezTo>
                  <a:pt x="5181600" y="1226023"/>
                  <a:pt x="5188423" y="1219200"/>
                  <a:pt x="5196840" y="1219200"/>
                </a:cubicBezTo>
                <a:cubicBezTo>
                  <a:pt x="5205257" y="1219200"/>
                  <a:pt x="5212080" y="1226023"/>
                  <a:pt x="5212080" y="1234440"/>
                </a:cubicBezTo>
                <a:close/>
                <a:moveTo>
                  <a:pt x="5212080" y="1386840"/>
                </a:moveTo>
                <a:cubicBezTo>
                  <a:pt x="5212080" y="1395257"/>
                  <a:pt x="5205257" y="1402080"/>
                  <a:pt x="5196840" y="1402080"/>
                </a:cubicBezTo>
                <a:cubicBezTo>
                  <a:pt x="5188423" y="1402080"/>
                  <a:pt x="5181600" y="1395257"/>
                  <a:pt x="5181600" y="1386840"/>
                </a:cubicBezTo>
                <a:cubicBezTo>
                  <a:pt x="5181600" y="1378423"/>
                  <a:pt x="5188423" y="1371600"/>
                  <a:pt x="5196840" y="1371600"/>
                </a:cubicBezTo>
                <a:cubicBezTo>
                  <a:pt x="5205257" y="1371600"/>
                  <a:pt x="5212080" y="1378423"/>
                  <a:pt x="5212080" y="1386840"/>
                </a:cubicBezTo>
                <a:close/>
                <a:moveTo>
                  <a:pt x="5212080" y="1539240"/>
                </a:moveTo>
                <a:cubicBezTo>
                  <a:pt x="5212080" y="1547657"/>
                  <a:pt x="5205257" y="1554480"/>
                  <a:pt x="5196840" y="1554480"/>
                </a:cubicBezTo>
                <a:cubicBezTo>
                  <a:pt x="5188423" y="1554480"/>
                  <a:pt x="5181600" y="1547657"/>
                  <a:pt x="5181600" y="1539240"/>
                </a:cubicBezTo>
                <a:cubicBezTo>
                  <a:pt x="5181600" y="1530823"/>
                  <a:pt x="5188423" y="1524000"/>
                  <a:pt x="5196840" y="1524000"/>
                </a:cubicBezTo>
                <a:cubicBezTo>
                  <a:pt x="5205257" y="1524000"/>
                  <a:pt x="5212080" y="1530823"/>
                  <a:pt x="5212080" y="1539240"/>
                </a:cubicBezTo>
                <a:close/>
                <a:moveTo>
                  <a:pt x="5212080" y="1691640"/>
                </a:moveTo>
                <a:cubicBezTo>
                  <a:pt x="5212080" y="1700057"/>
                  <a:pt x="5205257" y="1706880"/>
                  <a:pt x="5196840" y="1706880"/>
                </a:cubicBezTo>
                <a:cubicBezTo>
                  <a:pt x="5188423" y="1706880"/>
                  <a:pt x="5181600" y="1700057"/>
                  <a:pt x="5181600" y="1691640"/>
                </a:cubicBezTo>
                <a:cubicBezTo>
                  <a:pt x="5181600" y="1683223"/>
                  <a:pt x="5188423" y="1676400"/>
                  <a:pt x="5196840" y="1676400"/>
                </a:cubicBezTo>
                <a:cubicBezTo>
                  <a:pt x="5205257" y="1676400"/>
                  <a:pt x="5212080" y="1683223"/>
                  <a:pt x="5212080" y="1691640"/>
                </a:cubicBezTo>
                <a:close/>
                <a:moveTo>
                  <a:pt x="5212080" y="1844040"/>
                </a:moveTo>
                <a:cubicBezTo>
                  <a:pt x="5212080" y="1852457"/>
                  <a:pt x="5205257" y="1859280"/>
                  <a:pt x="5196840" y="1859280"/>
                </a:cubicBezTo>
                <a:cubicBezTo>
                  <a:pt x="5188423" y="1859280"/>
                  <a:pt x="5181600" y="1852457"/>
                  <a:pt x="5181600" y="1844040"/>
                </a:cubicBezTo>
                <a:cubicBezTo>
                  <a:pt x="5181600" y="1835623"/>
                  <a:pt x="5188423" y="1828800"/>
                  <a:pt x="5196840" y="1828800"/>
                </a:cubicBezTo>
                <a:cubicBezTo>
                  <a:pt x="5205257" y="1828800"/>
                  <a:pt x="5212080" y="1835623"/>
                  <a:pt x="5212080" y="1844040"/>
                </a:cubicBezTo>
                <a:close/>
                <a:moveTo>
                  <a:pt x="5212080" y="1996440"/>
                </a:moveTo>
                <a:cubicBezTo>
                  <a:pt x="5212080" y="2004857"/>
                  <a:pt x="5205257" y="2011680"/>
                  <a:pt x="5196840" y="2011680"/>
                </a:cubicBezTo>
                <a:cubicBezTo>
                  <a:pt x="5188423" y="2011680"/>
                  <a:pt x="5181600" y="2004857"/>
                  <a:pt x="5181600" y="1996440"/>
                </a:cubicBezTo>
                <a:cubicBezTo>
                  <a:pt x="5181600" y="1988023"/>
                  <a:pt x="5188423" y="1981200"/>
                  <a:pt x="5196840" y="1981200"/>
                </a:cubicBezTo>
                <a:cubicBezTo>
                  <a:pt x="5205257" y="1981200"/>
                  <a:pt x="5212080" y="1988023"/>
                  <a:pt x="5212080" y="1996440"/>
                </a:cubicBezTo>
                <a:close/>
                <a:moveTo>
                  <a:pt x="5212080" y="2148840"/>
                </a:moveTo>
                <a:cubicBezTo>
                  <a:pt x="5212080" y="2157257"/>
                  <a:pt x="5205257" y="2164080"/>
                  <a:pt x="5196840" y="2164080"/>
                </a:cubicBezTo>
                <a:cubicBezTo>
                  <a:pt x="5188423" y="2164080"/>
                  <a:pt x="5181600" y="2157257"/>
                  <a:pt x="5181600" y="2148840"/>
                </a:cubicBezTo>
                <a:cubicBezTo>
                  <a:pt x="5181600" y="2140423"/>
                  <a:pt x="5188423" y="2133600"/>
                  <a:pt x="5196840" y="2133600"/>
                </a:cubicBezTo>
                <a:cubicBezTo>
                  <a:pt x="5205257" y="2133600"/>
                  <a:pt x="5212080" y="2140423"/>
                  <a:pt x="5212080" y="2148840"/>
                </a:cubicBezTo>
                <a:close/>
                <a:moveTo>
                  <a:pt x="5212080" y="2301240"/>
                </a:moveTo>
                <a:cubicBezTo>
                  <a:pt x="5212080" y="2309657"/>
                  <a:pt x="5205257" y="2316480"/>
                  <a:pt x="5196840" y="2316480"/>
                </a:cubicBezTo>
                <a:cubicBezTo>
                  <a:pt x="5188423" y="2316480"/>
                  <a:pt x="5181600" y="2309657"/>
                  <a:pt x="5181600" y="2301240"/>
                </a:cubicBezTo>
                <a:cubicBezTo>
                  <a:pt x="5181600" y="2292823"/>
                  <a:pt x="5188423" y="2286000"/>
                  <a:pt x="5196840" y="2286000"/>
                </a:cubicBezTo>
                <a:cubicBezTo>
                  <a:pt x="5205257" y="2286000"/>
                  <a:pt x="5212080" y="2292823"/>
                  <a:pt x="5212080" y="2301240"/>
                </a:cubicBezTo>
                <a:close/>
                <a:moveTo>
                  <a:pt x="5212080" y="2453640"/>
                </a:moveTo>
                <a:cubicBezTo>
                  <a:pt x="5212080" y="2462057"/>
                  <a:pt x="5205257" y="2468880"/>
                  <a:pt x="5196840" y="2468880"/>
                </a:cubicBezTo>
                <a:cubicBezTo>
                  <a:pt x="5188423" y="2468880"/>
                  <a:pt x="5181600" y="2462057"/>
                  <a:pt x="5181600" y="2453640"/>
                </a:cubicBezTo>
                <a:cubicBezTo>
                  <a:pt x="5181600" y="2445223"/>
                  <a:pt x="5188423" y="2438400"/>
                  <a:pt x="5196840" y="2438400"/>
                </a:cubicBezTo>
                <a:cubicBezTo>
                  <a:pt x="5205257" y="2438400"/>
                  <a:pt x="5212080" y="2445223"/>
                  <a:pt x="5212080" y="2453640"/>
                </a:cubicBezTo>
                <a:close/>
                <a:moveTo>
                  <a:pt x="5212080" y="2606040"/>
                </a:moveTo>
                <a:cubicBezTo>
                  <a:pt x="5212080" y="2614457"/>
                  <a:pt x="5205257" y="2621280"/>
                  <a:pt x="5196840" y="2621280"/>
                </a:cubicBezTo>
                <a:cubicBezTo>
                  <a:pt x="5188423" y="2621280"/>
                  <a:pt x="5181600" y="2614457"/>
                  <a:pt x="5181600" y="2606040"/>
                </a:cubicBezTo>
                <a:cubicBezTo>
                  <a:pt x="5181600" y="2597623"/>
                  <a:pt x="5188423" y="2590800"/>
                  <a:pt x="5196840" y="2590800"/>
                </a:cubicBezTo>
                <a:cubicBezTo>
                  <a:pt x="5205257" y="2590800"/>
                  <a:pt x="5212080" y="2597623"/>
                  <a:pt x="5212080" y="2606040"/>
                </a:cubicBezTo>
                <a:close/>
                <a:moveTo>
                  <a:pt x="5212080" y="2758440"/>
                </a:moveTo>
                <a:cubicBezTo>
                  <a:pt x="5212080" y="2766857"/>
                  <a:pt x="5205257" y="2773680"/>
                  <a:pt x="5196840" y="2773680"/>
                </a:cubicBezTo>
                <a:cubicBezTo>
                  <a:pt x="5188423" y="2773680"/>
                  <a:pt x="5181600" y="2766857"/>
                  <a:pt x="5181600" y="2758440"/>
                </a:cubicBezTo>
                <a:cubicBezTo>
                  <a:pt x="5181600" y="2750023"/>
                  <a:pt x="5188423" y="2743200"/>
                  <a:pt x="5196840" y="2743200"/>
                </a:cubicBezTo>
                <a:cubicBezTo>
                  <a:pt x="5205257" y="2743200"/>
                  <a:pt x="5212080" y="2750023"/>
                  <a:pt x="5212080" y="2758440"/>
                </a:cubicBezTo>
                <a:close/>
                <a:moveTo>
                  <a:pt x="5212080" y="2910840"/>
                </a:moveTo>
                <a:cubicBezTo>
                  <a:pt x="5212080" y="2919257"/>
                  <a:pt x="5205257" y="2926080"/>
                  <a:pt x="5196840" y="2926080"/>
                </a:cubicBezTo>
                <a:cubicBezTo>
                  <a:pt x="5188423" y="2926080"/>
                  <a:pt x="5181600" y="2919257"/>
                  <a:pt x="5181600" y="2910840"/>
                </a:cubicBezTo>
                <a:cubicBezTo>
                  <a:pt x="5181600" y="2902423"/>
                  <a:pt x="5188423" y="2895600"/>
                  <a:pt x="5196840" y="2895600"/>
                </a:cubicBezTo>
                <a:cubicBezTo>
                  <a:pt x="5205257" y="2895600"/>
                  <a:pt x="5212080" y="2902423"/>
                  <a:pt x="5212080" y="2910840"/>
                </a:cubicBezTo>
                <a:close/>
                <a:moveTo>
                  <a:pt x="5212080" y="3063240"/>
                </a:moveTo>
                <a:cubicBezTo>
                  <a:pt x="5212080" y="3071657"/>
                  <a:pt x="5205257" y="3078480"/>
                  <a:pt x="5196840" y="3078480"/>
                </a:cubicBezTo>
                <a:cubicBezTo>
                  <a:pt x="5188423" y="3078480"/>
                  <a:pt x="5181600" y="3071657"/>
                  <a:pt x="5181600" y="3063240"/>
                </a:cubicBezTo>
                <a:cubicBezTo>
                  <a:pt x="5181600" y="3054823"/>
                  <a:pt x="5188423" y="3048000"/>
                  <a:pt x="5196840" y="3048000"/>
                </a:cubicBezTo>
                <a:cubicBezTo>
                  <a:pt x="5205257" y="3048000"/>
                  <a:pt x="5212080" y="3054823"/>
                  <a:pt x="5212080" y="3063240"/>
                </a:cubicBezTo>
                <a:close/>
                <a:moveTo>
                  <a:pt x="5212080" y="3215640"/>
                </a:moveTo>
                <a:cubicBezTo>
                  <a:pt x="5212080" y="3224057"/>
                  <a:pt x="5205257" y="3230880"/>
                  <a:pt x="5196840" y="3230880"/>
                </a:cubicBezTo>
                <a:cubicBezTo>
                  <a:pt x="5188423" y="3230880"/>
                  <a:pt x="5181600" y="3224057"/>
                  <a:pt x="5181600" y="3215640"/>
                </a:cubicBezTo>
                <a:cubicBezTo>
                  <a:pt x="5181600" y="3207223"/>
                  <a:pt x="5188423" y="3200400"/>
                  <a:pt x="5196840" y="3200400"/>
                </a:cubicBezTo>
                <a:cubicBezTo>
                  <a:pt x="5205257" y="3200400"/>
                  <a:pt x="5212080" y="3207223"/>
                  <a:pt x="5212080" y="3215640"/>
                </a:cubicBezTo>
                <a:close/>
                <a:moveTo>
                  <a:pt x="5212080" y="3368040"/>
                </a:moveTo>
                <a:cubicBezTo>
                  <a:pt x="5212080" y="3376457"/>
                  <a:pt x="5205257" y="3383280"/>
                  <a:pt x="5196840" y="3383280"/>
                </a:cubicBezTo>
                <a:cubicBezTo>
                  <a:pt x="5188423" y="3383280"/>
                  <a:pt x="5181600" y="3376457"/>
                  <a:pt x="5181600" y="3368040"/>
                </a:cubicBezTo>
                <a:cubicBezTo>
                  <a:pt x="5181600" y="3359623"/>
                  <a:pt x="5188423" y="3352800"/>
                  <a:pt x="5196840" y="3352800"/>
                </a:cubicBezTo>
                <a:cubicBezTo>
                  <a:pt x="5205257" y="3352800"/>
                  <a:pt x="5212080" y="3359623"/>
                  <a:pt x="5212080" y="3368040"/>
                </a:cubicBezTo>
                <a:close/>
                <a:moveTo>
                  <a:pt x="5212080" y="3520440"/>
                </a:moveTo>
                <a:cubicBezTo>
                  <a:pt x="5212080" y="3528857"/>
                  <a:pt x="5205257" y="3535680"/>
                  <a:pt x="5196840" y="3535680"/>
                </a:cubicBezTo>
                <a:cubicBezTo>
                  <a:pt x="5188423" y="3535680"/>
                  <a:pt x="5181600" y="3528857"/>
                  <a:pt x="5181600" y="3520440"/>
                </a:cubicBezTo>
                <a:cubicBezTo>
                  <a:pt x="5181600" y="3512023"/>
                  <a:pt x="5188423" y="3505200"/>
                  <a:pt x="5196840" y="3505200"/>
                </a:cubicBezTo>
                <a:cubicBezTo>
                  <a:pt x="5205257" y="3505200"/>
                  <a:pt x="5212080" y="3512023"/>
                  <a:pt x="5212080" y="3520440"/>
                </a:cubicBezTo>
                <a:close/>
                <a:moveTo>
                  <a:pt x="5212080" y="3672840"/>
                </a:moveTo>
                <a:cubicBezTo>
                  <a:pt x="5212080" y="3681257"/>
                  <a:pt x="5205257" y="3688080"/>
                  <a:pt x="5196840" y="3688080"/>
                </a:cubicBezTo>
                <a:cubicBezTo>
                  <a:pt x="5188423" y="3688080"/>
                  <a:pt x="5181600" y="3681257"/>
                  <a:pt x="5181600" y="3672840"/>
                </a:cubicBezTo>
                <a:cubicBezTo>
                  <a:pt x="5181600" y="3664423"/>
                  <a:pt x="5188423" y="3657600"/>
                  <a:pt x="5196840" y="3657600"/>
                </a:cubicBezTo>
                <a:cubicBezTo>
                  <a:pt x="5205257" y="3657600"/>
                  <a:pt x="5212080" y="3664423"/>
                  <a:pt x="5212080" y="3672840"/>
                </a:cubicBezTo>
                <a:close/>
                <a:moveTo>
                  <a:pt x="5212080" y="3825240"/>
                </a:moveTo>
                <a:cubicBezTo>
                  <a:pt x="5212080" y="3833657"/>
                  <a:pt x="5205257" y="3840480"/>
                  <a:pt x="5196840" y="3840480"/>
                </a:cubicBezTo>
                <a:cubicBezTo>
                  <a:pt x="5188423" y="3840480"/>
                  <a:pt x="5181600" y="3833657"/>
                  <a:pt x="5181600" y="3825240"/>
                </a:cubicBezTo>
                <a:cubicBezTo>
                  <a:pt x="5181600" y="3816823"/>
                  <a:pt x="5188423" y="3810000"/>
                  <a:pt x="5196840" y="3810000"/>
                </a:cubicBezTo>
                <a:cubicBezTo>
                  <a:pt x="5205257" y="3810000"/>
                  <a:pt x="5212080" y="3816823"/>
                  <a:pt x="5212080" y="3825240"/>
                </a:cubicBezTo>
                <a:close/>
                <a:moveTo>
                  <a:pt x="5212080" y="3977640"/>
                </a:moveTo>
                <a:cubicBezTo>
                  <a:pt x="5212080" y="3986057"/>
                  <a:pt x="5205257" y="3992880"/>
                  <a:pt x="5196840" y="3992880"/>
                </a:cubicBezTo>
                <a:cubicBezTo>
                  <a:pt x="5188423" y="3992880"/>
                  <a:pt x="5181600" y="3986057"/>
                  <a:pt x="5181600" y="3977640"/>
                </a:cubicBezTo>
                <a:cubicBezTo>
                  <a:pt x="5181600" y="3969223"/>
                  <a:pt x="5188423" y="3962400"/>
                  <a:pt x="5196840" y="3962400"/>
                </a:cubicBezTo>
                <a:cubicBezTo>
                  <a:pt x="5205257" y="3962400"/>
                  <a:pt x="5212080" y="3969223"/>
                  <a:pt x="5212080" y="3977640"/>
                </a:cubicBezTo>
                <a:close/>
                <a:moveTo>
                  <a:pt x="5212080" y="4130040"/>
                </a:moveTo>
                <a:cubicBezTo>
                  <a:pt x="5212080" y="4138457"/>
                  <a:pt x="5205257" y="4145280"/>
                  <a:pt x="5196840" y="4145280"/>
                </a:cubicBezTo>
                <a:cubicBezTo>
                  <a:pt x="5188423" y="4145280"/>
                  <a:pt x="5181600" y="4138457"/>
                  <a:pt x="5181600" y="4130040"/>
                </a:cubicBezTo>
                <a:cubicBezTo>
                  <a:pt x="5181600" y="4121623"/>
                  <a:pt x="5188423" y="4114800"/>
                  <a:pt x="5196840" y="4114800"/>
                </a:cubicBezTo>
                <a:cubicBezTo>
                  <a:pt x="5205257" y="4114800"/>
                  <a:pt x="5212080" y="4121623"/>
                  <a:pt x="5212080" y="4130040"/>
                </a:cubicBezTo>
                <a:close/>
                <a:moveTo>
                  <a:pt x="5212080" y="4282440"/>
                </a:moveTo>
                <a:cubicBezTo>
                  <a:pt x="5212080" y="4290857"/>
                  <a:pt x="5205257" y="4297680"/>
                  <a:pt x="5196840" y="4297680"/>
                </a:cubicBezTo>
                <a:cubicBezTo>
                  <a:pt x="5188423" y="4297680"/>
                  <a:pt x="5181600" y="4290857"/>
                  <a:pt x="5181600" y="4282440"/>
                </a:cubicBezTo>
                <a:cubicBezTo>
                  <a:pt x="5181600" y="4274023"/>
                  <a:pt x="5188423" y="4267200"/>
                  <a:pt x="5196840" y="4267200"/>
                </a:cubicBezTo>
                <a:cubicBezTo>
                  <a:pt x="5205257" y="4267200"/>
                  <a:pt x="5212080" y="4274023"/>
                  <a:pt x="5212080" y="4282440"/>
                </a:cubicBezTo>
                <a:close/>
                <a:moveTo>
                  <a:pt x="5212080" y="4434840"/>
                </a:moveTo>
                <a:cubicBezTo>
                  <a:pt x="5212080" y="4443257"/>
                  <a:pt x="5205257" y="4450080"/>
                  <a:pt x="5196840" y="4450080"/>
                </a:cubicBezTo>
                <a:cubicBezTo>
                  <a:pt x="5188423" y="4450080"/>
                  <a:pt x="5181600" y="4443257"/>
                  <a:pt x="5181600" y="4434840"/>
                </a:cubicBezTo>
                <a:cubicBezTo>
                  <a:pt x="5181600" y="4426423"/>
                  <a:pt x="5188423" y="4419600"/>
                  <a:pt x="5196840" y="4419600"/>
                </a:cubicBezTo>
                <a:cubicBezTo>
                  <a:pt x="5205257" y="4419600"/>
                  <a:pt x="5212080" y="4426423"/>
                  <a:pt x="5212080" y="4434840"/>
                </a:cubicBezTo>
                <a:close/>
                <a:moveTo>
                  <a:pt x="5364480" y="15240"/>
                </a:moveTo>
                <a:cubicBezTo>
                  <a:pt x="5364480" y="23657"/>
                  <a:pt x="5357657" y="30480"/>
                  <a:pt x="5349240" y="30480"/>
                </a:cubicBezTo>
                <a:cubicBezTo>
                  <a:pt x="5340823" y="30480"/>
                  <a:pt x="5334000" y="23657"/>
                  <a:pt x="5334000" y="15240"/>
                </a:cubicBezTo>
                <a:cubicBezTo>
                  <a:pt x="5334000" y="6823"/>
                  <a:pt x="5340823" y="0"/>
                  <a:pt x="5349240" y="0"/>
                </a:cubicBezTo>
                <a:cubicBezTo>
                  <a:pt x="5357657" y="0"/>
                  <a:pt x="5364480" y="6823"/>
                  <a:pt x="5364480" y="15240"/>
                </a:cubicBezTo>
                <a:close/>
                <a:moveTo>
                  <a:pt x="5364480" y="167640"/>
                </a:moveTo>
                <a:cubicBezTo>
                  <a:pt x="5364480" y="176057"/>
                  <a:pt x="5357657" y="182880"/>
                  <a:pt x="5349240" y="182880"/>
                </a:cubicBezTo>
                <a:cubicBezTo>
                  <a:pt x="5340823" y="182880"/>
                  <a:pt x="5334000" y="176057"/>
                  <a:pt x="5334000" y="167640"/>
                </a:cubicBezTo>
                <a:cubicBezTo>
                  <a:pt x="5334000" y="159223"/>
                  <a:pt x="5340823" y="152400"/>
                  <a:pt x="5349240" y="152400"/>
                </a:cubicBezTo>
                <a:cubicBezTo>
                  <a:pt x="5357657" y="152400"/>
                  <a:pt x="5364480" y="159223"/>
                  <a:pt x="5364480" y="167640"/>
                </a:cubicBezTo>
                <a:close/>
                <a:moveTo>
                  <a:pt x="5364480" y="320040"/>
                </a:moveTo>
                <a:cubicBezTo>
                  <a:pt x="5364480" y="328457"/>
                  <a:pt x="5357657" y="335280"/>
                  <a:pt x="5349240" y="335280"/>
                </a:cubicBezTo>
                <a:cubicBezTo>
                  <a:pt x="5340823" y="335280"/>
                  <a:pt x="5334000" y="328457"/>
                  <a:pt x="5334000" y="320040"/>
                </a:cubicBezTo>
                <a:cubicBezTo>
                  <a:pt x="5334000" y="311623"/>
                  <a:pt x="5340823" y="304800"/>
                  <a:pt x="5349240" y="304800"/>
                </a:cubicBezTo>
                <a:cubicBezTo>
                  <a:pt x="5357657" y="304800"/>
                  <a:pt x="5364480" y="311623"/>
                  <a:pt x="5364480" y="320040"/>
                </a:cubicBezTo>
                <a:close/>
                <a:moveTo>
                  <a:pt x="5364480" y="472440"/>
                </a:moveTo>
                <a:cubicBezTo>
                  <a:pt x="5364480" y="480857"/>
                  <a:pt x="5357657" y="487680"/>
                  <a:pt x="5349240" y="487680"/>
                </a:cubicBezTo>
                <a:cubicBezTo>
                  <a:pt x="5340823" y="487680"/>
                  <a:pt x="5334000" y="480857"/>
                  <a:pt x="5334000" y="472440"/>
                </a:cubicBezTo>
                <a:cubicBezTo>
                  <a:pt x="5334000" y="464023"/>
                  <a:pt x="5340823" y="457200"/>
                  <a:pt x="5349240" y="457200"/>
                </a:cubicBezTo>
                <a:cubicBezTo>
                  <a:pt x="5357657" y="457200"/>
                  <a:pt x="5364480" y="464023"/>
                  <a:pt x="5364480" y="472440"/>
                </a:cubicBezTo>
                <a:close/>
                <a:moveTo>
                  <a:pt x="5364480" y="624840"/>
                </a:moveTo>
                <a:cubicBezTo>
                  <a:pt x="5364480" y="633257"/>
                  <a:pt x="5357657" y="640080"/>
                  <a:pt x="5349240" y="640080"/>
                </a:cubicBezTo>
                <a:cubicBezTo>
                  <a:pt x="5340823" y="640080"/>
                  <a:pt x="5334000" y="633257"/>
                  <a:pt x="5334000" y="624840"/>
                </a:cubicBezTo>
                <a:cubicBezTo>
                  <a:pt x="5334000" y="616423"/>
                  <a:pt x="5340823" y="609600"/>
                  <a:pt x="5349240" y="609600"/>
                </a:cubicBezTo>
                <a:cubicBezTo>
                  <a:pt x="5357657" y="609600"/>
                  <a:pt x="5364480" y="616423"/>
                  <a:pt x="5364480" y="624840"/>
                </a:cubicBezTo>
                <a:close/>
                <a:moveTo>
                  <a:pt x="5364480" y="777240"/>
                </a:moveTo>
                <a:cubicBezTo>
                  <a:pt x="5364480" y="785657"/>
                  <a:pt x="5357657" y="792480"/>
                  <a:pt x="5349240" y="792480"/>
                </a:cubicBezTo>
                <a:cubicBezTo>
                  <a:pt x="5340823" y="792480"/>
                  <a:pt x="5334000" y="785657"/>
                  <a:pt x="5334000" y="777240"/>
                </a:cubicBezTo>
                <a:cubicBezTo>
                  <a:pt x="5334000" y="768823"/>
                  <a:pt x="5340823" y="762000"/>
                  <a:pt x="5349240" y="762000"/>
                </a:cubicBezTo>
                <a:cubicBezTo>
                  <a:pt x="5357657" y="762000"/>
                  <a:pt x="5364480" y="768823"/>
                  <a:pt x="5364480" y="777240"/>
                </a:cubicBezTo>
                <a:close/>
                <a:moveTo>
                  <a:pt x="5364480" y="929640"/>
                </a:moveTo>
                <a:cubicBezTo>
                  <a:pt x="5364480" y="938057"/>
                  <a:pt x="5357657" y="944880"/>
                  <a:pt x="5349240" y="944880"/>
                </a:cubicBezTo>
                <a:cubicBezTo>
                  <a:pt x="5340823" y="944880"/>
                  <a:pt x="5334000" y="938057"/>
                  <a:pt x="5334000" y="929640"/>
                </a:cubicBezTo>
                <a:cubicBezTo>
                  <a:pt x="5334000" y="921223"/>
                  <a:pt x="5340823" y="914400"/>
                  <a:pt x="5349240" y="914400"/>
                </a:cubicBezTo>
                <a:cubicBezTo>
                  <a:pt x="5357657" y="914400"/>
                  <a:pt x="5364480" y="921223"/>
                  <a:pt x="5364480" y="929640"/>
                </a:cubicBezTo>
                <a:close/>
                <a:moveTo>
                  <a:pt x="5364480" y="1082040"/>
                </a:moveTo>
                <a:cubicBezTo>
                  <a:pt x="5364480" y="1090457"/>
                  <a:pt x="5357657" y="1097280"/>
                  <a:pt x="5349240" y="1097280"/>
                </a:cubicBezTo>
                <a:cubicBezTo>
                  <a:pt x="5340823" y="1097280"/>
                  <a:pt x="5334000" y="1090457"/>
                  <a:pt x="5334000" y="1082040"/>
                </a:cubicBezTo>
                <a:cubicBezTo>
                  <a:pt x="5334000" y="1073623"/>
                  <a:pt x="5340823" y="1066800"/>
                  <a:pt x="5349240" y="1066800"/>
                </a:cubicBezTo>
                <a:cubicBezTo>
                  <a:pt x="5357657" y="1066800"/>
                  <a:pt x="5364480" y="1073623"/>
                  <a:pt x="5364480" y="1082040"/>
                </a:cubicBezTo>
                <a:close/>
                <a:moveTo>
                  <a:pt x="5364480" y="1234440"/>
                </a:moveTo>
                <a:cubicBezTo>
                  <a:pt x="5364480" y="1242857"/>
                  <a:pt x="5357657" y="1249680"/>
                  <a:pt x="5349240" y="1249680"/>
                </a:cubicBezTo>
                <a:cubicBezTo>
                  <a:pt x="5340823" y="1249680"/>
                  <a:pt x="5334000" y="1242857"/>
                  <a:pt x="5334000" y="1234440"/>
                </a:cubicBezTo>
                <a:cubicBezTo>
                  <a:pt x="5334000" y="1226023"/>
                  <a:pt x="5340823" y="1219200"/>
                  <a:pt x="5349240" y="1219200"/>
                </a:cubicBezTo>
                <a:cubicBezTo>
                  <a:pt x="5357657" y="1219200"/>
                  <a:pt x="5364480" y="1226023"/>
                  <a:pt x="5364480" y="1234440"/>
                </a:cubicBezTo>
                <a:close/>
                <a:moveTo>
                  <a:pt x="5364480" y="1386840"/>
                </a:moveTo>
                <a:cubicBezTo>
                  <a:pt x="5364480" y="1395257"/>
                  <a:pt x="5357657" y="1402080"/>
                  <a:pt x="5349240" y="1402080"/>
                </a:cubicBezTo>
                <a:cubicBezTo>
                  <a:pt x="5340823" y="1402080"/>
                  <a:pt x="5334000" y="1395257"/>
                  <a:pt x="5334000" y="1386840"/>
                </a:cubicBezTo>
                <a:cubicBezTo>
                  <a:pt x="5334000" y="1378423"/>
                  <a:pt x="5340823" y="1371600"/>
                  <a:pt x="5349240" y="1371600"/>
                </a:cubicBezTo>
                <a:cubicBezTo>
                  <a:pt x="5357657" y="1371600"/>
                  <a:pt x="5364480" y="1378423"/>
                  <a:pt x="5364480" y="1386840"/>
                </a:cubicBezTo>
                <a:close/>
                <a:moveTo>
                  <a:pt x="5364480" y="1539240"/>
                </a:moveTo>
                <a:cubicBezTo>
                  <a:pt x="5364480" y="1547657"/>
                  <a:pt x="5357657" y="1554480"/>
                  <a:pt x="5349240" y="1554480"/>
                </a:cubicBezTo>
                <a:cubicBezTo>
                  <a:pt x="5340823" y="1554480"/>
                  <a:pt x="5334000" y="1547657"/>
                  <a:pt x="5334000" y="1539240"/>
                </a:cubicBezTo>
                <a:cubicBezTo>
                  <a:pt x="5334000" y="1530823"/>
                  <a:pt x="5340823" y="1524000"/>
                  <a:pt x="5349240" y="1524000"/>
                </a:cubicBezTo>
                <a:cubicBezTo>
                  <a:pt x="5357657" y="1524000"/>
                  <a:pt x="5364480" y="1530823"/>
                  <a:pt x="5364480" y="1539240"/>
                </a:cubicBezTo>
                <a:close/>
                <a:moveTo>
                  <a:pt x="5364480" y="1691640"/>
                </a:moveTo>
                <a:cubicBezTo>
                  <a:pt x="5364480" y="1700057"/>
                  <a:pt x="5357657" y="1706880"/>
                  <a:pt x="5349240" y="1706880"/>
                </a:cubicBezTo>
                <a:cubicBezTo>
                  <a:pt x="5340823" y="1706880"/>
                  <a:pt x="5334000" y="1700057"/>
                  <a:pt x="5334000" y="1691640"/>
                </a:cubicBezTo>
                <a:cubicBezTo>
                  <a:pt x="5334000" y="1683223"/>
                  <a:pt x="5340823" y="1676400"/>
                  <a:pt x="5349240" y="1676400"/>
                </a:cubicBezTo>
                <a:cubicBezTo>
                  <a:pt x="5357657" y="1676400"/>
                  <a:pt x="5364480" y="1683223"/>
                  <a:pt x="5364480" y="1691640"/>
                </a:cubicBezTo>
                <a:close/>
                <a:moveTo>
                  <a:pt x="5364480" y="1844040"/>
                </a:moveTo>
                <a:cubicBezTo>
                  <a:pt x="5364480" y="1852457"/>
                  <a:pt x="5357657" y="1859280"/>
                  <a:pt x="5349240" y="1859280"/>
                </a:cubicBezTo>
                <a:cubicBezTo>
                  <a:pt x="5340823" y="1859280"/>
                  <a:pt x="5334000" y="1852457"/>
                  <a:pt x="5334000" y="1844040"/>
                </a:cubicBezTo>
                <a:cubicBezTo>
                  <a:pt x="5334000" y="1835623"/>
                  <a:pt x="5340823" y="1828800"/>
                  <a:pt x="5349240" y="1828800"/>
                </a:cubicBezTo>
                <a:cubicBezTo>
                  <a:pt x="5357657" y="1828800"/>
                  <a:pt x="5364480" y="1835623"/>
                  <a:pt x="5364480" y="1844040"/>
                </a:cubicBezTo>
                <a:close/>
                <a:moveTo>
                  <a:pt x="5364480" y="1996440"/>
                </a:moveTo>
                <a:cubicBezTo>
                  <a:pt x="5364480" y="2004857"/>
                  <a:pt x="5357657" y="2011680"/>
                  <a:pt x="5349240" y="2011680"/>
                </a:cubicBezTo>
                <a:cubicBezTo>
                  <a:pt x="5340823" y="2011680"/>
                  <a:pt x="5334000" y="2004857"/>
                  <a:pt x="5334000" y="1996440"/>
                </a:cubicBezTo>
                <a:cubicBezTo>
                  <a:pt x="5334000" y="1988023"/>
                  <a:pt x="5340823" y="1981200"/>
                  <a:pt x="5349240" y="1981200"/>
                </a:cubicBezTo>
                <a:cubicBezTo>
                  <a:pt x="5357657" y="1981200"/>
                  <a:pt x="5364480" y="1988023"/>
                  <a:pt x="5364480" y="1996440"/>
                </a:cubicBezTo>
                <a:close/>
                <a:moveTo>
                  <a:pt x="5364480" y="2148840"/>
                </a:moveTo>
                <a:cubicBezTo>
                  <a:pt x="5364480" y="2157257"/>
                  <a:pt x="5357657" y="2164080"/>
                  <a:pt x="5349240" y="2164080"/>
                </a:cubicBezTo>
                <a:cubicBezTo>
                  <a:pt x="5340823" y="2164080"/>
                  <a:pt x="5334000" y="2157257"/>
                  <a:pt x="5334000" y="2148840"/>
                </a:cubicBezTo>
                <a:cubicBezTo>
                  <a:pt x="5334000" y="2140423"/>
                  <a:pt x="5340823" y="2133600"/>
                  <a:pt x="5349240" y="2133600"/>
                </a:cubicBezTo>
                <a:cubicBezTo>
                  <a:pt x="5357657" y="2133600"/>
                  <a:pt x="5364480" y="2140423"/>
                  <a:pt x="5364480" y="2148840"/>
                </a:cubicBezTo>
                <a:close/>
                <a:moveTo>
                  <a:pt x="5364480" y="2301240"/>
                </a:moveTo>
                <a:cubicBezTo>
                  <a:pt x="5364480" y="2309657"/>
                  <a:pt x="5357657" y="2316480"/>
                  <a:pt x="5349240" y="2316480"/>
                </a:cubicBezTo>
                <a:cubicBezTo>
                  <a:pt x="5340823" y="2316480"/>
                  <a:pt x="5334000" y="2309657"/>
                  <a:pt x="5334000" y="2301240"/>
                </a:cubicBezTo>
                <a:cubicBezTo>
                  <a:pt x="5334000" y="2292823"/>
                  <a:pt x="5340823" y="2286000"/>
                  <a:pt x="5349240" y="2286000"/>
                </a:cubicBezTo>
                <a:cubicBezTo>
                  <a:pt x="5357657" y="2286000"/>
                  <a:pt x="5364480" y="2292823"/>
                  <a:pt x="5364480" y="2301240"/>
                </a:cubicBezTo>
                <a:close/>
                <a:moveTo>
                  <a:pt x="5364480" y="2453640"/>
                </a:moveTo>
                <a:cubicBezTo>
                  <a:pt x="5364480" y="2462057"/>
                  <a:pt x="5357657" y="2468880"/>
                  <a:pt x="5349240" y="2468880"/>
                </a:cubicBezTo>
                <a:cubicBezTo>
                  <a:pt x="5340823" y="2468880"/>
                  <a:pt x="5334000" y="2462057"/>
                  <a:pt x="5334000" y="2453640"/>
                </a:cubicBezTo>
                <a:cubicBezTo>
                  <a:pt x="5334000" y="2445223"/>
                  <a:pt x="5340823" y="2438400"/>
                  <a:pt x="5349240" y="2438400"/>
                </a:cubicBezTo>
                <a:cubicBezTo>
                  <a:pt x="5357657" y="2438400"/>
                  <a:pt x="5364480" y="2445223"/>
                  <a:pt x="5364480" y="2453640"/>
                </a:cubicBezTo>
                <a:close/>
                <a:moveTo>
                  <a:pt x="5364480" y="2606040"/>
                </a:moveTo>
                <a:cubicBezTo>
                  <a:pt x="5364480" y="2614457"/>
                  <a:pt x="5357657" y="2621280"/>
                  <a:pt x="5349240" y="2621280"/>
                </a:cubicBezTo>
                <a:cubicBezTo>
                  <a:pt x="5340823" y="2621280"/>
                  <a:pt x="5334000" y="2614457"/>
                  <a:pt x="5334000" y="2606040"/>
                </a:cubicBezTo>
                <a:cubicBezTo>
                  <a:pt x="5334000" y="2597623"/>
                  <a:pt x="5340823" y="2590800"/>
                  <a:pt x="5349240" y="2590800"/>
                </a:cubicBezTo>
                <a:cubicBezTo>
                  <a:pt x="5357657" y="2590800"/>
                  <a:pt x="5364480" y="2597623"/>
                  <a:pt x="5364480" y="2606040"/>
                </a:cubicBezTo>
                <a:close/>
                <a:moveTo>
                  <a:pt x="5364480" y="2758440"/>
                </a:moveTo>
                <a:cubicBezTo>
                  <a:pt x="5364480" y="2766857"/>
                  <a:pt x="5357657" y="2773680"/>
                  <a:pt x="5349240" y="2773680"/>
                </a:cubicBezTo>
                <a:cubicBezTo>
                  <a:pt x="5340823" y="2773680"/>
                  <a:pt x="5334000" y="2766857"/>
                  <a:pt x="5334000" y="2758440"/>
                </a:cubicBezTo>
                <a:cubicBezTo>
                  <a:pt x="5334000" y="2750023"/>
                  <a:pt x="5340823" y="2743200"/>
                  <a:pt x="5349240" y="2743200"/>
                </a:cubicBezTo>
                <a:cubicBezTo>
                  <a:pt x="5357657" y="2743200"/>
                  <a:pt x="5364480" y="2750023"/>
                  <a:pt x="5364480" y="2758440"/>
                </a:cubicBezTo>
                <a:close/>
                <a:moveTo>
                  <a:pt x="5364480" y="2910840"/>
                </a:moveTo>
                <a:cubicBezTo>
                  <a:pt x="5364480" y="2919257"/>
                  <a:pt x="5357657" y="2926080"/>
                  <a:pt x="5349240" y="2926080"/>
                </a:cubicBezTo>
                <a:cubicBezTo>
                  <a:pt x="5340823" y="2926080"/>
                  <a:pt x="5334000" y="2919257"/>
                  <a:pt x="5334000" y="2910840"/>
                </a:cubicBezTo>
                <a:cubicBezTo>
                  <a:pt x="5334000" y="2902423"/>
                  <a:pt x="5340823" y="2895600"/>
                  <a:pt x="5349240" y="2895600"/>
                </a:cubicBezTo>
                <a:cubicBezTo>
                  <a:pt x="5357657" y="2895600"/>
                  <a:pt x="5364480" y="2902423"/>
                  <a:pt x="5364480" y="2910840"/>
                </a:cubicBezTo>
                <a:close/>
                <a:moveTo>
                  <a:pt x="5364480" y="3063240"/>
                </a:moveTo>
                <a:cubicBezTo>
                  <a:pt x="5364480" y="3071657"/>
                  <a:pt x="5357657" y="3078480"/>
                  <a:pt x="5349240" y="3078480"/>
                </a:cubicBezTo>
                <a:cubicBezTo>
                  <a:pt x="5340823" y="3078480"/>
                  <a:pt x="5334000" y="3071657"/>
                  <a:pt x="5334000" y="3063240"/>
                </a:cubicBezTo>
                <a:cubicBezTo>
                  <a:pt x="5334000" y="3054823"/>
                  <a:pt x="5340823" y="3048000"/>
                  <a:pt x="5349240" y="3048000"/>
                </a:cubicBezTo>
                <a:cubicBezTo>
                  <a:pt x="5357657" y="3048000"/>
                  <a:pt x="5364480" y="3054823"/>
                  <a:pt x="5364480" y="3063240"/>
                </a:cubicBezTo>
                <a:close/>
                <a:moveTo>
                  <a:pt x="5364480" y="3215640"/>
                </a:moveTo>
                <a:cubicBezTo>
                  <a:pt x="5364480" y="3224057"/>
                  <a:pt x="5357657" y="3230880"/>
                  <a:pt x="5349240" y="3230880"/>
                </a:cubicBezTo>
                <a:cubicBezTo>
                  <a:pt x="5340823" y="3230880"/>
                  <a:pt x="5334000" y="3224057"/>
                  <a:pt x="5334000" y="3215640"/>
                </a:cubicBezTo>
                <a:cubicBezTo>
                  <a:pt x="5334000" y="3207223"/>
                  <a:pt x="5340823" y="3200400"/>
                  <a:pt x="5349240" y="3200400"/>
                </a:cubicBezTo>
                <a:cubicBezTo>
                  <a:pt x="5357657" y="3200400"/>
                  <a:pt x="5364480" y="3207223"/>
                  <a:pt x="5364480" y="3215640"/>
                </a:cubicBezTo>
                <a:close/>
                <a:moveTo>
                  <a:pt x="5364480" y="3368040"/>
                </a:moveTo>
                <a:cubicBezTo>
                  <a:pt x="5364480" y="3376457"/>
                  <a:pt x="5357657" y="3383280"/>
                  <a:pt x="5349240" y="3383280"/>
                </a:cubicBezTo>
                <a:cubicBezTo>
                  <a:pt x="5340823" y="3383280"/>
                  <a:pt x="5334000" y="3376457"/>
                  <a:pt x="5334000" y="3368040"/>
                </a:cubicBezTo>
                <a:cubicBezTo>
                  <a:pt x="5334000" y="3359623"/>
                  <a:pt x="5340823" y="3352800"/>
                  <a:pt x="5349240" y="3352800"/>
                </a:cubicBezTo>
                <a:cubicBezTo>
                  <a:pt x="5357657" y="3352800"/>
                  <a:pt x="5364480" y="3359623"/>
                  <a:pt x="5364480" y="3368040"/>
                </a:cubicBezTo>
                <a:close/>
                <a:moveTo>
                  <a:pt x="5364480" y="3520440"/>
                </a:moveTo>
                <a:cubicBezTo>
                  <a:pt x="5364480" y="3528857"/>
                  <a:pt x="5357657" y="3535680"/>
                  <a:pt x="5349240" y="3535680"/>
                </a:cubicBezTo>
                <a:cubicBezTo>
                  <a:pt x="5340823" y="3535680"/>
                  <a:pt x="5334000" y="3528857"/>
                  <a:pt x="5334000" y="3520440"/>
                </a:cubicBezTo>
                <a:cubicBezTo>
                  <a:pt x="5334000" y="3512023"/>
                  <a:pt x="5340823" y="3505200"/>
                  <a:pt x="5349240" y="3505200"/>
                </a:cubicBezTo>
                <a:cubicBezTo>
                  <a:pt x="5357657" y="3505200"/>
                  <a:pt x="5364480" y="3512023"/>
                  <a:pt x="5364480" y="3520440"/>
                </a:cubicBezTo>
                <a:close/>
                <a:moveTo>
                  <a:pt x="5364480" y="3672840"/>
                </a:moveTo>
                <a:cubicBezTo>
                  <a:pt x="5364480" y="3681257"/>
                  <a:pt x="5357657" y="3688080"/>
                  <a:pt x="5349240" y="3688080"/>
                </a:cubicBezTo>
                <a:cubicBezTo>
                  <a:pt x="5340823" y="3688080"/>
                  <a:pt x="5334000" y="3681257"/>
                  <a:pt x="5334000" y="3672840"/>
                </a:cubicBezTo>
                <a:cubicBezTo>
                  <a:pt x="5334000" y="3664423"/>
                  <a:pt x="5340823" y="3657600"/>
                  <a:pt x="5349240" y="3657600"/>
                </a:cubicBezTo>
                <a:cubicBezTo>
                  <a:pt x="5357657" y="3657600"/>
                  <a:pt x="5364480" y="3664423"/>
                  <a:pt x="5364480" y="3672840"/>
                </a:cubicBezTo>
                <a:close/>
                <a:moveTo>
                  <a:pt x="5364480" y="3825240"/>
                </a:moveTo>
                <a:cubicBezTo>
                  <a:pt x="5364480" y="3833657"/>
                  <a:pt x="5357657" y="3840480"/>
                  <a:pt x="5349240" y="3840480"/>
                </a:cubicBezTo>
                <a:cubicBezTo>
                  <a:pt x="5340823" y="3840480"/>
                  <a:pt x="5334000" y="3833657"/>
                  <a:pt x="5334000" y="3825240"/>
                </a:cubicBezTo>
                <a:cubicBezTo>
                  <a:pt x="5334000" y="3816823"/>
                  <a:pt x="5340823" y="3810000"/>
                  <a:pt x="5349240" y="3810000"/>
                </a:cubicBezTo>
                <a:cubicBezTo>
                  <a:pt x="5357657" y="3810000"/>
                  <a:pt x="5364480" y="3816823"/>
                  <a:pt x="5364480" y="3825240"/>
                </a:cubicBezTo>
                <a:close/>
                <a:moveTo>
                  <a:pt x="5364480" y="3977640"/>
                </a:moveTo>
                <a:cubicBezTo>
                  <a:pt x="5364480" y="3986057"/>
                  <a:pt x="5357657" y="3992880"/>
                  <a:pt x="5349240" y="3992880"/>
                </a:cubicBezTo>
                <a:cubicBezTo>
                  <a:pt x="5340823" y="3992880"/>
                  <a:pt x="5334000" y="3986057"/>
                  <a:pt x="5334000" y="3977640"/>
                </a:cubicBezTo>
                <a:cubicBezTo>
                  <a:pt x="5334000" y="3969223"/>
                  <a:pt x="5340823" y="3962400"/>
                  <a:pt x="5349240" y="3962400"/>
                </a:cubicBezTo>
                <a:cubicBezTo>
                  <a:pt x="5357657" y="3962400"/>
                  <a:pt x="5364480" y="3969223"/>
                  <a:pt x="5364480" y="3977640"/>
                </a:cubicBezTo>
                <a:close/>
                <a:moveTo>
                  <a:pt x="5364480" y="4130040"/>
                </a:moveTo>
                <a:cubicBezTo>
                  <a:pt x="5364480" y="4138457"/>
                  <a:pt x="5357657" y="4145280"/>
                  <a:pt x="5349240" y="4145280"/>
                </a:cubicBezTo>
                <a:cubicBezTo>
                  <a:pt x="5340823" y="4145280"/>
                  <a:pt x="5334000" y="4138457"/>
                  <a:pt x="5334000" y="4130040"/>
                </a:cubicBezTo>
                <a:cubicBezTo>
                  <a:pt x="5334000" y="4121623"/>
                  <a:pt x="5340823" y="4114800"/>
                  <a:pt x="5349240" y="4114800"/>
                </a:cubicBezTo>
                <a:cubicBezTo>
                  <a:pt x="5357657" y="4114800"/>
                  <a:pt x="5364480" y="4121623"/>
                  <a:pt x="5364480" y="4130040"/>
                </a:cubicBezTo>
                <a:close/>
                <a:moveTo>
                  <a:pt x="5364480" y="4282440"/>
                </a:moveTo>
                <a:cubicBezTo>
                  <a:pt x="5364480" y="4290857"/>
                  <a:pt x="5357657" y="4297680"/>
                  <a:pt x="5349240" y="4297680"/>
                </a:cubicBezTo>
                <a:cubicBezTo>
                  <a:pt x="5340823" y="4297680"/>
                  <a:pt x="5334000" y="4290857"/>
                  <a:pt x="5334000" y="4282440"/>
                </a:cubicBezTo>
                <a:cubicBezTo>
                  <a:pt x="5334000" y="4274023"/>
                  <a:pt x="5340823" y="4267200"/>
                  <a:pt x="5349240" y="4267200"/>
                </a:cubicBezTo>
                <a:cubicBezTo>
                  <a:pt x="5357657" y="4267200"/>
                  <a:pt x="5364480" y="4274023"/>
                  <a:pt x="5364480" y="4282440"/>
                </a:cubicBezTo>
                <a:close/>
                <a:moveTo>
                  <a:pt x="5364480" y="4434840"/>
                </a:moveTo>
                <a:cubicBezTo>
                  <a:pt x="5364480" y="4443257"/>
                  <a:pt x="5357657" y="4450080"/>
                  <a:pt x="5349240" y="4450080"/>
                </a:cubicBezTo>
                <a:cubicBezTo>
                  <a:pt x="5340823" y="4450080"/>
                  <a:pt x="5334000" y="4443257"/>
                  <a:pt x="5334000" y="4434840"/>
                </a:cubicBezTo>
                <a:cubicBezTo>
                  <a:pt x="5334000" y="4426423"/>
                  <a:pt x="5340823" y="4419600"/>
                  <a:pt x="5349240" y="4419600"/>
                </a:cubicBezTo>
                <a:cubicBezTo>
                  <a:pt x="5357657" y="4419600"/>
                  <a:pt x="5364480" y="4426423"/>
                  <a:pt x="5364480" y="4434840"/>
                </a:cubicBezTo>
                <a:close/>
                <a:moveTo>
                  <a:pt x="5516880" y="15240"/>
                </a:moveTo>
                <a:cubicBezTo>
                  <a:pt x="5516880" y="23657"/>
                  <a:pt x="5510057" y="30480"/>
                  <a:pt x="5501640" y="30480"/>
                </a:cubicBezTo>
                <a:cubicBezTo>
                  <a:pt x="5493223" y="30480"/>
                  <a:pt x="5486400" y="23657"/>
                  <a:pt x="5486400" y="15240"/>
                </a:cubicBezTo>
                <a:cubicBezTo>
                  <a:pt x="5486400" y="6823"/>
                  <a:pt x="5493223" y="0"/>
                  <a:pt x="5501640" y="0"/>
                </a:cubicBezTo>
                <a:cubicBezTo>
                  <a:pt x="5510057" y="0"/>
                  <a:pt x="5516880" y="6823"/>
                  <a:pt x="5516880" y="15240"/>
                </a:cubicBezTo>
                <a:close/>
                <a:moveTo>
                  <a:pt x="5516880" y="167640"/>
                </a:moveTo>
                <a:cubicBezTo>
                  <a:pt x="5516880" y="176057"/>
                  <a:pt x="5510057" y="182880"/>
                  <a:pt x="5501640" y="182880"/>
                </a:cubicBezTo>
                <a:cubicBezTo>
                  <a:pt x="5493223" y="182880"/>
                  <a:pt x="5486400" y="176057"/>
                  <a:pt x="5486400" y="167640"/>
                </a:cubicBezTo>
                <a:cubicBezTo>
                  <a:pt x="5486400" y="159223"/>
                  <a:pt x="5493223" y="152400"/>
                  <a:pt x="5501640" y="152400"/>
                </a:cubicBezTo>
                <a:cubicBezTo>
                  <a:pt x="5510057" y="152400"/>
                  <a:pt x="5516880" y="159223"/>
                  <a:pt x="5516880" y="167640"/>
                </a:cubicBezTo>
                <a:close/>
                <a:moveTo>
                  <a:pt x="5516880" y="320040"/>
                </a:moveTo>
                <a:cubicBezTo>
                  <a:pt x="5516880" y="328457"/>
                  <a:pt x="5510057" y="335280"/>
                  <a:pt x="5501640" y="335280"/>
                </a:cubicBezTo>
                <a:cubicBezTo>
                  <a:pt x="5493223" y="335280"/>
                  <a:pt x="5486400" y="328457"/>
                  <a:pt x="5486400" y="320040"/>
                </a:cubicBezTo>
                <a:cubicBezTo>
                  <a:pt x="5486400" y="311623"/>
                  <a:pt x="5493223" y="304800"/>
                  <a:pt x="5501640" y="304800"/>
                </a:cubicBezTo>
                <a:cubicBezTo>
                  <a:pt x="5510057" y="304800"/>
                  <a:pt x="5516880" y="311623"/>
                  <a:pt x="5516880" y="320040"/>
                </a:cubicBezTo>
                <a:close/>
                <a:moveTo>
                  <a:pt x="5516880" y="472440"/>
                </a:moveTo>
                <a:cubicBezTo>
                  <a:pt x="5516880" y="480857"/>
                  <a:pt x="5510057" y="487680"/>
                  <a:pt x="5501640" y="487680"/>
                </a:cubicBezTo>
                <a:cubicBezTo>
                  <a:pt x="5493223" y="487680"/>
                  <a:pt x="5486400" y="480857"/>
                  <a:pt x="5486400" y="472440"/>
                </a:cubicBezTo>
                <a:cubicBezTo>
                  <a:pt x="5486400" y="464023"/>
                  <a:pt x="5493223" y="457200"/>
                  <a:pt x="5501640" y="457200"/>
                </a:cubicBezTo>
                <a:cubicBezTo>
                  <a:pt x="5510057" y="457200"/>
                  <a:pt x="5516880" y="464023"/>
                  <a:pt x="5516880" y="472440"/>
                </a:cubicBezTo>
                <a:close/>
                <a:moveTo>
                  <a:pt x="5516880" y="624840"/>
                </a:moveTo>
                <a:cubicBezTo>
                  <a:pt x="5516880" y="633257"/>
                  <a:pt x="5510057" y="640080"/>
                  <a:pt x="5501640" y="640080"/>
                </a:cubicBezTo>
                <a:cubicBezTo>
                  <a:pt x="5493223" y="640080"/>
                  <a:pt x="5486400" y="633257"/>
                  <a:pt x="5486400" y="624840"/>
                </a:cubicBezTo>
                <a:cubicBezTo>
                  <a:pt x="5486400" y="616423"/>
                  <a:pt x="5493223" y="609600"/>
                  <a:pt x="5501640" y="609600"/>
                </a:cubicBezTo>
                <a:cubicBezTo>
                  <a:pt x="5510057" y="609600"/>
                  <a:pt x="5516880" y="616423"/>
                  <a:pt x="5516880" y="624840"/>
                </a:cubicBezTo>
                <a:close/>
                <a:moveTo>
                  <a:pt x="5516880" y="777240"/>
                </a:moveTo>
                <a:cubicBezTo>
                  <a:pt x="5516880" y="785657"/>
                  <a:pt x="5510057" y="792480"/>
                  <a:pt x="5501640" y="792480"/>
                </a:cubicBezTo>
                <a:cubicBezTo>
                  <a:pt x="5493223" y="792480"/>
                  <a:pt x="5486400" y="785657"/>
                  <a:pt x="5486400" y="777240"/>
                </a:cubicBezTo>
                <a:cubicBezTo>
                  <a:pt x="5486400" y="768823"/>
                  <a:pt x="5493223" y="762000"/>
                  <a:pt x="5501640" y="762000"/>
                </a:cubicBezTo>
                <a:cubicBezTo>
                  <a:pt x="5510057" y="762000"/>
                  <a:pt x="5516880" y="768823"/>
                  <a:pt x="5516880" y="777240"/>
                </a:cubicBezTo>
                <a:close/>
                <a:moveTo>
                  <a:pt x="5516880" y="929640"/>
                </a:moveTo>
                <a:cubicBezTo>
                  <a:pt x="5516880" y="938057"/>
                  <a:pt x="5510057" y="944880"/>
                  <a:pt x="5501640" y="944880"/>
                </a:cubicBezTo>
                <a:cubicBezTo>
                  <a:pt x="5493223" y="944880"/>
                  <a:pt x="5486400" y="938057"/>
                  <a:pt x="5486400" y="929640"/>
                </a:cubicBezTo>
                <a:cubicBezTo>
                  <a:pt x="5486400" y="921223"/>
                  <a:pt x="5493223" y="914400"/>
                  <a:pt x="5501640" y="914400"/>
                </a:cubicBezTo>
                <a:cubicBezTo>
                  <a:pt x="5510057" y="914400"/>
                  <a:pt x="5516880" y="921223"/>
                  <a:pt x="5516880" y="929640"/>
                </a:cubicBezTo>
                <a:close/>
                <a:moveTo>
                  <a:pt x="5516880" y="1082040"/>
                </a:moveTo>
                <a:cubicBezTo>
                  <a:pt x="5516880" y="1090457"/>
                  <a:pt x="5510057" y="1097280"/>
                  <a:pt x="5501640" y="1097280"/>
                </a:cubicBezTo>
                <a:cubicBezTo>
                  <a:pt x="5493223" y="1097280"/>
                  <a:pt x="5486400" y="1090457"/>
                  <a:pt x="5486400" y="1082040"/>
                </a:cubicBezTo>
                <a:cubicBezTo>
                  <a:pt x="5486400" y="1073623"/>
                  <a:pt x="5493223" y="1066800"/>
                  <a:pt x="5501640" y="1066800"/>
                </a:cubicBezTo>
                <a:cubicBezTo>
                  <a:pt x="5510057" y="1066800"/>
                  <a:pt x="5516880" y="1073623"/>
                  <a:pt x="5516880" y="1082040"/>
                </a:cubicBezTo>
                <a:close/>
                <a:moveTo>
                  <a:pt x="5516880" y="1234440"/>
                </a:moveTo>
                <a:cubicBezTo>
                  <a:pt x="5516880" y="1242857"/>
                  <a:pt x="5510057" y="1249680"/>
                  <a:pt x="5501640" y="1249680"/>
                </a:cubicBezTo>
                <a:cubicBezTo>
                  <a:pt x="5493223" y="1249680"/>
                  <a:pt x="5486400" y="1242857"/>
                  <a:pt x="5486400" y="1234440"/>
                </a:cubicBezTo>
                <a:cubicBezTo>
                  <a:pt x="5486400" y="1226023"/>
                  <a:pt x="5493223" y="1219200"/>
                  <a:pt x="5501640" y="1219200"/>
                </a:cubicBezTo>
                <a:cubicBezTo>
                  <a:pt x="5510057" y="1219200"/>
                  <a:pt x="5516880" y="1226023"/>
                  <a:pt x="5516880" y="1234440"/>
                </a:cubicBezTo>
                <a:close/>
                <a:moveTo>
                  <a:pt x="5516880" y="1386840"/>
                </a:moveTo>
                <a:cubicBezTo>
                  <a:pt x="5516880" y="1395257"/>
                  <a:pt x="5510057" y="1402080"/>
                  <a:pt x="5501640" y="1402080"/>
                </a:cubicBezTo>
                <a:cubicBezTo>
                  <a:pt x="5493223" y="1402080"/>
                  <a:pt x="5486400" y="1395257"/>
                  <a:pt x="5486400" y="1386840"/>
                </a:cubicBezTo>
                <a:cubicBezTo>
                  <a:pt x="5486400" y="1378423"/>
                  <a:pt x="5493223" y="1371600"/>
                  <a:pt x="5501640" y="1371600"/>
                </a:cubicBezTo>
                <a:cubicBezTo>
                  <a:pt x="5510057" y="1371600"/>
                  <a:pt x="5516880" y="1378423"/>
                  <a:pt x="5516880" y="1386840"/>
                </a:cubicBezTo>
                <a:close/>
                <a:moveTo>
                  <a:pt x="5516880" y="1539240"/>
                </a:moveTo>
                <a:cubicBezTo>
                  <a:pt x="5516880" y="1547657"/>
                  <a:pt x="5510057" y="1554480"/>
                  <a:pt x="5501640" y="1554480"/>
                </a:cubicBezTo>
                <a:cubicBezTo>
                  <a:pt x="5493223" y="1554480"/>
                  <a:pt x="5486400" y="1547657"/>
                  <a:pt x="5486400" y="1539240"/>
                </a:cubicBezTo>
                <a:cubicBezTo>
                  <a:pt x="5486400" y="1530823"/>
                  <a:pt x="5493223" y="1524000"/>
                  <a:pt x="5501640" y="1524000"/>
                </a:cubicBezTo>
                <a:cubicBezTo>
                  <a:pt x="5510057" y="1524000"/>
                  <a:pt x="5516880" y="1530823"/>
                  <a:pt x="5516880" y="1539240"/>
                </a:cubicBezTo>
                <a:close/>
                <a:moveTo>
                  <a:pt x="5516880" y="1691640"/>
                </a:moveTo>
                <a:cubicBezTo>
                  <a:pt x="5516880" y="1700057"/>
                  <a:pt x="5510057" y="1706880"/>
                  <a:pt x="5501640" y="1706880"/>
                </a:cubicBezTo>
                <a:cubicBezTo>
                  <a:pt x="5493223" y="1706880"/>
                  <a:pt x="5486400" y="1700057"/>
                  <a:pt x="5486400" y="1691640"/>
                </a:cubicBezTo>
                <a:cubicBezTo>
                  <a:pt x="5486400" y="1683223"/>
                  <a:pt x="5493223" y="1676400"/>
                  <a:pt x="5501640" y="1676400"/>
                </a:cubicBezTo>
                <a:cubicBezTo>
                  <a:pt x="5510057" y="1676400"/>
                  <a:pt x="5516880" y="1683223"/>
                  <a:pt x="5516880" y="1691640"/>
                </a:cubicBezTo>
                <a:close/>
                <a:moveTo>
                  <a:pt x="5516880" y="1844040"/>
                </a:moveTo>
                <a:cubicBezTo>
                  <a:pt x="5516880" y="1852457"/>
                  <a:pt x="5510057" y="1859280"/>
                  <a:pt x="5501640" y="1859280"/>
                </a:cubicBezTo>
                <a:cubicBezTo>
                  <a:pt x="5493223" y="1859280"/>
                  <a:pt x="5486400" y="1852457"/>
                  <a:pt x="5486400" y="1844040"/>
                </a:cubicBezTo>
                <a:cubicBezTo>
                  <a:pt x="5486400" y="1835623"/>
                  <a:pt x="5493223" y="1828800"/>
                  <a:pt x="5501640" y="1828800"/>
                </a:cubicBezTo>
                <a:cubicBezTo>
                  <a:pt x="5510057" y="1828800"/>
                  <a:pt x="5516880" y="1835623"/>
                  <a:pt x="5516880" y="1844040"/>
                </a:cubicBezTo>
                <a:close/>
                <a:moveTo>
                  <a:pt x="5516880" y="1996440"/>
                </a:moveTo>
                <a:cubicBezTo>
                  <a:pt x="5516880" y="2004857"/>
                  <a:pt x="5510057" y="2011680"/>
                  <a:pt x="5501640" y="2011680"/>
                </a:cubicBezTo>
                <a:cubicBezTo>
                  <a:pt x="5493223" y="2011680"/>
                  <a:pt x="5486400" y="2004857"/>
                  <a:pt x="5486400" y="1996440"/>
                </a:cubicBezTo>
                <a:cubicBezTo>
                  <a:pt x="5486400" y="1988023"/>
                  <a:pt x="5493223" y="1981200"/>
                  <a:pt x="5501640" y="1981200"/>
                </a:cubicBezTo>
                <a:cubicBezTo>
                  <a:pt x="5510057" y="1981200"/>
                  <a:pt x="5516880" y="1988023"/>
                  <a:pt x="5516880" y="1996440"/>
                </a:cubicBezTo>
                <a:close/>
                <a:moveTo>
                  <a:pt x="5516880" y="2148840"/>
                </a:moveTo>
                <a:cubicBezTo>
                  <a:pt x="5516880" y="2157257"/>
                  <a:pt x="5510057" y="2164080"/>
                  <a:pt x="5501640" y="2164080"/>
                </a:cubicBezTo>
                <a:cubicBezTo>
                  <a:pt x="5493223" y="2164080"/>
                  <a:pt x="5486400" y="2157257"/>
                  <a:pt x="5486400" y="2148840"/>
                </a:cubicBezTo>
                <a:cubicBezTo>
                  <a:pt x="5486400" y="2140423"/>
                  <a:pt x="5493223" y="2133600"/>
                  <a:pt x="5501640" y="2133600"/>
                </a:cubicBezTo>
                <a:cubicBezTo>
                  <a:pt x="5510057" y="2133600"/>
                  <a:pt x="5516880" y="2140423"/>
                  <a:pt x="5516880" y="2148840"/>
                </a:cubicBezTo>
                <a:close/>
                <a:moveTo>
                  <a:pt x="5516880" y="2301240"/>
                </a:moveTo>
                <a:cubicBezTo>
                  <a:pt x="5516880" y="2309657"/>
                  <a:pt x="5510057" y="2316480"/>
                  <a:pt x="5501640" y="2316480"/>
                </a:cubicBezTo>
                <a:cubicBezTo>
                  <a:pt x="5493223" y="2316480"/>
                  <a:pt x="5486400" y="2309657"/>
                  <a:pt x="5486400" y="2301240"/>
                </a:cubicBezTo>
                <a:cubicBezTo>
                  <a:pt x="5486400" y="2292823"/>
                  <a:pt x="5493223" y="2286000"/>
                  <a:pt x="5501640" y="2286000"/>
                </a:cubicBezTo>
                <a:cubicBezTo>
                  <a:pt x="5510057" y="2286000"/>
                  <a:pt x="5516880" y="2292823"/>
                  <a:pt x="5516880" y="2301240"/>
                </a:cubicBezTo>
                <a:close/>
                <a:moveTo>
                  <a:pt x="5516880" y="2453640"/>
                </a:moveTo>
                <a:cubicBezTo>
                  <a:pt x="5516880" y="2462057"/>
                  <a:pt x="5510057" y="2468880"/>
                  <a:pt x="5501640" y="2468880"/>
                </a:cubicBezTo>
                <a:cubicBezTo>
                  <a:pt x="5493223" y="2468880"/>
                  <a:pt x="5486400" y="2462057"/>
                  <a:pt x="5486400" y="2453640"/>
                </a:cubicBezTo>
                <a:cubicBezTo>
                  <a:pt x="5486400" y="2445223"/>
                  <a:pt x="5493223" y="2438400"/>
                  <a:pt x="5501640" y="2438400"/>
                </a:cubicBezTo>
                <a:cubicBezTo>
                  <a:pt x="5510057" y="2438400"/>
                  <a:pt x="5516880" y="2445223"/>
                  <a:pt x="5516880" y="2453640"/>
                </a:cubicBezTo>
                <a:close/>
                <a:moveTo>
                  <a:pt x="5516880" y="2606040"/>
                </a:moveTo>
                <a:cubicBezTo>
                  <a:pt x="5516880" y="2614457"/>
                  <a:pt x="5510057" y="2621280"/>
                  <a:pt x="5501640" y="2621280"/>
                </a:cubicBezTo>
                <a:cubicBezTo>
                  <a:pt x="5493223" y="2621280"/>
                  <a:pt x="5486400" y="2614457"/>
                  <a:pt x="5486400" y="2606040"/>
                </a:cubicBezTo>
                <a:cubicBezTo>
                  <a:pt x="5486400" y="2597623"/>
                  <a:pt x="5493223" y="2590800"/>
                  <a:pt x="5501640" y="2590800"/>
                </a:cubicBezTo>
                <a:cubicBezTo>
                  <a:pt x="5510057" y="2590800"/>
                  <a:pt x="5516880" y="2597623"/>
                  <a:pt x="5516880" y="2606040"/>
                </a:cubicBezTo>
                <a:close/>
                <a:moveTo>
                  <a:pt x="5516880" y="2758440"/>
                </a:moveTo>
                <a:cubicBezTo>
                  <a:pt x="5516880" y="2766857"/>
                  <a:pt x="5510057" y="2773680"/>
                  <a:pt x="5501640" y="2773680"/>
                </a:cubicBezTo>
                <a:cubicBezTo>
                  <a:pt x="5493223" y="2773680"/>
                  <a:pt x="5486400" y="2766857"/>
                  <a:pt x="5486400" y="2758440"/>
                </a:cubicBezTo>
                <a:cubicBezTo>
                  <a:pt x="5486400" y="2750023"/>
                  <a:pt x="5493223" y="2743200"/>
                  <a:pt x="5501640" y="2743200"/>
                </a:cubicBezTo>
                <a:cubicBezTo>
                  <a:pt x="5510057" y="2743200"/>
                  <a:pt x="5516880" y="2750023"/>
                  <a:pt x="5516880" y="2758440"/>
                </a:cubicBezTo>
                <a:close/>
                <a:moveTo>
                  <a:pt x="5516880" y="2910840"/>
                </a:moveTo>
                <a:cubicBezTo>
                  <a:pt x="5516880" y="2919257"/>
                  <a:pt x="5510057" y="2926080"/>
                  <a:pt x="5501640" y="2926080"/>
                </a:cubicBezTo>
                <a:cubicBezTo>
                  <a:pt x="5493223" y="2926080"/>
                  <a:pt x="5486400" y="2919257"/>
                  <a:pt x="5486400" y="2910840"/>
                </a:cubicBezTo>
                <a:cubicBezTo>
                  <a:pt x="5486400" y="2902423"/>
                  <a:pt x="5493223" y="2895600"/>
                  <a:pt x="5501640" y="2895600"/>
                </a:cubicBezTo>
                <a:cubicBezTo>
                  <a:pt x="5510057" y="2895600"/>
                  <a:pt x="5516880" y="2902423"/>
                  <a:pt x="5516880" y="2910840"/>
                </a:cubicBezTo>
                <a:close/>
                <a:moveTo>
                  <a:pt x="5516880" y="3063240"/>
                </a:moveTo>
                <a:cubicBezTo>
                  <a:pt x="5516880" y="3071657"/>
                  <a:pt x="5510057" y="3078480"/>
                  <a:pt x="5501640" y="3078480"/>
                </a:cubicBezTo>
                <a:cubicBezTo>
                  <a:pt x="5493223" y="3078480"/>
                  <a:pt x="5486400" y="3071657"/>
                  <a:pt x="5486400" y="3063240"/>
                </a:cubicBezTo>
                <a:cubicBezTo>
                  <a:pt x="5486400" y="3054823"/>
                  <a:pt x="5493223" y="3048000"/>
                  <a:pt x="5501640" y="3048000"/>
                </a:cubicBezTo>
                <a:cubicBezTo>
                  <a:pt x="5510057" y="3048000"/>
                  <a:pt x="5516880" y="3054823"/>
                  <a:pt x="5516880" y="3063240"/>
                </a:cubicBezTo>
                <a:close/>
                <a:moveTo>
                  <a:pt x="5516880" y="3215640"/>
                </a:moveTo>
                <a:cubicBezTo>
                  <a:pt x="5516880" y="3224057"/>
                  <a:pt x="5510057" y="3230880"/>
                  <a:pt x="5501640" y="3230880"/>
                </a:cubicBezTo>
                <a:cubicBezTo>
                  <a:pt x="5493223" y="3230880"/>
                  <a:pt x="5486400" y="3224057"/>
                  <a:pt x="5486400" y="3215640"/>
                </a:cubicBezTo>
                <a:cubicBezTo>
                  <a:pt x="5486400" y="3207223"/>
                  <a:pt x="5493223" y="3200400"/>
                  <a:pt x="5501640" y="3200400"/>
                </a:cubicBezTo>
                <a:cubicBezTo>
                  <a:pt x="5510057" y="3200400"/>
                  <a:pt x="5516880" y="3207223"/>
                  <a:pt x="5516880" y="3215640"/>
                </a:cubicBezTo>
                <a:close/>
                <a:moveTo>
                  <a:pt x="5516880" y="3368040"/>
                </a:moveTo>
                <a:cubicBezTo>
                  <a:pt x="5516880" y="3376457"/>
                  <a:pt x="5510057" y="3383280"/>
                  <a:pt x="5501640" y="3383280"/>
                </a:cubicBezTo>
                <a:cubicBezTo>
                  <a:pt x="5493223" y="3383280"/>
                  <a:pt x="5486400" y="3376457"/>
                  <a:pt x="5486400" y="3368040"/>
                </a:cubicBezTo>
                <a:cubicBezTo>
                  <a:pt x="5486400" y="3359623"/>
                  <a:pt x="5493223" y="3352800"/>
                  <a:pt x="5501640" y="3352800"/>
                </a:cubicBezTo>
                <a:cubicBezTo>
                  <a:pt x="5510057" y="3352800"/>
                  <a:pt x="5516880" y="3359623"/>
                  <a:pt x="5516880" y="3368040"/>
                </a:cubicBezTo>
                <a:close/>
                <a:moveTo>
                  <a:pt x="5516880" y="3520440"/>
                </a:moveTo>
                <a:cubicBezTo>
                  <a:pt x="5516880" y="3528857"/>
                  <a:pt x="5510057" y="3535680"/>
                  <a:pt x="5501640" y="3535680"/>
                </a:cubicBezTo>
                <a:cubicBezTo>
                  <a:pt x="5493223" y="3535680"/>
                  <a:pt x="5486400" y="3528857"/>
                  <a:pt x="5486400" y="3520440"/>
                </a:cubicBezTo>
                <a:cubicBezTo>
                  <a:pt x="5486400" y="3512023"/>
                  <a:pt x="5493223" y="3505200"/>
                  <a:pt x="5501640" y="3505200"/>
                </a:cubicBezTo>
                <a:cubicBezTo>
                  <a:pt x="5510057" y="3505200"/>
                  <a:pt x="5516880" y="3512023"/>
                  <a:pt x="5516880" y="3520440"/>
                </a:cubicBezTo>
                <a:close/>
                <a:moveTo>
                  <a:pt x="5516880" y="3672840"/>
                </a:moveTo>
                <a:cubicBezTo>
                  <a:pt x="5516880" y="3681257"/>
                  <a:pt x="5510057" y="3688080"/>
                  <a:pt x="5501640" y="3688080"/>
                </a:cubicBezTo>
                <a:cubicBezTo>
                  <a:pt x="5493223" y="3688080"/>
                  <a:pt x="5486400" y="3681257"/>
                  <a:pt x="5486400" y="3672840"/>
                </a:cubicBezTo>
                <a:cubicBezTo>
                  <a:pt x="5486400" y="3664423"/>
                  <a:pt x="5493223" y="3657600"/>
                  <a:pt x="5501640" y="3657600"/>
                </a:cubicBezTo>
                <a:cubicBezTo>
                  <a:pt x="5510057" y="3657600"/>
                  <a:pt x="5516880" y="3664423"/>
                  <a:pt x="5516880" y="3672840"/>
                </a:cubicBezTo>
                <a:close/>
                <a:moveTo>
                  <a:pt x="5516880" y="3825240"/>
                </a:moveTo>
                <a:cubicBezTo>
                  <a:pt x="5516880" y="3833657"/>
                  <a:pt x="5510057" y="3840480"/>
                  <a:pt x="5501640" y="3840480"/>
                </a:cubicBezTo>
                <a:cubicBezTo>
                  <a:pt x="5493223" y="3840480"/>
                  <a:pt x="5486400" y="3833657"/>
                  <a:pt x="5486400" y="3825240"/>
                </a:cubicBezTo>
                <a:cubicBezTo>
                  <a:pt x="5486400" y="3816823"/>
                  <a:pt x="5493223" y="3810000"/>
                  <a:pt x="5501640" y="3810000"/>
                </a:cubicBezTo>
                <a:cubicBezTo>
                  <a:pt x="5510057" y="3810000"/>
                  <a:pt x="5516880" y="3816823"/>
                  <a:pt x="5516880" y="3825240"/>
                </a:cubicBezTo>
                <a:close/>
                <a:moveTo>
                  <a:pt x="5516880" y="3977640"/>
                </a:moveTo>
                <a:cubicBezTo>
                  <a:pt x="5516880" y="3986057"/>
                  <a:pt x="5510057" y="3992880"/>
                  <a:pt x="5501640" y="3992880"/>
                </a:cubicBezTo>
                <a:cubicBezTo>
                  <a:pt x="5493223" y="3992880"/>
                  <a:pt x="5486400" y="3986057"/>
                  <a:pt x="5486400" y="3977640"/>
                </a:cubicBezTo>
                <a:cubicBezTo>
                  <a:pt x="5486400" y="3969223"/>
                  <a:pt x="5493223" y="3962400"/>
                  <a:pt x="5501640" y="3962400"/>
                </a:cubicBezTo>
                <a:cubicBezTo>
                  <a:pt x="5510057" y="3962400"/>
                  <a:pt x="5516880" y="3969223"/>
                  <a:pt x="5516880" y="3977640"/>
                </a:cubicBezTo>
                <a:close/>
                <a:moveTo>
                  <a:pt x="5516880" y="4130040"/>
                </a:moveTo>
                <a:cubicBezTo>
                  <a:pt x="5516880" y="4138457"/>
                  <a:pt x="5510057" y="4145280"/>
                  <a:pt x="5501640" y="4145280"/>
                </a:cubicBezTo>
                <a:cubicBezTo>
                  <a:pt x="5493223" y="4145280"/>
                  <a:pt x="5486400" y="4138457"/>
                  <a:pt x="5486400" y="4130040"/>
                </a:cubicBezTo>
                <a:cubicBezTo>
                  <a:pt x="5486400" y="4121623"/>
                  <a:pt x="5493223" y="4114800"/>
                  <a:pt x="5501640" y="4114800"/>
                </a:cubicBezTo>
                <a:cubicBezTo>
                  <a:pt x="5510057" y="4114800"/>
                  <a:pt x="5516880" y="4121623"/>
                  <a:pt x="5516880" y="4130040"/>
                </a:cubicBezTo>
                <a:close/>
                <a:moveTo>
                  <a:pt x="5516880" y="4282440"/>
                </a:moveTo>
                <a:cubicBezTo>
                  <a:pt x="5516880" y="4290857"/>
                  <a:pt x="5510057" y="4297680"/>
                  <a:pt x="5501640" y="4297680"/>
                </a:cubicBezTo>
                <a:cubicBezTo>
                  <a:pt x="5493223" y="4297680"/>
                  <a:pt x="5486400" y="4290857"/>
                  <a:pt x="5486400" y="4282440"/>
                </a:cubicBezTo>
                <a:cubicBezTo>
                  <a:pt x="5486400" y="4274023"/>
                  <a:pt x="5493223" y="4267200"/>
                  <a:pt x="5501640" y="4267200"/>
                </a:cubicBezTo>
                <a:cubicBezTo>
                  <a:pt x="5510057" y="4267200"/>
                  <a:pt x="5516880" y="4274023"/>
                  <a:pt x="5516880" y="4282440"/>
                </a:cubicBezTo>
                <a:close/>
                <a:moveTo>
                  <a:pt x="5516880" y="4434840"/>
                </a:moveTo>
                <a:cubicBezTo>
                  <a:pt x="5516880" y="4443257"/>
                  <a:pt x="5510057" y="4450080"/>
                  <a:pt x="5501640" y="4450080"/>
                </a:cubicBezTo>
                <a:cubicBezTo>
                  <a:pt x="5493223" y="4450080"/>
                  <a:pt x="5486400" y="4443257"/>
                  <a:pt x="5486400" y="4434840"/>
                </a:cubicBezTo>
                <a:cubicBezTo>
                  <a:pt x="5486400" y="4426423"/>
                  <a:pt x="5493223" y="4419600"/>
                  <a:pt x="5501640" y="4419600"/>
                </a:cubicBezTo>
                <a:cubicBezTo>
                  <a:pt x="5510057" y="4419600"/>
                  <a:pt x="5516880" y="4426423"/>
                  <a:pt x="5516880" y="4434840"/>
                </a:cubicBezTo>
                <a:close/>
                <a:moveTo>
                  <a:pt x="5669280" y="15240"/>
                </a:moveTo>
                <a:cubicBezTo>
                  <a:pt x="5669280" y="23657"/>
                  <a:pt x="5662457" y="30480"/>
                  <a:pt x="5654040" y="30480"/>
                </a:cubicBezTo>
                <a:cubicBezTo>
                  <a:pt x="5645623" y="30480"/>
                  <a:pt x="5638800" y="23657"/>
                  <a:pt x="5638800" y="15240"/>
                </a:cubicBezTo>
                <a:cubicBezTo>
                  <a:pt x="5638800" y="6823"/>
                  <a:pt x="5645623" y="0"/>
                  <a:pt x="5654040" y="0"/>
                </a:cubicBezTo>
                <a:cubicBezTo>
                  <a:pt x="5662457" y="0"/>
                  <a:pt x="5669280" y="6823"/>
                  <a:pt x="5669280" y="15240"/>
                </a:cubicBezTo>
                <a:close/>
                <a:moveTo>
                  <a:pt x="5669280" y="167640"/>
                </a:moveTo>
                <a:cubicBezTo>
                  <a:pt x="5669280" y="176057"/>
                  <a:pt x="5662457" y="182880"/>
                  <a:pt x="5654040" y="182880"/>
                </a:cubicBezTo>
                <a:cubicBezTo>
                  <a:pt x="5645623" y="182880"/>
                  <a:pt x="5638800" y="176057"/>
                  <a:pt x="5638800" y="167640"/>
                </a:cubicBezTo>
                <a:cubicBezTo>
                  <a:pt x="5638800" y="159223"/>
                  <a:pt x="5645623" y="152400"/>
                  <a:pt x="5654040" y="152400"/>
                </a:cubicBezTo>
                <a:cubicBezTo>
                  <a:pt x="5662457" y="152400"/>
                  <a:pt x="5669280" y="159223"/>
                  <a:pt x="5669280" y="167640"/>
                </a:cubicBezTo>
                <a:close/>
                <a:moveTo>
                  <a:pt x="5669280" y="320040"/>
                </a:moveTo>
                <a:cubicBezTo>
                  <a:pt x="5669280" y="328457"/>
                  <a:pt x="5662457" y="335280"/>
                  <a:pt x="5654040" y="335280"/>
                </a:cubicBezTo>
                <a:cubicBezTo>
                  <a:pt x="5645623" y="335280"/>
                  <a:pt x="5638800" y="328457"/>
                  <a:pt x="5638800" y="320040"/>
                </a:cubicBezTo>
                <a:cubicBezTo>
                  <a:pt x="5638800" y="311623"/>
                  <a:pt x="5645623" y="304800"/>
                  <a:pt x="5654040" y="304800"/>
                </a:cubicBezTo>
                <a:cubicBezTo>
                  <a:pt x="5662457" y="304800"/>
                  <a:pt x="5669280" y="311623"/>
                  <a:pt x="5669280" y="320040"/>
                </a:cubicBezTo>
                <a:close/>
                <a:moveTo>
                  <a:pt x="5669280" y="472440"/>
                </a:moveTo>
                <a:cubicBezTo>
                  <a:pt x="5669280" y="480857"/>
                  <a:pt x="5662457" y="487680"/>
                  <a:pt x="5654040" y="487680"/>
                </a:cubicBezTo>
                <a:cubicBezTo>
                  <a:pt x="5645623" y="487680"/>
                  <a:pt x="5638800" y="480857"/>
                  <a:pt x="5638800" y="472440"/>
                </a:cubicBezTo>
                <a:cubicBezTo>
                  <a:pt x="5638800" y="464023"/>
                  <a:pt x="5645623" y="457200"/>
                  <a:pt x="5654040" y="457200"/>
                </a:cubicBezTo>
                <a:cubicBezTo>
                  <a:pt x="5662457" y="457200"/>
                  <a:pt x="5669280" y="464023"/>
                  <a:pt x="5669280" y="472440"/>
                </a:cubicBezTo>
                <a:close/>
                <a:moveTo>
                  <a:pt x="5669280" y="624840"/>
                </a:moveTo>
                <a:cubicBezTo>
                  <a:pt x="5669280" y="633257"/>
                  <a:pt x="5662457" y="640080"/>
                  <a:pt x="5654040" y="640080"/>
                </a:cubicBezTo>
                <a:cubicBezTo>
                  <a:pt x="5645623" y="640080"/>
                  <a:pt x="5638800" y="633257"/>
                  <a:pt x="5638800" y="624840"/>
                </a:cubicBezTo>
                <a:cubicBezTo>
                  <a:pt x="5638800" y="616423"/>
                  <a:pt x="5645623" y="609600"/>
                  <a:pt x="5654040" y="609600"/>
                </a:cubicBezTo>
                <a:cubicBezTo>
                  <a:pt x="5662457" y="609600"/>
                  <a:pt x="5669280" y="616423"/>
                  <a:pt x="5669280" y="624840"/>
                </a:cubicBezTo>
                <a:close/>
                <a:moveTo>
                  <a:pt x="5669280" y="777240"/>
                </a:moveTo>
                <a:cubicBezTo>
                  <a:pt x="5669280" y="785657"/>
                  <a:pt x="5662457" y="792480"/>
                  <a:pt x="5654040" y="792480"/>
                </a:cubicBezTo>
                <a:cubicBezTo>
                  <a:pt x="5645623" y="792480"/>
                  <a:pt x="5638800" y="785657"/>
                  <a:pt x="5638800" y="777240"/>
                </a:cubicBezTo>
                <a:cubicBezTo>
                  <a:pt x="5638800" y="768823"/>
                  <a:pt x="5645623" y="762000"/>
                  <a:pt x="5654040" y="762000"/>
                </a:cubicBezTo>
                <a:cubicBezTo>
                  <a:pt x="5662457" y="762000"/>
                  <a:pt x="5669280" y="768823"/>
                  <a:pt x="5669280" y="777240"/>
                </a:cubicBezTo>
                <a:close/>
                <a:moveTo>
                  <a:pt x="5669280" y="929640"/>
                </a:moveTo>
                <a:cubicBezTo>
                  <a:pt x="5669280" y="938057"/>
                  <a:pt x="5662457" y="944880"/>
                  <a:pt x="5654040" y="944880"/>
                </a:cubicBezTo>
                <a:cubicBezTo>
                  <a:pt x="5645623" y="944880"/>
                  <a:pt x="5638800" y="938057"/>
                  <a:pt x="5638800" y="929640"/>
                </a:cubicBezTo>
                <a:cubicBezTo>
                  <a:pt x="5638800" y="921223"/>
                  <a:pt x="5645623" y="914400"/>
                  <a:pt x="5654040" y="914400"/>
                </a:cubicBezTo>
                <a:cubicBezTo>
                  <a:pt x="5662457" y="914400"/>
                  <a:pt x="5669280" y="921223"/>
                  <a:pt x="5669280" y="929640"/>
                </a:cubicBezTo>
                <a:close/>
                <a:moveTo>
                  <a:pt x="5669280" y="1082040"/>
                </a:moveTo>
                <a:cubicBezTo>
                  <a:pt x="5669280" y="1090457"/>
                  <a:pt x="5662457" y="1097280"/>
                  <a:pt x="5654040" y="1097280"/>
                </a:cubicBezTo>
                <a:cubicBezTo>
                  <a:pt x="5645623" y="1097280"/>
                  <a:pt x="5638800" y="1090457"/>
                  <a:pt x="5638800" y="1082040"/>
                </a:cubicBezTo>
                <a:cubicBezTo>
                  <a:pt x="5638800" y="1073623"/>
                  <a:pt x="5645623" y="1066800"/>
                  <a:pt x="5654040" y="1066800"/>
                </a:cubicBezTo>
                <a:cubicBezTo>
                  <a:pt x="5662457" y="1066800"/>
                  <a:pt x="5669280" y="1073623"/>
                  <a:pt x="5669280" y="1082040"/>
                </a:cubicBezTo>
                <a:close/>
                <a:moveTo>
                  <a:pt x="5669280" y="1234440"/>
                </a:moveTo>
                <a:cubicBezTo>
                  <a:pt x="5669280" y="1242857"/>
                  <a:pt x="5662457" y="1249680"/>
                  <a:pt x="5654040" y="1249680"/>
                </a:cubicBezTo>
                <a:cubicBezTo>
                  <a:pt x="5645623" y="1249680"/>
                  <a:pt x="5638800" y="1242857"/>
                  <a:pt x="5638800" y="1234440"/>
                </a:cubicBezTo>
                <a:cubicBezTo>
                  <a:pt x="5638800" y="1226023"/>
                  <a:pt x="5645623" y="1219200"/>
                  <a:pt x="5654040" y="1219200"/>
                </a:cubicBezTo>
                <a:cubicBezTo>
                  <a:pt x="5662457" y="1219200"/>
                  <a:pt x="5669280" y="1226023"/>
                  <a:pt x="5669280" y="1234440"/>
                </a:cubicBezTo>
                <a:close/>
                <a:moveTo>
                  <a:pt x="5669280" y="1386840"/>
                </a:moveTo>
                <a:cubicBezTo>
                  <a:pt x="5669280" y="1395257"/>
                  <a:pt x="5662457" y="1402080"/>
                  <a:pt x="5654040" y="1402080"/>
                </a:cubicBezTo>
                <a:cubicBezTo>
                  <a:pt x="5645623" y="1402080"/>
                  <a:pt x="5638800" y="1395257"/>
                  <a:pt x="5638800" y="1386840"/>
                </a:cubicBezTo>
                <a:cubicBezTo>
                  <a:pt x="5638800" y="1378423"/>
                  <a:pt x="5645623" y="1371600"/>
                  <a:pt x="5654040" y="1371600"/>
                </a:cubicBezTo>
                <a:cubicBezTo>
                  <a:pt x="5662457" y="1371600"/>
                  <a:pt x="5669280" y="1378423"/>
                  <a:pt x="5669280" y="1386840"/>
                </a:cubicBezTo>
                <a:close/>
                <a:moveTo>
                  <a:pt x="5669280" y="1539240"/>
                </a:moveTo>
                <a:cubicBezTo>
                  <a:pt x="5669280" y="1547657"/>
                  <a:pt x="5662457" y="1554480"/>
                  <a:pt x="5654040" y="1554480"/>
                </a:cubicBezTo>
                <a:cubicBezTo>
                  <a:pt x="5645623" y="1554480"/>
                  <a:pt x="5638800" y="1547657"/>
                  <a:pt x="5638800" y="1539240"/>
                </a:cubicBezTo>
                <a:cubicBezTo>
                  <a:pt x="5638800" y="1530823"/>
                  <a:pt x="5645623" y="1524000"/>
                  <a:pt x="5654040" y="1524000"/>
                </a:cubicBezTo>
                <a:cubicBezTo>
                  <a:pt x="5662457" y="1524000"/>
                  <a:pt x="5669280" y="1530823"/>
                  <a:pt x="5669280" y="1539240"/>
                </a:cubicBezTo>
                <a:close/>
                <a:moveTo>
                  <a:pt x="5669280" y="1691640"/>
                </a:moveTo>
                <a:cubicBezTo>
                  <a:pt x="5669280" y="1700057"/>
                  <a:pt x="5662457" y="1706880"/>
                  <a:pt x="5654040" y="1706880"/>
                </a:cubicBezTo>
                <a:cubicBezTo>
                  <a:pt x="5645623" y="1706880"/>
                  <a:pt x="5638800" y="1700057"/>
                  <a:pt x="5638800" y="1691640"/>
                </a:cubicBezTo>
                <a:cubicBezTo>
                  <a:pt x="5638800" y="1683223"/>
                  <a:pt x="5645623" y="1676400"/>
                  <a:pt x="5654040" y="1676400"/>
                </a:cubicBezTo>
                <a:cubicBezTo>
                  <a:pt x="5662457" y="1676400"/>
                  <a:pt x="5669280" y="1683223"/>
                  <a:pt x="5669280" y="1691640"/>
                </a:cubicBezTo>
                <a:close/>
                <a:moveTo>
                  <a:pt x="5669280" y="1844040"/>
                </a:moveTo>
                <a:cubicBezTo>
                  <a:pt x="5669280" y="1852457"/>
                  <a:pt x="5662457" y="1859280"/>
                  <a:pt x="5654040" y="1859280"/>
                </a:cubicBezTo>
                <a:cubicBezTo>
                  <a:pt x="5645623" y="1859280"/>
                  <a:pt x="5638800" y="1852457"/>
                  <a:pt x="5638800" y="1844040"/>
                </a:cubicBezTo>
                <a:cubicBezTo>
                  <a:pt x="5638800" y="1835623"/>
                  <a:pt x="5645623" y="1828800"/>
                  <a:pt x="5654040" y="1828800"/>
                </a:cubicBezTo>
                <a:cubicBezTo>
                  <a:pt x="5662457" y="1828800"/>
                  <a:pt x="5669280" y="1835623"/>
                  <a:pt x="5669280" y="1844040"/>
                </a:cubicBezTo>
                <a:close/>
                <a:moveTo>
                  <a:pt x="5669280" y="1996440"/>
                </a:moveTo>
                <a:cubicBezTo>
                  <a:pt x="5669280" y="2004857"/>
                  <a:pt x="5662457" y="2011680"/>
                  <a:pt x="5654040" y="2011680"/>
                </a:cubicBezTo>
                <a:cubicBezTo>
                  <a:pt x="5645623" y="2011680"/>
                  <a:pt x="5638800" y="2004857"/>
                  <a:pt x="5638800" y="1996440"/>
                </a:cubicBezTo>
                <a:cubicBezTo>
                  <a:pt x="5638800" y="1988023"/>
                  <a:pt x="5645623" y="1981200"/>
                  <a:pt x="5654040" y="1981200"/>
                </a:cubicBezTo>
                <a:cubicBezTo>
                  <a:pt x="5662457" y="1981200"/>
                  <a:pt x="5669280" y="1988023"/>
                  <a:pt x="5669280" y="1996440"/>
                </a:cubicBezTo>
                <a:close/>
                <a:moveTo>
                  <a:pt x="5669280" y="2148840"/>
                </a:moveTo>
                <a:cubicBezTo>
                  <a:pt x="5669280" y="2157257"/>
                  <a:pt x="5662457" y="2164080"/>
                  <a:pt x="5654040" y="2164080"/>
                </a:cubicBezTo>
                <a:cubicBezTo>
                  <a:pt x="5645623" y="2164080"/>
                  <a:pt x="5638800" y="2157257"/>
                  <a:pt x="5638800" y="2148840"/>
                </a:cubicBezTo>
                <a:cubicBezTo>
                  <a:pt x="5638800" y="2140423"/>
                  <a:pt x="5645623" y="2133600"/>
                  <a:pt x="5654040" y="2133600"/>
                </a:cubicBezTo>
                <a:cubicBezTo>
                  <a:pt x="5662457" y="2133600"/>
                  <a:pt x="5669280" y="2140423"/>
                  <a:pt x="5669280" y="2148840"/>
                </a:cubicBezTo>
                <a:close/>
                <a:moveTo>
                  <a:pt x="5669280" y="2301240"/>
                </a:moveTo>
                <a:cubicBezTo>
                  <a:pt x="5669280" y="2309657"/>
                  <a:pt x="5662457" y="2316480"/>
                  <a:pt x="5654040" y="2316480"/>
                </a:cubicBezTo>
                <a:cubicBezTo>
                  <a:pt x="5645623" y="2316480"/>
                  <a:pt x="5638800" y="2309657"/>
                  <a:pt x="5638800" y="2301240"/>
                </a:cubicBezTo>
                <a:cubicBezTo>
                  <a:pt x="5638800" y="2292823"/>
                  <a:pt x="5645623" y="2286000"/>
                  <a:pt x="5654040" y="2286000"/>
                </a:cubicBezTo>
                <a:cubicBezTo>
                  <a:pt x="5662457" y="2286000"/>
                  <a:pt x="5669280" y="2292823"/>
                  <a:pt x="5669280" y="2301240"/>
                </a:cubicBezTo>
                <a:close/>
                <a:moveTo>
                  <a:pt x="5669280" y="2453640"/>
                </a:moveTo>
                <a:cubicBezTo>
                  <a:pt x="5669280" y="2462057"/>
                  <a:pt x="5662457" y="2468880"/>
                  <a:pt x="5654040" y="2468880"/>
                </a:cubicBezTo>
                <a:cubicBezTo>
                  <a:pt x="5645623" y="2468880"/>
                  <a:pt x="5638800" y="2462057"/>
                  <a:pt x="5638800" y="2453640"/>
                </a:cubicBezTo>
                <a:cubicBezTo>
                  <a:pt x="5638800" y="2445223"/>
                  <a:pt x="5645623" y="2438400"/>
                  <a:pt x="5654040" y="2438400"/>
                </a:cubicBezTo>
                <a:cubicBezTo>
                  <a:pt x="5662457" y="2438400"/>
                  <a:pt x="5669280" y="2445223"/>
                  <a:pt x="5669280" y="2453640"/>
                </a:cubicBezTo>
                <a:close/>
                <a:moveTo>
                  <a:pt x="5669280" y="2606040"/>
                </a:moveTo>
                <a:cubicBezTo>
                  <a:pt x="5669280" y="2614457"/>
                  <a:pt x="5662457" y="2621280"/>
                  <a:pt x="5654040" y="2621280"/>
                </a:cubicBezTo>
                <a:cubicBezTo>
                  <a:pt x="5645623" y="2621280"/>
                  <a:pt x="5638800" y="2614457"/>
                  <a:pt x="5638800" y="2606040"/>
                </a:cubicBezTo>
                <a:cubicBezTo>
                  <a:pt x="5638800" y="2597623"/>
                  <a:pt x="5645623" y="2590800"/>
                  <a:pt x="5654040" y="2590800"/>
                </a:cubicBezTo>
                <a:cubicBezTo>
                  <a:pt x="5662457" y="2590800"/>
                  <a:pt x="5669280" y="2597623"/>
                  <a:pt x="5669280" y="2606040"/>
                </a:cubicBezTo>
                <a:close/>
                <a:moveTo>
                  <a:pt x="5669280" y="2758440"/>
                </a:moveTo>
                <a:cubicBezTo>
                  <a:pt x="5669280" y="2766857"/>
                  <a:pt x="5662457" y="2773680"/>
                  <a:pt x="5654040" y="2773680"/>
                </a:cubicBezTo>
                <a:cubicBezTo>
                  <a:pt x="5645623" y="2773680"/>
                  <a:pt x="5638800" y="2766857"/>
                  <a:pt x="5638800" y="2758440"/>
                </a:cubicBezTo>
                <a:cubicBezTo>
                  <a:pt x="5638800" y="2750023"/>
                  <a:pt x="5645623" y="2743200"/>
                  <a:pt x="5654040" y="2743200"/>
                </a:cubicBezTo>
                <a:cubicBezTo>
                  <a:pt x="5662457" y="2743200"/>
                  <a:pt x="5669280" y="2750023"/>
                  <a:pt x="5669280" y="2758440"/>
                </a:cubicBezTo>
                <a:close/>
                <a:moveTo>
                  <a:pt x="5669280" y="2910840"/>
                </a:moveTo>
                <a:cubicBezTo>
                  <a:pt x="5669280" y="2919257"/>
                  <a:pt x="5662457" y="2926080"/>
                  <a:pt x="5654040" y="2926080"/>
                </a:cubicBezTo>
                <a:cubicBezTo>
                  <a:pt x="5645623" y="2926080"/>
                  <a:pt x="5638800" y="2919257"/>
                  <a:pt x="5638800" y="2910840"/>
                </a:cubicBezTo>
                <a:cubicBezTo>
                  <a:pt x="5638800" y="2902423"/>
                  <a:pt x="5645623" y="2895600"/>
                  <a:pt x="5654040" y="2895600"/>
                </a:cubicBezTo>
                <a:cubicBezTo>
                  <a:pt x="5662457" y="2895600"/>
                  <a:pt x="5669280" y="2902423"/>
                  <a:pt x="5669280" y="2910840"/>
                </a:cubicBezTo>
                <a:close/>
                <a:moveTo>
                  <a:pt x="5669280" y="3063240"/>
                </a:moveTo>
                <a:cubicBezTo>
                  <a:pt x="5669280" y="3071657"/>
                  <a:pt x="5662457" y="3078480"/>
                  <a:pt x="5654040" y="3078480"/>
                </a:cubicBezTo>
                <a:cubicBezTo>
                  <a:pt x="5645623" y="3078480"/>
                  <a:pt x="5638800" y="3071657"/>
                  <a:pt x="5638800" y="3063240"/>
                </a:cubicBezTo>
                <a:cubicBezTo>
                  <a:pt x="5638800" y="3054823"/>
                  <a:pt x="5645623" y="3048000"/>
                  <a:pt x="5654040" y="3048000"/>
                </a:cubicBezTo>
                <a:cubicBezTo>
                  <a:pt x="5662457" y="3048000"/>
                  <a:pt x="5669280" y="3054823"/>
                  <a:pt x="5669280" y="3063240"/>
                </a:cubicBezTo>
                <a:close/>
                <a:moveTo>
                  <a:pt x="5669280" y="3215640"/>
                </a:moveTo>
                <a:cubicBezTo>
                  <a:pt x="5669280" y="3224057"/>
                  <a:pt x="5662457" y="3230880"/>
                  <a:pt x="5654040" y="3230880"/>
                </a:cubicBezTo>
                <a:cubicBezTo>
                  <a:pt x="5645623" y="3230880"/>
                  <a:pt x="5638800" y="3224057"/>
                  <a:pt x="5638800" y="3215640"/>
                </a:cubicBezTo>
                <a:cubicBezTo>
                  <a:pt x="5638800" y="3207223"/>
                  <a:pt x="5645623" y="3200400"/>
                  <a:pt x="5654040" y="3200400"/>
                </a:cubicBezTo>
                <a:cubicBezTo>
                  <a:pt x="5662457" y="3200400"/>
                  <a:pt x="5669280" y="3207223"/>
                  <a:pt x="5669280" y="3215640"/>
                </a:cubicBezTo>
                <a:close/>
                <a:moveTo>
                  <a:pt x="5669280" y="3368040"/>
                </a:moveTo>
                <a:cubicBezTo>
                  <a:pt x="5669280" y="3376457"/>
                  <a:pt x="5662457" y="3383280"/>
                  <a:pt x="5654040" y="3383280"/>
                </a:cubicBezTo>
                <a:cubicBezTo>
                  <a:pt x="5645623" y="3383280"/>
                  <a:pt x="5638800" y="3376457"/>
                  <a:pt x="5638800" y="3368040"/>
                </a:cubicBezTo>
                <a:cubicBezTo>
                  <a:pt x="5638800" y="3359623"/>
                  <a:pt x="5645623" y="3352800"/>
                  <a:pt x="5654040" y="3352800"/>
                </a:cubicBezTo>
                <a:cubicBezTo>
                  <a:pt x="5662457" y="3352800"/>
                  <a:pt x="5669280" y="3359623"/>
                  <a:pt x="5669280" y="3368040"/>
                </a:cubicBezTo>
                <a:close/>
                <a:moveTo>
                  <a:pt x="5669280" y="3520440"/>
                </a:moveTo>
                <a:cubicBezTo>
                  <a:pt x="5669280" y="3528857"/>
                  <a:pt x="5662457" y="3535680"/>
                  <a:pt x="5654040" y="3535680"/>
                </a:cubicBezTo>
                <a:cubicBezTo>
                  <a:pt x="5645623" y="3535680"/>
                  <a:pt x="5638800" y="3528857"/>
                  <a:pt x="5638800" y="3520440"/>
                </a:cubicBezTo>
                <a:cubicBezTo>
                  <a:pt x="5638800" y="3512023"/>
                  <a:pt x="5645623" y="3505200"/>
                  <a:pt x="5654040" y="3505200"/>
                </a:cubicBezTo>
                <a:cubicBezTo>
                  <a:pt x="5662457" y="3505200"/>
                  <a:pt x="5669280" y="3512023"/>
                  <a:pt x="5669280" y="3520440"/>
                </a:cubicBezTo>
                <a:close/>
                <a:moveTo>
                  <a:pt x="5669280" y="3672840"/>
                </a:moveTo>
                <a:cubicBezTo>
                  <a:pt x="5669280" y="3681257"/>
                  <a:pt x="5662457" y="3688080"/>
                  <a:pt x="5654040" y="3688080"/>
                </a:cubicBezTo>
                <a:cubicBezTo>
                  <a:pt x="5645623" y="3688080"/>
                  <a:pt x="5638800" y="3681257"/>
                  <a:pt x="5638800" y="3672840"/>
                </a:cubicBezTo>
                <a:cubicBezTo>
                  <a:pt x="5638800" y="3664423"/>
                  <a:pt x="5645623" y="3657600"/>
                  <a:pt x="5654040" y="3657600"/>
                </a:cubicBezTo>
                <a:cubicBezTo>
                  <a:pt x="5662457" y="3657600"/>
                  <a:pt x="5669280" y="3664423"/>
                  <a:pt x="5669280" y="3672840"/>
                </a:cubicBezTo>
                <a:close/>
                <a:moveTo>
                  <a:pt x="5669280" y="3825240"/>
                </a:moveTo>
                <a:cubicBezTo>
                  <a:pt x="5669280" y="3833657"/>
                  <a:pt x="5662457" y="3840480"/>
                  <a:pt x="5654040" y="3840480"/>
                </a:cubicBezTo>
                <a:cubicBezTo>
                  <a:pt x="5645623" y="3840480"/>
                  <a:pt x="5638800" y="3833657"/>
                  <a:pt x="5638800" y="3825240"/>
                </a:cubicBezTo>
                <a:cubicBezTo>
                  <a:pt x="5638800" y="3816823"/>
                  <a:pt x="5645623" y="3810000"/>
                  <a:pt x="5654040" y="3810000"/>
                </a:cubicBezTo>
                <a:cubicBezTo>
                  <a:pt x="5662457" y="3810000"/>
                  <a:pt x="5669280" y="3816823"/>
                  <a:pt x="5669280" y="3825240"/>
                </a:cubicBezTo>
                <a:close/>
                <a:moveTo>
                  <a:pt x="5669280" y="3977640"/>
                </a:moveTo>
                <a:cubicBezTo>
                  <a:pt x="5669280" y="3986057"/>
                  <a:pt x="5662457" y="3992880"/>
                  <a:pt x="5654040" y="3992880"/>
                </a:cubicBezTo>
                <a:cubicBezTo>
                  <a:pt x="5645623" y="3992880"/>
                  <a:pt x="5638800" y="3986057"/>
                  <a:pt x="5638800" y="3977640"/>
                </a:cubicBezTo>
                <a:cubicBezTo>
                  <a:pt x="5638800" y="3969223"/>
                  <a:pt x="5645623" y="3962400"/>
                  <a:pt x="5654040" y="3962400"/>
                </a:cubicBezTo>
                <a:cubicBezTo>
                  <a:pt x="5662457" y="3962400"/>
                  <a:pt x="5669280" y="3969223"/>
                  <a:pt x="5669280" y="3977640"/>
                </a:cubicBezTo>
                <a:close/>
                <a:moveTo>
                  <a:pt x="5669280" y="4130040"/>
                </a:moveTo>
                <a:cubicBezTo>
                  <a:pt x="5669280" y="4138457"/>
                  <a:pt x="5662457" y="4145280"/>
                  <a:pt x="5654040" y="4145280"/>
                </a:cubicBezTo>
                <a:cubicBezTo>
                  <a:pt x="5645623" y="4145280"/>
                  <a:pt x="5638800" y="4138457"/>
                  <a:pt x="5638800" y="4130040"/>
                </a:cubicBezTo>
                <a:cubicBezTo>
                  <a:pt x="5638800" y="4121623"/>
                  <a:pt x="5645623" y="4114800"/>
                  <a:pt x="5654040" y="4114800"/>
                </a:cubicBezTo>
                <a:cubicBezTo>
                  <a:pt x="5662457" y="4114800"/>
                  <a:pt x="5669280" y="4121623"/>
                  <a:pt x="5669280" y="4130040"/>
                </a:cubicBezTo>
                <a:close/>
                <a:moveTo>
                  <a:pt x="5669280" y="4282440"/>
                </a:moveTo>
                <a:cubicBezTo>
                  <a:pt x="5669280" y="4290857"/>
                  <a:pt x="5662457" y="4297680"/>
                  <a:pt x="5654040" y="4297680"/>
                </a:cubicBezTo>
                <a:cubicBezTo>
                  <a:pt x="5645623" y="4297680"/>
                  <a:pt x="5638800" y="4290857"/>
                  <a:pt x="5638800" y="4282440"/>
                </a:cubicBezTo>
                <a:cubicBezTo>
                  <a:pt x="5638800" y="4274023"/>
                  <a:pt x="5645623" y="4267200"/>
                  <a:pt x="5654040" y="4267200"/>
                </a:cubicBezTo>
                <a:cubicBezTo>
                  <a:pt x="5662457" y="4267200"/>
                  <a:pt x="5669280" y="4274023"/>
                  <a:pt x="5669280" y="4282440"/>
                </a:cubicBezTo>
                <a:close/>
                <a:moveTo>
                  <a:pt x="5669280" y="4434840"/>
                </a:moveTo>
                <a:cubicBezTo>
                  <a:pt x="5669280" y="4443257"/>
                  <a:pt x="5662457" y="4450080"/>
                  <a:pt x="5654040" y="4450080"/>
                </a:cubicBezTo>
                <a:cubicBezTo>
                  <a:pt x="5645623" y="4450080"/>
                  <a:pt x="5638800" y="4443257"/>
                  <a:pt x="5638800" y="4434840"/>
                </a:cubicBezTo>
                <a:cubicBezTo>
                  <a:pt x="5638800" y="4426423"/>
                  <a:pt x="5645623" y="4419600"/>
                  <a:pt x="5654040" y="4419600"/>
                </a:cubicBezTo>
                <a:cubicBezTo>
                  <a:pt x="5662457" y="4419600"/>
                  <a:pt x="5669280" y="4426423"/>
                  <a:pt x="5669280" y="4434840"/>
                </a:cubicBezTo>
                <a:close/>
                <a:moveTo>
                  <a:pt x="5821680" y="15240"/>
                </a:moveTo>
                <a:cubicBezTo>
                  <a:pt x="5821680" y="23657"/>
                  <a:pt x="5814857" y="30480"/>
                  <a:pt x="5806440" y="30480"/>
                </a:cubicBezTo>
                <a:cubicBezTo>
                  <a:pt x="5798023" y="30480"/>
                  <a:pt x="5791200" y="23657"/>
                  <a:pt x="5791200" y="15240"/>
                </a:cubicBezTo>
                <a:cubicBezTo>
                  <a:pt x="5791200" y="6823"/>
                  <a:pt x="5798023" y="0"/>
                  <a:pt x="5806440" y="0"/>
                </a:cubicBezTo>
                <a:cubicBezTo>
                  <a:pt x="5814857" y="0"/>
                  <a:pt x="5821680" y="6823"/>
                  <a:pt x="5821680" y="15240"/>
                </a:cubicBezTo>
                <a:close/>
                <a:moveTo>
                  <a:pt x="5821680" y="167640"/>
                </a:moveTo>
                <a:cubicBezTo>
                  <a:pt x="5821680" y="176057"/>
                  <a:pt x="5814857" y="182880"/>
                  <a:pt x="5806440" y="182880"/>
                </a:cubicBezTo>
                <a:cubicBezTo>
                  <a:pt x="5798023" y="182880"/>
                  <a:pt x="5791200" y="176057"/>
                  <a:pt x="5791200" y="167640"/>
                </a:cubicBezTo>
                <a:cubicBezTo>
                  <a:pt x="5791200" y="159223"/>
                  <a:pt x="5798023" y="152400"/>
                  <a:pt x="5806440" y="152400"/>
                </a:cubicBezTo>
                <a:cubicBezTo>
                  <a:pt x="5814857" y="152400"/>
                  <a:pt x="5821680" y="159223"/>
                  <a:pt x="5821680" y="167640"/>
                </a:cubicBezTo>
                <a:close/>
                <a:moveTo>
                  <a:pt x="5821680" y="320040"/>
                </a:moveTo>
                <a:cubicBezTo>
                  <a:pt x="5821680" y="328457"/>
                  <a:pt x="5814857" y="335280"/>
                  <a:pt x="5806440" y="335280"/>
                </a:cubicBezTo>
                <a:cubicBezTo>
                  <a:pt x="5798023" y="335280"/>
                  <a:pt x="5791200" y="328457"/>
                  <a:pt x="5791200" y="320040"/>
                </a:cubicBezTo>
                <a:cubicBezTo>
                  <a:pt x="5791200" y="311623"/>
                  <a:pt x="5798023" y="304800"/>
                  <a:pt x="5806440" y="304800"/>
                </a:cubicBezTo>
                <a:cubicBezTo>
                  <a:pt x="5814857" y="304800"/>
                  <a:pt x="5821680" y="311623"/>
                  <a:pt x="5821680" y="320040"/>
                </a:cubicBezTo>
                <a:close/>
                <a:moveTo>
                  <a:pt x="5821680" y="472440"/>
                </a:moveTo>
                <a:cubicBezTo>
                  <a:pt x="5821680" y="480857"/>
                  <a:pt x="5814857" y="487680"/>
                  <a:pt x="5806440" y="487680"/>
                </a:cubicBezTo>
                <a:cubicBezTo>
                  <a:pt x="5798023" y="487680"/>
                  <a:pt x="5791200" y="480857"/>
                  <a:pt x="5791200" y="472440"/>
                </a:cubicBezTo>
                <a:cubicBezTo>
                  <a:pt x="5791200" y="464023"/>
                  <a:pt x="5798023" y="457200"/>
                  <a:pt x="5806440" y="457200"/>
                </a:cubicBezTo>
                <a:cubicBezTo>
                  <a:pt x="5814857" y="457200"/>
                  <a:pt x="5821680" y="464023"/>
                  <a:pt x="5821680" y="472440"/>
                </a:cubicBezTo>
                <a:close/>
                <a:moveTo>
                  <a:pt x="5821680" y="624840"/>
                </a:moveTo>
                <a:cubicBezTo>
                  <a:pt x="5821680" y="633257"/>
                  <a:pt x="5814857" y="640080"/>
                  <a:pt x="5806440" y="640080"/>
                </a:cubicBezTo>
                <a:cubicBezTo>
                  <a:pt x="5798023" y="640080"/>
                  <a:pt x="5791200" y="633257"/>
                  <a:pt x="5791200" y="624840"/>
                </a:cubicBezTo>
                <a:cubicBezTo>
                  <a:pt x="5791200" y="616423"/>
                  <a:pt x="5798023" y="609600"/>
                  <a:pt x="5806440" y="609600"/>
                </a:cubicBezTo>
                <a:cubicBezTo>
                  <a:pt x="5814857" y="609600"/>
                  <a:pt x="5821680" y="616423"/>
                  <a:pt x="5821680" y="624840"/>
                </a:cubicBezTo>
                <a:close/>
                <a:moveTo>
                  <a:pt x="5821680" y="777240"/>
                </a:moveTo>
                <a:cubicBezTo>
                  <a:pt x="5821680" y="785657"/>
                  <a:pt x="5814857" y="792480"/>
                  <a:pt x="5806440" y="792480"/>
                </a:cubicBezTo>
                <a:cubicBezTo>
                  <a:pt x="5798023" y="792480"/>
                  <a:pt x="5791200" y="785657"/>
                  <a:pt x="5791200" y="777240"/>
                </a:cubicBezTo>
                <a:cubicBezTo>
                  <a:pt x="5791200" y="768823"/>
                  <a:pt x="5798023" y="762000"/>
                  <a:pt x="5806440" y="762000"/>
                </a:cubicBezTo>
                <a:cubicBezTo>
                  <a:pt x="5814857" y="762000"/>
                  <a:pt x="5821680" y="768823"/>
                  <a:pt x="5821680" y="777240"/>
                </a:cubicBezTo>
                <a:close/>
                <a:moveTo>
                  <a:pt x="5821680" y="929640"/>
                </a:moveTo>
                <a:cubicBezTo>
                  <a:pt x="5821680" y="938057"/>
                  <a:pt x="5814857" y="944880"/>
                  <a:pt x="5806440" y="944880"/>
                </a:cubicBezTo>
                <a:cubicBezTo>
                  <a:pt x="5798023" y="944880"/>
                  <a:pt x="5791200" y="938057"/>
                  <a:pt x="5791200" y="929640"/>
                </a:cubicBezTo>
                <a:cubicBezTo>
                  <a:pt x="5791200" y="921223"/>
                  <a:pt x="5798023" y="914400"/>
                  <a:pt x="5806440" y="914400"/>
                </a:cubicBezTo>
                <a:cubicBezTo>
                  <a:pt x="5814857" y="914400"/>
                  <a:pt x="5821680" y="921223"/>
                  <a:pt x="5821680" y="929640"/>
                </a:cubicBezTo>
                <a:close/>
                <a:moveTo>
                  <a:pt x="5821680" y="1082040"/>
                </a:moveTo>
                <a:cubicBezTo>
                  <a:pt x="5821680" y="1090457"/>
                  <a:pt x="5814857" y="1097280"/>
                  <a:pt x="5806440" y="1097280"/>
                </a:cubicBezTo>
                <a:cubicBezTo>
                  <a:pt x="5798023" y="1097280"/>
                  <a:pt x="5791200" y="1090457"/>
                  <a:pt x="5791200" y="1082040"/>
                </a:cubicBezTo>
                <a:cubicBezTo>
                  <a:pt x="5791200" y="1073623"/>
                  <a:pt x="5798023" y="1066800"/>
                  <a:pt x="5806440" y="1066800"/>
                </a:cubicBezTo>
                <a:cubicBezTo>
                  <a:pt x="5814857" y="1066800"/>
                  <a:pt x="5821680" y="1073623"/>
                  <a:pt x="5821680" y="1082040"/>
                </a:cubicBezTo>
                <a:close/>
                <a:moveTo>
                  <a:pt x="5821680" y="1234440"/>
                </a:moveTo>
                <a:cubicBezTo>
                  <a:pt x="5821680" y="1242857"/>
                  <a:pt x="5814857" y="1249680"/>
                  <a:pt x="5806440" y="1249680"/>
                </a:cubicBezTo>
                <a:cubicBezTo>
                  <a:pt x="5798023" y="1249680"/>
                  <a:pt x="5791200" y="1242857"/>
                  <a:pt x="5791200" y="1234440"/>
                </a:cubicBezTo>
                <a:cubicBezTo>
                  <a:pt x="5791200" y="1226023"/>
                  <a:pt x="5798023" y="1219200"/>
                  <a:pt x="5806440" y="1219200"/>
                </a:cubicBezTo>
                <a:cubicBezTo>
                  <a:pt x="5814857" y="1219200"/>
                  <a:pt x="5821680" y="1226023"/>
                  <a:pt x="5821680" y="1234440"/>
                </a:cubicBezTo>
                <a:close/>
                <a:moveTo>
                  <a:pt x="5821680" y="1386840"/>
                </a:moveTo>
                <a:cubicBezTo>
                  <a:pt x="5821680" y="1395257"/>
                  <a:pt x="5814857" y="1402080"/>
                  <a:pt x="5806440" y="1402080"/>
                </a:cubicBezTo>
                <a:cubicBezTo>
                  <a:pt x="5798023" y="1402080"/>
                  <a:pt x="5791200" y="1395257"/>
                  <a:pt x="5791200" y="1386840"/>
                </a:cubicBezTo>
                <a:cubicBezTo>
                  <a:pt x="5791200" y="1378423"/>
                  <a:pt x="5798023" y="1371600"/>
                  <a:pt x="5806440" y="1371600"/>
                </a:cubicBezTo>
                <a:cubicBezTo>
                  <a:pt x="5814857" y="1371600"/>
                  <a:pt x="5821680" y="1378423"/>
                  <a:pt x="5821680" y="1386840"/>
                </a:cubicBezTo>
                <a:close/>
                <a:moveTo>
                  <a:pt x="5821680" y="1539240"/>
                </a:moveTo>
                <a:cubicBezTo>
                  <a:pt x="5821680" y="1547657"/>
                  <a:pt x="5814857" y="1554480"/>
                  <a:pt x="5806440" y="1554480"/>
                </a:cubicBezTo>
                <a:cubicBezTo>
                  <a:pt x="5798023" y="1554480"/>
                  <a:pt x="5791200" y="1547657"/>
                  <a:pt x="5791200" y="1539240"/>
                </a:cubicBezTo>
                <a:cubicBezTo>
                  <a:pt x="5791200" y="1530823"/>
                  <a:pt x="5798023" y="1524000"/>
                  <a:pt x="5806440" y="1524000"/>
                </a:cubicBezTo>
                <a:cubicBezTo>
                  <a:pt x="5814857" y="1524000"/>
                  <a:pt x="5821680" y="1530823"/>
                  <a:pt x="5821680" y="1539240"/>
                </a:cubicBezTo>
                <a:close/>
                <a:moveTo>
                  <a:pt x="5821680" y="1691640"/>
                </a:moveTo>
                <a:cubicBezTo>
                  <a:pt x="5821680" y="1700057"/>
                  <a:pt x="5814857" y="1706880"/>
                  <a:pt x="5806440" y="1706880"/>
                </a:cubicBezTo>
                <a:cubicBezTo>
                  <a:pt x="5798023" y="1706880"/>
                  <a:pt x="5791200" y="1700057"/>
                  <a:pt x="5791200" y="1691640"/>
                </a:cubicBezTo>
                <a:cubicBezTo>
                  <a:pt x="5791200" y="1683223"/>
                  <a:pt x="5798023" y="1676400"/>
                  <a:pt x="5806440" y="1676400"/>
                </a:cubicBezTo>
                <a:cubicBezTo>
                  <a:pt x="5814857" y="1676400"/>
                  <a:pt x="5821680" y="1683223"/>
                  <a:pt x="5821680" y="1691640"/>
                </a:cubicBezTo>
                <a:close/>
                <a:moveTo>
                  <a:pt x="5821680" y="1844040"/>
                </a:moveTo>
                <a:cubicBezTo>
                  <a:pt x="5821680" y="1852457"/>
                  <a:pt x="5814857" y="1859280"/>
                  <a:pt x="5806440" y="1859280"/>
                </a:cubicBezTo>
                <a:cubicBezTo>
                  <a:pt x="5798023" y="1859280"/>
                  <a:pt x="5791200" y="1852457"/>
                  <a:pt x="5791200" y="1844040"/>
                </a:cubicBezTo>
                <a:cubicBezTo>
                  <a:pt x="5791200" y="1835623"/>
                  <a:pt x="5798023" y="1828800"/>
                  <a:pt x="5806440" y="1828800"/>
                </a:cubicBezTo>
                <a:cubicBezTo>
                  <a:pt x="5814857" y="1828800"/>
                  <a:pt x="5821680" y="1835623"/>
                  <a:pt x="5821680" y="1844040"/>
                </a:cubicBezTo>
                <a:close/>
                <a:moveTo>
                  <a:pt x="5821680" y="1996440"/>
                </a:moveTo>
                <a:cubicBezTo>
                  <a:pt x="5821680" y="2004857"/>
                  <a:pt x="5814857" y="2011680"/>
                  <a:pt x="5806440" y="2011680"/>
                </a:cubicBezTo>
                <a:cubicBezTo>
                  <a:pt x="5798023" y="2011680"/>
                  <a:pt x="5791200" y="2004857"/>
                  <a:pt x="5791200" y="1996440"/>
                </a:cubicBezTo>
                <a:cubicBezTo>
                  <a:pt x="5791200" y="1988023"/>
                  <a:pt x="5798023" y="1981200"/>
                  <a:pt x="5806440" y="1981200"/>
                </a:cubicBezTo>
                <a:cubicBezTo>
                  <a:pt x="5814857" y="1981200"/>
                  <a:pt x="5821680" y="1988023"/>
                  <a:pt x="5821680" y="1996440"/>
                </a:cubicBezTo>
                <a:close/>
                <a:moveTo>
                  <a:pt x="5821680" y="2148840"/>
                </a:moveTo>
                <a:cubicBezTo>
                  <a:pt x="5821680" y="2157257"/>
                  <a:pt x="5814857" y="2164080"/>
                  <a:pt x="5806440" y="2164080"/>
                </a:cubicBezTo>
                <a:cubicBezTo>
                  <a:pt x="5798023" y="2164080"/>
                  <a:pt x="5791200" y="2157257"/>
                  <a:pt x="5791200" y="2148840"/>
                </a:cubicBezTo>
                <a:cubicBezTo>
                  <a:pt x="5791200" y="2140423"/>
                  <a:pt x="5798023" y="2133600"/>
                  <a:pt x="5806440" y="2133600"/>
                </a:cubicBezTo>
                <a:cubicBezTo>
                  <a:pt x="5814857" y="2133600"/>
                  <a:pt x="5821680" y="2140423"/>
                  <a:pt x="5821680" y="2148840"/>
                </a:cubicBezTo>
                <a:close/>
                <a:moveTo>
                  <a:pt x="5821680" y="2301240"/>
                </a:moveTo>
                <a:cubicBezTo>
                  <a:pt x="5821680" y="2309657"/>
                  <a:pt x="5814857" y="2316480"/>
                  <a:pt x="5806440" y="2316480"/>
                </a:cubicBezTo>
                <a:cubicBezTo>
                  <a:pt x="5798023" y="2316480"/>
                  <a:pt x="5791200" y="2309657"/>
                  <a:pt x="5791200" y="2301240"/>
                </a:cubicBezTo>
                <a:cubicBezTo>
                  <a:pt x="5791200" y="2292823"/>
                  <a:pt x="5798023" y="2286000"/>
                  <a:pt x="5806440" y="2286000"/>
                </a:cubicBezTo>
                <a:cubicBezTo>
                  <a:pt x="5814857" y="2286000"/>
                  <a:pt x="5821680" y="2292823"/>
                  <a:pt x="5821680" y="2301240"/>
                </a:cubicBezTo>
                <a:close/>
                <a:moveTo>
                  <a:pt x="5821680" y="2453640"/>
                </a:moveTo>
                <a:cubicBezTo>
                  <a:pt x="5821680" y="2462057"/>
                  <a:pt x="5814857" y="2468880"/>
                  <a:pt x="5806440" y="2468880"/>
                </a:cubicBezTo>
                <a:cubicBezTo>
                  <a:pt x="5798023" y="2468880"/>
                  <a:pt x="5791200" y="2462057"/>
                  <a:pt x="5791200" y="2453640"/>
                </a:cubicBezTo>
                <a:cubicBezTo>
                  <a:pt x="5791200" y="2445223"/>
                  <a:pt x="5798023" y="2438400"/>
                  <a:pt x="5806440" y="2438400"/>
                </a:cubicBezTo>
                <a:cubicBezTo>
                  <a:pt x="5814857" y="2438400"/>
                  <a:pt x="5821680" y="2445223"/>
                  <a:pt x="5821680" y="2453640"/>
                </a:cubicBezTo>
                <a:close/>
                <a:moveTo>
                  <a:pt x="5821680" y="2606040"/>
                </a:moveTo>
                <a:cubicBezTo>
                  <a:pt x="5821680" y="2614457"/>
                  <a:pt x="5814857" y="2621280"/>
                  <a:pt x="5806440" y="2621280"/>
                </a:cubicBezTo>
                <a:cubicBezTo>
                  <a:pt x="5798023" y="2621280"/>
                  <a:pt x="5791200" y="2614457"/>
                  <a:pt x="5791200" y="2606040"/>
                </a:cubicBezTo>
                <a:cubicBezTo>
                  <a:pt x="5791200" y="2597623"/>
                  <a:pt x="5798023" y="2590800"/>
                  <a:pt x="5806440" y="2590800"/>
                </a:cubicBezTo>
                <a:cubicBezTo>
                  <a:pt x="5814857" y="2590800"/>
                  <a:pt x="5821680" y="2597623"/>
                  <a:pt x="5821680" y="2606040"/>
                </a:cubicBezTo>
                <a:close/>
                <a:moveTo>
                  <a:pt x="5821680" y="2758440"/>
                </a:moveTo>
                <a:cubicBezTo>
                  <a:pt x="5821680" y="2766857"/>
                  <a:pt x="5814857" y="2773680"/>
                  <a:pt x="5806440" y="2773680"/>
                </a:cubicBezTo>
                <a:cubicBezTo>
                  <a:pt x="5798023" y="2773680"/>
                  <a:pt x="5791200" y="2766857"/>
                  <a:pt x="5791200" y="2758440"/>
                </a:cubicBezTo>
                <a:cubicBezTo>
                  <a:pt x="5791200" y="2750023"/>
                  <a:pt x="5798023" y="2743200"/>
                  <a:pt x="5806440" y="2743200"/>
                </a:cubicBezTo>
                <a:cubicBezTo>
                  <a:pt x="5814857" y="2743200"/>
                  <a:pt x="5821680" y="2750023"/>
                  <a:pt x="5821680" y="2758440"/>
                </a:cubicBezTo>
                <a:close/>
                <a:moveTo>
                  <a:pt x="5821680" y="2910840"/>
                </a:moveTo>
                <a:cubicBezTo>
                  <a:pt x="5821680" y="2919257"/>
                  <a:pt x="5814857" y="2926080"/>
                  <a:pt x="5806440" y="2926080"/>
                </a:cubicBezTo>
                <a:cubicBezTo>
                  <a:pt x="5798023" y="2926080"/>
                  <a:pt x="5791200" y="2919257"/>
                  <a:pt x="5791200" y="2910840"/>
                </a:cubicBezTo>
                <a:cubicBezTo>
                  <a:pt x="5791200" y="2902423"/>
                  <a:pt x="5798023" y="2895600"/>
                  <a:pt x="5806440" y="2895600"/>
                </a:cubicBezTo>
                <a:cubicBezTo>
                  <a:pt x="5814857" y="2895600"/>
                  <a:pt x="5821680" y="2902423"/>
                  <a:pt x="5821680" y="2910840"/>
                </a:cubicBezTo>
                <a:close/>
                <a:moveTo>
                  <a:pt x="5821680" y="3063240"/>
                </a:moveTo>
                <a:cubicBezTo>
                  <a:pt x="5821680" y="3071657"/>
                  <a:pt x="5814857" y="3078480"/>
                  <a:pt x="5806440" y="3078480"/>
                </a:cubicBezTo>
                <a:cubicBezTo>
                  <a:pt x="5798023" y="3078480"/>
                  <a:pt x="5791200" y="3071657"/>
                  <a:pt x="5791200" y="3063240"/>
                </a:cubicBezTo>
                <a:cubicBezTo>
                  <a:pt x="5791200" y="3054823"/>
                  <a:pt x="5798023" y="3048000"/>
                  <a:pt x="5806440" y="3048000"/>
                </a:cubicBezTo>
                <a:cubicBezTo>
                  <a:pt x="5814857" y="3048000"/>
                  <a:pt x="5821680" y="3054823"/>
                  <a:pt x="5821680" y="3063240"/>
                </a:cubicBezTo>
                <a:close/>
                <a:moveTo>
                  <a:pt x="5821680" y="3215640"/>
                </a:moveTo>
                <a:cubicBezTo>
                  <a:pt x="5821680" y="3224057"/>
                  <a:pt x="5814857" y="3230880"/>
                  <a:pt x="5806440" y="3230880"/>
                </a:cubicBezTo>
                <a:cubicBezTo>
                  <a:pt x="5798023" y="3230880"/>
                  <a:pt x="5791200" y="3224057"/>
                  <a:pt x="5791200" y="3215640"/>
                </a:cubicBezTo>
                <a:cubicBezTo>
                  <a:pt x="5791200" y="3207223"/>
                  <a:pt x="5798023" y="3200400"/>
                  <a:pt x="5806440" y="3200400"/>
                </a:cubicBezTo>
                <a:cubicBezTo>
                  <a:pt x="5814857" y="3200400"/>
                  <a:pt x="5821680" y="3207223"/>
                  <a:pt x="5821680" y="3215640"/>
                </a:cubicBezTo>
                <a:close/>
                <a:moveTo>
                  <a:pt x="5821680" y="3368040"/>
                </a:moveTo>
                <a:cubicBezTo>
                  <a:pt x="5821680" y="3376457"/>
                  <a:pt x="5814857" y="3383280"/>
                  <a:pt x="5806440" y="3383280"/>
                </a:cubicBezTo>
                <a:cubicBezTo>
                  <a:pt x="5798023" y="3383280"/>
                  <a:pt x="5791200" y="3376457"/>
                  <a:pt x="5791200" y="3368040"/>
                </a:cubicBezTo>
                <a:cubicBezTo>
                  <a:pt x="5791200" y="3359623"/>
                  <a:pt x="5798023" y="3352800"/>
                  <a:pt x="5806440" y="3352800"/>
                </a:cubicBezTo>
                <a:cubicBezTo>
                  <a:pt x="5814857" y="3352800"/>
                  <a:pt x="5821680" y="3359623"/>
                  <a:pt x="5821680" y="3368040"/>
                </a:cubicBezTo>
                <a:close/>
                <a:moveTo>
                  <a:pt x="5821680" y="3520440"/>
                </a:moveTo>
                <a:cubicBezTo>
                  <a:pt x="5821680" y="3528857"/>
                  <a:pt x="5814857" y="3535680"/>
                  <a:pt x="5806440" y="3535680"/>
                </a:cubicBezTo>
                <a:cubicBezTo>
                  <a:pt x="5798023" y="3535680"/>
                  <a:pt x="5791200" y="3528857"/>
                  <a:pt x="5791200" y="3520440"/>
                </a:cubicBezTo>
                <a:cubicBezTo>
                  <a:pt x="5791200" y="3512023"/>
                  <a:pt x="5798023" y="3505200"/>
                  <a:pt x="5806440" y="3505200"/>
                </a:cubicBezTo>
                <a:cubicBezTo>
                  <a:pt x="5814857" y="3505200"/>
                  <a:pt x="5821680" y="3512023"/>
                  <a:pt x="5821680" y="3520440"/>
                </a:cubicBezTo>
                <a:close/>
                <a:moveTo>
                  <a:pt x="5821680" y="3672840"/>
                </a:moveTo>
                <a:cubicBezTo>
                  <a:pt x="5821680" y="3681257"/>
                  <a:pt x="5814857" y="3688080"/>
                  <a:pt x="5806440" y="3688080"/>
                </a:cubicBezTo>
                <a:cubicBezTo>
                  <a:pt x="5798023" y="3688080"/>
                  <a:pt x="5791200" y="3681257"/>
                  <a:pt x="5791200" y="3672840"/>
                </a:cubicBezTo>
                <a:cubicBezTo>
                  <a:pt x="5791200" y="3664423"/>
                  <a:pt x="5798023" y="3657600"/>
                  <a:pt x="5806440" y="3657600"/>
                </a:cubicBezTo>
                <a:cubicBezTo>
                  <a:pt x="5814857" y="3657600"/>
                  <a:pt x="5821680" y="3664423"/>
                  <a:pt x="5821680" y="3672840"/>
                </a:cubicBezTo>
                <a:close/>
                <a:moveTo>
                  <a:pt x="5821680" y="3825240"/>
                </a:moveTo>
                <a:cubicBezTo>
                  <a:pt x="5821680" y="3833657"/>
                  <a:pt x="5814857" y="3840480"/>
                  <a:pt x="5806440" y="3840480"/>
                </a:cubicBezTo>
                <a:cubicBezTo>
                  <a:pt x="5798023" y="3840480"/>
                  <a:pt x="5791200" y="3833657"/>
                  <a:pt x="5791200" y="3825240"/>
                </a:cubicBezTo>
                <a:cubicBezTo>
                  <a:pt x="5791200" y="3816823"/>
                  <a:pt x="5798023" y="3810000"/>
                  <a:pt x="5806440" y="3810000"/>
                </a:cubicBezTo>
                <a:cubicBezTo>
                  <a:pt x="5814857" y="3810000"/>
                  <a:pt x="5821680" y="3816823"/>
                  <a:pt x="5821680" y="3825240"/>
                </a:cubicBezTo>
                <a:close/>
                <a:moveTo>
                  <a:pt x="5821680" y="3977640"/>
                </a:moveTo>
                <a:cubicBezTo>
                  <a:pt x="5821680" y="3986057"/>
                  <a:pt x="5814857" y="3992880"/>
                  <a:pt x="5806440" y="3992880"/>
                </a:cubicBezTo>
                <a:cubicBezTo>
                  <a:pt x="5798023" y="3992880"/>
                  <a:pt x="5791200" y="3986057"/>
                  <a:pt x="5791200" y="3977640"/>
                </a:cubicBezTo>
                <a:cubicBezTo>
                  <a:pt x="5791200" y="3969223"/>
                  <a:pt x="5798023" y="3962400"/>
                  <a:pt x="5806440" y="3962400"/>
                </a:cubicBezTo>
                <a:cubicBezTo>
                  <a:pt x="5814857" y="3962400"/>
                  <a:pt x="5821680" y="3969223"/>
                  <a:pt x="5821680" y="3977640"/>
                </a:cubicBezTo>
                <a:close/>
                <a:moveTo>
                  <a:pt x="5821680" y="4130040"/>
                </a:moveTo>
                <a:cubicBezTo>
                  <a:pt x="5821680" y="4138457"/>
                  <a:pt x="5814857" y="4145280"/>
                  <a:pt x="5806440" y="4145280"/>
                </a:cubicBezTo>
                <a:cubicBezTo>
                  <a:pt x="5798023" y="4145280"/>
                  <a:pt x="5791200" y="4138457"/>
                  <a:pt x="5791200" y="4130040"/>
                </a:cubicBezTo>
                <a:cubicBezTo>
                  <a:pt x="5791200" y="4121623"/>
                  <a:pt x="5798023" y="4114800"/>
                  <a:pt x="5806440" y="4114800"/>
                </a:cubicBezTo>
                <a:cubicBezTo>
                  <a:pt x="5814857" y="4114800"/>
                  <a:pt x="5821680" y="4121623"/>
                  <a:pt x="5821680" y="4130040"/>
                </a:cubicBezTo>
                <a:close/>
                <a:moveTo>
                  <a:pt x="5821680" y="4282440"/>
                </a:moveTo>
                <a:cubicBezTo>
                  <a:pt x="5821680" y="4290857"/>
                  <a:pt x="5814857" y="4297680"/>
                  <a:pt x="5806440" y="4297680"/>
                </a:cubicBezTo>
                <a:cubicBezTo>
                  <a:pt x="5798023" y="4297680"/>
                  <a:pt x="5791200" y="4290857"/>
                  <a:pt x="5791200" y="4282440"/>
                </a:cubicBezTo>
                <a:cubicBezTo>
                  <a:pt x="5791200" y="4274023"/>
                  <a:pt x="5798023" y="4267200"/>
                  <a:pt x="5806440" y="4267200"/>
                </a:cubicBezTo>
                <a:cubicBezTo>
                  <a:pt x="5814857" y="4267200"/>
                  <a:pt x="5821680" y="4274023"/>
                  <a:pt x="5821680" y="4282440"/>
                </a:cubicBezTo>
                <a:close/>
                <a:moveTo>
                  <a:pt x="5821680" y="4434840"/>
                </a:moveTo>
                <a:cubicBezTo>
                  <a:pt x="5821680" y="4443257"/>
                  <a:pt x="5814857" y="4450080"/>
                  <a:pt x="5806440" y="4450080"/>
                </a:cubicBezTo>
                <a:cubicBezTo>
                  <a:pt x="5798023" y="4450080"/>
                  <a:pt x="5791200" y="4443257"/>
                  <a:pt x="5791200" y="4434840"/>
                </a:cubicBezTo>
                <a:cubicBezTo>
                  <a:pt x="5791200" y="4426423"/>
                  <a:pt x="5798023" y="4419600"/>
                  <a:pt x="5806440" y="4419600"/>
                </a:cubicBezTo>
                <a:cubicBezTo>
                  <a:pt x="5814857" y="4419600"/>
                  <a:pt x="5821680" y="4426423"/>
                  <a:pt x="5821680" y="4434840"/>
                </a:cubicBezTo>
                <a:close/>
                <a:moveTo>
                  <a:pt x="5974080" y="15240"/>
                </a:moveTo>
                <a:cubicBezTo>
                  <a:pt x="5974080" y="23657"/>
                  <a:pt x="5967257" y="30480"/>
                  <a:pt x="5958840" y="30480"/>
                </a:cubicBezTo>
                <a:cubicBezTo>
                  <a:pt x="5950423" y="30480"/>
                  <a:pt x="5943600" y="23657"/>
                  <a:pt x="5943600" y="15240"/>
                </a:cubicBezTo>
                <a:cubicBezTo>
                  <a:pt x="5943600" y="6823"/>
                  <a:pt x="5950423" y="0"/>
                  <a:pt x="5958840" y="0"/>
                </a:cubicBezTo>
                <a:cubicBezTo>
                  <a:pt x="5967257" y="0"/>
                  <a:pt x="5974080" y="6823"/>
                  <a:pt x="5974080" y="15240"/>
                </a:cubicBezTo>
                <a:close/>
                <a:moveTo>
                  <a:pt x="5974080" y="167640"/>
                </a:moveTo>
                <a:cubicBezTo>
                  <a:pt x="5974080" y="176057"/>
                  <a:pt x="5967257" y="182880"/>
                  <a:pt x="5958840" y="182880"/>
                </a:cubicBezTo>
                <a:cubicBezTo>
                  <a:pt x="5950423" y="182880"/>
                  <a:pt x="5943600" y="176057"/>
                  <a:pt x="5943600" y="167640"/>
                </a:cubicBezTo>
                <a:cubicBezTo>
                  <a:pt x="5943600" y="159223"/>
                  <a:pt x="5950423" y="152400"/>
                  <a:pt x="5958840" y="152400"/>
                </a:cubicBezTo>
                <a:cubicBezTo>
                  <a:pt x="5967257" y="152400"/>
                  <a:pt x="5974080" y="159223"/>
                  <a:pt x="5974080" y="167640"/>
                </a:cubicBezTo>
                <a:close/>
                <a:moveTo>
                  <a:pt x="5974080" y="320040"/>
                </a:moveTo>
                <a:cubicBezTo>
                  <a:pt x="5974080" y="328457"/>
                  <a:pt x="5967257" y="335280"/>
                  <a:pt x="5958840" y="335280"/>
                </a:cubicBezTo>
                <a:cubicBezTo>
                  <a:pt x="5950423" y="335280"/>
                  <a:pt x="5943600" y="328457"/>
                  <a:pt x="5943600" y="320040"/>
                </a:cubicBezTo>
                <a:cubicBezTo>
                  <a:pt x="5943600" y="311623"/>
                  <a:pt x="5950423" y="304800"/>
                  <a:pt x="5958840" y="304800"/>
                </a:cubicBezTo>
                <a:cubicBezTo>
                  <a:pt x="5967257" y="304800"/>
                  <a:pt x="5974080" y="311623"/>
                  <a:pt x="5974080" y="320040"/>
                </a:cubicBezTo>
                <a:close/>
                <a:moveTo>
                  <a:pt x="5974080" y="472440"/>
                </a:moveTo>
                <a:cubicBezTo>
                  <a:pt x="5974080" y="480857"/>
                  <a:pt x="5967257" y="487680"/>
                  <a:pt x="5958840" y="487680"/>
                </a:cubicBezTo>
                <a:cubicBezTo>
                  <a:pt x="5950423" y="487680"/>
                  <a:pt x="5943600" y="480857"/>
                  <a:pt x="5943600" y="472440"/>
                </a:cubicBezTo>
                <a:cubicBezTo>
                  <a:pt x="5943600" y="464023"/>
                  <a:pt x="5950423" y="457200"/>
                  <a:pt x="5958840" y="457200"/>
                </a:cubicBezTo>
                <a:cubicBezTo>
                  <a:pt x="5967257" y="457200"/>
                  <a:pt x="5974080" y="464023"/>
                  <a:pt x="5974080" y="472440"/>
                </a:cubicBezTo>
                <a:close/>
                <a:moveTo>
                  <a:pt x="5974080" y="624840"/>
                </a:moveTo>
                <a:cubicBezTo>
                  <a:pt x="5974080" y="633257"/>
                  <a:pt x="5967257" y="640080"/>
                  <a:pt x="5958840" y="640080"/>
                </a:cubicBezTo>
                <a:cubicBezTo>
                  <a:pt x="5950423" y="640080"/>
                  <a:pt x="5943600" y="633257"/>
                  <a:pt x="5943600" y="624840"/>
                </a:cubicBezTo>
                <a:cubicBezTo>
                  <a:pt x="5943600" y="616423"/>
                  <a:pt x="5950423" y="609600"/>
                  <a:pt x="5958840" y="609600"/>
                </a:cubicBezTo>
                <a:cubicBezTo>
                  <a:pt x="5967257" y="609600"/>
                  <a:pt x="5974080" y="616423"/>
                  <a:pt x="5974080" y="624840"/>
                </a:cubicBezTo>
                <a:close/>
                <a:moveTo>
                  <a:pt x="5974080" y="777240"/>
                </a:moveTo>
                <a:cubicBezTo>
                  <a:pt x="5974080" y="785657"/>
                  <a:pt x="5967257" y="792480"/>
                  <a:pt x="5958840" y="792480"/>
                </a:cubicBezTo>
                <a:cubicBezTo>
                  <a:pt x="5950423" y="792480"/>
                  <a:pt x="5943600" y="785657"/>
                  <a:pt x="5943600" y="777240"/>
                </a:cubicBezTo>
                <a:cubicBezTo>
                  <a:pt x="5943600" y="768823"/>
                  <a:pt x="5950423" y="762000"/>
                  <a:pt x="5958840" y="762000"/>
                </a:cubicBezTo>
                <a:cubicBezTo>
                  <a:pt x="5967257" y="762000"/>
                  <a:pt x="5974080" y="768823"/>
                  <a:pt x="5974080" y="777240"/>
                </a:cubicBezTo>
                <a:close/>
                <a:moveTo>
                  <a:pt x="5974080" y="929640"/>
                </a:moveTo>
                <a:cubicBezTo>
                  <a:pt x="5974080" y="938057"/>
                  <a:pt x="5967257" y="944880"/>
                  <a:pt x="5958840" y="944880"/>
                </a:cubicBezTo>
                <a:cubicBezTo>
                  <a:pt x="5950423" y="944880"/>
                  <a:pt x="5943600" y="938057"/>
                  <a:pt x="5943600" y="929640"/>
                </a:cubicBezTo>
                <a:cubicBezTo>
                  <a:pt x="5943600" y="921223"/>
                  <a:pt x="5950423" y="914400"/>
                  <a:pt x="5958840" y="914400"/>
                </a:cubicBezTo>
                <a:cubicBezTo>
                  <a:pt x="5967257" y="914400"/>
                  <a:pt x="5974080" y="921223"/>
                  <a:pt x="5974080" y="929640"/>
                </a:cubicBezTo>
                <a:close/>
                <a:moveTo>
                  <a:pt x="5974080" y="1082040"/>
                </a:moveTo>
                <a:cubicBezTo>
                  <a:pt x="5974080" y="1090457"/>
                  <a:pt x="5967257" y="1097280"/>
                  <a:pt x="5958840" y="1097280"/>
                </a:cubicBezTo>
                <a:cubicBezTo>
                  <a:pt x="5950423" y="1097280"/>
                  <a:pt x="5943600" y="1090457"/>
                  <a:pt x="5943600" y="1082040"/>
                </a:cubicBezTo>
                <a:cubicBezTo>
                  <a:pt x="5943600" y="1073623"/>
                  <a:pt x="5950423" y="1066800"/>
                  <a:pt x="5958840" y="1066800"/>
                </a:cubicBezTo>
                <a:cubicBezTo>
                  <a:pt x="5967257" y="1066800"/>
                  <a:pt x="5974080" y="1073623"/>
                  <a:pt x="5974080" y="1082040"/>
                </a:cubicBezTo>
                <a:close/>
                <a:moveTo>
                  <a:pt x="5974080" y="1234440"/>
                </a:moveTo>
                <a:cubicBezTo>
                  <a:pt x="5974080" y="1242857"/>
                  <a:pt x="5967257" y="1249680"/>
                  <a:pt x="5958840" y="1249680"/>
                </a:cubicBezTo>
                <a:cubicBezTo>
                  <a:pt x="5950423" y="1249680"/>
                  <a:pt x="5943600" y="1242857"/>
                  <a:pt x="5943600" y="1234440"/>
                </a:cubicBezTo>
                <a:cubicBezTo>
                  <a:pt x="5943600" y="1226023"/>
                  <a:pt x="5950423" y="1219200"/>
                  <a:pt x="5958840" y="1219200"/>
                </a:cubicBezTo>
                <a:cubicBezTo>
                  <a:pt x="5967257" y="1219200"/>
                  <a:pt x="5974080" y="1226023"/>
                  <a:pt x="5974080" y="1234440"/>
                </a:cubicBezTo>
                <a:close/>
                <a:moveTo>
                  <a:pt x="5974080" y="1386840"/>
                </a:moveTo>
                <a:cubicBezTo>
                  <a:pt x="5974080" y="1395257"/>
                  <a:pt x="5967257" y="1402080"/>
                  <a:pt x="5958840" y="1402080"/>
                </a:cubicBezTo>
                <a:cubicBezTo>
                  <a:pt x="5950423" y="1402080"/>
                  <a:pt x="5943600" y="1395257"/>
                  <a:pt x="5943600" y="1386840"/>
                </a:cubicBezTo>
                <a:cubicBezTo>
                  <a:pt x="5943600" y="1378423"/>
                  <a:pt x="5950423" y="1371600"/>
                  <a:pt x="5958840" y="1371600"/>
                </a:cubicBezTo>
                <a:cubicBezTo>
                  <a:pt x="5967257" y="1371600"/>
                  <a:pt x="5974080" y="1378423"/>
                  <a:pt x="5974080" y="1386840"/>
                </a:cubicBezTo>
                <a:close/>
                <a:moveTo>
                  <a:pt x="5974080" y="1539240"/>
                </a:moveTo>
                <a:cubicBezTo>
                  <a:pt x="5974080" y="1547657"/>
                  <a:pt x="5967257" y="1554480"/>
                  <a:pt x="5958840" y="1554480"/>
                </a:cubicBezTo>
                <a:cubicBezTo>
                  <a:pt x="5950423" y="1554480"/>
                  <a:pt x="5943600" y="1547657"/>
                  <a:pt x="5943600" y="1539240"/>
                </a:cubicBezTo>
                <a:cubicBezTo>
                  <a:pt x="5943600" y="1530823"/>
                  <a:pt x="5950423" y="1524000"/>
                  <a:pt x="5958840" y="1524000"/>
                </a:cubicBezTo>
                <a:cubicBezTo>
                  <a:pt x="5967257" y="1524000"/>
                  <a:pt x="5974080" y="1530823"/>
                  <a:pt x="5974080" y="1539240"/>
                </a:cubicBezTo>
                <a:close/>
                <a:moveTo>
                  <a:pt x="5974080" y="1691640"/>
                </a:moveTo>
                <a:cubicBezTo>
                  <a:pt x="5974080" y="1700057"/>
                  <a:pt x="5967257" y="1706880"/>
                  <a:pt x="5958840" y="1706880"/>
                </a:cubicBezTo>
                <a:cubicBezTo>
                  <a:pt x="5950423" y="1706880"/>
                  <a:pt x="5943600" y="1700057"/>
                  <a:pt x="5943600" y="1691640"/>
                </a:cubicBezTo>
                <a:cubicBezTo>
                  <a:pt x="5943600" y="1683223"/>
                  <a:pt x="5950423" y="1676400"/>
                  <a:pt x="5958840" y="1676400"/>
                </a:cubicBezTo>
                <a:cubicBezTo>
                  <a:pt x="5967257" y="1676400"/>
                  <a:pt x="5974080" y="1683223"/>
                  <a:pt x="5974080" y="1691640"/>
                </a:cubicBezTo>
                <a:close/>
                <a:moveTo>
                  <a:pt x="5974080" y="1844040"/>
                </a:moveTo>
                <a:cubicBezTo>
                  <a:pt x="5974080" y="1852457"/>
                  <a:pt x="5967257" y="1859280"/>
                  <a:pt x="5958840" y="1859280"/>
                </a:cubicBezTo>
                <a:cubicBezTo>
                  <a:pt x="5950423" y="1859280"/>
                  <a:pt x="5943600" y="1852457"/>
                  <a:pt x="5943600" y="1844040"/>
                </a:cubicBezTo>
                <a:cubicBezTo>
                  <a:pt x="5943600" y="1835623"/>
                  <a:pt x="5950423" y="1828800"/>
                  <a:pt x="5958840" y="1828800"/>
                </a:cubicBezTo>
                <a:cubicBezTo>
                  <a:pt x="5967257" y="1828800"/>
                  <a:pt x="5974080" y="1835623"/>
                  <a:pt x="5974080" y="1844040"/>
                </a:cubicBezTo>
                <a:close/>
                <a:moveTo>
                  <a:pt x="5974080" y="1996440"/>
                </a:moveTo>
                <a:cubicBezTo>
                  <a:pt x="5974080" y="2004857"/>
                  <a:pt x="5967257" y="2011680"/>
                  <a:pt x="5958840" y="2011680"/>
                </a:cubicBezTo>
                <a:cubicBezTo>
                  <a:pt x="5950423" y="2011680"/>
                  <a:pt x="5943600" y="2004857"/>
                  <a:pt x="5943600" y="1996440"/>
                </a:cubicBezTo>
                <a:cubicBezTo>
                  <a:pt x="5943600" y="1988023"/>
                  <a:pt x="5950423" y="1981200"/>
                  <a:pt x="5958840" y="1981200"/>
                </a:cubicBezTo>
                <a:cubicBezTo>
                  <a:pt x="5967257" y="1981200"/>
                  <a:pt x="5974080" y="1988023"/>
                  <a:pt x="5974080" y="1996440"/>
                </a:cubicBezTo>
                <a:close/>
                <a:moveTo>
                  <a:pt x="5974080" y="2148840"/>
                </a:moveTo>
                <a:cubicBezTo>
                  <a:pt x="5974080" y="2157257"/>
                  <a:pt x="5967257" y="2164080"/>
                  <a:pt x="5958840" y="2164080"/>
                </a:cubicBezTo>
                <a:cubicBezTo>
                  <a:pt x="5950423" y="2164080"/>
                  <a:pt x="5943600" y="2157257"/>
                  <a:pt x="5943600" y="2148840"/>
                </a:cubicBezTo>
                <a:cubicBezTo>
                  <a:pt x="5943600" y="2140423"/>
                  <a:pt x="5950423" y="2133600"/>
                  <a:pt x="5958840" y="2133600"/>
                </a:cubicBezTo>
                <a:cubicBezTo>
                  <a:pt x="5967257" y="2133600"/>
                  <a:pt x="5974080" y="2140423"/>
                  <a:pt x="5974080" y="2148840"/>
                </a:cubicBezTo>
                <a:close/>
                <a:moveTo>
                  <a:pt x="5974080" y="2301240"/>
                </a:moveTo>
                <a:cubicBezTo>
                  <a:pt x="5974080" y="2309657"/>
                  <a:pt x="5967257" y="2316480"/>
                  <a:pt x="5958840" y="2316480"/>
                </a:cubicBezTo>
                <a:cubicBezTo>
                  <a:pt x="5950423" y="2316480"/>
                  <a:pt x="5943600" y="2309657"/>
                  <a:pt x="5943600" y="2301240"/>
                </a:cubicBezTo>
                <a:cubicBezTo>
                  <a:pt x="5943600" y="2292823"/>
                  <a:pt x="5950423" y="2286000"/>
                  <a:pt x="5958840" y="2286000"/>
                </a:cubicBezTo>
                <a:cubicBezTo>
                  <a:pt x="5967257" y="2286000"/>
                  <a:pt x="5974080" y="2292823"/>
                  <a:pt x="5974080" y="2301240"/>
                </a:cubicBezTo>
                <a:close/>
                <a:moveTo>
                  <a:pt x="5974080" y="2453640"/>
                </a:moveTo>
                <a:cubicBezTo>
                  <a:pt x="5974080" y="2462057"/>
                  <a:pt x="5967257" y="2468880"/>
                  <a:pt x="5958840" y="2468880"/>
                </a:cubicBezTo>
                <a:cubicBezTo>
                  <a:pt x="5950423" y="2468880"/>
                  <a:pt x="5943600" y="2462057"/>
                  <a:pt x="5943600" y="2453640"/>
                </a:cubicBezTo>
                <a:cubicBezTo>
                  <a:pt x="5943600" y="2445223"/>
                  <a:pt x="5950423" y="2438400"/>
                  <a:pt x="5958840" y="2438400"/>
                </a:cubicBezTo>
                <a:cubicBezTo>
                  <a:pt x="5967257" y="2438400"/>
                  <a:pt x="5974080" y="2445223"/>
                  <a:pt x="5974080" y="2453640"/>
                </a:cubicBezTo>
                <a:close/>
                <a:moveTo>
                  <a:pt x="5974080" y="2606040"/>
                </a:moveTo>
                <a:cubicBezTo>
                  <a:pt x="5974080" y="2614457"/>
                  <a:pt x="5967257" y="2621280"/>
                  <a:pt x="5958840" y="2621280"/>
                </a:cubicBezTo>
                <a:cubicBezTo>
                  <a:pt x="5950423" y="2621280"/>
                  <a:pt x="5943600" y="2614457"/>
                  <a:pt x="5943600" y="2606040"/>
                </a:cubicBezTo>
                <a:cubicBezTo>
                  <a:pt x="5943600" y="2597623"/>
                  <a:pt x="5950423" y="2590800"/>
                  <a:pt x="5958840" y="2590800"/>
                </a:cubicBezTo>
                <a:cubicBezTo>
                  <a:pt x="5967257" y="2590800"/>
                  <a:pt x="5974080" y="2597623"/>
                  <a:pt x="5974080" y="2606040"/>
                </a:cubicBezTo>
                <a:close/>
                <a:moveTo>
                  <a:pt x="5974080" y="2758440"/>
                </a:moveTo>
                <a:cubicBezTo>
                  <a:pt x="5974080" y="2766857"/>
                  <a:pt x="5967257" y="2773680"/>
                  <a:pt x="5958840" y="2773680"/>
                </a:cubicBezTo>
                <a:cubicBezTo>
                  <a:pt x="5950423" y="2773680"/>
                  <a:pt x="5943600" y="2766857"/>
                  <a:pt x="5943600" y="2758440"/>
                </a:cubicBezTo>
                <a:cubicBezTo>
                  <a:pt x="5943600" y="2750023"/>
                  <a:pt x="5950423" y="2743200"/>
                  <a:pt x="5958840" y="2743200"/>
                </a:cubicBezTo>
                <a:cubicBezTo>
                  <a:pt x="5967257" y="2743200"/>
                  <a:pt x="5974080" y="2750023"/>
                  <a:pt x="5974080" y="2758440"/>
                </a:cubicBezTo>
                <a:close/>
                <a:moveTo>
                  <a:pt x="5974080" y="2910840"/>
                </a:moveTo>
                <a:cubicBezTo>
                  <a:pt x="5974080" y="2919257"/>
                  <a:pt x="5967257" y="2926080"/>
                  <a:pt x="5958840" y="2926080"/>
                </a:cubicBezTo>
                <a:cubicBezTo>
                  <a:pt x="5950423" y="2926080"/>
                  <a:pt x="5943600" y="2919257"/>
                  <a:pt x="5943600" y="2910840"/>
                </a:cubicBezTo>
                <a:cubicBezTo>
                  <a:pt x="5943600" y="2902423"/>
                  <a:pt x="5950423" y="2895600"/>
                  <a:pt x="5958840" y="2895600"/>
                </a:cubicBezTo>
                <a:cubicBezTo>
                  <a:pt x="5967257" y="2895600"/>
                  <a:pt x="5974080" y="2902423"/>
                  <a:pt x="5974080" y="2910840"/>
                </a:cubicBezTo>
                <a:close/>
                <a:moveTo>
                  <a:pt x="5974080" y="3063240"/>
                </a:moveTo>
                <a:cubicBezTo>
                  <a:pt x="5974080" y="3071657"/>
                  <a:pt x="5967257" y="3078480"/>
                  <a:pt x="5958840" y="3078480"/>
                </a:cubicBezTo>
                <a:cubicBezTo>
                  <a:pt x="5950423" y="3078480"/>
                  <a:pt x="5943600" y="3071657"/>
                  <a:pt x="5943600" y="3063240"/>
                </a:cubicBezTo>
                <a:cubicBezTo>
                  <a:pt x="5943600" y="3054823"/>
                  <a:pt x="5950423" y="3048000"/>
                  <a:pt x="5958840" y="3048000"/>
                </a:cubicBezTo>
                <a:cubicBezTo>
                  <a:pt x="5967257" y="3048000"/>
                  <a:pt x="5974080" y="3054823"/>
                  <a:pt x="5974080" y="3063240"/>
                </a:cubicBezTo>
                <a:close/>
                <a:moveTo>
                  <a:pt x="5974080" y="3215640"/>
                </a:moveTo>
                <a:cubicBezTo>
                  <a:pt x="5974080" y="3224057"/>
                  <a:pt x="5967257" y="3230880"/>
                  <a:pt x="5958840" y="3230880"/>
                </a:cubicBezTo>
                <a:cubicBezTo>
                  <a:pt x="5950423" y="3230880"/>
                  <a:pt x="5943600" y="3224057"/>
                  <a:pt x="5943600" y="3215640"/>
                </a:cubicBezTo>
                <a:cubicBezTo>
                  <a:pt x="5943600" y="3207223"/>
                  <a:pt x="5950423" y="3200400"/>
                  <a:pt x="5958840" y="3200400"/>
                </a:cubicBezTo>
                <a:cubicBezTo>
                  <a:pt x="5967257" y="3200400"/>
                  <a:pt x="5974080" y="3207223"/>
                  <a:pt x="5974080" y="3215640"/>
                </a:cubicBezTo>
                <a:close/>
                <a:moveTo>
                  <a:pt x="5974080" y="3368040"/>
                </a:moveTo>
                <a:cubicBezTo>
                  <a:pt x="5974080" y="3376457"/>
                  <a:pt x="5967257" y="3383280"/>
                  <a:pt x="5958840" y="3383280"/>
                </a:cubicBezTo>
                <a:cubicBezTo>
                  <a:pt x="5950423" y="3383280"/>
                  <a:pt x="5943600" y="3376457"/>
                  <a:pt x="5943600" y="3368040"/>
                </a:cubicBezTo>
                <a:cubicBezTo>
                  <a:pt x="5943600" y="3359623"/>
                  <a:pt x="5950423" y="3352800"/>
                  <a:pt x="5958840" y="3352800"/>
                </a:cubicBezTo>
                <a:cubicBezTo>
                  <a:pt x="5967257" y="3352800"/>
                  <a:pt x="5974080" y="3359623"/>
                  <a:pt x="5974080" y="3368040"/>
                </a:cubicBezTo>
                <a:close/>
                <a:moveTo>
                  <a:pt x="5974080" y="3520440"/>
                </a:moveTo>
                <a:cubicBezTo>
                  <a:pt x="5974080" y="3528857"/>
                  <a:pt x="5967257" y="3535680"/>
                  <a:pt x="5958840" y="3535680"/>
                </a:cubicBezTo>
                <a:cubicBezTo>
                  <a:pt x="5950423" y="3535680"/>
                  <a:pt x="5943600" y="3528857"/>
                  <a:pt x="5943600" y="3520440"/>
                </a:cubicBezTo>
                <a:cubicBezTo>
                  <a:pt x="5943600" y="3512023"/>
                  <a:pt x="5950423" y="3505200"/>
                  <a:pt x="5958840" y="3505200"/>
                </a:cubicBezTo>
                <a:cubicBezTo>
                  <a:pt x="5967257" y="3505200"/>
                  <a:pt x="5974080" y="3512023"/>
                  <a:pt x="5974080" y="3520440"/>
                </a:cubicBezTo>
                <a:close/>
                <a:moveTo>
                  <a:pt x="5974080" y="3672840"/>
                </a:moveTo>
                <a:cubicBezTo>
                  <a:pt x="5974080" y="3681257"/>
                  <a:pt x="5967257" y="3688080"/>
                  <a:pt x="5958840" y="3688080"/>
                </a:cubicBezTo>
                <a:cubicBezTo>
                  <a:pt x="5950423" y="3688080"/>
                  <a:pt x="5943600" y="3681257"/>
                  <a:pt x="5943600" y="3672840"/>
                </a:cubicBezTo>
                <a:cubicBezTo>
                  <a:pt x="5943600" y="3664423"/>
                  <a:pt x="5950423" y="3657600"/>
                  <a:pt x="5958840" y="3657600"/>
                </a:cubicBezTo>
                <a:cubicBezTo>
                  <a:pt x="5967257" y="3657600"/>
                  <a:pt x="5974080" y="3664423"/>
                  <a:pt x="5974080" y="3672840"/>
                </a:cubicBezTo>
                <a:close/>
                <a:moveTo>
                  <a:pt x="5974080" y="3825240"/>
                </a:moveTo>
                <a:cubicBezTo>
                  <a:pt x="5974080" y="3833657"/>
                  <a:pt x="5967257" y="3840480"/>
                  <a:pt x="5958840" y="3840480"/>
                </a:cubicBezTo>
                <a:cubicBezTo>
                  <a:pt x="5950423" y="3840480"/>
                  <a:pt x="5943600" y="3833657"/>
                  <a:pt x="5943600" y="3825240"/>
                </a:cubicBezTo>
                <a:cubicBezTo>
                  <a:pt x="5943600" y="3816823"/>
                  <a:pt x="5950423" y="3810000"/>
                  <a:pt x="5958840" y="3810000"/>
                </a:cubicBezTo>
                <a:cubicBezTo>
                  <a:pt x="5967257" y="3810000"/>
                  <a:pt x="5974080" y="3816823"/>
                  <a:pt x="5974080" y="3825240"/>
                </a:cubicBezTo>
                <a:close/>
                <a:moveTo>
                  <a:pt x="5974080" y="3977640"/>
                </a:moveTo>
                <a:cubicBezTo>
                  <a:pt x="5974080" y="3986057"/>
                  <a:pt x="5967257" y="3992880"/>
                  <a:pt x="5958840" y="3992880"/>
                </a:cubicBezTo>
                <a:cubicBezTo>
                  <a:pt x="5950423" y="3992880"/>
                  <a:pt x="5943600" y="3986057"/>
                  <a:pt x="5943600" y="3977640"/>
                </a:cubicBezTo>
                <a:cubicBezTo>
                  <a:pt x="5943600" y="3969223"/>
                  <a:pt x="5950423" y="3962400"/>
                  <a:pt x="5958840" y="3962400"/>
                </a:cubicBezTo>
                <a:cubicBezTo>
                  <a:pt x="5967257" y="3962400"/>
                  <a:pt x="5974080" y="3969223"/>
                  <a:pt x="5974080" y="3977640"/>
                </a:cubicBezTo>
                <a:close/>
                <a:moveTo>
                  <a:pt x="5974080" y="4130040"/>
                </a:moveTo>
                <a:cubicBezTo>
                  <a:pt x="5974080" y="4138457"/>
                  <a:pt x="5967257" y="4145280"/>
                  <a:pt x="5958840" y="4145280"/>
                </a:cubicBezTo>
                <a:cubicBezTo>
                  <a:pt x="5950423" y="4145280"/>
                  <a:pt x="5943600" y="4138457"/>
                  <a:pt x="5943600" y="4130040"/>
                </a:cubicBezTo>
                <a:cubicBezTo>
                  <a:pt x="5943600" y="4121623"/>
                  <a:pt x="5950423" y="4114800"/>
                  <a:pt x="5958840" y="4114800"/>
                </a:cubicBezTo>
                <a:cubicBezTo>
                  <a:pt x="5967257" y="4114800"/>
                  <a:pt x="5974080" y="4121623"/>
                  <a:pt x="5974080" y="4130040"/>
                </a:cubicBezTo>
                <a:close/>
                <a:moveTo>
                  <a:pt x="5974080" y="4282440"/>
                </a:moveTo>
                <a:cubicBezTo>
                  <a:pt x="5974080" y="4290857"/>
                  <a:pt x="5967257" y="4297680"/>
                  <a:pt x="5958840" y="4297680"/>
                </a:cubicBezTo>
                <a:cubicBezTo>
                  <a:pt x="5950423" y="4297680"/>
                  <a:pt x="5943600" y="4290857"/>
                  <a:pt x="5943600" y="4282440"/>
                </a:cubicBezTo>
                <a:cubicBezTo>
                  <a:pt x="5943600" y="4274023"/>
                  <a:pt x="5950423" y="4267200"/>
                  <a:pt x="5958840" y="4267200"/>
                </a:cubicBezTo>
                <a:cubicBezTo>
                  <a:pt x="5967257" y="4267200"/>
                  <a:pt x="5974080" y="4274023"/>
                  <a:pt x="5974080" y="4282440"/>
                </a:cubicBezTo>
                <a:close/>
                <a:moveTo>
                  <a:pt x="5974080" y="4434840"/>
                </a:moveTo>
                <a:cubicBezTo>
                  <a:pt x="5974080" y="4443257"/>
                  <a:pt x="5967257" y="4450080"/>
                  <a:pt x="5958840" y="4450080"/>
                </a:cubicBezTo>
                <a:cubicBezTo>
                  <a:pt x="5950423" y="4450080"/>
                  <a:pt x="5943600" y="4443257"/>
                  <a:pt x="5943600" y="4434840"/>
                </a:cubicBezTo>
                <a:cubicBezTo>
                  <a:pt x="5943600" y="4426423"/>
                  <a:pt x="5950423" y="4419600"/>
                  <a:pt x="5958840" y="4419600"/>
                </a:cubicBezTo>
                <a:cubicBezTo>
                  <a:pt x="5967257" y="4419600"/>
                  <a:pt x="5974080" y="4426423"/>
                  <a:pt x="5974080" y="4434840"/>
                </a:cubicBezTo>
                <a:close/>
                <a:moveTo>
                  <a:pt x="6126480" y="15240"/>
                </a:moveTo>
                <a:cubicBezTo>
                  <a:pt x="6126480" y="23657"/>
                  <a:pt x="6119657" y="30480"/>
                  <a:pt x="6111240" y="30480"/>
                </a:cubicBezTo>
                <a:cubicBezTo>
                  <a:pt x="6102823" y="30480"/>
                  <a:pt x="6096000" y="23657"/>
                  <a:pt x="6096000" y="15240"/>
                </a:cubicBezTo>
                <a:cubicBezTo>
                  <a:pt x="6096000" y="6823"/>
                  <a:pt x="6102823" y="0"/>
                  <a:pt x="6111240" y="0"/>
                </a:cubicBezTo>
                <a:cubicBezTo>
                  <a:pt x="6119657" y="0"/>
                  <a:pt x="6126480" y="6823"/>
                  <a:pt x="6126480" y="15240"/>
                </a:cubicBezTo>
                <a:close/>
                <a:moveTo>
                  <a:pt x="6126480" y="167640"/>
                </a:moveTo>
                <a:cubicBezTo>
                  <a:pt x="6126480" y="176057"/>
                  <a:pt x="6119657" y="182880"/>
                  <a:pt x="6111240" y="182880"/>
                </a:cubicBezTo>
                <a:cubicBezTo>
                  <a:pt x="6102823" y="182880"/>
                  <a:pt x="6096000" y="176057"/>
                  <a:pt x="6096000" y="167640"/>
                </a:cubicBezTo>
                <a:cubicBezTo>
                  <a:pt x="6096000" y="159223"/>
                  <a:pt x="6102823" y="152400"/>
                  <a:pt x="6111240" y="152400"/>
                </a:cubicBezTo>
                <a:cubicBezTo>
                  <a:pt x="6119657" y="152400"/>
                  <a:pt x="6126480" y="159223"/>
                  <a:pt x="6126480" y="167640"/>
                </a:cubicBezTo>
                <a:close/>
                <a:moveTo>
                  <a:pt x="6126480" y="320040"/>
                </a:moveTo>
                <a:cubicBezTo>
                  <a:pt x="6126480" y="328457"/>
                  <a:pt x="6119657" y="335280"/>
                  <a:pt x="6111240" y="335280"/>
                </a:cubicBezTo>
                <a:cubicBezTo>
                  <a:pt x="6102823" y="335280"/>
                  <a:pt x="6096000" y="328457"/>
                  <a:pt x="6096000" y="320040"/>
                </a:cubicBezTo>
                <a:cubicBezTo>
                  <a:pt x="6096000" y="311623"/>
                  <a:pt x="6102823" y="304800"/>
                  <a:pt x="6111240" y="304800"/>
                </a:cubicBezTo>
                <a:cubicBezTo>
                  <a:pt x="6119657" y="304800"/>
                  <a:pt x="6126480" y="311623"/>
                  <a:pt x="6126480" y="320040"/>
                </a:cubicBezTo>
                <a:close/>
                <a:moveTo>
                  <a:pt x="6126480" y="472440"/>
                </a:moveTo>
                <a:cubicBezTo>
                  <a:pt x="6126480" y="480857"/>
                  <a:pt x="6119657" y="487680"/>
                  <a:pt x="6111240" y="487680"/>
                </a:cubicBezTo>
                <a:cubicBezTo>
                  <a:pt x="6102823" y="487680"/>
                  <a:pt x="6096000" y="480857"/>
                  <a:pt x="6096000" y="472440"/>
                </a:cubicBezTo>
                <a:cubicBezTo>
                  <a:pt x="6096000" y="464023"/>
                  <a:pt x="6102823" y="457200"/>
                  <a:pt x="6111240" y="457200"/>
                </a:cubicBezTo>
                <a:cubicBezTo>
                  <a:pt x="6119657" y="457200"/>
                  <a:pt x="6126480" y="464023"/>
                  <a:pt x="6126480" y="472440"/>
                </a:cubicBezTo>
                <a:close/>
                <a:moveTo>
                  <a:pt x="6126480" y="624840"/>
                </a:moveTo>
                <a:cubicBezTo>
                  <a:pt x="6126480" y="633257"/>
                  <a:pt x="6119657" y="640080"/>
                  <a:pt x="6111240" y="640080"/>
                </a:cubicBezTo>
                <a:cubicBezTo>
                  <a:pt x="6102823" y="640080"/>
                  <a:pt x="6096000" y="633257"/>
                  <a:pt x="6096000" y="624840"/>
                </a:cubicBezTo>
                <a:cubicBezTo>
                  <a:pt x="6096000" y="616423"/>
                  <a:pt x="6102823" y="609600"/>
                  <a:pt x="6111240" y="609600"/>
                </a:cubicBezTo>
                <a:cubicBezTo>
                  <a:pt x="6119657" y="609600"/>
                  <a:pt x="6126480" y="616423"/>
                  <a:pt x="6126480" y="624840"/>
                </a:cubicBezTo>
                <a:close/>
                <a:moveTo>
                  <a:pt x="6126480" y="777240"/>
                </a:moveTo>
                <a:cubicBezTo>
                  <a:pt x="6126480" y="785657"/>
                  <a:pt x="6119657" y="792480"/>
                  <a:pt x="6111240" y="792480"/>
                </a:cubicBezTo>
                <a:cubicBezTo>
                  <a:pt x="6102823" y="792480"/>
                  <a:pt x="6096000" y="785657"/>
                  <a:pt x="6096000" y="777240"/>
                </a:cubicBezTo>
                <a:cubicBezTo>
                  <a:pt x="6096000" y="768823"/>
                  <a:pt x="6102823" y="762000"/>
                  <a:pt x="6111240" y="762000"/>
                </a:cubicBezTo>
                <a:cubicBezTo>
                  <a:pt x="6119657" y="762000"/>
                  <a:pt x="6126480" y="768823"/>
                  <a:pt x="6126480" y="777240"/>
                </a:cubicBezTo>
                <a:close/>
                <a:moveTo>
                  <a:pt x="6126480" y="929640"/>
                </a:moveTo>
                <a:cubicBezTo>
                  <a:pt x="6126480" y="938057"/>
                  <a:pt x="6119657" y="944880"/>
                  <a:pt x="6111240" y="944880"/>
                </a:cubicBezTo>
                <a:cubicBezTo>
                  <a:pt x="6102823" y="944880"/>
                  <a:pt x="6096000" y="938057"/>
                  <a:pt x="6096000" y="929640"/>
                </a:cubicBezTo>
                <a:cubicBezTo>
                  <a:pt x="6096000" y="921223"/>
                  <a:pt x="6102823" y="914400"/>
                  <a:pt x="6111240" y="914400"/>
                </a:cubicBezTo>
                <a:cubicBezTo>
                  <a:pt x="6119657" y="914400"/>
                  <a:pt x="6126480" y="921223"/>
                  <a:pt x="6126480" y="929640"/>
                </a:cubicBezTo>
                <a:close/>
                <a:moveTo>
                  <a:pt x="6126480" y="1082040"/>
                </a:moveTo>
                <a:cubicBezTo>
                  <a:pt x="6126480" y="1090457"/>
                  <a:pt x="6119657" y="1097280"/>
                  <a:pt x="6111240" y="1097280"/>
                </a:cubicBezTo>
                <a:cubicBezTo>
                  <a:pt x="6102823" y="1097280"/>
                  <a:pt x="6096000" y="1090457"/>
                  <a:pt x="6096000" y="1082040"/>
                </a:cubicBezTo>
                <a:cubicBezTo>
                  <a:pt x="6096000" y="1073623"/>
                  <a:pt x="6102823" y="1066800"/>
                  <a:pt x="6111240" y="1066800"/>
                </a:cubicBezTo>
                <a:cubicBezTo>
                  <a:pt x="6119657" y="1066800"/>
                  <a:pt x="6126480" y="1073623"/>
                  <a:pt x="6126480" y="1082040"/>
                </a:cubicBezTo>
                <a:close/>
                <a:moveTo>
                  <a:pt x="6126480" y="1234440"/>
                </a:moveTo>
                <a:cubicBezTo>
                  <a:pt x="6126480" y="1242857"/>
                  <a:pt x="6119657" y="1249680"/>
                  <a:pt x="6111240" y="1249680"/>
                </a:cubicBezTo>
                <a:cubicBezTo>
                  <a:pt x="6102823" y="1249680"/>
                  <a:pt x="6096000" y="1242857"/>
                  <a:pt x="6096000" y="1234440"/>
                </a:cubicBezTo>
                <a:cubicBezTo>
                  <a:pt x="6096000" y="1226023"/>
                  <a:pt x="6102823" y="1219200"/>
                  <a:pt x="6111240" y="1219200"/>
                </a:cubicBezTo>
                <a:cubicBezTo>
                  <a:pt x="6119657" y="1219200"/>
                  <a:pt x="6126480" y="1226023"/>
                  <a:pt x="6126480" y="1234440"/>
                </a:cubicBezTo>
                <a:close/>
                <a:moveTo>
                  <a:pt x="6126480" y="1386840"/>
                </a:moveTo>
                <a:cubicBezTo>
                  <a:pt x="6126480" y="1395257"/>
                  <a:pt x="6119657" y="1402080"/>
                  <a:pt x="6111240" y="1402080"/>
                </a:cubicBezTo>
                <a:cubicBezTo>
                  <a:pt x="6102823" y="1402080"/>
                  <a:pt x="6096000" y="1395257"/>
                  <a:pt x="6096000" y="1386840"/>
                </a:cubicBezTo>
                <a:cubicBezTo>
                  <a:pt x="6096000" y="1378423"/>
                  <a:pt x="6102823" y="1371600"/>
                  <a:pt x="6111240" y="1371600"/>
                </a:cubicBezTo>
                <a:cubicBezTo>
                  <a:pt x="6119657" y="1371600"/>
                  <a:pt x="6126480" y="1378423"/>
                  <a:pt x="6126480" y="1386840"/>
                </a:cubicBezTo>
                <a:close/>
                <a:moveTo>
                  <a:pt x="6126480" y="1539240"/>
                </a:moveTo>
                <a:cubicBezTo>
                  <a:pt x="6126480" y="1547657"/>
                  <a:pt x="6119657" y="1554480"/>
                  <a:pt x="6111240" y="1554480"/>
                </a:cubicBezTo>
                <a:cubicBezTo>
                  <a:pt x="6102823" y="1554480"/>
                  <a:pt x="6096000" y="1547657"/>
                  <a:pt x="6096000" y="1539240"/>
                </a:cubicBezTo>
                <a:cubicBezTo>
                  <a:pt x="6096000" y="1530823"/>
                  <a:pt x="6102823" y="1524000"/>
                  <a:pt x="6111240" y="1524000"/>
                </a:cubicBezTo>
                <a:cubicBezTo>
                  <a:pt x="6119657" y="1524000"/>
                  <a:pt x="6126480" y="1530823"/>
                  <a:pt x="6126480" y="1539240"/>
                </a:cubicBezTo>
                <a:close/>
                <a:moveTo>
                  <a:pt x="6126480" y="1691640"/>
                </a:moveTo>
                <a:cubicBezTo>
                  <a:pt x="6126480" y="1700057"/>
                  <a:pt x="6119657" y="1706880"/>
                  <a:pt x="6111240" y="1706880"/>
                </a:cubicBezTo>
                <a:cubicBezTo>
                  <a:pt x="6102823" y="1706880"/>
                  <a:pt x="6096000" y="1700057"/>
                  <a:pt x="6096000" y="1691640"/>
                </a:cubicBezTo>
                <a:cubicBezTo>
                  <a:pt x="6096000" y="1683223"/>
                  <a:pt x="6102823" y="1676400"/>
                  <a:pt x="6111240" y="1676400"/>
                </a:cubicBezTo>
                <a:cubicBezTo>
                  <a:pt x="6119657" y="1676400"/>
                  <a:pt x="6126480" y="1683223"/>
                  <a:pt x="6126480" y="1691640"/>
                </a:cubicBezTo>
                <a:close/>
                <a:moveTo>
                  <a:pt x="6126480" y="1844040"/>
                </a:moveTo>
                <a:cubicBezTo>
                  <a:pt x="6126480" y="1852457"/>
                  <a:pt x="6119657" y="1859280"/>
                  <a:pt x="6111240" y="1859280"/>
                </a:cubicBezTo>
                <a:cubicBezTo>
                  <a:pt x="6102823" y="1859280"/>
                  <a:pt x="6096000" y="1852457"/>
                  <a:pt x="6096000" y="1844040"/>
                </a:cubicBezTo>
                <a:cubicBezTo>
                  <a:pt x="6096000" y="1835623"/>
                  <a:pt x="6102823" y="1828800"/>
                  <a:pt x="6111240" y="1828800"/>
                </a:cubicBezTo>
                <a:cubicBezTo>
                  <a:pt x="6119657" y="1828800"/>
                  <a:pt x="6126480" y="1835623"/>
                  <a:pt x="6126480" y="1844040"/>
                </a:cubicBezTo>
                <a:close/>
                <a:moveTo>
                  <a:pt x="6126480" y="1996440"/>
                </a:moveTo>
                <a:cubicBezTo>
                  <a:pt x="6126480" y="2004857"/>
                  <a:pt x="6119657" y="2011680"/>
                  <a:pt x="6111240" y="2011680"/>
                </a:cubicBezTo>
                <a:cubicBezTo>
                  <a:pt x="6102823" y="2011680"/>
                  <a:pt x="6096000" y="2004857"/>
                  <a:pt x="6096000" y="1996440"/>
                </a:cubicBezTo>
                <a:cubicBezTo>
                  <a:pt x="6096000" y="1988023"/>
                  <a:pt x="6102823" y="1981200"/>
                  <a:pt x="6111240" y="1981200"/>
                </a:cubicBezTo>
                <a:cubicBezTo>
                  <a:pt x="6119657" y="1981200"/>
                  <a:pt x="6126480" y="1988023"/>
                  <a:pt x="6126480" y="1996440"/>
                </a:cubicBezTo>
                <a:close/>
                <a:moveTo>
                  <a:pt x="6126480" y="2148840"/>
                </a:moveTo>
                <a:cubicBezTo>
                  <a:pt x="6126480" y="2157257"/>
                  <a:pt x="6119657" y="2164080"/>
                  <a:pt x="6111240" y="2164080"/>
                </a:cubicBezTo>
                <a:cubicBezTo>
                  <a:pt x="6102823" y="2164080"/>
                  <a:pt x="6096000" y="2157257"/>
                  <a:pt x="6096000" y="2148840"/>
                </a:cubicBezTo>
                <a:cubicBezTo>
                  <a:pt x="6096000" y="2140423"/>
                  <a:pt x="6102823" y="2133600"/>
                  <a:pt x="6111240" y="2133600"/>
                </a:cubicBezTo>
                <a:cubicBezTo>
                  <a:pt x="6119657" y="2133600"/>
                  <a:pt x="6126480" y="2140423"/>
                  <a:pt x="6126480" y="2148840"/>
                </a:cubicBezTo>
                <a:close/>
                <a:moveTo>
                  <a:pt x="6126480" y="2301240"/>
                </a:moveTo>
                <a:cubicBezTo>
                  <a:pt x="6126480" y="2309657"/>
                  <a:pt x="6119657" y="2316480"/>
                  <a:pt x="6111240" y="2316480"/>
                </a:cubicBezTo>
                <a:cubicBezTo>
                  <a:pt x="6102823" y="2316480"/>
                  <a:pt x="6096000" y="2309657"/>
                  <a:pt x="6096000" y="2301240"/>
                </a:cubicBezTo>
                <a:cubicBezTo>
                  <a:pt x="6096000" y="2292823"/>
                  <a:pt x="6102823" y="2286000"/>
                  <a:pt x="6111240" y="2286000"/>
                </a:cubicBezTo>
                <a:cubicBezTo>
                  <a:pt x="6119657" y="2286000"/>
                  <a:pt x="6126480" y="2292823"/>
                  <a:pt x="6126480" y="2301240"/>
                </a:cubicBezTo>
                <a:close/>
                <a:moveTo>
                  <a:pt x="6126480" y="2453640"/>
                </a:moveTo>
                <a:cubicBezTo>
                  <a:pt x="6126480" y="2462057"/>
                  <a:pt x="6119657" y="2468880"/>
                  <a:pt x="6111240" y="2468880"/>
                </a:cubicBezTo>
                <a:cubicBezTo>
                  <a:pt x="6102823" y="2468880"/>
                  <a:pt x="6096000" y="2462057"/>
                  <a:pt x="6096000" y="2453640"/>
                </a:cubicBezTo>
                <a:cubicBezTo>
                  <a:pt x="6096000" y="2445223"/>
                  <a:pt x="6102823" y="2438400"/>
                  <a:pt x="6111240" y="2438400"/>
                </a:cubicBezTo>
                <a:cubicBezTo>
                  <a:pt x="6119657" y="2438400"/>
                  <a:pt x="6126480" y="2445223"/>
                  <a:pt x="6126480" y="2453640"/>
                </a:cubicBezTo>
                <a:close/>
                <a:moveTo>
                  <a:pt x="6126480" y="2606040"/>
                </a:moveTo>
                <a:cubicBezTo>
                  <a:pt x="6126480" y="2614457"/>
                  <a:pt x="6119657" y="2621280"/>
                  <a:pt x="6111240" y="2621280"/>
                </a:cubicBezTo>
                <a:cubicBezTo>
                  <a:pt x="6102823" y="2621280"/>
                  <a:pt x="6096000" y="2614457"/>
                  <a:pt x="6096000" y="2606040"/>
                </a:cubicBezTo>
                <a:cubicBezTo>
                  <a:pt x="6096000" y="2597623"/>
                  <a:pt x="6102823" y="2590800"/>
                  <a:pt x="6111240" y="2590800"/>
                </a:cubicBezTo>
                <a:cubicBezTo>
                  <a:pt x="6119657" y="2590800"/>
                  <a:pt x="6126480" y="2597623"/>
                  <a:pt x="6126480" y="2606040"/>
                </a:cubicBezTo>
                <a:close/>
                <a:moveTo>
                  <a:pt x="6126480" y="2758440"/>
                </a:moveTo>
                <a:cubicBezTo>
                  <a:pt x="6126480" y="2766857"/>
                  <a:pt x="6119657" y="2773680"/>
                  <a:pt x="6111240" y="2773680"/>
                </a:cubicBezTo>
                <a:cubicBezTo>
                  <a:pt x="6102823" y="2773680"/>
                  <a:pt x="6096000" y="2766857"/>
                  <a:pt x="6096000" y="2758440"/>
                </a:cubicBezTo>
                <a:cubicBezTo>
                  <a:pt x="6096000" y="2750023"/>
                  <a:pt x="6102823" y="2743200"/>
                  <a:pt x="6111240" y="2743200"/>
                </a:cubicBezTo>
                <a:cubicBezTo>
                  <a:pt x="6119657" y="2743200"/>
                  <a:pt x="6126480" y="2750023"/>
                  <a:pt x="6126480" y="2758440"/>
                </a:cubicBezTo>
                <a:close/>
                <a:moveTo>
                  <a:pt x="6126480" y="2910840"/>
                </a:moveTo>
                <a:cubicBezTo>
                  <a:pt x="6126480" y="2919257"/>
                  <a:pt x="6119657" y="2926080"/>
                  <a:pt x="6111240" y="2926080"/>
                </a:cubicBezTo>
                <a:cubicBezTo>
                  <a:pt x="6102823" y="2926080"/>
                  <a:pt x="6096000" y="2919257"/>
                  <a:pt x="6096000" y="2910840"/>
                </a:cubicBezTo>
                <a:cubicBezTo>
                  <a:pt x="6096000" y="2902423"/>
                  <a:pt x="6102823" y="2895600"/>
                  <a:pt x="6111240" y="2895600"/>
                </a:cubicBezTo>
                <a:cubicBezTo>
                  <a:pt x="6119657" y="2895600"/>
                  <a:pt x="6126480" y="2902423"/>
                  <a:pt x="6126480" y="2910840"/>
                </a:cubicBezTo>
                <a:close/>
                <a:moveTo>
                  <a:pt x="6126480" y="3063240"/>
                </a:moveTo>
                <a:cubicBezTo>
                  <a:pt x="6126480" y="3071657"/>
                  <a:pt x="6119657" y="3078480"/>
                  <a:pt x="6111240" y="3078480"/>
                </a:cubicBezTo>
                <a:cubicBezTo>
                  <a:pt x="6102823" y="3078480"/>
                  <a:pt x="6096000" y="3071657"/>
                  <a:pt x="6096000" y="3063240"/>
                </a:cubicBezTo>
                <a:cubicBezTo>
                  <a:pt x="6096000" y="3054823"/>
                  <a:pt x="6102823" y="3048000"/>
                  <a:pt x="6111240" y="3048000"/>
                </a:cubicBezTo>
                <a:cubicBezTo>
                  <a:pt x="6119657" y="3048000"/>
                  <a:pt x="6126480" y="3054823"/>
                  <a:pt x="6126480" y="3063240"/>
                </a:cubicBezTo>
                <a:close/>
                <a:moveTo>
                  <a:pt x="6126480" y="3215640"/>
                </a:moveTo>
                <a:cubicBezTo>
                  <a:pt x="6126480" y="3224057"/>
                  <a:pt x="6119657" y="3230880"/>
                  <a:pt x="6111240" y="3230880"/>
                </a:cubicBezTo>
                <a:cubicBezTo>
                  <a:pt x="6102823" y="3230880"/>
                  <a:pt x="6096000" y="3224057"/>
                  <a:pt x="6096000" y="3215640"/>
                </a:cubicBezTo>
                <a:cubicBezTo>
                  <a:pt x="6096000" y="3207223"/>
                  <a:pt x="6102823" y="3200400"/>
                  <a:pt x="6111240" y="3200400"/>
                </a:cubicBezTo>
                <a:cubicBezTo>
                  <a:pt x="6119657" y="3200400"/>
                  <a:pt x="6126480" y="3207223"/>
                  <a:pt x="6126480" y="3215640"/>
                </a:cubicBezTo>
                <a:close/>
                <a:moveTo>
                  <a:pt x="6126480" y="3368040"/>
                </a:moveTo>
                <a:cubicBezTo>
                  <a:pt x="6126480" y="3376457"/>
                  <a:pt x="6119657" y="3383280"/>
                  <a:pt x="6111240" y="3383280"/>
                </a:cubicBezTo>
                <a:cubicBezTo>
                  <a:pt x="6102823" y="3383280"/>
                  <a:pt x="6096000" y="3376457"/>
                  <a:pt x="6096000" y="3368040"/>
                </a:cubicBezTo>
                <a:cubicBezTo>
                  <a:pt x="6096000" y="3359623"/>
                  <a:pt x="6102823" y="3352800"/>
                  <a:pt x="6111240" y="3352800"/>
                </a:cubicBezTo>
                <a:cubicBezTo>
                  <a:pt x="6119657" y="3352800"/>
                  <a:pt x="6126480" y="3359623"/>
                  <a:pt x="6126480" y="3368040"/>
                </a:cubicBezTo>
                <a:close/>
                <a:moveTo>
                  <a:pt x="6126480" y="3520440"/>
                </a:moveTo>
                <a:cubicBezTo>
                  <a:pt x="6126480" y="3528857"/>
                  <a:pt x="6119657" y="3535680"/>
                  <a:pt x="6111240" y="3535680"/>
                </a:cubicBezTo>
                <a:cubicBezTo>
                  <a:pt x="6102823" y="3535680"/>
                  <a:pt x="6096000" y="3528857"/>
                  <a:pt x="6096000" y="3520440"/>
                </a:cubicBezTo>
                <a:cubicBezTo>
                  <a:pt x="6096000" y="3512023"/>
                  <a:pt x="6102823" y="3505200"/>
                  <a:pt x="6111240" y="3505200"/>
                </a:cubicBezTo>
                <a:cubicBezTo>
                  <a:pt x="6119657" y="3505200"/>
                  <a:pt x="6126480" y="3512023"/>
                  <a:pt x="6126480" y="3520440"/>
                </a:cubicBezTo>
                <a:close/>
                <a:moveTo>
                  <a:pt x="6126480" y="3672840"/>
                </a:moveTo>
                <a:cubicBezTo>
                  <a:pt x="6126480" y="3681257"/>
                  <a:pt x="6119657" y="3688080"/>
                  <a:pt x="6111240" y="3688080"/>
                </a:cubicBezTo>
                <a:cubicBezTo>
                  <a:pt x="6102823" y="3688080"/>
                  <a:pt x="6096000" y="3681257"/>
                  <a:pt x="6096000" y="3672840"/>
                </a:cubicBezTo>
                <a:cubicBezTo>
                  <a:pt x="6096000" y="3664423"/>
                  <a:pt x="6102823" y="3657600"/>
                  <a:pt x="6111240" y="3657600"/>
                </a:cubicBezTo>
                <a:cubicBezTo>
                  <a:pt x="6119657" y="3657600"/>
                  <a:pt x="6126480" y="3664423"/>
                  <a:pt x="6126480" y="3672840"/>
                </a:cubicBezTo>
                <a:close/>
                <a:moveTo>
                  <a:pt x="6126480" y="3825240"/>
                </a:moveTo>
                <a:cubicBezTo>
                  <a:pt x="6126480" y="3833657"/>
                  <a:pt x="6119657" y="3840480"/>
                  <a:pt x="6111240" y="3840480"/>
                </a:cubicBezTo>
                <a:cubicBezTo>
                  <a:pt x="6102823" y="3840480"/>
                  <a:pt x="6096000" y="3833657"/>
                  <a:pt x="6096000" y="3825240"/>
                </a:cubicBezTo>
                <a:cubicBezTo>
                  <a:pt x="6096000" y="3816823"/>
                  <a:pt x="6102823" y="3810000"/>
                  <a:pt x="6111240" y="3810000"/>
                </a:cubicBezTo>
                <a:cubicBezTo>
                  <a:pt x="6119657" y="3810000"/>
                  <a:pt x="6126480" y="3816823"/>
                  <a:pt x="6126480" y="3825240"/>
                </a:cubicBezTo>
                <a:close/>
                <a:moveTo>
                  <a:pt x="6126480" y="3977640"/>
                </a:moveTo>
                <a:cubicBezTo>
                  <a:pt x="6126480" y="3986057"/>
                  <a:pt x="6119657" y="3992880"/>
                  <a:pt x="6111240" y="3992880"/>
                </a:cubicBezTo>
                <a:cubicBezTo>
                  <a:pt x="6102823" y="3992880"/>
                  <a:pt x="6096000" y="3986057"/>
                  <a:pt x="6096000" y="3977640"/>
                </a:cubicBezTo>
                <a:cubicBezTo>
                  <a:pt x="6096000" y="3969223"/>
                  <a:pt x="6102823" y="3962400"/>
                  <a:pt x="6111240" y="3962400"/>
                </a:cubicBezTo>
                <a:cubicBezTo>
                  <a:pt x="6119657" y="3962400"/>
                  <a:pt x="6126480" y="3969223"/>
                  <a:pt x="6126480" y="3977640"/>
                </a:cubicBezTo>
                <a:close/>
                <a:moveTo>
                  <a:pt x="6126480" y="4130040"/>
                </a:moveTo>
                <a:cubicBezTo>
                  <a:pt x="6126480" y="4138457"/>
                  <a:pt x="6119657" y="4145280"/>
                  <a:pt x="6111240" y="4145280"/>
                </a:cubicBezTo>
                <a:cubicBezTo>
                  <a:pt x="6102823" y="4145280"/>
                  <a:pt x="6096000" y="4138457"/>
                  <a:pt x="6096000" y="4130040"/>
                </a:cubicBezTo>
                <a:cubicBezTo>
                  <a:pt x="6096000" y="4121623"/>
                  <a:pt x="6102823" y="4114800"/>
                  <a:pt x="6111240" y="4114800"/>
                </a:cubicBezTo>
                <a:cubicBezTo>
                  <a:pt x="6119657" y="4114800"/>
                  <a:pt x="6126480" y="4121623"/>
                  <a:pt x="6126480" y="4130040"/>
                </a:cubicBezTo>
                <a:close/>
                <a:moveTo>
                  <a:pt x="6126480" y="4282440"/>
                </a:moveTo>
                <a:cubicBezTo>
                  <a:pt x="6126480" y="4290857"/>
                  <a:pt x="6119657" y="4297680"/>
                  <a:pt x="6111240" y="4297680"/>
                </a:cubicBezTo>
                <a:cubicBezTo>
                  <a:pt x="6102823" y="4297680"/>
                  <a:pt x="6096000" y="4290857"/>
                  <a:pt x="6096000" y="4282440"/>
                </a:cubicBezTo>
                <a:cubicBezTo>
                  <a:pt x="6096000" y="4274023"/>
                  <a:pt x="6102823" y="4267200"/>
                  <a:pt x="6111240" y="4267200"/>
                </a:cubicBezTo>
                <a:cubicBezTo>
                  <a:pt x="6119657" y="4267200"/>
                  <a:pt x="6126480" y="4274023"/>
                  <a:pt x="6126480" y="4282440"/>
                </a:cubicBezTo>
                <a:close/>
                <a:moveTo>
                  <a:pt x="6126480" y="4434840"/>
                </a:moveTo>
                <a:cubicBezTo>
                  <a:pt x="6126480" y="4443257"/>
                  <a:pt x="6119657" y="4450080"/>
                  <a:pt x="6111240" y="4450080"/>
                </a:cubicBezTo>
                <a:cubicBezTo>
                  <a:pt x="6102823" y="4450080"/>
                  <a:pt x="6096000" y="4443257"/>
                  <a:pt x="6096000" y="4434840"/>
                </a:cubicBezTo>
                <a:cubicBezTo>
                  <a:pt x="6096000" y="4426423"/>
                  <a:pt x="6102823" y="4419600"/>
                  <a:pt x="6111240" y="4419600"/>
                </a:cubicBezTo>
                <a:cubicBezTo>
                  <a:pt x="6119657" y="4419600"/>
                  <a:pt x="6126480" y="4426423"/>
                  <a:pt x="6126480" y="4434840"/>
                </a:cubicBezTo>
                <a:close/>
                <a:moveTo>
                  <a:pt x="6278880" y="15240"/>
                </a:moveTo>
                <a:cubicBezTo>
                  <a:pt x="6278880" y="23657"/>
                  <a:pt x="6272057" y="30480"/>
                  <a:pt x="6263640" y="30480"/>
                </a:cubicBezTo>
                <a:cubicBezTo>
                  <a:pt x="6255223" y="30480"/>
                  <a:pt x="6248400" y="23657"/>
                  <a:pt x="6248400" y="15240"/>
                </a:cubicBezTo>
                <a:cubicBezTo>
                  <a:pt x="6248400" y="6823"/>
                  <a:pt x="6255223" y="0"/>
                  <a:pt x="6263640" y="0"/>
                </a:cubicBezTo>
                <a:cubicBezTo>
                  <a:pt x="6272057" y="0"/>
                  <a:pt x="6278880" y="6823"/>
                  <a:pt x="6278880" y="15240"/>
                </a:cubicBezTo>
                <a:close/>
                <a:moveTo>
                  <a:pt x="6278880" y="167640"/>
                </a:moveTo>
                <a:cubicBezTo>
                  <a:pt x="6278880" y="176057"/>
                  <a:pt x="6272057" y="182880"/>
                  <a:pt x="6263640" y="182880"/>
                </a:cubicBezTo>
                <a:cubicBezTo>
                  <a:pt x="6255223" y="182880"/>
                  <a:pt x="6248400" y="176057"/>
                  <a:pt x="6248400" y="167640"/>
                </a:cubicBezTo>
                <a:cubicBezTo>
                  <a:pt x="6248400" y="159223"/>
                  <a:pt x="6255223" y="152400"/>
                  <a:pt x="6263640" y="152400"/>
                </a:cubicBezTo>
                <a:cubicBezTo>
                  <a:pt x="6272057" y="152400"/>
                  <a:pt x="6278880" y="159223"/>
                  <a:pt x="6278880" y="167640"/>
                </a:cubicBezTo>
                <a:close/>
                <a:moveTo>
                  <a:pt x="6278880" y="320040"/>
                </a:moveTo>
                <a:cubicBezTo>
                  <a:pt x="6278880" y="328457"/>
                  <a:pt x="6272057" y="335280"/>
                  <a:pt x="6263640" y="335280"/>
                </a:cubicBezTo>
                <a:cubicBezTo>
                  <a:pt x="6255223" y="335280"/>
                  <a:pt x="6248400" y="328457"/>
                  <a:pt x="6248400" y="320040"/>
                </a:cubicBezTo>
                <a:cubicBezTo>
                  <a:pt x="6248400" y="311623"/>
                  <a:pt x="6255223" y="304800"/>
                  <a:pt x="6263640" y="304800"/>
                </a:cubicBezTo>
                <a:cubicBezTo>
                  <a:pt x="6272057" y="304800"/>
                  <a:pt x="6278880" y="311623"/>
                  <a:pt x="6278880" y="320040"/>
                </a:cubicBezTo>
                <a:close/>
                <a:moveTo>
                  <a:pt x="6278880" y="472440"/>
                </a:moveTo>
                <a:cubicBezTo>
                  <a:pt x="6278880" y="480857"/>
                  <a:pt x="6272057" y="487680"/>
                  <a:pt x="6263640" y="487680"/>
                </a:cubicBezTo>
                <a:cubicBezTo>
                  <a:pt x="6255223" y="487680"/>
                  <a:pt x="6248400" y="480857"/>
                  <a:pt x="6248400" y="472440"/>
                </a:cubicBezTo>
                <a:cubicBezTo>
                  <a:pt x="6248400" y="464023"/>
                  <a:pt x="6255223" y="457200"/>
                  <a:pt x="6263640" y="457200"/>
                </a:cubicBezTo>
                <a:cubicBezTo>
                  <a:pt x="6272057" y="457200"/>
                  <a:pt x="6278880" y="464023"/>
                  <a:pt x="6278880" y="472440"/>
                </a:cubicBezTo>
                <a:close/>
                <a:moveTo>
                  <a:pt x="6278880" y="624840"/>
                </a:moveTo>
                <a:cubicBezTo>
                  <a:pt x="6278880" y="633257"/>
                  <a:pt x="6272057" y="640080"/>
                  <a:pt x="6263640" y="640080"/>
                </a:cubicBezTo>
                <a:cubicBezTo>
                  <a:pt x="6255223" y="640080"/>
                  <a:pt x="6248400" y="633257"/>
                  <a:pt x="6248400" y="624840"/>
                </a:cubicBezTo>
                <a:cubicBezTo>
                  <a:pt x="6248400" y="616423"/>
                  <a:pt x="6255223" y="609600"/>
                  <a:pt x="6263640" y="609600"/>
                </a:cubicBezTo>
                <a:cubicBezTo>
                  <a:pt x="6272057" y="609600"/>
                  <a:pt x="6278880" y="616423"/>
                  <a:pt x="6278880" y="624840"/>
                </a:cubicBezTo>
                <a:close/>
                <a:moveTo>
                  <a:pt x="6278880" y="777240"/>
                </a:moveTo>
                <a:cubicBezTo>
                  <a:pt x="6278880" y="785657"/>
                  <a:pt x="6272057" y="792480"/>
                  <a:pt x="6263640" y="792480"/>
                </a:cubicBezTo>
                <a:cubicBezTo>
                  <a:pt x="6255223" y="792480"/>
                  <a:pt x="6248400" y="785657"/>
                  <a:pt x="6248400" y="777240"/>
                </a:cubicBezTo>
                <a:cubicBezTo>
                  <a:pt x="6248400" y="768823"/>
                  <a:pt x="6255223" y="762000"/>
                  <a:pt x="6263640" y="762000"/>
                </a:cubicBezTo>
                <a:cubicBezTo>
                  <a:pt x="6272057" y="762000"/>
                  <a:pt x="6278880" y="768823"/>
                  <a:pt x="6278880" y="777240"/>
                </a:cubicBezTo>
                <a:close/>
                <a:moveTo>
                  <a:pt x="6278880" y="929640"/>
                </a:moveTo>
                <a:cubicBezTo>
                  <a:pt x="6278880" y="938057"/>
                  <a:pt x="6272057" y="944880"/>
                  <a:pt x="6263640" y="944880"/>
                </a:cubicBezTo>
                <a:cubicBezTo>
                  <a:pt x="6255223" y="944880"/>
                  <a:pt x="6248400" y="938057"/>
                  <a:pt x="6248400" y="929640"/>
                </a:cubicBezTo>
                <a:cubicBezTo>
                  <a:pt x="6248400" y="921223"/>
                  <a:pt x="6255223" y="914400"/>
                  <a:pt x="6263640" y="914400"/>
                </a:cubicBezTo>
                <a:cubicBezTo>
                  <a:pt x="6272057" y="914400"/>
                  <a:pt x="6278880" y="921223"/>
                  <a:pt x="6278880" y="929640"/>
                </a:cubicBezTo>
                <a:close/>
                <a:moveTo>
                  <a:pt x="6278880" y="1082040"/>
                </a:moveTo>
                <a:cubicBezTo>
                  <a:pt x="6278880" y="1090457"/>
                  <a:pt x="6272057" y="1097280"/>
                  <a:pt x="6263640" y="1097280"/>
                </a:cubicBezTo>
                <a:cubicBezTo>
                  <a:pt x="6255223" y="1097280"/>
                  <a:pt x="6248400" y="1090457"/>
                  <a:pt x="6248400" y="1082040"/>
                </a:cubicBezTo>
                <a:cubicBezTo>
                  <a:pt x="6248400" y="1073623"/>
                  <a:pt x="6255223" y="1066800"/>
                  <a:pt x="6263640" y="1066800"/>
                </a:cubicBezTo>
                <a:cubicBezTo>
                  <a:pt x="6272057" y="1066800"/>
                  <a:pt x="6278880" y="1073623"/>
                  <a:pt x="6278880" y="1082040"/>
                </a:cubicBezTo>
                <a:close/>
                <a:moveTo>
                  <a:pt x="6278880" y="1234440"/>
                </a:moveTo>
                <a:cubicBezTo>
                  <a:pt x="6278880" y="1242857"/>
                  <a:pt x="6272057" y="1249680"/>
                  <a:pt x="6263640" y="1249680"/>
                </a:cubicBezTo>
                <a:cubicBezTo>
                  <a:pt x="6255223" y="1249680"/>
                  <a:pt x="6248400" y="1242857"/>
                  <a:pt x="6248400" y="1234440"/>
                </a:cubicBezTo>
                <a:cubicBezTo>
                  <a:pt x="6248400" y="1226023"/>
                  <a:pt x="6255223" y="1219200"/>
                  <a:pt x="6263640" y="1219200"/>
                </a:cubicBezTo>
                <a:cubicBezTo>
                  <a:pt x="6272057" y="1219200"/>
                  <a:pt x="6278880" y="1226023"/>
                  <a:pt x="6278880" y="1234440"/>
                </a:cubicBezTo>
                <a:close/>
                <a:moveTo>
                  <a:pt x="6278880" y="1386840"/>
                </a:moveTo>
                <a:cubicBezTo>
                  <a:pt x="6278880" y="1395257"/>
                  <a:pt x="6272057" y="1402080"/>
                  <a:pt x="6263640" y="1402080"/>
                </a:cubicBezTo>
                <a:cubicBezTo>
                  <a:pt x="6255223" y="1402080"/>
                  <a:pt x="6248400" y="1395257"/>
                  <a:pt x="6248400" y="1386840"/>
                </a:cubicBezTo>
                <a:cubicBezTo>
                  <a:pt x="6248400" y="1378423"/>
                  <a:pt x="6255223" y="1371600"/>
                  <a:pt x="6263640" y="1371600"/>
                </a:cubicBezTo>
                <a:cubicBezTo>
                  <a:pt x="6272057" y="1371600"/>
                  <a:pt x="6278880" y="1378423"/>
                  <a:pt x="6278880" y="1386840"/>
                </a:cubicBezTo>
                <a:close/>
                <a:moveTo>
                  <a:pt x="6278880" y="1539240"/>
                </a:moveTo>
                <a:cubicBezTo>
                  <a:pt x="6278880" y="1547657"/>
                  <a:pt x="6272057" y="1554480"/>
                  <a:pt x="6263640" y="1554480"/>
                </a:cubicBezTo>
                <a:cubicBezTo>
                  <a:pt x="6255223" y="1554480"/>
                  <a:pt x="6248400" y="1547657"/>
                  <a:pt x="6248400" y="1539240"/>
                </a:cubicBezTo>
                <a:cubicBezTo>
                  <a:pt x="6248400" y="1530823"/>
                  <a:pt x="6255223" y="1524000"/>
                  <a:pt x="6263640" y="1524000"/>
                </a:cubicBezTo>
                <a:cubicBezTo>
                  <a:pt x="6272057" y="1524000"/>
                  <a:pt x="6278880" y="1530823"/>
                  <a:pt x="6278880" y="1539240"/>
                </a:cubicBezTo>
                <a:close/>
                <a:moveTo>
                  <a:pt x="6278880" y="1691640"/>
                </a:moveTo>
                <a:cubicBezTo>
                  <a:pt x="6278880" y="1700057"/>
                  <a:pt x="6272057" y="1706880"/>
                  <a:pt x="6263640" y="1706880"/>
                </a:cubicBezTo>
                <a:cubicBezTo>
                  <a:pt x="6255223" y="1706880"/>
                  <a:pt x="6248400" y="1700057"/>
                  <a:pt x="6248400" y="1691640"/>
                </a:cubicBezTo>
                <a:cubicBezTo>
                  <a:pt x="6248400" y="1683223"/>
                  <a:pt x="6255223" y="1676400"/>
                  <a:pt x="6263640" y="1676400"/>
                </a:cubicBezTo>
                <a:cubicBezTo>
                  <a:pt x="6272057" y="1676400"/>
                  <a:pt x="6278880" y="1683223"/>
                  <a:pt x="6278880" y="1691640"/>
                </a:cubicBezTo>
                <a:close/>
                <a:moveTo>
                  <a:pt x="6278880" y="1844040"/>
                </a:moveTo>
                <a:cubicBezTo>
                  <a:pt x="6278880" y="1852457"/>
                  <a:pt x="6272057" y="1859280"/>
                  <a:pt x="6263640" y="1859280"/>
                </a:cubicBezTo>
                <a:cubicBezTo>
                  <a:pt x="6255223" y="1859280"/>
                  <a:pt x="6248400" y="1852457"/>
                  <a:pt x="6248400" y="1844040"/>
                </a:cubicBezTo>
                <a:cubicBezTo>
                  <a:pt x="6248400" y="1835623"/>
                  <a:pt x="6255223" y="1828800"/>
                  <a:pt x="6263640" y="1828800"/>
                </a:cubicBezTo>
                <a:cubicBezTo>
                  <a:pt x="6272057" y="1828800"/>
                  <a:pt x="6278880" y="1835623"/>
                  <a:pt x="6278880" y="1844040"/>
                </a:cubicBezTo>
                <a:close/>
                <a:moveTo>
                  <a:pt x="6278880" y="1996440"/>
                </a:moveTo>
                <a:cubicBezTo>
                  <a:pt x="6278880" y="2004857"/>
                  <a:pt x="6272057" y="2011680"/>
                  <a:pt x="6263640" y="2011680"/>
                </a:cubicBezTo>
                <a:cubicBezTo>
                  <a:pt x="6255223" y="2011680"/>
                  <a:pt x="6248400" y="2004857"/>
                  <a:pt x="6248400" y="1996440"/>
                </a:cubicBezTo>
                <a:cubicBezTo>
                  <a:pt x="6248400" y="1988023"/>
                  <a:pt x="6255223" y="1981200"/>
                  <a:pt x="6263640" y="1981200"/>
                </a:cubicBezTo>
                <a:cubicBezTo>
                  <a:pt x="6272057" y="1981200"/>
                  <a:pt x="6278880" y="1988023"/>
                  <a:pt x="6278880" y="1996440"/>
                </a:cubicBezTo>
                <a:close/>
                <a:moveTo>
                  <a:pt x="6278880" y="2148840"/>
                </a:moveTo>
                <a:cubicBezTo>
                  <a:pt x="6278880" y="2157257"/>
                  <a:pt x="6272057" y="2164080"/>
                  <a:pt x="6263640" y="2164080"/>
                </a:cubicBezTo>
                <a:cubicBezTo>
                  <a:pt x="6255223" y="2164080"/>
                  <a:pt x="6248400" y="2157257"/>
                  <a:pt x="6248400" y="2148840"/>
                </a:cubicBezTo>
                <a:cubicBezTo>
                  <a:pt x="6248400" y="2140423"/>
                  <a:pt x="6255223" y="2133600"/>
                  <a:pt x="6263640" y="2133600"/>
                </a:cubicBezTo>
                <a:cubicBezTo>
                  <a:pt x="6272057" y="2133600"/>
                  <a:pt x="6278880" y="2140423"/>
                  <a:pt x="6278880" y="2148840"/>
                </a:cubicBezTo>
                <a:close/>
                <a:moveTo>
                  <a:pt x="6278880" y="2301240"/>
                </a:moveTo>
                <a:cubicBezTo>
                  <a:pt x="6278880" y="2309657"/>
                  <a:pt x="6272057" y="2316480"/>
                  <a:pt x="6263640" y="2316480"/>
                </a:cubicBezTo>
                <a:cubicBezTo>
                  <a:pt x="6255223" y="2316480"/>
                  <a:pt x="6248400" y="2309657"/>
                  <a:pt x="6248400" y="2301240"/>
                </a:cubicBezTo>
                <a:cubicBezTo>
                  <a:pt x="6248400" y="2292823"/>
                  <a:pt x="6255223" y="2286000"/>
                  <a:pt x="6263640" y="2286000"/>
                </a:cubicBezTo>
                <a:cubicBezTo>
                  <a:pt x="6272057" y="2286000"/>
                  <a:pt x="6278880" y="2292823"/>
                  <a:pt x="6278880" y="2301240"/>
                </a:cubicBezTo>
                <a:close/>
                <a:moveTo>
                  <a:pt x="6278880" y="2453640"/>
                </a:moveTo>
                <a:cubicBezTo>
                  <a:pt x="6278880" y="2462057"/>
                  <a:pt x="6272057" y="2468880"/>
                  <a:pt x="6263640" y="2468880"/>
                </a:cubicBezTo>
                <a:cubicBezTo>
                  <a:pt x="6255223" y="2468880"/>
                  <a:pt x="6248400" y="2462057"/>
                  <a:pt x="6248400" y="2453640"/>
                </a:cubicBezTo>
                <a:cubicBezTo>
                  <a:pt x="6248400" y="2445223"/>
                  <a:pt x="6255223" y="2438400"/>
                  <a:pt x="6263640" y="2438400"/>
                </a:cubicBezTo>
                <a:cubicBezTo>
                  <a:pt x="6272057" y="2438400"/>
                  <a:pt x="6278880" y="2445223"/>
                  <a:pt x="6278880" y="2453640"/>
                </a:cubicBezTo>
                <a:close/>
                <a:moveTo>
                  <a:pt x="6278880" y="2606040"/>
                </a:moveTo>
                <a:cubicBezTo>
                  <a:pt x="6278880" y="2614457"/>
                  <a:pt x="6272057" y="2621280"/>
                  <a:pt x="6263640" y="2621280"/>
                </a:cubicBezTo>
                <a:cubicBezTo>
                  <a:pt x="6255223" y="2621280"/>
                  <a:pt x="6248400" y="2614457"/>
                  <a:pt x="6248400" y="2606040"/>
                </a:cubicBezTo>
                <a:cubicBezTo>
                  <a:pt x="6248400" y="2597623"/>
                  <a:pt x="6255223" y="2590800"/>
                  <a:pt x="6263640" y="2590800"/>
                </a:cubicBezTo>
                <a:cubicBezTo>
                  <a:pt x="6272057" y="2590800"/>
                  <a:pt x="6278880" y="2597623"/>
                  <a:pt x="6278880" y="2606040"/>
                </a:cubicBezTo>
                <a:close/>
                <a:moveTo>
                  <a:pt x="6278880" y="2758440"/>
                </a:moveTo>
                <a:cubicBezTo>
                  <a:pt x="6278880" y="2766857"/>
                  <a:pt x="6272057" y="2773680"/>
                  <a:pt x="6263640" y="2773680"/>
                </a:cubicBezTo>
                <a:cubicBezTo>
                  <a:pt x="6255223" y="2773680"/>
                  <a:pt x="6248400" y="2766857"/>
                  <a:pt x="6248400" y="2758440"/>
                </a:cubicBezTo>
                <a:cubicBezTo>
                  <a:pt x="6248400" y="2750023"/>
                  <a:pt x="6255223" y="2743200"/>
                  <a:pt x="6263640" y="2743200"/>
                </a:cubicBezTo>
                <a:cubicBezTo>
                  <a:pt x="6272057" y="2743200"/>
                  <a:pt x="6278880" y="2750023"/>
                  <a:pt x="6278880" y="2758440"/>
                </a:cubicBezTo>
                <a:close/>
                <a:moveTo>
                  <a:pt x="6278880" y="2910840"/>
                </a:moveTo>
                <a:cubicBezTo>
                  <a:pt x="6278880" y="2919257"/>
                  <a:pt x="6272057" y="2926080"/>
                  <a:pt x="6263640" y="2926080"/>
                </a:cubicBezTo>
                <a:cubicBezTo>
                  <a:pt x="6255223" y="2926080"/>
                  <a:pt x="6248400" y="2919257"/>
                  <a:pt x="6248400" y="2910840"/>
                </a:cubicBezTo>
                <a:cubicBezTo>
                  <a:pt x="6248400" y="2902423"/>
                  <a:pt x="6255223" y="2895600"/>
                  <a:pt x="6263640" y="2895600"/>
                </a:cubicBezTo>
                <a:cubicBezTo>
                  <a:pt x="6272057" y="2895600"/>
                  <a:pt x="6278880" y="2902423"/>
                  <a:pt x="6278880" y="2910840"/>
                </a:cubicBezTo>
                <a:close/>
                <a:moveTo>
                  <a:pt x="6278880" y="3063240"/>
                </a:moveTo>
                <a:cubicBezTo>
                  <a:pt x="6278880" y="3071657"/>
                  <a:pt x="6272057" y="3078480"/>
                  <a:pt x="6263640" y="3078480"/>
                </a:cubicBezTo>
                <a:cubicBezTo>
                  <a:pt x="6255223" y="3078480"/>
                  <a:pt x="6248400" y="3071657"/>
                  <a:pt x="6248400" y="3063240"/>
                </a:cubicBezTo>
                <a:cubicBezTo>
                  <a:pt x="6248400" y="3054823"/>
                  <a:pt x="6255223" y="3048000"/>
                  <a:pt x="6263640" y="3048000"/>
                </a:cubicBezTo>
                <a:cubicBezTo>
                  <a:pt x="6272057" y="3048000"/>
                  <a:pt x="6278880" y="3054823"/>
                  <a:pt x="6278880" y="3063240"/>
                </a:cubicBezTo>
                <a:close/>
                <a:moveTo>
                  <a:pt x="6278880" y="3215640"/>
                </a:moveTo>
                <a:cubicBezTo>
                  <a:pt x="6278880" y="3224057"/>
                  <a:pt x="6272057" y="3230880"/>
                  <a:pt x="6263640" y="3230880"/>
                </a:cubicBezTo>
                <a:cubicBezTo>
                  <a:pt x="6255223" y="3230880"/>
                  <a:pt x="6248400" y="3224057"/>
                  <a:pt x="6248400" y="3215640"/>
                </a:cubicBezTo>
                <a:cubicBezTo>
                  <a:pt x="6248400" y="3207223"/>
                  <a:pt x="6255223" y="3200400"/>
                  <a:pt x="6263640" y="3200400"/>
                </a:cubicBezTo>
                <a:cubicBezTo>
                  <a:pt x="6272057" y="3200400"/>
                  <a:pt x="6278880" y="3207223"/>
                  <a:pt x="6278880" y="3215640"/>
                </a:cubicBezTo>
                <a:close/>
                <a:moveTo>
                  <a:pt x="6278880" y="3368040"/>
                </a:moveTo>
                <a:cubicBezTo>
                  <a:pt x="6278880" y="3376457"/>
                  <a:pt x="6272057" y="3383280"/>
                  <a:pt x="6263640" y="3383280"/>
                </a:cubicBezTo>
                <a:cubicBezTo>
                  <a:pt x="6255223" y="3383280"/>
                  <a:pt x="6248400" y="3376457"/>
                  <a:pt x="6248400" y="3368040"/>
                </a:cubicBezTo>
                <a:cubicBezTo>
                  <a:pt x="6248400" y="3359623"/>
                  <a:pt x="6255223" y="3352800"/>
                  <a:pt x="6263640" y="3352800"/>
                </a:cubicBezTo>
                <a:cubicBezTo>
                  <a:pt x="6272057" y="3352800"/>
                  <a:pt x="6278880" y="3359623"/>
                  <a:pt x="6278880" y="3368040"/>
                </a:cubicBezTo>
                <a:close/>
                <a:moveTo>
                  <a:pt x="6278880" y="3520440"/>
                </a:moveTo>
                <a:cubicBezTo>
                  <a:pt x="6278880" y="3528857"/>
                  <a:pt x="6272057" y="3535680"/>
                  <a:pt x="6263640" y="3535680"/>
                </a:cubicBezTo>
                <a:cubicBezTo>
                  <a:pt x="6255223" y="3535680"/>
                  <a:pt x="6248400" y="3528857"/>
                  <a:pt x="6248400" y="3520440"/>
                </a:cubicBezTo>
                <a:cubicBezTo>
                  <a:pt x="6248400" y="3512023"/>
                  <a:pt x="6255223" y="3505200"/>
                  <a:pt x="6263640" y="3505200"/>
                </a:cubicBezTo>
                <a:cubicBezTo>
                  <a:pt x="6272057" y="3505200"/>
                  <a:pt x="6278880" y="3512023"/>
                  <a:pt x="6278880" y="3520440"/>
                </a:cubicBezTo>
                <a:close/>
                <a:moveTo>
                  <a:pt x="6278880" y="3672840"/>
                </a:moveTo>
                <a:cubicBezTo>
                  <a:pt x="6278880" y="3681257"/>
                  <a:pt x="6272057" y="3688080"/>
                  <a:pt x="6263640" y="3688080"/>
                </a:cubicBezTo>
                <a:cubicBezTo>
                  <a:pt x="6255223" y="3688080"/>
                  <a:pt x="6248400" y="3681257"/>
                  <a:pt x="6248400" y="3672840"/>
                </a:cubicBezTo>
                <a:cubicBezTo>
                  <a:pt x="6248400" y="3664423"/>
                  <a:pt x="6255223" y="3657600"/>
                  <a:pt x="6263640" y="3657600"/>
                </a:cubicBezTo>
                <a:cubicBezTo>
                  <a:pt x="6272057" y="3657600"/>
                  <a:pt x="6278880" y="3664423"/>
                  <a:pt x="6278880" y="3672840"/>
                </a:cubicBezTo>
                <a:close/>
                <a:moveTo>
                  <a:pt x="6278880" y="3825240"/>
                </a:moveTo>
                <a:cubicBezTo>
                  <a:pt x="6278880" y="3833657"/>
                  <a:pt x="6272057" y="3840480"/>
                  <a:pt x="6263640" y="3840480"/>
                </a:cubicBezTo>
                <a:cubicBezTo>
                  <a:pt x="6255223" y="3840480"/>
                  <a:pt x="6248400" y="3833657"/>
                  <a:pt x="6248400" y="3825240"/>
                </a:cubicBezTo>
                <a:cubicBezTo>
                  <a:pt x="6248400" y="3816823"/>
                  <a:pt x="6255223" y="3810000"/>
                  <a:pt x="6263640" y="3810000"/>
                </a:cubicBezTo>
                <a:cubicBezTo>
                  <a:pt x="6272057" y="3810000"/>
                  <a:pt x="6278880" y="3816823"/>
                  <a:pt x="6278880" y="3825240"/>
                </a:cubicBezTo>
                <a:close/>
                <a:moveTo>
                  <a:pt x="6278880" y="3977640"/>
                </a:moveTo>
                <a:cubicBezTo>
                  <a:pt x="6278880" y="3986057"/>
                  <a:pt x="6272057" y="3992880"/>
                  <a:pt x="6263640" y="3992880"/>
                </a:cubicBezTo>
                <a:cubicBezTo>
                  <a:pt x="6255223" y="3992880"/>
                  <a:pt x="6248400" y="3986057"/>
                  <a:pt x="6248400" y="3977640"/>
                </a:cubicBezTo>
                <a:cubicBezTo>
                  <a:pt x="6248400" y="3969223"/>
                  <a:pt x="6255223" y="3962400"/>
                  <a:pt x="6263640" y="3962400"/>
                </a:cubicBezTo>
                <a:cubicBezTo>
                  <a:pt x="6272057" y="3962400"/>
                  <a:pt x="6278880" y="3969223"/>
                  <a:pt x="6278880" y="3977640"/>
                </a:cubicBezTo>
                <a:close/>
                <a:moveTo>
                  <a:pt x="6278880" y="4130040"/>
                </a:moveTo>
                <a:cubicBezTo>
                  <a:pt x="6278880" y="4138457"/>
                  <a:pt x="6272057" y="4145280"/>
                  <a:pt x="6263640" y="4145280"/>
                </a:cubicBezTo>
                <a:cubicBezTo>
                  <a:pt x="6255223" y="4145280"/>
                  <a:pt x="6248400" y="4138457"/>
                  <a:pt x="6248400" y="4130040"/>
                </a:cubicBezTo>
                <a:cubicBezTo>
                  <a:pt x="6248400" y="4121623"/>
                  <a:pt x="6255223" y="4114800"/>
                  <a:pt x="6263640" y="4114800"/>
                </a:cubicBezTo>
                <a:cubicBezTo>
                  <a:pt x="6272057" y="4114800"/>
                  <a:pt x="6278880" y="4121623"/>
                  <a:pt x="6278880" y="4130040"/>
                </a:cubicBezTo>
                <a:close/>
                <a:moveTo>
                  <a:pt x="6278880" y="4282440"/>
                </a:moveTo>
                <a:cubicBezTo>
                  <a:pt x="6278880" y="4290857"/>
                  <a:pt x="6272057" y="4297680"/>
                  <a:pt x="6263640" y="4297680"/>
                </a:cubicBezTo>
                <a:cubicBezTo>
                  <a:pt x="6255223" y="4297680"/>
                  <a:pt x="6248400" y="4290857"/>
                  <a:pt x="6248400" y="4282440"/>
                </a:cubicBezTo>
                <a:cubicBezTo>
                  <a:pt x="6248400" y="4274023"/>
                  <a:pt x="6255223" y="4267200"/>
                  <a:pt x="6263640" y="4267200"/>
                </a:cubicBezTo>
                <a:cubicBezTo>
                  <a:pt x="6272057" y="4267200"/>
                  <a:pt x="6278880" y="4274023"/>
                  <a:pt x="6278880" y="4282440"/>
                </a:cubicBezTo>
                <a:close/>
                <a:moveTo>
                  <a:pt x="6278880" y="4434840"/>
                </a:moveTo>
                <a:cubicBezTo>
                  <a:pt x="6278880" y="4443257"/>
                  <a:pt x="6272057" y="4450080"/>
                  <a:pt x="6263640" y="4450080"/>
                </a:cubicBezTo>
                <a:cubicBezTo>
                  <a:pt x="6255223" y="4450080"/>
                  <a:pt x="6248400" y="4443257"/>
                  <a:pt x="6248400" y="4434840"/>
                </a:cubicBezTo>
                <a:cubicBezTo>
                  <a:pt x="6248400" y="4426423"/>
                  <a:pt x="6255223" y="4419600"/>
                  <a:pt x="6263640" y="4419600"/>
                </a:cubicBezTo>
                <a:cubicBezTo>
                  <a:pt x="6272057" y="4419600"/>
                  <a:pt x="6278880" y="4426423"/>
                  <a:pt x="6278880" y="4434840"/>
                </a:cubicBezTo>
                <a:close/>
                <a:moveTo>
                  <a:pt x="6431280" y="15240"/>
                </a:moveTo>
                <a:cubicBezTo>
                  <a:pt x="6431280" y="23657"/>
                  <a:pt x="6424457" y="30480"/>
                  <a:pt x="6416040" y="30480"/>
                </a:cubicBezTo>
                <a:cubicBezTo>
                  <a:pt x="6407623" y="30480"/>
                  <a:pt x="6400800" y="23657"/>
                  <a:pt x="6400800" y="15240"/>
                </a:cubicBezTo>
                <a:cubicBezTo>
                  <a:pt x="6400800" y="6823"/>
                  <a:pt x="6407623" y="0"/>
                  <a:pt x="6416040" y="0"/>
                </a:cubicBezTo>
                <a:cubicBezTo>
                  <a:pt x="6424457" y="0"/>
                  <a:pt x="6431280" y="6823"/>
                  <a:pt x="6431280" y="15240"/>
                </a:cubicBezTo>
                <a:close/>
                <a:moveTo>
                  <a:pt x="6431280" y="167640"/>
                </a:moveTo>
                <a:cubicBezTo>
                  <a:pt x="6431280" y="176057"/>
                  <a:pt x="6424457" y="182880"/>
                  <a:pt x="6416040" y="182880"/>
                </a:cubicBezTo>
                <a:cubicBezTo>
                  <a:pt x="6407623" y="182880"/>
                  <a:pt x="6400800" y="176057"/>
                  <a:pt x="6400800" y="167640"/>
                </a:cubicBezTo>
                <a:cubicBezTo>
                  <a:pt x="6400800" y="159223"/>
                  <a:pt x="6407623" y="152400"/>
                  <a:pt x="6416040" y="152400"/>
                </a:cubicBezTo>
                <a:cubicBezTo>
                  <a:pt x="6424457" y="152400"/>
                  <a:pt x="6431280" y="159223"/>
                  <a:pt x="6431280" y="167640"/>
                </a:cubicBezTo>
                <a:close/>
                <a:moveTo>
                  <a:pt x="6431280" y="320040"/>
                </a:moveTo>
                <a:cubicBezTo>
                  <a:pt x="6431280" y="328457"/>
                  <a:pt x="6424457" y="335280"/>
                  <a:pt x="6416040" y="335280"/>
                </a:cubicBezTo>
                <a:cubicBezTo>
                  <a:pt x="6407623" y="335280"/>
                  <a:pt x="6400800" y="328457"/>
                  <a:pt x="6400800" y="320040"/>
                </a:cubicBezTo>
                <a:cubicBezTo>
                  <a:pt x="6400800" y="311623"/>
                  <a:pt x="6407623" y="304800"/>
                  <a:pt x="6416040" y="304800"/>
                </a:cubicBezTo>
                <a:cubicBezTo>
                  <a:pt x="6424457" y="304800"/>
                  <a:pt x="6431280" y="311623"/>
                  <a:pt x="6431280" y="320040"/>
                </a:cubicBezTo>
                <a:close/>
                <a:moveTo>
                  <a:pt x="6431280" y="472440"/>
                </a:moveTo>
                <a:cubicBezTo>
                  <a:pt x="6431280" y="480857"/>
                  <a:pt x="6424457" y="487680"/>
                  <a:pt x="6416040" y="487680"/>
                </a:cubicBezTo>
                <a:cubicBezTo>
                  <a:pt x="6407623" y="487680"/>
                  <a:pt x="6400800" y="480857"/>
                  <a:pt x="6400800" y="472440"/>
                </a:cubicBezTo>
                <a:cubicBezTo>
                  <a:pt x="6400800" y="464023"/>
                  <a:pt x="6407623" y="457200"/>
                  <a:pt x="6416040" y="457200"/>
                </a:cubicBezTo>
                <a:cubicBezTo>
                  <a:pt x="6424457" y="457200"/>
                  <a:pt x="6431280" y="464023"/>
                  <a:pt x="6431280" y="472440"/>
                </a:cubicBezTo>
                <a:close/>
                <a:moveTo>
                  <a:pt x="6431280" y="624840"/>
                </a:moveTo>
                <a:cubicBezTo>
                  <a:pt x="6431280" y="633257"/>
                  <a:pt x="6424457" y="640080"/>
                  <a:pt x="6416040" y="640080"/>
                </a:cubicBezTo>
                <a:cubicBezTo>
                  <a:pt x="6407623" y="640080"/>
                  <a:pt x="6400800" y="633257"/>
                  <a:pt x="6400800" y="624840"/>
                </a:cubicBezTo>
                <a:cubicBezTo>
                  <a:pt x="6400800" y="616423"/>
                  <a:pt x="6407623" y="609600"/>
                  <a:pt x="6416040" y="609600"/>
                </a:cubicBezTo>
                <a:cubicBezTo>
                  <a:pt x="6424457" y="609600"/>
                  <a:pt x="6431280" y="616423"/>
                  <a:pt x="6431280" y="624840"/>
                </a:cubicBezTo>
                <a:close/>
                <a:moveTo>
                  <a:pt x="6431280" y="777240"/>
                </a:moveTo>
                <a:cubicBezTo>
                  <a:pt x="6431280" y="785657"/>
                  <a:pt x="6424457" y="792480"/>
                  <a:pt x="6416040" y="792480"/>
                </a:cubicBezTo>
                <a:cubicBezTo>
                  <a:pt x="6407623" y="792480"/>
                  <a:pt x="6400800" y="785657"/>
                  <a:pt x="6400800" y="777240"/>
                </a:cubicBezTo>
                <a:cubicBezTo>
                  <a:pt x="6400800" y="768823"/>
                  <a:pt x="6407623" y="762000"/>
                  <a:pt x="6416040" y="762000"/>
                </a:cubicBezTo>
                <a:cubicBezTo>
                  <a:pt x="6424457" y="762000"/>
                  <a:pt x="6431280" y="768823"/>
                  <a:pt x="6431280" y="777240"/>
                </a:cubicBezTo>
                <a:close/>
                <a:moveTo>
                  <a:pt x="6431280" y="929640"/>
                </a:moveTo>
                <a:cubicBezTo>
                  <a:pt x="6431280" y="938057"/>
                  <a:pt x="6424457" y="944880"/>
                  <a:pt x="6416040" y="944880"/>
                </a:cubicBezTo>
                <a:cubicBezTo>
                  <a:pt x="6407623" y="944880"/>
                  <a:pt x="6400800" y="938057"/>
                  <a:pt x="6400800" y="929640"/>
                </a:cubicBezTo>
                <a:cubicBezTo>
                  <a:pt x="6400800" y="921223"/>
                  <a:pt x="6407623" y="914400"/>
                  <a:pt x="6416040" y="914400"/>
                </a:cubicBezTo>
                <a:cubicBezTo>
                  <a:pt x="6424457" y="914400"/>
                  <a:pt x="6431280" y="921223"/>
                  <a:pt x="6431280" y="929640"/>
                </a:cubicBezTo>
                <a:close/>
                <a:moveTo>
                  <a:pt x="6431280" y="1082040"/>
                </a:moveTo>
                <a:cubicBezTo>
                  <a:pt x="6431280" y="1090457"/>
                  <a:pt x="6424457" y="1097280"/>
                  <a:pt x="6416040" y="1097280"/>
                </a:cubicBezTo>
                <a:cubicBezTo>
                  <a:pt x="6407623" y="1097280"/>
                  <a:pt x="6400800" y="1090457"/>
                  <a:pt x="6400800" y="1082040"/>
                </a:cubicBezTo>
                <a:cubicBezTo>
                  <a:pt x="6400800" y="1073623"/>
                  <a:pt x="6407623" y="1066800"/>
                  <a:pt x="6416040" y="1066800"/>
                </a:cubicBezTo>
                <a:cubicBezTo>
                  <a:pt x="6424457" y="1066800"/>
                  <a:pt x="6431280" y="1073623"/>
                  <a:pt x="6431280" y="1082040"/>
                </a:cubicBezTo>
                <a:close/>
                <a:moveTo>
                  <a:pt x="6431280" y="1234440"/>
                </a:moveTo>
                <a:cubicBezTo>
                  <a:pt x="6431280" y="1242857"/>
                  <a:pt x="6424457" y="1249680"/>
                  <a:pt x="6416040" y="1249680"/>
                </a:cubicBezTo>
                <a:cubicBezTo>
                  <a:pt x="6407623" y="1249680"/>
                  <a:pt x="6400800" y="1242857"/>
                  <a:pt x="6400800" y="1234440"/>
                </a:cubicBezTo>
                <a:cubicBezTo>
                  <a:pt x="6400800" y="1226023"/>
                  <a:pt x="6407623" y="1219200"/>
                  <a:pt x="6416040" y="1219200"/>
                </a:cubicBezTo>
                <a:cubicBezTo>
                  <a:pt x="6424457" y="1219200"/>
                  <a:pt x="6431280" y="1226023"/>
                  <a:pt x="6431280" y="1234440"/>
                </a:cubicBezTo>
                <a:close/>
                <a:moveTo>
                  <a:pt x="6431280" y="1386840"/>
                </a:moveTo>
                <a:cubicBezTo>
                  <a:pt x="6431280" y="1395257"/>
                  <a:pt x="6424457" y="1402080"/>
                  <a:pt x="6416040" y="1402080"/>
                </a:cubicBezTo>
                <a:cubicBezTo>
                  <a:pt x="6407623" y="1402080"/>
                  <a:pt x="6400800" y="1395257"/>
                  <a:pt x="6400800" y="1386840"/>
                </a:cubicBezTo>
                <a:cubicBezTo>
                  <a:pt x="6400800" y="1378423"/>
                  <a:pt x="6407623" y="1371600"/>
                  <a:pt x="6416040" y="1371600"/>
                </a:cubicBezTo>
                <a:cubicBezTo>
                  <a:pt x="6424457" y="1371600"/>
                  <a:pt x="6431280" y="1378423"/>
                  <a:pt x="6431280" y="1386840"/>
                </a:cubicBezTo>
                <a:close/>
                <a:moveTo>
                  <a:pt x="6431280" y="1539240"/>
                </a:moveTo>
                <a:cubicBezTo>
                  <a:pt x="6431280" y="1547657"/>
                  <a:pt x="6424457" y="1554480"/>
                  <a:pt x="6416040" y="1554480"/>
                </a:cubicBezTo>
                <a:cubicBezTo>
                  <a:pt x="6407623" y="1554480"/>
                  <a:pt x="6400800" y="1547657"/>
                  <a:pt x="6400800" y="1539240"/>
                </a:cubicBezTo>
                <a:cubicBezTo>
                  <a:pt x="6400800" y="1530823"/>
                  <a:pt x="6407623" y="1524000"/>
                  <a:pt x="6416040" y="1524000"/>
                </a:cubicBezTo>
                <a:cubicBezTo>
                  <a:pt x="6424457" y="1524000"/>
                  <a:pt x="6431280" y="1530823"/>
                  <a:pt x="6431280" y="1539240"/>
                </a:cubicBezTo>
                <a:close/>
                <a:moveTo>
                  <a:pt x="6431280" y="1691640"/>
                </a:moveTo>
                <a:cubicBezTo>
                  <a:pt x="6431280" y="1700057"/>
                  <a:pt x="6424457" y="1706880"/>
                  <a:pt x="6416040" y="1706880"/>
                </a:cubicBezTo>
                <a:cubicBezTo>
                  <a:pt x="6407623" y="1706880"/>
                  <a:pt x="6400800" y="1700057"/>
                  <a:pt x="6400800" y="1691640"/>
                </a:cubicBezTo>
                <a:cubicBezTo>
                  <a:pt x="6400800" y="1683223"/>
                  <a:pt x="6407623" y="1676400"/>
                  <a:pt x="6416040" y="1676400"/>
                </a:cubicBezTo>
                <a:cubicBezTo>
                  <a:pt x="6424457" y="1676400"/>
                  <a:pt x="6431280" y="1683223"/>
                  <a:pt x="6431280" y="1691640"/>
                </a:cubicBezTo>
                <a:close/>
                <a:moveTo>
                  <a:pt x="6431280" y="1844040"/>
                </a:moveTo>
                <a:cubicBezTo>
                  <a:pt x="6431280" y="1852457"/>
                  <a:pt x="6424457" y="1859280"/>
                  <a:pt x="6416040" y="1859280"/>
                </a:cubicBezTo>
                <a:cubicBezTo>
                  <a:pt x="6407623" y="1859280"/>
                  <a:pt x="6400800" y="1852457"/>
                  <a:pt x="6400800" y="1844040"/>
                </a:cubicBezTo>
                <a:cubicBezTo>
                  <a:pt x="6400800" y="1835623"/>
                  <a:pt x="6407623" y="1828800"/>
                  <a:pt x="6416040" y="1828800"/>
                </a:cubicBezTo>
                <a:cubicBezTo>
                  <a:pt x="6424457" y="1828800"/>
                  <a:pt x="6431280" y="1835623"/>
                  <a:pt x="6431280" y="1844040"/>
                </a:cubicBezTo>
                <a:close/>
                <a:moveTo>
                  <a:pt x="6431280" y="1996440"/>
                </a:moveTo>
                <a:cubicBezTo>
                  <a:pt x="6431280" y="2004857"/>
                  <a:pt x="6424457" y="2011680"/>
                  <a:pt x="6416040" y="2011680"/>
                </a:cubicBezTo>
                <a:cubicBezTo>
                  <a:pt x="6407623" y="2011680"/>
                  <a:pt x="6400800" y="2004857"/>
                  <a:pt x="6400800" y="1996440"/>
                </a:cubicBezTo>
                <a:cubicBezTo>
                  <a:pt x="6400800" y="1988023"/>
                  <a:pt x="6407623" y="1981200"/>
                  <a:pt x="6416040" y="1981200"/>
                </a:cubicBezTo>
                <a:cubicBezTo>
                  <a:pt x="6424457" y="1981200"/>
                  <a:pt x="6431280" y="1988023"/>
                  <a:pt x="6431280" y="1996440"/>
                </a:cubicBezTo>
                <a:close/>
                <a:moveTo>
                  <a:pt x="6431280" y="2148840"/>
                </a:moveTo>
                <a:cubicBezTo>
                  <a:pt x="6431280" y="2157257"/>
                  <a:pt x="6424457" y="2164080"/>
                  <a:pt x="6416040" y="2164080"/>
                </a:cubicBezTo>
                <a:cubicBezTo>
                  <a:pt x="6407623" y="2164080"/>
                  <a:pt x="6400800" y="2157257"/>
                  <a:pt x="6400800" y="2148840"/>
                </a:cubicBezTo>
                <a:cubicBezTo>
                  <a:pt x="6400800" y="2140423"/>
                  <a:pt x="6407623" y="2133600"/>
                  <a:pt x="6416040" y="2133600"/>
                </a:cubicBezTo>
                <a:cubicBezTo>
                  <a:pt x="6424457" y="2133600"/>
                  <a:pt x="6431280" y="2140423"/>
                  <a:pt x="6431280" y="2148840"/>
                </a:cubicBezTo>
                <a:close/>
                <a:moveTo>
                  <a:pt x="6431280" y="2301240"/>
                </a:moveTo>
                <a:cubicBezTo>
                  <a:pt x="6431280" y="2309657"/>
                  <a:pt x="6424457" y="2316480"/>
                  <a:pt x="6416040" y="2316480"/>
                </a:cubicBezTo>
                <a:cubicBezTo>
                  <a:pt x="6407623" y="2316480"/>
                  <a:pt x="6400800" y="2309657"/>
                  <a:pt x="6400800" y="2301240"/>
                </a:cubicBezTo>
                <a:cubicBezTo>
                  <a:pt x="6400800" y="2292823"/>
                  <a:pt x="6407623" y="2286000"/>
                  <a:pt x="6416040" y="2286000"/>
                </a:cubicBezTo>
                <a:cubicBezTo>
                  <a:pt x="6424457" y="2286000"/>
                  <a:pt x="6431280" y="2292823"/>
                  <a:pt x="6431280" y="2301240"/>
                </a:cubicBezTo>
                <a:close/>
                <a:moveTo>
                  <a:pt x="6431280" y="2453640"/>
                </a:moveTo>
                <a:cubicBezTo>
                  <a:pt x="6431280" y="2462057"/>
                  <a:pt x="6424457" y="2468880"/>
                  <a:pt x="6416040" y="2468880"/>
                </a:cubicBezTo>
                <a:cubicBezTo>
                  <a:pt x="6407623" y="2468880"/>
                  <a:pt x="6400800" y="2462057"/>
                  <a:pt x="6400800" y="2453640"/>
                </a:cubicBezTo>
                <a:cubicBezTo>
                  <a:pt x="6400800" y="2445223"/>
                  <a:pt x="6407623" y="2438400"/>
                  <a:pt x="6416040" y="2438400"/>
                </a:cubicBezTo>
                <a:cubicBezTo>
                  <a:pt x="6424457" y="2438400"/>
                  <a:pt x="6431280" y="2445223"/>
                  <a:pt x="6431280" y="2453640"/>
                </a:cubicBezTo>
                <a:close/>
                <a:moveTo>
                  <a:pt x="6431280" y="2606040"/>
                </a:moveTo>
                <a:cubicBezTo>
                  <a:pt x="6431280" y="2614457"/>
                  <a:pt x="6424457" y="2621280"/>
                  <a:pt x="6416040" y="2621280"/>
                </a:cubicBezTo>
                <a:cubicBezTo>
                  <a:pt x="6407623" y="2621280"/>
                  <a:pt x="6400800" y="2614457"/>
                  <a:pt x="6400800" y="2606040"/>
                </a:cubicBezTo>
                <a:cubicBezTo>
                  <a:pt x="6400800" y="2597623"/>
                  <a:pt x="6407623" y="2590800"/>
                  <a:pt x="6416040" y="2590800"/>
                </a:cubicBezTo>
                <a:cubicBezTo>
                  <a:pt x="6424457" y="2590800"/>
                  <a:pt x="6431280" y="2597623"/>
                  <a:pt x="6431280" y="2606040"/>
                </a:cubicBezTo>
                <a:close/>
                <a:moveTo>
                  <a:pt x="6431280" y="2758440"/>
                </a:moveTo>
                <a:cubicBezTo>
                  <a:pt x="6431280" y="2766857"/>
                  <a:pt x="6424457" y="2773680"/>
                  <a:pt x="6416040" y="2773680"/>
                </a:cubicBezTo>
                <a:cubicBezTo>
                  <a:pt x="6407623" y="2773680"/>
                  <a:pt x="6400800" y="2766857"/>
                  <a:pt x="6400800" y="2758440"/>
                </a:cubicBezTo>
                <a:cubicBezTo>
                  <a:pt x="6400800" y="2750023"/>
                  <a:pt x="6407623" y="2743200"/>
                  <a:pt x="6416040" y="2743200"/>
                </a:cubicBezTo>
                <a:cubicBezTo>
                  <a:pt x="6424457" y="2743200"/>
                  <a:pt x="6431280" y="2750023"/>
                  <a:pt x="6431280" y="2758440"/>
                </a:cubicBezTo>
                <a:close/>
                <a:moveTo>
                  <a:pt x="6431280" y="2910840"/>
                </a:moveTo>
                <a:cubicBezTo>
                  <a:pt x="6431280" y="2919257"/>
                  <a:pt x="6424457" y="2926080"/>
                  <a:pt x="6416040" y="2926080"/>
                </a:cubicBezTo>
                <a:cubicBezTo>
                  <a:pt x="6407623" y="2926080"/>
                  <a:pt x="6400800" y="2919257"/>
                  <a:pt x="6400800" y="2910840"/>
                </a:cubicBezTo>
                <a:cubicBezTo>
                  <a:pt x="6400800" y="2902423"/>
                  <a:pt x="6407623" y="2895600"/>
                  <a:pt x="6416040" y="2895600"/>
                </a:cubicBezTo>
                <a:cubicBezTo>
                  <a:pt x="6424457" y="2895600"/>
                  <a:pt x="6431280" y="2902423"/>
                  <a:pt x="6431280" y="2910840"/>
                </a:cubicBezTo>
                <a:close/>
                <a:moveTo>
                  <a:pt x="6431280" y="3063240"/>
                </a:moveTo>
                <a:cubicBezTo>
                  <a:pt x="6431280" y="3071657"/>
                  <a:pt x="6424457" y="3078480"/>
                  <a:pt x="6416040" y="3078480"/>
                </a:cubicBezTo>
                <a:cubicBezTo>
                  <a:pt x="6407623" y="3078480"/>
                  <a:pt x="6400800" y="3071657"/>
                  <a:pt x="6400800" y="3063240"/>
                </a:cubicBezTo>
                <a:cubicBezTo>
                  <a:pt x="6400800" y="3054823"/>
                  <a:pt x="6407623" y="3048000"/>
                  <a:pt x="6416040" y="3048000"/>
                </a:cubicBezTo>
                <a:cubicBezTo>
                  <a:pt x="6424457" y="3048000"/>
                  <a:pt x="6431280" y="3054823"/>
                  <a:pt x="6431280" y="3063240"/>
                </a:cubicBezTo>
                <a:close/>
                <a:moveTo>
                  <a:pt x="6431280" y="3215640"/>
                </a:moveTo>
                <a:cubicBezTo>
                  <a:pt x="6431280" y="3224057"/>
                  <a:pt x="6424457" y="3230880"/>
                  <a:pt x="6416040" y="3230880"/>
                </a:cubicBezTo>
                <a:cubicBezTo>
                  <a:pt x="6407623" y="3230880"/>
                  <a:pt x="6400800" y="3224057"/>
                  <a:pt x="6400800" y="3215640"/>
                </a:cubicBezTo>
                <a:cubicBezTo>
                  <a:pt x="6400800" y="3207223"/>
                  <a:pt x="6407623" y="3200400"/>
                  <a:pt x="6416040" y="3200400"/>
                </a:cubicBezTo>
                <a:cubicBezTo>
                  <a:pt x="6424457" y="3200400"/>
                  <a:pt x="6431280" y="3207223"/>
                  <a:pt x="6431280" y="3215640"/>
                </a:cubicBezTo>
                <a:close/>
                <a:moveTo>
                  <a:pt x="6431280" y="3368040"/>
                </a:moveTo>
                <a:cubicBezTo>
                  <a:pt x="6431280" y="3376457"/>
                  <a:pt x="6424457" y="3383280"/>
                  <a:pt x="6416040" y="3383280"/>
                </a:cubicBezTo>
                <a:cubicBezTo>
                  <a:pt x="6407623" y="3383280"/>
                  <a:pt x="6400800" y="3376457"/>
                  <a:pt x="6400800" y="3368040"/>
                </a:cubicBezTo>
                <a:cubicBezTo>
                  <a:pt x="6400800" y="3359623"/>
                  <a:pt x="6407623" y="3352800"/>
                  <a:pt x="6416040" y="3352800"/>
                </a:cubicBezTo>
                <a:cubicBezTo>
                  <a:pt x="6424457" y="3352800"/>
                  <a:pt x="6431280" y="3359623"/>
                  <a:pt x="6431280" y="3368040"/>
                </a:cubicBezTo>
                <a:close/>
                <a:moveTo>
                  <a:pt x="6431280" y="3520440"/>
                </a:moveTo>
                <a:cubicBezTo>
                  <a:pt x="6431280" y="3528857"/>
                  <a:pt x="6424457" y="3535680"/>
                  <a:pt x="6416040" y="3535680"/>
                </a:cubicBezTo>
                <a:cubicBezTo>
                  <a:pt x="6407623" y="3535680"/>
                  <a:pt x="6400800" y="3528857"/>
                  <a:pt x="6400800" y="3520440"/>
                </a:cubicBezTo>
                <a:cubicBezTo>
                  <a:pt x="6400800" y="3512023"/>
                  <a:pt x="6407623" y="3505200"/>
                  <a:pt x="6416040" y="3505200"/>
                </a:cubicBezTo>
                <a:cubicBezTo>
                  <a:pt x="6424457" y="3505200"/>
                  <a:pt x="6431280" y="3512023"/>
                  <a:pt x="6431280" y="3520440"/>
                </a:cubicBezTo>
                <a:close/>
                <a:moveTo>
                  <a:pt x="6431280" y="3672840"/>
                </a:moveTo>
                <a:cubicBezTo>
                  <a:pt x="6431280" y="3681257"/>
                  <a:pt x="6424457" y="3688080"/>
                  <a:pt x="6416040" y="3688080"/>
                </a:cubicBezTo>
                <a:cubicBezTo>
                  <a:pt x="6407623" y="3688080"/>
                  <a:pt x="6400800" y="3681257"/>
                  <a:pt x="6400800" y="3672840"/>
                </a:cubicBezTo>
                <a:cubicBezTo>
                  <a:pt x="6400800" y="3664423"/>
                  <a:pt x="6407623" y="3657600"/>
                  <a:pt x="6416040" y="3657600"/>
                </a:cubicBezTo>
                <a:cubicBezTo>
                  <a:pt x="6424457" y="3657600"/>
                  <a:pt x="6431280" y="3664423"/>
                  <a:pt x="6431280" y="3672840"/>
                </a:cubicBezTo>
                <a:close/>
                <a:moveTo>
                  <a:pt x="6431280" y="3825240"/>
                </a:moveTo>
                <a:cubicBezTo>
                  <a:pt x="6431280" y="3833657"/>
                  <a:pt x="6424457" y="3840480"/>
                  <a:pt x="6416040" y="3840480"/>
                </a:cubicBezTo>
                <a:cubicBezTo>
                  <a:pt x="6407623" y="3840480"/>
                  <a:pt x="6400800" y="3833657"/>
                  <a:pt x="6400800" y="3825240"/>
                </a:cubicBezTo>
                <a:cubicBezTo>
                  <a:pt x="6400800" y="3816823"/>
                  <a:pt x="6407623" y="3810000"/>
                  <a:pt x="6416040" y="3810000"/>
                </a:cubicBezTo>
                <a:cubicBezTo>
                  <a:pt x="6424457" y="3810000"/>
                  <a:pt x="6431280" y="3816823"/>
                  <a:pt x="6431280" y="3825240"/>
                </a:cubicBezTo>
                <a:close/>
                <a:moveTo>
                  <a:pt x="6431280" y="3977640"/>
                </a:moveTo>
                <a:cubicBezTo>
                  <a:pt x="6431280" y="3986057"/>
                  <a:pt x="6424457" y="3992880"/>
                  <a:pt x="6416040" y="3992880"/>
                </a:cubicBezTo>
                <a:cubicBezTo>
                  <a:pt x="6407623" y="3992880"/>
                  <a:pt x="6400800" y="3986057"/>
                  <a:pt x="6400800" y="3977640"/>
                </a:cubicBezTo>
                <a:cubicBezTo>
                  <a:pt x="6400800" y="3969223"/>
                  <a:pt x="6407623" y="3962400"/>
                  <a:pt x="6416040" y="3962400"/>
                </a:cubicBezTo>
                <a:cubicBezTo>
                  <a:pt x="6424457" y="3962400"/>
                  <a:pt x="6431280" y="3969223"/>
                  <a:pt x="6431280" y="3977640"/>
                </a:cubicBezTo>
                <a:close/>
                <a:moveTo>
                  <a:pt x="6431280" y="4130040"/>
                </a:moveTo>
                <a:cubicBezTo>
                  <a:pt x="6431280" y="4138457"/>
                  <a:pt x="6424457" y="4145280"/>
                  <a:pt x="6416040" y="4145280"/>
                </a:cubicBezTo>
                <a:cubicBezTo>
                  <a:pt x="6407623" y="4145280"/>
                  <a:pt x="6400800" y="4138457"/>
                  <a:pt x="6400800" y="4130040"/>
                </a:cubicBezTo>
                <a:cubicBezTo>
                  <a:pt x="6400800" y="4121623"/>
                  <a:pt x="6407623" y="4114800"/>
                  <a:pt x="6416040" y="4114800"/>
                </a:cubicBezTo>
                <a:cubicBezTo>
                  <a:pt x="6424457" y="4114800"/>
                  <a:pt x="6431280" y="4121623"/>
                  <a:pt x="6431280" y="4130040"/>
                </a:cubicBezTo>
                <a:close/>
                <a:moveTo>
                  <a:pt x="6431280" y="4282440"/>
                </a:moveTo>
                <a:cubicBezTo>
                  <a:pt x="6431280" y="4290857"/>
                  <a:pt x="6424457" y="4297680"/>
                  <a:pt x="6416040" y="4297680"/>
                </a:cubicBezTo>
                <a:cubicBezTo>
                  <a:pt x="6407623" y="4297680"/>
                  <a:pt x="6400800" y="4290857"/>
                  <a:pt x="6400800" y="4282440"/>
                </a:cubicBezTo>
                <a:cubicBezTo>
                  <a:pt x="6400800" y="4274023"/>
                  <a:pt x="6407623" y="4267200"/>
                  <a:pt x="6416040" y="4267200"/>
                </a:cubicBezTo>
                <a:cubicBezTo>
                  <a:pt x="6424457" y="4267200"/>
                  <a:pt x="6431280" y="4274023"/>
                  <a:pt x="6431280" y="4282440"/>
                </a:cubicBezTo>
                <a:close/>
                <a:moveTo>
                  <a:pt x="6431280" y="4434840"/>
                </a:moveTo>
                <a:cubicBezTo>
                  <a:pt x="6431280" y="4443257"/>
                  <a:pt x="6424457" y="4450080"/>
                  <a:pt x="6416040" y="4450080"/>
                </a:cubicBezTo>
                <a:cubicBezTo>
                  <a:pt x="6407623" y="4450080"/>
                  <a:pt x="6400800" y="4443257"/>
                  <a:pt x="6400800" y="4434840"/>
                </a:cubicBezTo>
                <a:cubicBezTo>
                  <a:pt x="6400800" y="4426423"/>
                  <a:pt x="6407623" y="4419600"/>
                  <a:pt x="6416040" y="4419600"/>
                </a:cubicBezTo>
                <a:cubicBezTo>
                  <a:pt x="6424457" y="4419600"/>
                  <a:pt x="6431280" y="4426423"/>
                  <a:pt x="6431280" y="4434840"/>
                </a:cubicBezTo>
                <a:close/>
                <a:moveTo>
                  <a:pt x="6583680" y="15240"/>
                </a:moveTo>
                <a:cubicBezTo>
                  <a:pt x="6583680" y="23657"/>
                  <a:pt x="6576857" y="30480"/>
                  <a:pt x="6568440" y="30480"/>
                </a:cubicBezTo>
                <a:cubicBezTo>
                  <a:pt x="6560023" y="30480"/>
                  <a:pt x="6553200" y="23657"/>
                  <a:pt x="6553200" y="15240"/>
                </a:cubicBezTo>
                <a:cubicBezTo>
                  <a:pt x="6553200" y="6823"/>
                  <a:pt x="6560023" y="0"/>
                  <a:pt x="6568440" y="0"/>
                </a:cubicBezTo>
                <a:cubicBezTo>
                  <a:pt x="6576857" y="0"/>
                  <a:pt x="6583680" y="6823"/>
                  <a:pt x="6583680" y="15240"/>
                </a:cubicBezTo>
                <a:close/>
                <a:moveTo>
                  <a:pt x="6583680" y="167640"/>
                </a:moveTo>
                <a:cubicBezTo>
                  <a:pt x="6583680" y="176057"/>
                  <a:pt x="6576857" y="182880"/>
                  <a:pt x="6568440" y="182880"/>
                </a:cubicBezTo>
                <a:cubicBezTo>
                  <a:pt x="6560023" y="182880"/>
                  <a:pt x="6553200" y="176057"/>
                  <a:pt x="6553200" y="167640"/>
                </a:cubicBezTo>
                <a:cubicBezTo>
                  <a:pt x="6553200" y="159223"/>
                  <a:pt x="6560023" y="152400"/>
                  <a:pt x="6568440" y="152400"/>
                </a:cubicBezTo>
                <a:cubicBezTo>
                  <a:pt x="6576857" y="152400"/>
                  <a:pt x="6583680" y="159223"/>
                  <a:pt x="6583680" y="167640"/>
                </a:cubicBezTo>
                <a:close/>
                <a:moveTo>
                  <a:pt x="6583680" y="320040"/>
                </a:moveTo>
                <a:cubicBezTo>
                  <a:pt x="6583680" y="328457"/>
                  <a:pt x="6576857" y="335280"/>
                  <a:pt x="6568440" y="335280"/>
                </a:cubicBezTo>
                <a:cubicBezTo>
                  <a:pt x="6560023" y="335280"/>
                  <a:pt x="6553200" y="328457"/>
                  <a:pt x="6553200" y="320040"/>
                </a:cubicBezTo>
                <a:cubicBezTo>
                  <a:pt x="6553200" y="311623"/>
                  <a:pt x="6560023" y="304800"/>
                  <a:pt x="6568440" y="304800"/>
                </a:cubicBezTo>
                <a:cubicBezTo>
                  <a:pt x="6576857" y="304800"/>
                  <a:pt x="6583680" y="311623"/>
                  <a:pt x="6583680" y="320040"/>
                </a:cubicBezTo>
                <a:close/>
                <a:moveTo>
                  <a:pt x="6583680" y="472440"/>
                </a:moveTo>
                <a:cubicBezTo>
                  <a:pt x="6583680" y="480857"/>
                  <a:pt x="6576857" y="487680"/>
                  <a:pt x="6568440" y="487680"/>
                </a:cubicBezTo>
                <a:cubicBezTo>
                  <a:pt x="6560023" y="487680"/>
                  <a:pt x="6553200" y="480857"/>
                  <a:pt x="6553200" y="472440"/>
                </a:cubicBezTo>
                <a:cubicBezTo>
                  <a:pt x="6553200" y="464023"/>
                  <a:pt x="6560023" y="457200"/>
                  <a:pt x="6568440" y="457200"/>
                </a:cubicBezTo>
                <a:cubicBezTo>
                  <a:pt x="6576857" y="457200"/>
                  <a:pt x="6583680" y="464023"/>
                  <a:pt x="6583680" y="472440"/>
                </a:cubicBezTo>
                <a:close/>
                <a:moveTo>
                  <a:pt x="6583680" y="624840"/>
                </a:moveTo>
                <a:cubicBezTo>
                  <a:pt x="6583680" y="633257"/>
                  <a:pt x="6576857" y="640080"/>
                  <a:pt x="6568440" y="640080"/>
                </a:cubicBezTo>
                <a:cubicBezTo>
                  <a:pt x="6560023" y="640080"/>
                  <a:pt x="6553200" y="633257"/>
                  <a:pt x="6553200" y="624840"/>
                </a:cubicBezTo>
                <a:cubicBezTo>
                  <a:pt x="6553200" y="616423"/>
                  <a:pt x="6560023" y="609600"/>
                  <a:pt x="6568440" y="609600"/>
                </a:cubicBezTo>
                <a:cubicBezTo>
                  <a:pt x="6576857" y="609600"/>
                  <a:pt x="6583680" y="616423"/>
                  <a:pt x="6583680" y="624840"/>
                </a:cubicBezTo>
                <a:close/>
                <a:moveTo>
                  <a:pt x="6583680" y="777240"/>
                </a:moveTo>
                <a:cubicBezTo>
                  <a:pt x="6583680" y="785657"/>
                  <a:pt x="6576857" y="792480"/>
                  <a:pt x="6568440" y="792480"/>
                </a:cubicBezTo>
                <a:cubicBezTo>
                  <a:pt x="6560023" y="792480"/>
                  <a:pt x="6553200" y="785657"/>
                  <a:pt x="6553200" y="777240"/>
                </a:cubicBezTo>
                <a:cubicBezTo>
                  <a:pt x="6553200" y="768823"/>
                  <a:pt x="6560023" y="762000"/>
                  <a:pt x="6568440" y="762000"/>
                </a:cubicBezTo>
                <a:cubicBezTo>
                  <a:pt x="6576857" y="762000"/>
                  <a:pt x="6583680" y="768823"/>
                  <a:pt x="6583680" y="777240"/>
                </a:cubicBezTo>
                <a:close/>
                <a:moveTo>
                  <a:pt x="6583680" y="929640"/>
                </a:moveTo>
                <a:cubicBezTo>
                  <a:pt x="6583680" y="938057"/>
                  <a:pt x="6576857" y="944880"/>
                  <a:pt x="6568440" y="944880"/>
                </a:cubicBezTo>
                <a:cubicBezTo>
                  <a:pt x="6560023" y="944880"/>
                  <a:pt x="6553200" y="938057"/>
                  <a:pt x="6553200" y="929640"/>
                </a:cubicBezTo>
                <a:cubicBezTo>
                  <a:pt x="6553200" y="921223"/>
                  <a:pt x="6560023" y="914400"/>
                  <a:pt x="6568440" y="914400"/>
                </a:cubicBezTo>
                <a:cubicBezTo>
                  <a:pt x="6576857" y="914400"/>
                  <a:pt x="6583680" y="921223"/>
                  <a:pt x="6583680" y="929640"/>
                </a:cubicBezTo>
                <a:close/>
                <a:moveTo>
                  <a:pt x="6583680" y="1082040"/>
                </a:moveTo>
                <a:cubicBezTo>
                  <a:pt x="6583680" y="1090457"/>
                  <a:pt x="6576857" y="1097280"/>
                  <a:pt x="6568440" y="1097280"/>
                </a:cubicBezTo>
                <a:cubicBezTo>
                  <a:pt x="6560023" y="1097280"/>
                  <a:pt x="6553200" y="1090457"/>
                  <a:pt x="6553200" y="1082040"/>
                </a:cubicBezTo>
                <a:cubicBezTo>
                  <a:pt x="6553200" y="1073623"/>
                  <a:pt x="6560023" y="1066800"/>
                  <a:pt x="6568440" y="1066800"/>
                </a:cubicBezTo>
                <a:cubicBezTo>
                  <a:pt x="6576857" y="1066800"/>
                  <a:pt x="6583680" y="1073623"/>
                  <a:pt x="6583680" y="1082040"/>
                </a:cubicBezTo>
                <a:close/>
                <a:moveTo>
                  <a:pt x="6583680" y="1234440"/>
                </a:moveTo>
                <a:cubicBezTo>
                  <a:pt x="6583680" y="1242857"/>
                  <a:pt x="6576857" y="1249680"/>
                  <a:pt x="6568440" y="1249680"/>
                </a:cubicBezTo>
                <a:cubicBezTo>
                  <a:pt x="6560023" y="1249680"/>
                  <a:pt x="6553200" y="1242857"/>
                  <a:pt x="6553200" y="1234440"/>
                </a:cubicBezTo>
                <a:cubicBezTo>
                  <a:pt x="6553200" y="1226023"/>
                  <a:pt x="6560023" y="1219200"/>
                  <a:pt x="6568440" y="1219200"/>
                </a:cubicBezTo>
                <a:cubicBezTo>
                  <a:pt x="6576857" y="1219200"/>
                  <a:pt x="6583680" y="1226023"/>
                  <a:pt x="6583680" y="1234440"/>
                </a:cubicBezTo>
                <a:close/>
                <a:moveTo>
                  <a:pt x="6583680" y="1386840"/>
                </a:moveTo>
                <a:cubicBezTo>
                  <a:pt x="6583680" y="1395257"/>
                  <a:pt x="6576857" y="1402080"/>
                  <a:pt x="6568440" y="1402080"/>
                </a:cubicBezTo>
                <a:cubicBezTo>
                  <a:pt x="6560023" y="1402080"/>
                  <a:pt x="6553200" y="1395257"/>
                  <a:pt x="6553200" y="1386840"/>
                </a:cubicBezTo>
                <a:cubicBezTo>
                  <a:pt x="6553200" y="1378423"/>
                  <a:pt x="6560023" y="1371600"/>
                  <a:pt x="6568440" y="1371600"/>
                </a:cubicBezTo>
                <a:cubicBezTo>
                  <a:pt x="6576857" y="1371600"/>
                  <a:pt x="6583680" y="1378423"/>
                  <a:pt x="6583680" y="1386840"/>
                </a:cubicBezTo>
                <a:close/>
                <a:moveTo>
                  <a:pt x="6583680" y="1539240"/>
                </a:moveTo>
                <a:cubicBezTo>
                  <a:pt x="6583680" y="1547657"/>
                  <a:pt x="6576857" y="1554480"/>
                  <a:pt x="6568440" y="1554480"/>
                </a:cubicBezTo>
                <a:cubicBezTo>
                  <a:pt x="6560023" y="1554480"/>
                  <a:pt x="6553200" y="1547657"/>
                  <a:pt x="6553200" y="1539240"/>
                </a:cubicBezTo>
                <a:cubicBezTo>
                  <a:pt x="6553200" y="1530823"/>
                  <a:pt x="6560023" y="1524000"/>
                  <a:pt x="6568440" y="1524000"/>
                </a:cubicBezTo>
                <a:cubicBezTo>
                  <a:pt x="6576857" y="1524000"/>
                  <a:pt x="6583680" y="1530823"/>
                  <a:pt x="6583680" y="1539240"/>
                </a:cubicBezTo>
                <a:close/>
                <a:moveTo>
                  <a:pt x="6583680" y="1691640"/>
                </a:moveTo>
                <a:cubicBezTo>
                  <a:pt x="6583680" y="1700057"/>
                  <a:pt x="6576857" y="1706880"/>
                  <a:pt x="6568440" y="1706880"/>
                </a:cubicBezTo>
                <a:cubicBezTo>
                  <a:pt x="6560023" y="1706880"/>
                  <a:pt x="6553200" y="1700057"/>
                  <a:pt x="6553200" y="1691640"/>
                </a:cubicBezTo>
                <a:cubicBezTo>
                  <a:pt x="6553200" y="1683223"/>
                  <a:pt x="6560023" y="1676400"/>
                  <a:pt x="6568440" y="1676400"/>
                </a:cubicBezTo>
                <a:cubicBezTo>
                  <a:pt x="6576857" y="1676400"/>
                  <a:pt x="6583680" y="1683223"/>
                  <a:pt x="6583680" y="1691640"/>
                </a:cubicBezTo>
                <a:close/>
                <a:moveTo>
                  <a:pt x="6583680" y="1844040"/>
                </a:moveTo>
                <a:cubicBezTo>
                  <a:pt x="6583680" y="1852457"/>
                  <a:pt x="6576857" y="1859280"/>
                  <a:pt x="6568440" y="1859280"/>
                </a:cubicBezTo>
                <a:cubicBezTo>
                  <a:pt x="6560023" y="1859280"/>
                  <a:pt x="6553200" y="1852457"/>
                  <a:pt x="6553200" y="1844040"/>
                </a:cubicBezTo>
                <a:cubicBezTo>
                  <a:pt x="6553200" y="1835623"/>
                  <a:pt x="6560023" y="1828800"/>
                  <a:pt x="6568440" y="1828800"/>
                </a:cubicBezTo>
                <a:cubicBezTo>
                  <a:pt x="6576857" y="1828800"/>
                  <a:pt x="6583680" y="1835623"/>
                  <a:pt x="6583680" y="1844040"/>
                </a:cubicBezTo>
                <a:close/>
                <a:moveTo>
                  <a:pt x="6583680" y="1996440"/>
                </a:moveTo>
                <a:cubicBezTo>
                  <a:pt x="6583680" y="2004857"/>
                  <a:pt x="6576857" y="2011680"/>
                  <a:pt x="6568440" y="2011680"/>
                </a:cubicBezTo>
                <a:cubicBezTo>
                  <a:pt x="6560023" y="2011680"/>
                  <a:pt x="6553200" y="2004857"/>
                  <a:pt x="6553200" y="1996440"/>
                </a:cubicBezTo>
                <a:cubicBezTo>
                  <a:pt x="6553200" y="1988023"/>
                  <a:pt x="6560023" y="1981200"/>
                  <a:pt x="6568440" y="1981200"/>
                </a:cubicBezTo>
                <a:cubicBezTo>
                  <a:pt x="6576857" y="1981200"/>
                  <a:pt x="6583680" y="1988023"/>
                  <a:pt x="6583680" y="1996440"/>
                </a:cubicBezTo>
                <a:close/>
                <a:moveTo>
                  <a:pt x="6583680" y="2148840"/>
                </a:moveTo>
                <a:cubicBezTo>
                  <a:pt x="6583680" y="2157257"/>
                  <a:pt x="6576857" y="2164080"/>
                  <a:pt x="6568440" y="2164080"/>
                </a:cubicBezTo>
                <a:cubicBezTo>
                  <a:pt x="6560023" y="2164080"/>
                  <a:pt x="6553200" y="2157257"/>
                  <a:pt x="6553200" y="2148840"/>
                </a:cubicBezTo>
                <a:cubicBezTo>
                  <a:pt x="6553200" y="2140423"/>
                  <a:pt x="6560023" y="2133600"/>
                  <a:pt x="6568440" y="2133600"/>
                </a:cubicBezTo>
                <a:cubicBezTo>
                  <a:pt x="6576857" y="2133600"/>
                  <a:pt x="6583680" y="2140423"/>
                  <a:pt x="6583680" y="2148840"/>
                </a:cubicBezTo>
                <a:close/>
                <a:moveTo>
                  <a:pt x="6583680" y="2301240"/>
                </a:moveTo>
                <a:cubicBezTo>
                  <a:pt x="6583680" y="2309657"/>
                  <a:pt x="6576857" y="2316480"/>
                  <a:pt x="6568440" y="2316480"/>
                </a:cubicBezTo>
                <a:cubicBezTo>
                  <a:pt x="6560023" y="2316480"/>
                  <a:pt x="6553200" y="2309657"/>
                  <a:pt x="6553200" y="2301240"/>
                </a:cubicBezTo>
                <a:cubicBezTo>
                  <a:pt x="6553200" y="2292823"/>
                  <a:pt x="6560023" y="2286000"/>
                  <a:pt x="6568440" y="2286000"/>
                </a:cubicBezTo>
                <a:cubicBezTo>
                  <a:pt x="6576857" y="2286000"/>
                  <a:pt x="6583680" y="2292823"/>
                  <a:pt x="6583680" y="2301240"/>
                </a:cubicBezTo>
                <a:close/>
                <a:moveTo>
                  <a:pt x="6583680" y="2453640"/>
                </a:moveTo>
                <a:cubicBezTo>
                  <a:pt x="6583680" y="2462057"/>
                  <a:pt x="6576857" y="2468880"/>
                  <a:pt x="6568440" y="2468880"/>
                </a:cubicBezTo>
                <a:cubicBezTo>
                  <a:pt x="6560023" y="2468880"/>
                  <a:pt x="6553200" y="2462057"/>
                  <a:pt x="6553200" y="2453640"/>
                </a:cubicBezTo>
                <a:cubicBezTo>
                  <a:pt x="6553200" y="2445223"/>
                  <a:pt x="6560023" y="2438400"/>
                  <a:pt x="6568440" y="2438400"/>
                </a:cubicBezTo>
                <a:cubicBezTo>
                  <a:pt x="6576857" y="2438400"/>
                  <a:pt x="6583680" y="2445223"/>
                  <a:pt x="6583680" y="2453640"/>
                </a:cubicBezTo>
                <a:close/>
                <a:moveTo>
                  <a:pt x="6583680" y="2606040"/>
                </a:moveTo>
                <a:cubicBezTo>
                  <a:pt x="6583680" y="2614457"/>
                  <a:pt x="6576857" y="2621280"/>
                  <a:pt x="6568440" y="2621280"/>
                </a:cubicBezTo>
                <a:cubicBezTo>
                  <a:pt x="6560023" y="2621280"/>
                  <a:pt x="6553200" y="2614457"/>
                  <a:pt x="6553200" y="2606040"/>
                </a:cubicBezTo>
                <a:cubicBezTo>
                  <a:pt x="6553200" y="2597623"/>
                  <a:pt x="6560023" y="2590800"/>
                  <a:pt x="6568440" y="2590800"/>
                </a:cubicBezTo>
                <a:cubicBezTo>
                  <a:pt x="6576857" y="2590800"/>
                  <a:pt x="6583680" y="2597623"/>
                  <a:pt x="6583680" y="2606040"/>
                </a:cubicBezTo>
                <a:close/>
                <a:moveTo>
                  <a:pt x="6583680" y="2758440"/>
                </a:moveTo>
                <a:cubicBezTo>
                  <a:pt x="6583680" y="2766857"/>
                  <a:pt x="6576857" y="2773680"/>
                  <a:pt x="6568440" y="2773680"/>
                </a:cubicBezTo>
                <a:cubicBezTo>
                  <a:pt x="6560023" y="2773680"/>
                  <a:pt x="6553200" y="2766857"/>
                  <a:pt x="6553200" y="2758440"/>
                </a:cubicBezTo>
                <a:cubicBezTo>
                  <a:pt x="6553200" y="2750023"/>
                  <a:pt x="6560023" y="2743200"/>
                  <a:pt x="6568440" y="2743200"/>
                </a:cubicBezTo>
                <a:cubicBezTo>
                  <a:pt x="6576857" y="2743200"/>
                  <a:pt x="6583680" y="2750023"/>
                  <a:pt x="6583680" y="2758440"/>
                </a:cubicBezTo>
                <a:close/>
                <a:moveTo>
                  <a:pt x="6583680" y="2910840"/>
                </a:moveTo>
                <a:cubicBezTo>
                  <a:pt x="6583680" y="2919257"/>
                  <a:pt x="6576857" y="2926080"/>
                  <a:pt x="6568440" y="2926080"/>
                </a:cubicBezTo>
                <a:cubicBezTo>
                  <a:pt x="6560023" y="2926080"/>
                  <a:pt x="6553200" y="2919257"/>
                  <a:pt x="6553200" y="2910840"/>
                </a:cubicBezTo>
                <a:cubicBezTo>
                  <a:pt x="6553200" y="2902423"/>
                  <a:pt x="6560023" y="2895600"/>
                  <a:pt x="6568440" y="2895600"/>
                </a:cubicBezTo>
                <a:cubicBezTo>
                  <a:pt x="6576857" y="2895600"/>
                  <a:pt x="6583680" y="2902423"/>
                  <a:pt x="6583680" y="2910840"/>
                </a:cubicBezTo>
                <a:close/>
                <a:moveTo>
                  <a:pt x="6583680" y="3063240"/>
                </a:moveTo>
                <a:cubicBezTo>
                  <a:pt x="6583680" y="3071657"/>
                  <a:pt x="6576857" y="3078480"/>
                  <a:pt x="6568440" y="3078480"/>
                </a:cubicBezTo>
                <a:cubicBezTo>
                  <a:pt x="6560023" y="3078480"/>
                  <a:pt x="6553200" y="3071657"/>
                  <a:pt x="6553200" y="3063240"/>
                </a:cubicBezTo>
                <a:cubicBezTo>
                  <a:pt x="6553200" y="3054823"/>
                  <a:pt x="6560023" y="3048000"/>
                  <a:pt x="6568440" y="3048000"/>
                </a:cubicBezTo>
                <a:cubicBezTo>
                  <a:pt x="6576857" y="3048000"/>
                  <a:pt x="6583680" y="3054823"/>
                  <a:pt x="6583680" y="3063240"/>
                </a:cubicBezTo>
                <a:close/>
                <a:moveTo>
                  <a:pt x="6583680" y="3215640"/>
                </a:moveTo>
                <a:cubicBezTo>
                  <a:pt x="6583680" y="3224057"/>
                  <a:pt x="6576857" y="3230880"/>
                  <a:pt x="6568440" y="3230880"/>
                </a:cubicBezTo>
                <a:cubicBezTo>
                  <a:pt x="6560023" y="3230880"/>
                  <a:pt x="6553200" y="3224057"/>
                  <a:pt x="6553200" y="3215640"/>
                </a:cubicBezTo>
                <a:cubicBezTo>
                  <a:pt x="6553200" y="3207223"/>
                  <a:pt x="6560023" y="3200400"/>
                  <a:pt x="6568440" y="3200400"/>
                </a:cubicBezTo>
                <a:cubicBezTo>
                  <a:pt x="6576857" y="3200400"/>
                  <a:pt x="6583680" y="3207223"/>
                  <a:pt x="6583680" y="3215640"/>
                </a:cubicBezTo>
                <a:close/>
                <a:moveTo>
                  <a:pt x="6583680" y="3368040"/>
                </a:moveTo>
                <a:cubicBezTo>
                  <a:pt x="6583680" y="3376457"/>
                  <a:pt x="6576857" y="3383280"/>
                  <a:pt x="6568440" y="3383280"/>
                </a:cubicBezTo>
                <a:cubicBezTo>
                  <a:pt x="6560023" y="3383280"/>
                  <a:pt x="6553200" y="3376457"/>
                  <a:pt x="6553200" y="3368040"/>
                </a:cubicBezTo>
                <a:cubicBezTo>
                  <a:pt x="6553200" y="3359623"/>
                  <a:pt x="6560023" y="3352800"/>
                  <a:pt x="6568440" y="3352800"/>
                </a:cubicBezTo>
                <a:cubicBezTo>
                  <a:pt x="6576857" y="3352800"/>
                  <a:pt x="6583680" y="3359623"/>
                  <a:pt x="6583680" y="3368040"/>
                </a:cubicBezTo>
                <a:close/>
                <a:moveTo>
                  <a:pt x="6583680" y="3520440"/>
                </a:moveTo>
                <a:cubicBezTo>
                  <a:pt x="6583680" y="3528857"/>
                  <a:pt x="6576857" y="3535680"/>
                  <a:pt x="6568440" y="3535680"/>
                </a:cubicBezTo>
                <a:cubicBezTo>
                  <a:pt x="6560023" y="3535680"/>
                  <a:pt x="6553200" y="3528857"/>
                  <a:pt x="6553200" y="3520440"/>
                </a:cubicBezTo>
                <a:cubicBezTo>
                  <a:pt x="6553200" y="3512023"/>
                  <a:pt x="6560023" y="3505200"/>
                  <a:pt x="6568440" y="3505200"/>
                </a:cubicBezTo>
                <a:cubicBezTo>
                  <a:pt x="6576857" y="3505200"/>
                  <a:pt x="6583680" y="3512023"/>
                  <a:pt x="6583680" y="3520440"/>
                </a:cubicBezTo>
                <a:close/>
                <a:moveTo>
                  <a:pt x="6583680" y="3672840"/>
                </a:moveTo>
                <a:cubicBezTo>
                  <a:pt x="6583680" y="3681257"/>
                  <a:pt x="6576857" y="3688080"/>
                  <a:pt x="6568440" y="3688080"/>
                </a:cubicBezTo>
                <a:cubicBezTo>
                  <a:pt x="6560023" y="3688080"/>
                  <a:pt x="6553200" y="3681257"/>
                  <a:pt x="6553200" y="3672840"/>
                </a:cubicBezTo>
                <a:cubicBezTo>
                  <a:pt x="6553200" y="3664423"/>
                  <a:pt x="6560023" y="3657600"/>
                  <a:pt x="6568440" y="3657600"/>
                </a:cubicBezTo>
                <a:cubicBezTo>
                  <a:pt x="6576857" y="3657600"/>
                  <a:pt x="6583680" y="3664423"/>
                  <a:pt x="6583680" y="3672840"/>
                </a:cubicBezTo>
                <a:close/>
                <a:moveTo>
                  <a:pt x="6583680" y="3825240"/>
                </a:moveTo>
                <a:cubicBezTo>
                  <a:pt x="6583680" y="3833657"/>
                  <a:pt x="6576857" y="3840480"/>
                  <a:pt x="6568440" y="3840480"/>
                </a:cubicBezTo>
                <a:cubicBezTo>
                  <a:pt x="6560023" y="3840480"/>
                  <a:pt x="6553200" y="3833657"/>
                  <a:pt x="6553200" y="3825240"/>
                </a:cubicBezTo>
                <a:cubicBezTo>
                  <a:pt x="6553200" y="3816823"/>
                  <a:pt x="6560023" y="3810000"/>
                  <a:pt x="6568440" y="3810000"/>
                </a:cubicBezTo>
                <a:cubicBezTo>
                  <a:pt x="6576857" y="3810000"/>
                  <a:pt x="6583680" y="3816823"/>
                  <a:pt x="6583680" y="3825240"/>
                </a:cubicBezTo>
                <a:close/>
                <a:moveTo>
                  <a:pt x="6583680" y="3977640"/>
                </a:moveTo>
                <a:cubicBezTo>
                  <a:pt x="6583680" y="3986057"/>
                  <a:pt x="6576857" y="3992880"/>
                  <a:pt x="6568440" y="3992880"/>
                </a:cubicBezTo>
                <a:cubicBezTo>
                  <a:pt x="6560023" y="3992880"/>
                  <a:pt x="6553200" y="3986057"/>
                  <a:pt x="6553200" y="3977640"/>
                </a:cubicBezTo>
                <a:cubicBezTo>
                  <a:pt x="6553200" y="3969223"/>
                  <a:pt x="6560023" y="3962400"/>
                  <a:pt x="6568440" y="3962400"/>
                </a:cubicBezTo>
                <a:cubicBezTo>
                  <a:pt x="6576857" y="3962400"/>
                  <a:pt x="6583680" y="3969223"/>
                  <a:pt x="6583680" y="3977640"/>
                </a:cubicBezTo>
                <a:close/>
                <a:moveTo>
                  <a:pt x="6583680" y="4130040"/>
                </a:moveTo>
                <a:cubicBezTo>
                  <a:pt x="6583680" y="4138457"/>
                  <a:pt x="6576857" y="4145280"/>
                  <a:pt x="6568440" y="4145280"/>
                </a:cubicBezTo>
                <a:cubicBezTo>
                  <a:pt x="6560023" y="4145280"/>
                  <a:pt x="6553200" y="4138457"/>
                  <a:pt x="6553200" y="4130040"/>
                </a:cubicBezTo>
                <a:cubicBezTo>
                  <a:pt x="6553200" y="4121623"/>
                  <a:pt x="6560023" y="4114800"/>
                  <a:pt x="6568440" y="4114800"/>
                </a:cubicBezTo>
                <a:cubicBezTo>
                  <a:pt x="6576857" y="4114800"/>
                  <a:pt x="6583680" y="4121623"/>
                  <a:pt x="6583680" y="4130040"/>
                </a:cubicBezTo>
                <a:close/>
                <a:moveTo>
                  <a:pt x="6583680" y="4282440"/>
                </a:moveTo>
                <a:cubicBezTo>
                  <a:pt x="6583680" y="4290857"/>
                  <a:pt x="6576857" y="4297680"/>
                  <a:pt x="6568440" y="4297680"/>
                </a:cubicBezTo>
                <a:cubicBezTo>
                  <a:pt x="6560023" y="4297680"/>
                  <a:pt x="6553200" y="4290857"/>
                  <a:pt x="6553200" y="4282440"/>
                </a:cubicBezTo>
                <a:cubicBezTo>
                  <a:pt x="6553200" y="4274023"/>
                  <a:pt x="6560023" y="4267200"/>
                  <a:pt x="6568440" y="4267200"/>
                </a:cubicBezTo>
                <a:cubicBezTo>
                  <a:pt x="6576857" y="4267200"/>
                  <a:pt x="6583680" y="4274023"/>
                  <a:pt x="6583680" y="4282440"/>
                </a:cubicBezTo>
                <a:close/>
                <a:moveTo>
                  <a:pt x="6583680" y="4434840"/>
                </a:moveTo>
                <a:cubicBezTo>
                  <a:pt x="6583680" y="4443257"/>
                  <a:pt x="6576857" y="4450080"/>
                  <a:pt x="6568440" y="4450080"/>
                </a:cubicBezTo>
                <a:cubicBezTo>
                  <a:pt x="6560023" y="4450080"/>
                  <a:pt x="6553200" y="4443257"/>
                  <a:pt x="6553200" y="4434840"/>
                </a:cubicBezTo>
                <a:cubicBezTo>
                  <a:pt x="6553200" y="4426423"/>
                  <a:pt x="6560023" y="4419600"/>
                  <a:pt x="6568440" y="4419600"/>
                </a:cubicBezTo>
                <a:cubicBezTo>
                  <a:pt x="6576857" y="4419600"/>
                  <a:pt x="6583680" y="4426423"/>
                  <a:pt x="6583680" y="4434840"/>
                </a:cubicBezTo>
                <a:close/>
                <a:moveTo>
                  <a:pt x="6736080" y="15240"/>
                </a:moveTo>
                <a:cubicBezTo>
                  <a:pt x="6736080" y="23657"/>
                  <a:pt x="6729257" y="30480"/>
                  <a:pt x="6720840" y="30480"/>
                </a:cubicBezTo>
                <a:cubicBezTo>
                  <a:pt x="6712423" y="30480"/>
                  <a:pt x="6705600" y="23657"/>
                  <a:pt x="6705600" y="15240"/>
                </a:cubicBezTo>
                <a:cubicBezTo>
                  <a:pt x="6705600" y="6823"/>
                  <a:pt x="6712423" y="0"/>
                  <a:pt x="6720840" y="0"/>
                </a:cubicBezTo>
                <a:cubicBezTo>
                  <a:pt x="6729257" y="0"/>
                  <a:pt x="6736080" y="6823"/>
                  <a:pt x="6736080" y="15240"/>
                </a:cubicBezTo>
                <a:close/>
                <a:moveTo>
                  <a:pt x="6736080" y="167640"/>
                </a:moveTo>
                <a:cubicBezTo>
                  <a:pt x="6736080" y="176057"/>
                  <a:pt x="6729257" y="182880"/>
                  <a:pt x="6720840" y="182880"/>
                </a:cubicBezTo>
                <a:cubicBezTo>
                  <a:pt x="6712423" y="182880"/>
                  <a:pt x="6705600" y="176057"/>
                  <a:pt x="6705600" y="167640"/>
                </a:cubicBezTo>
                <a:cubicBezTo>
                  <a:pt x="6705600" y="159223"/>
                  <a:pt x="6712423" y="152400"/>
                  <a:pt x="6720840" y="152400"/>
                </a:cubicBezTo>
                <a:cubicBezTo>
                  <a:pt x="6729257" y="152400"/>
                  <a:pt x="6736080" y="159223"/>
                  <a:pt x="6736080" y="167640"/>
                </a:cubicBezTo>
                <a:close/>
                <a:moveTo>
                  <a:pt x="6736080" y="320040"/>
                </a:moveTo>
                <a:cubicBezTo>
                  <a:pt x="6736080" y="328457"/>
                  <a:pt x="6729257" y="335280"/>
                  <a:pt x="6720840" y="335280"/>
                </a:cubicBezTo>
                <a:cubicBezTo>
                  <a:pt x="6712423" y="335280"/>
                  <a:pt x="6705600" y="328457"/>
                  <a:pt x="6705600" y="320040"/>
                </a:cubicBezTo>
                <a:cubicBezTo>
                  <a:pt x="6705600" y="311623"/>
                  <a:pt x="6712423" y="304800"/>
                  <a:pt x="6720840" y="304800"/>
                </a:cubicBezTo>
                <a:cubicBezTo>
                  <a:pt x="6729257" y="304800"/>
                  <a:pt x="6736080" y="311623"/>
                  <a:pt x="6736080" y="320040"/>
                </a:cubicBezTo>
                <a:close/>
                <a:moveTo>
                  <a:pt x="6736080" y="472440"/>
                </a:moveTo>
                <a:cubicBezTo>
                  <a:pt x="6736080" y="480857"/>
                  <a:pt x="6729257" y="487680"/>
                  <a:pt x="6720840" y="487680"/>
                </a:cubicBezTo>
                <a:cubicBezTo>
                  <a:pt x="6712423" y="487680"/>
                  <a:pt x="6705600" y="480857"/>
                  <a:pt x="6705600" y="472440"/>
                </a:cubicBezTo>
                <a:cubicBezTo>
                  <a:pt x="6705600" y="464023"/>
                  <a:pt x="6712423" y="457200"/>
                  <a:pt x="6720840" y="457200"/>
                </a:cubicBezTo>
                <a:cubicBezTo>
                  <a:pt x="6729257" y="457200"/>
                  <a:pt x="6736080" y="464023"/>
                  <a:pt x="6736080" y="472440"/>
                </a:cubicBezTo>
                <a:close/>
                <a:moveTo>
                  <a:pt x="6736080" y="624840"/>
                </a:moveTo>
                <a:cubicBezTo>
                  <a:pt x="6736080" y="633257"/>
                  <a:pt x="6729257" y="640080"/>
                  <a:pt x="6720840" y="640080"/>
                </a:cubicBezTo>
                <a:cubicBezTo>
                  <a:pt x="6712423" y="640080"/>
                  <a:pt x="6705600" y="633257"/>
                  <a:pt x="6705600" y="624840"/>
                </a:cubicBezTo>
                <a:cubicBezTo>
                  <a:pt x="6705600" y="616423"/>
                  <a:pt x="6712423" y="609600"/>
                  <a:pt x="6720840" y="609600"/>
                </a:cubicBezTo>
                <a:cubicBezTo>
                  <a:pt x="6729257" y="609600"/>
                  <a:pt x="6736080" y="616423"/>
                  <a:pt x="6736080" y="624840"/>
                </a:cubicBezTo>
                <a:close/>
                <a:moveTo>
                  <a:pt x="6736080" y="777240"/>
                </a:moveTo>
                <a:cubicBezTo>
                  <a:pt x="6736080" y="785657"/>
                  <a:pt x="6729257" y="792480"/>
                  <a:pt x="6720840" y="792480"/>
                </a:cubicBezTo>
                <a:cubicBezTo>
                  <a:pt x="6712423" y="792480"/>
                  <a:pt x="6705600" y="785657"/>
                  <a:pt x="6705600" y="777240"/>
                </a:cubicBezTo>
                <a:cubicBezTo>
                  <a:pt x="6705600" y="768823"/>
                  <a:pt x="6712423" y="762000"/>
                  <a:pt x="6720840" y="762000"/>
                </a:cubicBezTo>
                <a:cubicBezTo>
                  <a:pt x="6729257" y="762000"/>
                  <a:pt x="6736080" y="768823"/>
                  <a:pt x="6736080" y="777240"/>
                </a:cubicBezTo>
                <a:close/>
                <a:moveTo>
                  <a:pt x="6736080" y="929640"/>
                </a:moveTo>
                <a:cubicBezTo>
                  <a:pt x="6736080" y="938057"/>
                  <a:pt x="6729257" y="944880"/>
                  <a:pt x="6720840" y="944880"/>
                </a:cubicBezTo>
                <a:cubicBezTo>
                  <a:pt x="6712423" y="944880"/>
                  <a:pt x="6705600" y="938057"/>
                  <a:pt x="6705600" y="929640"/>
                </a:cubicBezTo>
                <a:cubicBezTo>
                  <a:pt x="6705600" y="921223"/>
                  <a:pt x="6712423" y="914400"/>
                  <a:pt x="6720840" y="914400"/>
                </a:cubicBezTo>
                <a:cubicBezTo>
                  <a:pt x="6729257" y="914400"/>
                  <a:pt x="6736080" y="921223"/>
                  <a:pt x="6736080" y="929640"/>
                </a:cubicBezTo>
                <a:close/>
                <a:moveTo>
                  <a:pt x="6736080" y="1082040"/>
                </a:moveTo>
                <a:cubicBezTo>
                  <a:pt x="6736080" y="1090457"/>
                  <a:pt x="6729257" y="1097280"/>
                  <a:pt x="6720840" y="1097280"/>
                </a:cubicBezTo>
                <a:cubicBezTo>
                  <a:pt x="6712423" y="1097280"/>
                  <a:pt x="6705600" y="1090457"/>
                  <a:pt x="6705600" y="1082040"/>
                </a:cubicBezTo>
                <a:cubicBezTo>
                  <a:pt x="6705600" y="1073623"/>
                  <a:pt x="6712423" y="1066800"/>
                  <a:pt x="6720840" y="1066800"/>
                </a:cubicBezTo>
                <a:cubicBezTo>
                  <a:pt x="6729257" y="1066800"/>
                  <a:pt x="6736080" y="1073623"/>
                  <a:pt x="6736080" y="1082040"/>
                </a:cubicBezTo>
                <a:close/>
                <a:moveTo>
                  <a:pt x="6736080" y="1234440"/>
                </a:moveTo>
                <a:cubicBezTo>
                  <a:pt x="6736080" y="1242857"/>
                  <a:pt x="6729257" y="1249680"/>
                  <a:pt x="6720840" y="1249680"/>
                </a:cubicBezTo>
                <a:cubicBezTo>
                  <a:pt x="6712423" y="1249680"/>
                  <a:pt x="6705600" y="1242857"/>
                  <a:pt x="6705600" y="1234440"/>
                </a:cubicBezTo>
                <a:cubicBezTo>
                  <a:pt x="6705600" y="1226023"/>
                  <a:pt x="6712423" y="1219200"/>
                  <a:pt x="6720840" y="1219200"/>
                </a:cubicBezTo>
                <a:cubicBezTo>
                  <a:pt x="6729257" y="1219200"/>
                  <a:pt x="6736080" y="1226023"/>
                  <a:pt x="6736080" y="1234440"/>
                </a:cubicBezTo>
                <a:close/>
                <a:moveTo>
                  <a:pt x="6736080" y="1386840"/>
                </a:moveTo>
                <a:cubicBezTo>
                  <a:pt x="6736080" y="1395257"/>
                  <a:pt x="6729257" y="1402080"/>
                  <a:pt x="6720840" y="1402080"/>
                </a:cubicBezTo>
                <a:cubicBezTo>
                  <a:pt x="6712423" y="1402080"/>
                  <a:pt x="6705600" y="1395257"/>
                  <a:pt x="6705600" y="1386840"/>
                </a:cubicBezTo>
                <a:cubicBezTo>
                  <a:pt x="6705600" y="1378423"/>
                  <a:pt x="6712423" y="1371600"/>
                  <a:pt x="6720840" y="1371600"/>
                </a:cubicBezTo>
                <a:cubicBezTo>
                  <a:pt x="6729257" y="1371600"/>
                  <a:pt x="6736080" y="1378423"/>
                  <a:pt x="6736080" y="1386840"/>
                </a:cubicBezTo>
                <a:close/>
                <a:moveTo>
                  <a:pt x="6736080" y="1539240"/>
                </a:moveTo>
                <a:cubicBezTo>
                  <a:pt x="6736080" y="1547657"/>
                  <a:pt x="6729257" y="1554480"/>
                  <a:pt x="6720840" y="1554480"/>
                </a:cubicBezTo>
                <a:cubicBezTo>
                  <a:pt x="6712423" y="1554480"/>
                  <a:pt x="6705600" y="1547657"/>
                  <a:pt x="6705600" y="1539240"/>
                </a:cubicBezTo>
                <a:cubicBezTo>
                  <a:pt x="6705600" y="1530823"/>
                  <a:pt x="6712423" y="1524000"/>
                  <a:pt x="6720840" y="1524000"/>
                </a:cubicBezTo>
                <a:cubicBezTo>
                  <a:pt x="6729257" y="1524000"/>
                  <a:pt x="6736080" y="1530823"/>
                  <a:pt x="6736080" y="1539240"/>
                </a:cubicBezTo>
                <a:close/>
                <a:moveTo>
                  <a:pt x="6736080" y="1691640"/>
                </a:moveTo>
                <a:cubicBezTo>
                  <a:pt x="6736080" y="1700057"/>
                  <a:pt x="6729257" y="1706880"/>
                  <a:pt x="6720840" y="1706880"/>
                </a:cubicBezTo>
                <a:cubicBezTo>
                  <a:pt x="6712423" y="1706880"/>
                  <a:pt x="6705600" y="1700057"/>
                  <a:pt x="6705600" y="1691640"/>
                </a:cubicBezTo>
                <a:cubicBezTo>
                  <a:pt x="6705600" y="1683223"/>
                  <a:pt x="6712423" y="1676400"/>
                  <a:pt x="6720840" y="1676400"/>
                </a:cubicBezTo>
                <a:cubicBezTo>
                  <a:pt x="6729257" y="1676400"/>
                  <a:pt x="6736080" y="1683223"/>
                  <a:pt x="6736080" y="1691640"/>
                </a:cubicBezTo>
                <a:close/>
                <a:moveTo>
                  <a:pt x="6736080" y="1844040"/>
                </a:moveTo>
                <a:cubicBezTo>
                  <a:pt x="6736080" y="1852457"/>
                  <a:pt x="6729257" y="1859280"/>
                  <a:pt x="6720840" y="1859280"/>
                </a:cubicBezTo>
                <a:cubicBezTo>
                  <a:pt x="6712423" y="1859280"/>
                  <a:pt x="6705600" y="1852457"/>
                  <a:pt x="6705600" y="1844040"/>
                </a:cubicBezTo>
                <a:cubicBezTo>
                  <a:pt x="6705600" y="1835623"/>
                  <a:pt x="6712423" y="1828800"/>
                  <a:pt x="6720840" y="1828800"/>
                </a:cubicBezTo>
                <a:cubicBezTo>
                  <a:pt x="6729257" y="1828800"/>
                  <a:pt x="6736080" y="1835623"/>
                  <a:pt x="6736080" y="1844040"/>
                </a:cubicBezTo>
                <a:close/>
                <a:moveTo>
                  <a:pt x="6736080" y="1996440"/>
                </a:moveTo>
                <a:cubicBezTo>
                  <a:pt x="6736080" y="2004857"/>
                  <a:pt x="6729257" y="2011680"/>
                  <a:pt x="6720840" y="2011680"/>
                </a:cubicBezTo>
                <a:cubicBezTo>
                  <a:pt x="6712423" y="2011680"/>
                  <a:pt x="6705600" y="2004857"/>
                  <a:pt x="6705600" y="1996440"/>
                </a:cubicBezTo>
                <a:cubicBezTo>
                  <a:pt x="6705600" y="1988023"/>
                  <a:pt x="6712423" y="1981200"/>
                  <a:pt x="6720840" y="1981200"/>
                </a:cubicBezTo>
                <a:cubicBezTo>
                  <a:pt x="6729257" y="1981200"/>
                  <a:pt x="6736080" y="1988023"/>
                  <a:pt x="6736080" y="1996440"/>
                </a:cubicBezTo>
                <a:close/>
                <a:moveTo>
                  <a:pt x="6736080" y="2148840"/>
                </a:moveTo>
                <a:cubicBezTo>
                  <a:pt x="6736080" y="2157257"/>
                  <a:pt x="6729257" y="2164080"/>
                  <a:pt x="6720840" y="2164080"/>
                </a:cubicBezTo>
                <a:cubicBezTo>
                  <a:pt x="6712423" y="2164080"/>
                  <a:pt x="6705600" y="2157257"/>
                  <a:pt x="6705600" y="2148840"/>
                </a:cubicBezTo>
                <a:cubicBezTo>
                  <a:pt x="6705600" y="2140423"/>
                  <a:pt x="6712423" y="2133600"/>
                  <a:pt x="6720840" y="2133600"/>
                </a:cubicBezTo>
                <a:cubicBezTo>
                  <a:pt x="6729257" y="2133600"/>
                  <a:pt x="6736080" y="2140423"/>
                  <a:pt x="6736080" y="2148840"/>
                </a:cubicBezTo>
                <a:close/>
                <a:moveTo>
                  <a:pt x="6736080" y="2301240"/>
                </a:moveTo>
                <a:cubicBezTo>
                  <a:pt x="6736080" y="2309657"/>
                  <a:pt x="6729257" y="2316480"/>
                  <a:pt x="6720840" y="2316480"/>
                </a:cubicBezTo>
                <a:cubicBezTo>
                  <a:pt x="6712423" y="2316480"/>
                  <a:pt x="6705600" y="2309657"/>
                  <a:pt x="6705600" y="2301240"/>
                </a:cubicBezTo>
                <a:cubicBezTo>
                  <a:pt x="6705600" y="2292823"/>
                  <a:pt x="6712423" y="2286000"/>
                  <a:pt x="6720840" y="2286000"/>
                </a:cubicBezTo>
                <a:cubicBezTo>
                  <a:pt x="6729257" y="2286000"/>
                  <a:pt x="6736080" y="2292823"/>
                  <a:pt x="6736080" y="2301240"/>
                </a:cubicBezTo>
                <a:close/>
                <a:moveTo>
                  <a:pt x="6736080" y="2453640"/>
                </a:moveTo>
                <a:cubicBezTo>
                  <a:pt x="6736080" y="2462057"/>
                  <a:pt x="6729257" y="2468880"/>
                  <a:pt x="6720840" y="2468880"/>
                </a:cubicBezTo>
                <a:cubicBezTo>
                  <a:pt x="6712423" y="2468880"/>
                  <a:pt x="6705600" y="2462057"/>
                  <a:pt x="6705600" y="2453640"/>
                </a:cubicBezTo>
                <a:cubicBezTo>
                  <a:pt x="6705600" y="2445223"/>
                  <a:pt x="6712423" y="2438400"/>
                  <a:pt x="6720840" y="2438400"/>
                </a:cubicBezTo>
                <a:cubicBezTo>
                  <a:pt x="6729257" y="2438400"/>
                  <a:pt x="6736080" y="2445223"/>
                  <a:pt x="6736080" y="2453640"/>
                </a:cubicBezTo>
                <a:close/>
                <a:moveTo>
                  <a:pt x="6736080" y="2606040"/>
                </a:moveTo>
                <a:cubicBezTo>
                  <a:pt x="6736080" y="2614457"/>
                  <a:pt x="6729257" y="2621280"/>
                  <a:pt x="6720840" y="2621280"/>
                </a:cubicBezTo>
                <a:cubicBezTo>
                  <a:pt x="6712423" y="2621280"/>
                  <a:pt x="6705600" y="2614457"/>
                  <a:pt x="6705600" y="2606040"/>
                </a:cubicBezTo>
                <a:cubicBezTo>
                  <a:pt x="6705600" y="2597623"/>
                  <a:pt x="6712423" y="2590800"/>
                  <a:pt x="6720840" y="2590800"/>
                </a:cubicBezTo>
                <a:cubicBezTo>
                  <a:pt x="6729257" y="2590800"/>
                  <a:pt x="6736080" y="2597623"/>
                  <a:pt x="6736080" y="2606040"/>
                </a:cubicBezTo>
                <a:close/>
                <a:moveTo>
                  <a:pt x="6736080" y="2758440"/>
                </a:moveTo>
                <a:cubicBezTo>
                  <a:pt x="6736080" y="2766857"/>
                  <a:pt x="6729257" y="2773680"/>
                  <a:pt x="6720840" y="2773680"/>
                </a:cubicBezTo>
                <a:cubicBezTo>
                  <a:pt x="6712423" y="2773680"/>
                  <a:pt x="6705600" y="2766857"/>
                  <a:pt x="6705600" y="2758440"/>
                </a:cubicBezTo>
                <a:cubicBezTo>
                  <a:pt x="6705600" y="2750023"/>
                  <a:pt x="6712423" y="2743200"/>
                  <a:pt x="6720840" y="2743200"/>
                </a:cubicBezTo>
                <a:cubicBezTo>
                  <a:pt x="6729257" y="2743200"/>
                  <a:pt x="6736080" y="2750023"/>
                  <a:pt x="6736080" y="2758440"/>
                </a:cubicBezTo>
                <a:close/>
                <a:moveTo>
                  <a:pt x="6736080" y="2910840"/>
                </a:moveTo>
                <a:cubicBezTo>
                  <a:pt x="6736080" y="2919257"/>
                  <a:pt x="6729257" y="2926080"/>
                  <a:pt x="6720840" y="2926080"/>
                </a:cubicBezTo>
                <a:cubicBezTo>
                  <a:pt x="6712423" y="2926080"/>
                  <a:pt x="6705600" y="2919257"/>
                  <a:pt x="6705600" y="2910840"/>
                </a:cubicBezTo>
                <a:cubicBezTo>
                  <a:pt x="6705600" y="2902423"/>
                  <a:pt x="6712423" y="2895600"/>
                  <a:pt x="6720840" y="2895600"/>
                </a:cubicBezTo>
                <a:cubicBezTo>
                  <a:pt x="6729257" y="2895600"/>
                  <a:pt x="6736080" y="2902423"/>
                  <a:pt x="6736080" y="2910840"/>
                </a:cubicBezTo>
                <a:close/>
                <a:moveTo>
                  <a:pt x="6736080" y="3063240"/>
                </a:moveTo>
                <a:cubicBezTo>
                  <a:pt x="6736080" y="3071657"/>
                  <a:pt x="6729257" y="3078480"/>
                  <a:pt x="6720840" y="3078480"/>
                </a:cubicBezTo>
                <a:cubicBezTo>
                  <a:pt x="6712423" y="3078480"/>
                  <a:pt x="6705600" y="3071657"/>
                  <a:pt x="6705600" y="3063240"/>
                </a:cubicBezTo>
                <a:cubicBezTo>
                  <a:pt x="6705600" y="3054823"/>
                  <a:pt x="6712423" y="3048000"/>
                  <a:pt x="6720840" y="3048000"/>
                </a:cubicBezTo>
                <a:cubicBezTo>
                  <a:pt x="6729257" y="3048000"/>
                  <a:pt x="6736080" y="3054823"/>
                  <a:pt x="6736080" y="3063240"/>
                </a:cubicBezTo>
                <a:close/>
                <a:moveTo>
                  <a:pt x="6736080" y="3215640"/>
                </a:moveTo>
                <a:cubicBezTo>
                  <a:pt x="6736080" y="3224057"/>
                  <a:pt x="6729257" y="3230880"/>
                  <a:pt x="6720840" y="3230880"/>
                </a:cubicBezTo>
                <a:cubicBezTo>
                  <a:pt x="6712423" y="3230880"/>
                  <a:pt x="6705600" y="3224057"/>
                  <a:pt x="6705600" y="3215640"/>
                </a:cubicBezTo>
                <a:cubicBezTo>
                  <a:pt x="6705600" y="3207223"/>
                  <a:pt x="6712423" y="3200400"/>
                  <a:pt x="6720840" y="3200400"/>
                </a:cubicBezTo>
                <a:cubicBezTo>
                  <a:pt x="6729257" y="3200400"/>
                  <a:pt x="6736080" y="3207223"/>
                  <a:pt x="6736080" y="3215640"/>
                </a:cubicBezTo>
                <a:close/>
                <a:moveTo>
                  <a:pt x="6736080" y="3368040"/>
                </a:moveTo>
                <a:cubicBezTo>
                  <a:pt x="6736080" y="3376457"/>
                  <a:pt x="6729257" y="3383280"/>
                  <a:pt x="6720840" y="3383280"/>
                </a:cubicBezTo>
                <a:cubicBezTo>
                  <a:pt x="6712423" y="3383280"/>
                  <a:pt x="6705600" y="3376457"/>
                  <a:pt x="6705600" y="3368040"/>
                </a:cubicBezTo>
                <a:cubicBezTo>
                  <a:pt x="6705600" y="3359623"/>
                  <a:pt x="6712423" y="3352800"/>
                  <a:pt x="6720840" y="3352800"/>
                </a:cubicBezTo>
                <a:cubicBezTo>
                  <a:pt x="6729257" y="3352800"/>
                  <a:pt x="6736080" y="3359623"/>
                  <a:pt x="6736080" y="3368040"/>
                </a:cubicBezTo>
                <a:close/>
                <a:moveTo>
                  <a:pt x="6736080" y="3520440"/>
                </a:moveTo>
                <a:cubicBezTo>
                  <a:pt x="6736080" y="3528857"/>
                  <a:pt x="6729257" y="3535680"/>
                  <a:pt x="6720840" y="3535680"/>
                </a:cubicBezTo>
                <a:cubicBezTo>
                  <a:pt x="6712423" y="3535680"/>
                  <a:pt x="6705600" y="3528857"/>
                  <a:pt x="6705600" y="3520440"/>
                </a:cubicBezTo>
                <a:cubicBezTo>
                  <a:pt x="6705600" y="3512023"/>
                  <a:pt x="6712423" y="3505200"/>
                  <a:pt x="6720840" y="3505200"/>
                </a:cubicBezTo>
                <a:cubicBezTo>
                  <a:pt x="6729257" y="3505200"/>
                  <a:pt x="6736080" y="3512023"/>
                  <a:pt x="6736080" y="3520440"/>
                </a:cubicBezTo>
                <a:close/>
                <a:moveTo>
                  <a:pt x="6736080" y="3672840"/>
                </a:moveTo>
                <a:cubicBezTo>
                  <a:pt x="6736080" y="3681257"/>
                  <a:pt x="6729257" y="3688080"/>
                  <a:pt x="6720840" y="3688080"/>
                </a:cubicBezTo>
                <a:cubicBezTo>
                  <a:pt x="6712423" y="3688080"/>
                  <a:pt x="6705600" y="3681257"/>
                  <a:pt x="6705600" y="3672840"/>
                </a:cubicBezTo>
                <a:cubicBezTo>
                  <a:pt x="6705600" y="3664423"/>
                  <a:pt x="6712423" y="3657600"/>
                  <a:pt x="6720840" y="3657600"/>
                </a:cubicBezTo>
                <a:cubicBezTo>
                  <a:pt x="6729257" y="3657600"/>
                  <a:pt x="6736080" y="3664423"/>
                  <a:pt x="6736080" y="3672840"/>
                </a:cubicBezTo>
                <a:close/>
                <a:moveTo>
                  <a:pt x="6736080" y="3825240"/>
                </a:moveTo>
                <a:cubicBezTo>
                  <a:pt x="6736080" y="3833657"/>
                  <a:pt x="6729257" y="3840480"/>
                  <a:pt x="6720840" y="3840480"/>
                </a:cubicBezTo>
                <a:cubicBezTo>
                  <a:pt x="6712423" y="3840480"/>
                  <a:pt x="6705600" y="3833657"/>
                  <a:pt x="6705600" y="3825240"/>
                </a:cubicBezTo>
                <a:cubicBezTo>
                  <a:pt x="6705600" y="3816823"/>
                  <a:pt x="6712423" y="3810000"/>
                  <a:pt x="6720840" y="3810000"/>
                </a:cubicBezTo>
                <a:cubicBezTo>
                  <a:pt x="6729257" y="3810000"/>
                  <a:pt x="6736080" y="3816823"/>
                  <a:pt x="6736080" y="3825240"/>
                </a:cubicBezTo>
                <a:close/>
                <a:moveTo>
                  <a:pt x="6736080" y="3977640"/>
                </a:moveTo>
                <a:cubicBezTo>
                  <a:pt x="6736080" y="3986057"/>
                  <a:pt x="6729257" y="3992880"/>
                  <a:pt x="6720840" y="3992880"/>
                </a:cubicBezTo>
                <a:cubicBezTo>
                  <a:pt x="6712423" y="3992880"/>
                  <a:pt x="6705600" y="3986057"/>
                  <a:pt x="6705600" y="3977640"/>
                </a:cubicBezTo>
                <a:cubicBezTo>
                  <a:pt x="6705600" y="3969223"/>
                  <a:pt x="6712423" y="3962400"/>
                  <a:pt x="6720840" y="3962400"/>
                </a:cubicBezTo>
                <a:cubicBezTo>
                  <a:pt x="6729257" y="3962400"/>
                  <a:pt x="6736080" y="3969223"/>
                  <a:pt x="6736080" y="3977640"/>
                </a:cubicBezTo>
                <a:close/>
                <a:moveTo>
                  <a:pt x="6736080" y="4130040"/>
                </a:moveTo>
                <a:cubicBezTo>
                  <a:pt x="6736080" y="4138457"/>
                  <a:pt x="6729257" y="4145280"/>
                  <a:pt x="6720840" y="4145280"/>
                </a:cubicBezTo>
                <a:cubicBezTo>
                  <a:pt x="6712423" y="4145280"/>
                  <a:pt x="6705600" y="4138457"/>
                  <a:pt x="6705600" y="4130040"/>
                </a:cubicBezTo>
                <a:cubicBezTo>
                  <a:pt x="6705600" y="4121623"/>
                  <a:pt x="6712423" y="4114800"/>
                  <a:pt x="6720840" y="4114800"/>
                </a:cubicBezTo>
                <a:cubicBezTo>
                  <a:pt x="6729257" y="4114800"/>
                  <a:pt x="6736080" y="4121623"/>
                  <a:pt x="6736080" y="4130040"/>
                </a:cubicBezTo>
                <a:close/>
                <a:moveTo>
                  <a:pt x="6736080" y="4282440"/>
                </a:moveTo>
                <a:cubicBezTo>
                  <a:pt x="6736080" y="4290857"/>
                  <a:pt x="6729257" y="4297680"/>
                  <a:pt x="6720840" y="4297680"/>
                </a:cubicBezTo>
                <a:cubicBezTo>
                  <a:pt x="6712423" y="4297680"/>
                  <a:pt x="6705600" y="4290857"/>
                  <a:pt x="6705600" y="4282440"/>
                </a:cubicBezTo>
                <a:cubicBezTo>
                  <a:pt x="6705600" y="4274023"/>
                  <a:pt x="6712423" y="4267200"/>
                  <a:pt x="6720840" y="4267200"/>
                </a:cubicBezTo>
                <a:cubicBezTo>
                  <a:pt x="6729257" y="4267200"/>
                  <a:pt x="6736080" y="4274023"/>
                  <a:pt x="6736080" y="4282440"/>
                </a:cubicBezTo>
                <a:close/>
                <a:moveTo>
                  <a:pt x="6736080" y="4434840"/>
                </a:moveTo>
                <a:cubicBezTo>
                  <a:pt x="6736080" y="4443257"/>
                  <a:pt x="6729257" y="4450080"/>
                  <a:pt x="6720840" y="4450080"/>
                </a:cubicBezTo>
                <a:cubicBezTo>
                  <a:pt x="6712423" y="4450080"/>
                  <a:pt x="6705600" y="4443257"/>
                  <a:pt x="6705600" y="4434840"/>
                </a:cubicBezTo>
                <a:cubicBezTo>
                  <a:pt x="6705600" y="4426423"/>
                  <a:pt x="6712423" y="4419600"/>
                  <a:pt x="6720840" y="4419600"/>
                </a:cubicBezTo>
                <a:cubicBezTo>
                  <a:pt x="6729257" y="4419600"/>
                  <a:pt x="6736080" y="4426423"/>
                  <a:pt x="6736080" y="4434840"/>
                </a:cubicBezTo>
                <a:close/>
                <a:moveTo>
                  <a:pt x="6888480" y="15240"/>
                </a:moveTo>
                <a:cubicBezTo>
                  <a:pt x="6888480" y="23657"/>
                  <a:pt x="6881657" y="30480"/>
                  <a:pt x="6873240" y="30480"/>
                </a:cubicBezTo>
                <a:cubicBezTo>
                  <a:pt x="6864823" y="30480"/>
                  <a:pt x="6858000" y="23657"/>
                  <a:pt x="6858000" y="15240"/>
                </a:cubicBezTo>
                <a:cubicBezTo>
                  <a:pt x="6858000" y="6823"/>
                  <a:pt x="6864823" y="0"/>
                  <a:pt x="6873240" y="0"/>
                </a:cubicBezTo>
                <a:cubicBezTo>
                  <a:pt x="6881657" y="0"/>
                  <a:pt x="6888480" y="6823"/>
                  <a:pt x="6888480" y="15240"/>
                </a:cubicBezTo>
                <a:close/>
                <a:moveTo>
                  <a:pt x="6888480" y="167640"/>
                </a:moveTo>
                <a:cubicBezTo>
                  <a:pt x="6888480" y="176057"/>
                  <a:pt x="6881657" y="182880"/>
                  <a:pt x="6873240" y="182880"/>
                </a:cubicBezTo>
                <a:cubicBezTo>
                  <a:pt x="6864823" y="182880"/>
                  <a:pt x="6858000" y="176057"/>
                  <a:pt x="6858000" y="167640"/>
                </a:cubicBezTo>
                <a:cubicBezTo>
                  <a:pt x="6858000" y="159223"/>
                  <a:pt x="6864823" y="152400"/>
                  <a:pt x="6873240" y="152400"/>
                </a:cubicBezTo>
                <a:cubicBezTo>
                  <a:pt x="6881657" y="152400"/>
                  <a:pt x="6888480" y="159223"/>
                  <a:pt x="6888480" y="167640"/>
                </a:cubicBezTo>
                <a:close/>
                <a:moveTo>
                  <a:pt x="6888480" y="320040"/>
                </a:moveTo>
                <a:cubicBezTo>
                  <a:pt x="6888480" y="328457"/>
                  <a:pt x="6881657" y="335280"/>
                  <a:pt x="6873240" y="335280"/>
                </a:cubicBezTo>
                <a:cubicBezTo>
                  <a:pt x="6864823" y="335280"/>
                  <a:pt x="6858000" y="328457"/>
                  <a:pt x="6858000" y="320040"/>
                </a:cubicBezTo>
                <a:cubicBezTo>
                  <a:pt x="6858000" y="311623"/>
                  <a:pt x="6864823" y="304800"/>
                  <a:pt x="6873240" y="304800"/>
                </a:cubicBezTo>
                <a:cubicBezTo>
                  <a:pt x="6881657" y="304800"/>
                  <a:pt x="6888480" y="311623"/>
                  <a:pt x="6888480" y="320040"/>
                </a:cubicBezTo>
                <a:close/>
                <a:moveTo>
                  <a:pt x="6888480" y="472440"/>
                </a:moveTo>
                <a:cubicBezTo>
                  <a:pt x="6888480" y="480857"/>
                  <a:pt x="6881657" y="487680"/>
                  <a:pt x="6873240" y="487680"/>
                </a:cubicBezTo>
                <a:cubicBezTo>
                  <a:pt x="6864823" y="487680"/>
                  <a:pt x="6858000" y="480857"/>
                  <a:pt x="6858000" y="472440"/>
                </a:cubicBezTo>
                <a:cubicBezTo>
                  <a:pt x="6858000" y="464023"/>
                  <a:pt x="6864823" y="457200"/>
                  <a:pt x="6873240" y="457200"/>
                </a:cubicBezTo>
                <a:cubicBezTo>
                  <a:pt x="6881657" y="457200"/>
                  <a:pt x="6888480" y="464023"/>
                  <a:pt x="6888480" y="472440"/>
                </a:cubicBezTo>
                <a:close/>
                <a:moveTo>
                  <a:pt x="6888480" y="624840"/>
                </a:moveTo>
                <a:cubicBezTo>
                  <a:pt x="6888480" y="633257"/>
                  <a:pt x="6881657" y="640080"/>
                  <a:pt x="6873240" y="640080"/>
                </a:cubicBezTo>
                <a:cubicBezTo>
                  <a:pt x="6864823" y="640080"/>
                  <a:pt x="6858000" y="633257"/>
                  <a:pt x="6858000" y="624840"/>
                </a:cubicBezTo>
                <a:cubicBezTo>
                  <a:pt x="6858000" y="616423"/>
                  <a:pt x="6864823" y="609600"/>
                  <a:pt x="6873240" y="609600"/>
                </a:cubicBezTo>
                <a:cubicBezTo>
                  <a:pt x="6881657" y="609600"/>
                  <a:pt x="6888480" y="616423"/>
                  <a:pt x="6888480" y="624840"/>
                </a:cubicBezTo>
                <a:close/>
                <a:moveTo>
                  <a:pt x="6888480" y="777240"/>
                </a:moveTo>
                <a:cubicBezTo>
                  <a:pt x="6888480" y="785657"/>
                  <a:pt x="6881657" y="792480"/>
                  <a:pt x="6873240" y="792480"/>
                </a:cubicBezTo>
                <a:cubicBezTo>
                  <a:pt x="6864823" y="792480"/>
                  <a:pt x="6858000" y="785657"/>
                  <a:pt x="6858000" y="777240"/>
                </a:cubicBezTo>
                <a:cubicBezTo>
                  <a:pt x="6858000" y="768823"/>
                  <a:pt x="6864823" y="762000"/>
                  <a:pt x="6873240" y="762000"/>
                </a:cubicBezTo>
                <a:cubicBezTo>
                  <a:pt x="6881657" y="762000"/>
                  <a:pt x="6888480" y="768823"/>
                  <a:pt x="6888480" y="777240"/>
                </a:cubicBezTo>
                <a:close/>
                <a:moveTo>
                  <a:pt x="6888480" y="929640"/>
                </a:moveTo>
                <a:cubicBezTo>
                  <a:pt x="6888480" y="938057"/>
                  <a:pt x="6881657" y="944880"/>
                  <a:pt x="6873240" y="944880"/>
                </a:cubicBezTo>
                <a:cubicBezTo>
                  <a:pt x="6864823" y="944880"/>
                  <a:pt x="6858000" y="938057"/>
                  <a:pt x="6858000" y="929640"/>
                </a:cubicBezTo>
                <a:cubicBezTo>
                  <a:pt x="6858000" y="921223"/>
                  <a:pt x="6864823" y="914400"/>
                  <a:pt x="6873240" y="914400"/>
                </a:cubicBezTo>
                <a:cubicBezTo>
                  <a:pt x="6881657" y="914400"/>
                  <a:pt x="6888480" y="921223"/>
                  <a:pt x="6888480" y="929640"/>
                </a:cubicBezTo>
                <a:close/>
                <a:moveTo>
                  <a:pt x="6888480" y="1082040"/>
                </a:moveTo>
                <a:cubicBezTo>
                  <a:pt x="6888480" y="1090457"/>
                  <a:pt x="6881657" y="1097280"/>
                  <a:pt x="6873240" y="1097280"/>
                </a:cubicBezTo>
                <a:cubicBezTo>
                  <a:pt x="6864823" y="1097280"/>
                  <a:pt x="6858000" y="1090457"/>
                  <a:pt x="6858000" y="1082040"/>
                </a:cubicBezTo>
                <a:cubicBezTo>
                  <a:pt x="6858000" y="1073623"/>
                  <a:pt x="6864823" y="1066800"/>
                  <a:pt x="6873240" y="1066800"/>
                </a:cubicBezTo>
                <a:cubicBezTo>
                  <a:pt x="6881657" y="1066800"/>
                  <a:pt x="6888480" y="1073623"/>
                  <a:pt x="6888480" y="1082040"/>
                </a:cubicBezTo>
                <a:close/>
                <a:moveTo>
                  <a:pt x="6888480" y="1234440"/>
                </a:moveTo>
                <a:cubicBezTo>
                  <a:pt x="6888480" y="1242857"/>
                  <a:pt x="6881657" y="1249680"/>
                  <a:pt x="6873240" y="1249680"/>
                </a:cubicBezTo>
                <a:cubicBezTo>
                  <a:pt x="6864823" y="1249680"/>
                  <a:pt x="6858000" y="1242857"/>
                  <a:pt x="6858000" y="1234440"/>
                </a:cubicBezTo>
                <a:cubicBezTo>
                  <a:pt x="6858000" y="1226023"/>
                  <a:pt x="6864823" y="1219200"/>
                  <a:pt x="6873240" y="1219200"/>
                </a:cubicBezTo>
                <a:cubicBezTo>
                  <a:pt x="6881657" y="1219200"/>
                  <a:pt x="6888480" y="1226023"/>
                  <a:pt x="6888480" y="1234440"/>
                </a:cubicBezTo>
                <a:close/>
                <a:moveTo>
                  <a:pt x="6888480" y="1386840"/>
                </a:moveTo>
                <a:cubicBezTo>
                  <a:pt x="6888480" y="1395257"/>
                  <a:pt x="6881657" y="1402080"/>
                  <a:pt x="6873240" y="1402080"/>
                </a:cubicBezTo>
                <a:cubicBezTo>
                  <a:pt x="6864823" y="1402080"/>
                  <a:pt x="6858000" y="1395257"/>
                  <a:pt x="6858000" y="1386840"/>
                </a:cubicBezTo>
                <a:cubicBezTo>
                  <a:pt x="6858000" y="1378423"/>
                  <a:pt x="6864823" y="1371600"/>
                  <a:pt x="6873240" y="1371600"/>
                </a:cubicBezTo>
                <a:cubicBezTo>
                  <a:pt x="6881657" y="1371600"/>
                  <a:pt x="6888480" y="1378423"/>
                  <a:pt x="6888480" y="1386840"/>
                </a:cubicBezTo>
                <a:close/>
                <a:moveTo>
                  <a:pt x="6888480" y="1539240"/>
                </a:moveTo>
                <a:cubicBezTo>
                  <a:pt x="6888480" y="1547657"/>
                  <a:pt x="6881657" y="1554480"/>
                  <a:pt x="6873240" y="1554480"/>
                </a:cubicBezTo>
                <a:cubicBezTo>
                  <a:pt x="6864823" y="1554480"/>
                  <a:pt x="6858000" y="1547657"/>
                  <a:pt x="6858000" y="1539240"/>
                </a:cubicBezTo>
                <a:cubicBezTo>
                  <a:pt x="6858000" y="1530823"/>
                  <a:pt x="6864823" y="1524000"/>
                  <a:pt x="6873240" y="1524000"/>
                </a:cubicBezTo>
                <a:cubicBezTo>
                  <a:pt x="6881657" y="1524000"/>
                  <a:pt x="6888480" y="1530823"/>
                  <a:pt x="6888480" y="1539240"/>
                </a:cubicBezTo>
                <a:close/>
                <a:moveTo>
                  <a:pt x="6888480" y="1691640"/>
                </a:moveTo>
                <a:cubicBezTo>
                  <a:pt x="6888480" y="1700057"/>
                  <a:pt x="6881657" y="1706880"/>
                  <a:pt x="6873240" y="1706880"/>
                </a:cubicBezTo>
                <a:cubicBezTo>
                  <a:pt x="6864823" y="1706880"/>
                  <a:pt x="6858000" y="1700057"/>
                  <a:pt x="6858000" y="1691640"/>
                </a:cubicBezTo>
                <a:cubicBezTo>
                  <a:pt x="6858000" y="1683223"/>
                  <a:pt x="6864823" y="1676400"/>
                  <a:pt x="6873240" y="1676400"/>
                </a:cubicBezTo>
                <a:cubicBezTo>
                  <a:pt x="6881657" y="1676400"/>
                  <a:pt x="6888480" y="1683223"/>
                  <a:pt x="6888480" y="1691640"/>
                </a:cubicBezTo>
                <a:close/>
                <a:moveTo>
                  <a:pt x="6888480" y="1844040"/>
                </a:moveTo>
                <a:cubicBezTo>
                  <a:pt x="6888480" y="1852457"/>
                  <a:pt x="6881657" y="1859280"/>
                  <a:pt x="6873240" y="1859280"/>
                </a:cubicBezTo>
                <a:cubicBezTo>
                  <a:pt x="6864823" y="1859280"/>
                  <a:pt x="6858000" y="1852457"/>
                  <a:pt x="6858000" y="1844040"/>
                </a:cubicBezTo>
                <a:cubicBezTo>
                  <a:pt x="6858000" y="1835623"/>
                  <a:pt x="6864823" y="1828800"/>
                  <a:pt x="6873240" y="1828800"/>
                </a:cubicBezTo>
                <a:cubicBezTo>
                  <a:pt x="6881657" y="1828800"/>
                  <a:pt x="6888480" y="1835623"/>
                  <a:pt x="6888480" y="1844040"/>
                </a:cubicBezTo>
                <a:close/>
                <a:moveTo>
                  <a:pt x="6888480" y="1996440"/>
                </a:moveTo>
                <a:cubicBezTo>
                  <a:pt x="6888480" y="2004857"/>
                  <a:pt x="6881657" y="2011680"/>
                  <a:pt x="6873240" y="2011680"/>
                </a:cubicBezTo>
                <a:cubicBezTo>
                  <a:pt x="6864823" y="2011680"/>
                  <a:pt x="6858000" y="2004857"/>
                  <a:pt x="6858000" y="1996440"/>
                </a:cubicBezTo>
                <a:cubicBezTo>
                  <a:pt x="6858000" y="1988023"/>
                  <a:pt x="6864823" y="1981200"/>
                  <a:pt x="6873240" y="1981200"/>
                </a:cubicBezTo>
                <a:cubicBezTo>
                  <a:pt x="6881657" y="1981200"/>
                  <a:pt x="6888480" y="1988023"/>
                  <a:pt x="6888480" y="1996440"/>
                </a:cubicBezTo>
                <a:close/>
                <a:moveTo>
                  <a:pt x="6888480" y="2148840"/>
                </a:moveTo>
                <a:cubicBezTo>
                  <a:pt x="6888480" y="2157257"/>
                  <a:pt x="6881657" y="2164080"/>
                  <a:pt x="6873240" y="2164080"/>
                </a:cubicBezTo>
                <a:cubicBezTo>
                  <a:pt x="6864823" y="2164080"/>
                  <a:pt x="6858000" y="2157257"/>
                  <a:pt x="6858000" y="2148840"/>
                </a:cubicBezTo>
                <a:cubicBezTo>
                  <a:pt x="6858000" y="2140423"/>
                  <a:pt x="6864823" y="2133600"/>
                  <a:pt x="6873240" y="2133600"/>
                </a:cubicBezTo>
                <a:cubicBezTo>
                  <a:pt x="6881657" y="2133600"/>
                  <a:pt x="6888480" y="2140423"/>
                  <a:pt x="6888480" y="2148840"/>
                </a:cubicBezTo>
                <a:close/>
                <a:moveTo>
                  <a:pt x="6888480" y="2301240"/>
                </a:moveTo>
                <a:cubicBezTo>
                  <a:pt x="6888480" y="2309657"/>
                  <a:pt x="6881657" y="2316480"/>
                  <a:pt x="6873240" y="2316480"/>
                </a:cubicBezTo>
                <a:cubicBezTo>
                  <a:pt x="6864823" y="2316480"/>
                  <a:pt x="6858000" y="2309657"/>
                  <a:pt x="6858000" y="2301240"/>
                </a:cubicBezTo>
                <a:cubicBezTo>
                  <a:pt x="6858000" y="2292823"/>
                  <a:pt x="6864823" y="2286000"/>
                  <a:pt x="6873240" y="2286000"/>
                </a:cubicBezTo>
                <a:cubicBezTo>
                  <a:pt x="6881657" y="2286000"/>
                  <a:pt x="6888480" y="2292823"/>
                  <a:pt x="6888480" y="2301240"/>
                </a:cubicBezTo>
                <a:close/>
                <a:moveTo>
                  <a:pt x="6888480" y="2453640"/>
                </a:moveTo>
                <a:cubicBezTo>
                  <a:pt x="6888480" y="2462057"/>
                  <a:pt x="6881657" y="2468880"/>
                  <a:pt x="6873240" y="2468880"/>
                </a:cubicBezTo>
                <a:cubicBezTo>
                  <a:pt x="6864823" y="2468880"/>
                  <a:pt x="6858000" y="2462057"/>
                  <a:pt x="6858000" y="2453640"/>
                </a:cubicBezTo>
                <a:cubicBezTo>
                  <a:pt x="6858000" y="2445223"/>
                  <a:pt x="6864823" y="2438400"/>
                  <a:pt x="6873240" y="2438400"/>
                </a:cubicBezTo>
                <a:cubicBezTo>
                  <a:pt x="6881657" y="2438400"/>
                  <a:pt x="6888480" y="2445223"/>
                  <a:pt x="6888480" y="2453640"/>
                </a:cubicBezTo>
                <a:close/>
                <a:moveTo>
                  <a:pt x="6888480" y="2606040"/>
                </a:moveTo>
                <a:cubicBezTo>
                  <a:pt x="6888480" y="2614457"/>
                  <a:pt x="6881657" y="2621280"/>
                  <a:pt x="6873240" y="2621280"/>
                </a:cubicBezTo>
                <a:cubicBezTo>
                  <a:pt x="6864823" y="2621280"/>
                  <a:pt x="6858000" y="2614457"/>
                  <a:pt x="6858000" y="2606040"/>
                </a:cubicBezTo>
                <a:cubicBezTo>
                  <a:pt x="6858000" y="2597623"/>
                  <a:pt x="6864823" y="2590800"/>
                  <a:pt x="6873240" y="2590800"/>
                </a:cubicBezTo>
                <a:cubicBezTo>
                  <a:pt x="6881657" y="2590800"/>
                  <a:pt x="6888480" y="2597623"/>
                  <a:pt x="6888480" y="2606040"/>
                </a:cubicBezTo>
                <a:close/>
                <a:moveTo>
                  <a:pt x="6888480" y="2758440"/>
                </a:moveTo>
                <a:cubicBezTo>
                  <a:pt x="6888480" y="2766857"/>
                  <a:pt x="6881657" y="2773680"/>
                  <a:pt x="6873240" y="2773680"/>
                </a:cubicBezTo>
                <a:cubicBezTo>
                  <a:pt x="6864823" y="2773680"/>
                  <a:pt x="6858000" y="2766857"/>
                  <a:pt x="6858000" y="2758440"/>
                </a:cubicBezTo>
                <a:cubicBezTo>
                  <a:pt x="6858000" y="2750023"/>
                  <a:pt x="6864823" y="2743200"/>
                  <a:pt x="6873240" y="2743200"/>
                </a:cubicBezTo>
                <a:cubicBezTo>
                  <a:pt x="6881657" y="2743200"/>
                  <a:pt x="6888480" y="2750023"/>
                  <a:pt x="6888480" y="2758440"/>
                </a:cubicBezTo>
                <a:close/>
                <a:moveTo>
                  <a:pt x="6888480" y="2910840"/>
                </a:moveTo>
                <a:cubicBezTo>
                  <a:pt x="6888480" y="2919257"/>
                  <a:pt x="6881657" y="2926080"/>
                  <a:pt x="6873240" y="2926080"/>
                </a:cubicBezTo>
                <a:cubicBezTo>
                  <a:pt x="6864823" y="2926080"/>
                  <a:pt x="6858000" y="2919257"/>
                  <a:pt x="6858000" y="2910840"/>
                </a:cubicBezTo>
                <a:cubicBezTo>
                  <a:pt x="6858000" y="2902423"/>
                  <a:pt x="6864823" y="2895600"/>
                  <a:pt x="6873240" y="2895600"/>
                </a:cubicBezTo>
                <a:cubicBezTo>
                  <a:pt x="6881657" y="2895600"/>
                  <a:pt x="6888480" y="2902423"/>
                  <a:pt x="6888480" y="2910840"/>
                </a:cubicBezTo>
                <a:close/>
                <a:moveTo>
                  <a:pt x="6888480" y="3063240"/>
                </a:moveTo>
                <a:cubicBezTo>
                  <a:pt x="6888480" y="3071657"/>
                  <a:pt x="6881657" y="3078480"/>
                  <a:pt x="6873240" y="3078480"/>
                </a:cubicBezTo>
                <a:cubicBezTo>
                  <a:pt x="6864823" y="3078480"/>
                  <a:pt x="6858000" y="3071657"/>
                  <a:pt x="6858000" y="3063240"/>
                </a:cubicBezTo>
                <a:cubicBezTo>
                  <a:pt x="6858000" y="3054823"/>
                  <a:pt x="6864823" y="3048000"/>
                  <a:pt x="6873240" y="3048000"/>
                </a:cubicBezTo>
                <a:cubicBezTo>
                  <a:pt x="6881657" y="3048000"/>
                  <a:pt x="6888480" y="3054823"/>
                  <a:pt x="6888480" y="3063240"/>
                </a:cubicBezTo>
                <a:close/>
                <a:moveTo>
                  <a:pt x="6888480" y="3215640"/>
                </a:moveTo>
                <a:cubicBezTo>
                  <a:pt x="6888480" y="3224057"/>
                  <a:pt x="6881657" y="3230880"/>
                  <a:pt x="6873240" y="3230880"/>
                </a:cubicBezTo>
                <a:cubicBezTo>
                  <a:pt x="6864823" y="3230880"/>
                  <a:pt x="6858000" y="3224057"/>
                  <a:pt x="6858000" y="3215640"/>
                </a:cubicBezTo>
                <a:cubicBezTo>
                  <a:pt x="6858000" y="3207223"/>
                  <a:pt x="6864823" y="3200400"/>
                  <a:pt x="6873240" y="3200400"/>
                </a:cubicBezTo>
                <a:cubicBezTo>
                  <a:pt x="6881657" y="3200400"/>
                  <a:pt x="6888480" y="3207223"/>
                  <a:pt x="6888480" y="3215640"/>
                </a:cubicBezTo>
                <a:close/>
                <a:moveTo>
                  <a:pt x="6888480" y="3368040"/>
                </a:moveTo>
                <a:cubicBezTo>
                  <a:pt x="6888480" y="3376457"/>
                  <a:pt x="6881657" y="3383280"/>
                  <a:pt x="6873240" y="3383280"/>
                </a:cubicBezTo>
                <a:cubicBezTo>
                  <a:pt x="6864823" y="3383280"/>
                  <a:pt x="6858000" y="3376457"/>
                  <a:pt x="6858000" y="3368040"/>
                </a:cubicBezTo>
                <a:cubicBezTo>
                  <a:pt x="6858000" y="3359623"/>
                  <a:pt x="6864823" y="3352800"/>
                  <a:pt x="6873240" y="3352800"/>
                </a:cubicBezTo>
                <a:cubicBezTo>
                  <a:pt x="6881657" y="3352800"/>
                  <a:pt x="6888480" y="3359623"/>
                  <a:pt x="6888480" y="3368040"/>
                </a:cubicBezTo>
                <a:close/>
                <a:moveTo>
                  <a:pt x="6888480" y="3520440"/>
                </a:moveTo>
                <a:cubicBezTo>
                  <a:pt x="6888480" y="3528857"/>
                  <a:pt x="6881657" y="3535680"/>
                  <a:pt x="6873240" y="3535680"/>
                </a:cubicBezTo>
                <a:cubicBezTo>
                  <a:pt x="6864823" y="3535680"/>
                  <a:pt x="6858000" y="3528857"/>
                  <a:pt x="6858000" y="3520440"/>
                </a:cubicBezTo>
                <a:cubicBezTo>
                  <a:pt x="6858000" y="3512023"/>
                  <a:pt x="6864823" y="3505200"/>
                  <a:pt x="6873240" y="3505200"/>
                </a:cubicBezTo>
                <a:cubicBezTo>
                  <a:pt x="6881657" y="3505200"/>
                  <a:pt x="6888480" y="3512023"/>
                  <a:pt x="6888480" y="3520440"/>
                </a:cubicBezTo>
                <a:close/>
                <a:moveTo>
                  <a:pt x="6888480" y="3672840"/>
                </a:moveTo>
                <a:cubicBezTo>
                  <a:pt x="6888480" y="3681257"/>
                  <a:pt x="6881657" y="3688080"/>
                  <a:pt x="6873240" y="3688080"/>
                </a:cubicBezTo>
                <a:cubicBezTo>
                  <a:pt x="6864823" y="3688080"/>
                  <a:pt x="6858000" y="3681257"/>
                  <a:pt x="6858000" y="3672840"/>
                </a:cubicBezTo>
                <a:cubicBezTo>
                  <a:pt x="6858000" y="3664423"/>
                  <a:pt x="6864823" y="3657600"/>
                  <a:pt x="6873240" y="3657600"/>
                </a:cubicBezTo>
                <a:cubicBezTo>
                  <a:pt x="6881657" y="3657600"/>
                  <a:pt x="6888480" y="3664423"/>
                  <a:pt x="6888480" y="3672840"/>
                </a:cubicBezTo>
                <a:close/>
                <a:moveTo>
                  <a:pt x="6888480" y="3825240"/>
                </a:moveTo>
                <a:cubicBezTo>
                  <a:pt x="6888480" y="3833657"/>
                  <a:pt x="6881657" y="3840480"/>
                  <a:pt x="6873240" y="3840480"/>
                </a:cubicBezTo>
                <a:cubicBezTo>
                  <a:pt x="6864823" y="3840480"/>
                  <a:pt x="6858000" y="3833657"/>
                  <a:pt x="6858000" y="3825240"/>
                </a:cubicBezTo>
                <a:cubicBezTo>
                  <a:pt x="6858000" y="3816823"/>
                  <a:pt x="6864823" y="3810000"/>
                  <a:pt x="6873240" y="3810000"/>
                </a:cubicBezTo>
                <a:cubicBezTo>
                  <a:pt x="6881657" y="3810000"/>
                  <a:pt x="6888480" y="3816823"/>
                  <a:pt x="6888480" y="3825240"/>
                </a:cubicBezTo>
                <a:close/>
                <a:moveTo>
                  <a:pt x="6888480" y="3977640"/>
                </a:moveTo>
                <a:cubicBezTo>
                  <a:pt x="6888480" y="3986057"/>
                  <a:pt x="6881657" y="3992880"/>
                  <a:pt x="6873240" y="3992880"/>
                </a:cubicBezTo>
                <a:cubicBezTo>
                  <a:pt x="6864823" y="3992880"/>
                  <a:pt x="6858000" y="3986057"/>
                  <a:pt x="6858000" y="3977640"/>
                </a:cubicBezTo>
                <a:cubicBezTo>
                  <a:pt x="6858000" y="3969223"/>
                  <a:pt x="6864823" y="3962400"/>
                  <a:pt x="6873240" y="3962400"/>
                </a:cubicBezTo>
                <a:cubicBezTo>
                  <a:pt x="6881657" y="3962400"/>
                  <a:pt x="6888480" y="3969223"/>
                  <a:pt x="6888480" y="3977640"/>
                </a:cubicBezTo>
                <a:close/>
                <a:moveTo>
                  <a:pt x="6888480" y="4130040"/>
                </a:moveTo>
                <a:cubicBezTo>
                  <a:pt x="6888480" y="4138457"/>
                  <a:pt x="6881657" y="4145280"/>
                  <a:pt x="6873240" y="4145280"/>
                </a:cubicBezTo>
                <a:cubicBezTo>
                  <a:pt x="6864823" y="4145280"/>
                  <a:pt x="6858000" y="4138457"/>
                  <a:pt x="6858000" y="4130040"/>
                </a:cubicBezTo>
                <a:cubicBezTo>
                  <a:pt x="6858000" y="4121623"/>
                  <a:pt x="6864823" y="4114800"/>
                  <a:pt x="6873240" y="4114800"/>
                </a:cubicBezTo>
                <a:cubicBezTo>
                  <a:pt x="6881657" y="4114800"/>
                  <a:pt x="6888480" y="4121623"/>
                  <a:pt x="6888480" y="4130040"/>
                </a:cubicBezTo>
                <a:close/>
                <a:moveTo>
                  <a:pt x="6888480" y="4282440"/>
                </a:moveTo>
                <a:cubicBezTo>
                  <a:pt x="6888480" y="4290857"/>
                  <a:pt x="6881657" y="4297680"/>
                  <a:pt x="6873240" y="4297680"/>
                </a:cubicBezTo>
                <a:cubicBezTo>
                  <a:pt x="6864823" y="4297680"/>
                  <a:pt x="6858000" y="4290857"/>
                  <a:pt x="6858000" y="4282440"/>
                </a:cubicBezTo>
                <a:cubicBezTo>
                  <a:pt x="6858000" y="4274023"/>
                  <a:pt x="6864823" y="4267200"/>
                  <a:pt x="6873240" y="4267200"/>
                </a:cubicBezTo>
                <a:cubicBezTo>
                  <a:pt x="6881657" y="4267200"/>
                  <a:pt x="6888480" y="4274023"/>
                  <a:pt x="6888480" y="4282440"/>
                </a:cubicBezTo>
                <a:close/>
                <a:moveTo>
                  <a:pt x="6888480" y="4434840"/>
                </a:moveTo>
                <a:cubicBezTo>
                  <a:pt x="6888480" y="4443257"/>
                  <a:pt x="6881657" y="4450080"/>
                  <a:pt x="6873240" y="4450080"/>
                </a:cubicBezTo>
                <a:cubicBezTo>
                  <a:pt x="6864823" y="4450080"/>
                  <a:pt x="6858000" y="4443257"/>
                  <a:pt x="6858000" y="4434840"/>
                </a:cubicBezTo>
                <a:cubicBezTo>
                  <a:pt x="6858000" y="4426423"/>
                  <a:pt x="6864823" y="4419600"/>
                  <a:pt x="6873240" y="4419600"/>
                </a:cubicBezTo>
                <a:cubicBezTo>
                  <a:pt x="6881657" y="4419600"/>
                  <a:pt x="6888480" y="4426423"/>
                  <a:pt x="6888480" y="4434840"/>
                </a:cubicBezTo>
                <a:close/>
                <a:moveTo>
                  <a:pt x="7040880" y="15240"/>
                </a:moveTo>
                <a:cubicBezTo>
                  <a:pt x="7040880" y="23657"/>
                  <a:pt x="7034057" y="30480"/>
                  <a:pt x="7025640" y="30480"/>
                </a:cubicBezTo>
                <a:cubicBezTo>
                  <a:pt x="7017223" y="30480"/>
                  <a:pt x="7010400" y="23657"/>
                  <a:pt x="7010400" y="15240"/>
                </a:cubicBezTo>
                <a:cubicBezTo>
                  <a:pt x="7010400" y="6823"/>
                  <a:pt x="7017223" y="0"/>
                  <a:pt x="7025640" y="0"/>
                </a:cubicBezTo>
                <a:cubicBezTo>
                  <a:pt x="7034057" y="0"/>
                  <a:pt x="7040880" y="6823"/>
                  <a:pt x="7040880" y="15240"/>
                </a:cubicBezTo>
                <a:close/>
                <a:moveTo>
                  <a:pt x="7040880" y="167640"/>
                </a:moveTo>
                <a:cubicBezTo>
                  <a:pt x="7040880" y="176057"/>
                  <a:pt x="7034057" y="182880"/>
                  <a:pt x="7025640" y="182880"/>
                </a:cubicBezTo>
                <a:cubicBezTo>
                  <a:pt x="7017223" y="182880"/>
                  <a:pt x="7010400" y="176057"/>
                  <a:pt x="7010400" y="167640"/>
                </a:cubicBezTo>
                <a:cubicBezTo>
                  <a:pt x="7010400" y="159223"/>
                  <a:pt x="7017223" y="152400"/>
                  <a:pt x="7025640" y="152400"/>
                </a:cubicBezTo>
                <a:cubicBezTo>
                  <a:pt x="7034057" y="152400"/>
                  <a:pt x="7040880" y="159223"/>
                  <a:pt x="7040880" y="167640"/>
                </a:cubicBezTo>
                <a:close/>
                <a:moveTo>
                  <a:pt x="7040880" y="320040"/>
                </a:moveTo>
                <a:cubicBezTo>
                  <a:pt x="7040880" y="328457"/>
                  <a:pt x="7034057" y="335280"/>
                  <a:pt x="7025640" y="335280"/>
                </a:cubicBezTo>
                <a:cubicBezTo>
                  <a:pt x="7017223" y="335280"/>
                  <a:pt x="7010400" y="328457"/>
                  <a:pt x="7010400" y="320040"/>
                </a:cubicBezTo>
                <a:cubicBezTo>
                  <a:pt x="7010400" y="311623"/>
                  <a:pt x="7017223" y="304800"/>
                  <a:pt x="7025640" y="304800"/>
                </a:cubicBezTo>
                <a:cubicBezTo>
                  <a:pt x="7034057" y="304800"/>
                  <a:pt x="7040880" y="311623"/>
                  <a:pt x="7040880" y="320040"/>
                </a:cubicBezTo>
                <a:close/>
                <a:moveTo>
                  <a:pt x="7040880" y="472440"/>
                </a:moveTo>
                <a:cubicBezTo>
                  <a:pt x="7040880" y="480857"/>
                  <a:pt x="7034057" y="487680"/>
                  <a:pt x="7025640" y="487680"/>
                </a:cubicBezTo>
                <a:cubicBezTo>
                  <a:pt x="7017223" y="487680"/>
                  <a:pt x="7010400" y="480857"/>
                  <a:pt x="7010400" y="472440"/>
                </a:cubicBezTo>
                <a:cubicBezTo>
                  <a:pt x="7010400" y="464023"/>
                  <a:pt x="7017223" y="457200"/>
                  <a:pt x="7025640" y="457200"/>
                </a:cubicBezTo>
                <a:cubicBezTo>
                  <a:pt x="7034057" y="457200"/>
                  <a:pt x="7040880" y="464023"/>
                  <a:pt x="7040880" y="472440"/>
                </a:cubicBezTo>
                <a:close/>
                <a:moveTo>
                  <a:pt x="7040880" y="624840"/>
                </a:moveTo>
                <a:cubicBezTo>
                  <a:pt x="7040880" y="633257"/>
                  <a:pt x="7034057" y="640080"/>
                  <a:pt x="7025640" y="640080"/>
                </a:cubicBezTo>
                <a:cubicBezTo>
                  <a:pt x="7017223" y="640080"/>
                  <a:pt x="7010400" y="633257"/>
                  <a:pt x="7010400" y="624840"/>
                </a:cubicBezTo>
                <a:cubicBezTo>
                  <a:pt x="7010400" y="616423"/>
                  <a:pt x="7017223" y="609600"/>
                  <a:pt x="7025640" y="609600"/>
                </a:cubicBezTo>
                <a:cubicBezTo>
                  <a:pt x="7034057" y="609600"/>
                  <a:pt x="7040880" y="616423"/>
                  <a:pt x="7040880" y="624840"/>
                </a:cubicBezTo>
                <a:close/>
                <a:moveTo>
                  <a:pt x="7040880" y="777240"/>
                </a:moveTo>
                <a:cubicBezTo>
                  <a:pt x="7040880" y="785657"/>
                  <a:pt x="7034057" y="792480"/>
                  <a:pt x="7025640" y="792480"/>
                </a:cubicBezTo>
                <a:cubicBezTo>
                  <a:pt x="7017223" y="792480"/>
                  <a:pt x="7010400" y="785657"/>
                  <a:pt x="7010400" y="777240"/>
                </a:cubicBezTo>
                <a:cubicBezTo>
                  <a:pt x="7010400" y="768823"/>
                  <a:pt x="7017223" y="762000"/>
                  <a:pt x="7025640" y="762000"/>
                </a:cubicBezTo>
                <a:cubicBezTo>
                  <a:pt x="7034057" y="762000"/>
                  <a:pt x="7040880" y="768823"/>
                  <a:pt x="7040880" y="777240"/>
                </a:cubicBezTo>
                <a:close/>
                <a:moveTo>
                  <a:pt x="7040880" y="929640"/>
                </a:moveTo>
                <a:cubicBezTo>
                  <a:pt x="7040880" y="938057"/>
                  <a:pt x="7034057" y="944880"/>
                  <a:pt x="7025640" y="944880"/>
                </a:cubicBezTo>
                <a:cubicBezTo>
                  <a:pt x="7017223" y="944880"/>
                  <a:pt x="7010400" y="938057"/>
                  <a:pt x="7010400" y="929640"/>
                </a:cubicBezTo>
                <a:cubicBezTo>
                  <a:pt x="7010400" y="921223"/>
                  <a:pt x="7017223" y="914400"/>
                  <a:pt x="7025640" y="914400"/>
                </a:cubicBezTo>
                <a:cubicBezTo>
                  <a:pt x="7034057" y="914400"/>
                  <a:pt x="7040880" y="921223"/>
                  <a:pt x="7040880" y="929640"/>
                </a:cubicBezTo>
                <a:close/>
                <a:moveTo>
                  <a:pt x="7040880" y="1082040"/>
                </a:moveTo>
                <a:cubicBezTo>
                  <a:pt x="7040880" y="1090457"/>
                  <a:pt x="7034057" y="1097280"/>
                  <a:pt x="7025640" y="1097280"/>
                </a:cubicBezTo>
                <a:cubicBezTo>
                  <a:pt x="7017223" y="1097280"/>
                  <a:pt x="7010400" y="1090457"/>
                  <a:pt x="7010400" y="1082040"/>
                </a:cubicBezTo>
                <a:cubicBezTo>
                  <a:pt x="7010400" y="1073623"/>
                  <a:pt x="7017223" y="1066800"/>
                  <a:pt x="7025640" y="1066800"/>
                </a:cubicBezTo>
                <a:cubicBezTo>
                  <a:pt x="7034057" y="1066800"/>
                  <a:pt x="7040880" y="1073623"/>
                  <a:pt x="7040880" y="1082040"/>
                </a:cubicBezTo>
                <a:close/>
                <a:moveTo>
                  <a:pt x="7040880" y="1234440"/>
                </a:moveTo>
                <a:cubicBezTo>
                  <a:pt x="7040880" y="1242857"/>
                  <a:pt x="7034057" y="1249680"/>
                  <a:pt x="7025640" y="1249680"/>
                </a:cubicBezTo>
                <a:cubicBezTo>
                  <a:pt x="7017223" y="1249680"/>
                  <a:pt x="7010400" y="1242857"/>
                  <a:pt x="7010400" y="1234440"/>
                </a:cubicBezTo>
                <a:cubicBezTo>
                  <a:pt x="7010400" y="1226023"/>
                  <a:pt x="7017223" y="1219200"/>
                  <a:pt x="7025640" y="1219200"/>
                </a:cubicBezTo>
                <a:cubicBezTo>
                  <a:pt x="7034057" y="1219200"/>
                  <a:pt x="7040880" y="1226023"/>
                  <a:pt x="7040880" y="1234440"/>
                </a:cubicBezTo>
                <a:close/>
                <a:moveTo>
                  <a:pt x="7040880" y="1386840"/>
                </a:moveTo>
                <a:cubicBezTo>
                  <a:pt x="7040880" y="1395257"/>
                  <a:pt x="7034057" y="1402080"/>
                  <a:pt x="7025640" y="1402080"/>
                </a:cubicBezTo>
                <a:cubicBezTo>
                  <a:pt x="7017223" y="1402080"/>
                  <a:pt x="7010400" y="1395257"/>
                  <a:pt x="7010400" y="1386840"/>
                </a:cubicBezTo>
                <a:cubicBezTo>
                  <a:pt x="7010400" y="1378423"/>
                  <a:pt x="7017223" y="1371600"/>
                  <a:pt x="7025640" y="1371600"/>
                </a:cubicBezTo>
                <a:cubicBezTo>
                  <a:pt x="7034057" y="1371600"/>
                  <a:pt x="7040880" y="1378423"/>
                  <a:pt x="7040880" y="1386840"/>
                </a:cubicBezTo>
                <a:close/>
                <a:moveTo>
                  <a:pt x="7040880" y="1539240"/>
                </a:moveTo>
                <a:cubicBezTo>
                  <a:pt x="7040880" y="1547657"/>
                  <a:pt x="7034057" y="1554480"/>
                  <a:pt x="7025640" y="1554480"/>
                </a:cubicBezTo>
                <a:cubicBezTo>
                  <a:pt x="7017223" y="1554480"/>
                  <a:pt x="7010400" y="1547657"/>
                  <a:pt x="7010400" y="1539240"/>
                </a:cubicBezTo>
                <a:cubicBezTo>
                  <a:pt x="7010400" y="1530823"/>
                  <a:pt x="7017223" y="1524000"/>
                  <a:pt x="7025640" y="1524000"/>
                </a:cubicBezTo>
                <a:cubicBezTo>
                  <a:pt x="7034057" y="1524000"/>
                  <a:pt x="7040880" y="1530823"/>
                  <a:pt x="7040880" y="1539240"/>
                </a:cubicBezTo>
                <a:close/>
                <a:moveTo>
                  <a:pt x="7040880" y="1691640"/>
                </a:moveTo>
                <a:cubicBezTo>
                  <a:pt x="7040880" y="1700057"/>
                  <a:pt x="7034057" y="1706880"/>
                  <a:pt x="7025640" y="1706880"/>
                </a:cubicBezTo>
                <a:cubicBezTo>
                  <a:pt x="7017223" y="1706880"/>
                  <a:pt x="7010400" y="1700057"/>
                  <a:pt x="7010400" y="1691640"/>
                </a:cubicBezTo>
                <a:cubicBezTo>
                  <a:pt x="7010400" y="1683223"/>
                  <a:pt x="7017223" y="1676400"/>
                  <a:pt x="7025640" y="1676400"/>
                </a:cubicBezTo>
                <a:cubicBezTo>
                  <a:pt x="7034057" y="1676400"/>
                  <a:pt x="7040880" y="1683223"/>
                  <a:pt x="7040880" y="1691640"/>
                </a:cubicBezTo>
                <a:close/>
                <a:moveTo>
                  <a:pt x="7040880" y="1844040"/>
                </a:moveTo>
                <a:cubicBezTo>
                  <a:pt x="7040880" y="1852457"/>
                  <a:pt x="7034057" y="1859280"/>
                  <a:pt x="7025640" y="1859280"/>
                </a:cubicBezTo>
                <a:cubicBezTo>
                  <a:pt x="7017223" y="1859280"/>
                  <a:pt x="7010400" y="1852457"/>
                  <a:pt x="7010400" y="1844040"/>
                </a:cubicBezTo>
                <a:cubicBezTo>
                  <a:pt x="7010400" y="1835623"/>
                  <a:pt x="7017223" y="1828800"/>
                  <a:pt x="7025640" y="1828800"/>
                </a:cubicBezTo>
                <a:cubicBezTo>
                  <a:pt x="7034057" y="1828800"/>
                  <a:pt x="7040880" y="1835623"/>
                  <a:pt x="7040880" y="1844040"/>
                </a:cubicBezTo>
                <a:close/>
                <a:moveTo>
                  <a:pt x="7040880" y="1996440"/>
                </a:moveTo>
                <a:cubicBezTo>
                  <a:pt x="7040880" y="2004857"/>
                  <a:pt x="7034057" y="2011680"/>
                  <a:pt x="7025640" y="2011680"/>
                </a:cubicBezTo>
                <a:cubicBezTo>
                  <a:pt x="7017223" y="2011680"/>
                  <a:pt x="7010400" y="2004857"/>
                  <a:pt x="7010400" y="1996440"/>
                </a:cubicBezTo>
                <a:cubicBezTo>
                  <a:pt x="7010400" y="1988023"/>
                  <a:pt x="7017223" y="1981200"/>
                  <a:pt x="7025640" y="1981200"/>
                </a:cubicBezTo>
                <a:cubicBezTo>
                  <a:pt x="7034057" y="1981200"/>
                  <a:pt x="7040880" y="1988023"/>
                  <a:pt x="7040880" y="1996440"/>
                </a:cubicBezTo>
                <a:close/>
                <a:moveTo>
                  <a:pt x="7040880" y="2148840"/>
                </a:moveTo>
                <a:cubicBezTo>
                  <a:pt x="7040880" y="2157257"/>
                  <a:pt x="7034057" y="2164080"/>
                  <a:pt x="7025640" y="2164080"/>
                </a:cubicBezTo>
                <a:cubicBezTo>
                  <a:pt x="7017223" y="2164080"/>
                  <a:pt x="7010400" y="2157257"/>
                  <a:pt x="7010400" y="2148840"/>
                </a:cubicBezTo>
                <a:cubicBezTo>
                  <a:pt x="7010400" y="2140423"/>
                  <a:pt x="7017223" y="2133600"/>
                  <a:pt x="7025640" y="2133600"/>
                </a:cubicBezTo>
                <a:cubicBezTo>
                  <a:pt x="7034057" y="2133600"/>
                  <a:pt x="7040880" y="2140423"/>
                  <a:pt x="7040880" y="2148840"/>
                </a:cubicBezTo>
                <a:close/>
                <a:moveTo>
                  <a:pt x="7040880" y="2301240"/>
                </a:moveTo>
                <a:cubicBezTo>
                  <a:pt x="7040880" y="2309657"/>
                  <a:pt x="7034057" y="2316480"/>
                  <a:pt x="7025640" y="2316480"/>
                </a:cubicBezTo>
                <a:cubicBezTo>
                  <a:pt x="7017223" y="2316480"/>
                  <a:pt x="7010400" y="2309657"/>
                  <a:pt x="7010400" y="2301240"/>
                </a:cubicBezTo>
                <a:cubicBezTo>
                  <a:pt x="7010400" y="2292823"/>
                  <a:pt x="7017223" y="2286000"/>
                  <a:pt x="7025640" y="2286000"/>
                </a:cubicBezTo>
                <a:cubicBezTo>
                  <a:pt x="7034057" y="2286000"/>
                  <a:pt x="7040880" y="2292823"/>
                  <a:pt x="7040880" y="2301240"/>
                </a:cubicBezTo>
                <a:close/>
                <a:moveTo>
                  <a:pt x="7040880" y="2453640"/>
                </a:moveTo>
                <a:cubicBezTo>
                  <a:pt x="7040880" y="2462057"/>
                  <a:pt x="7034057" y="2468880"/>
                  <a:pt x="7025640" y="2468880"/>
                </a:cubicBezTo>
                <a:cubicBezTo>
                  <a:pt x="7017223" y="2468880"/>
                  <a:pt x="7010400" y="2462057"/>
                  <a:pt x="7010400" y="2453640"/>
                </a:cubicBezTo>
                <a:cubicBezTo>
                  <a:pt x="7010400" y="2445223"/>
                  <a:pt x="7017223" y="2438400"/>
                  <a:pt x="7025640" y="2438400"/>
                </a:cubicBezTo>
                <a:cubicBezTo>
                  <a:pt x="7034057" y="2438400"/>
                  <a:pt x="7040880" y="2445223"/>
                  <a:pt x="7040880" y="2453640"/>
                </a:cubicBezTo>
                <a:close/>
                <a:moveTo>
                  <a:pt x="7040880" y="2606040"/>
                </a:moveTo>
                <a:cubicBezTo>
                  <a:pt x="7040880" y="2614457"/>
                  <a:pt x="7034057" y="2621280"/>
                  <a:pt x="7025640" y="2621280"/>
                </a:cubicBezTo>
                <a:cubicBezTo>
                  <a:pt x="7017223" y="2621280"/>
                  <a:pt x="7010400" y="2614457"/>
                  <a:pt x="7010400" y="2606040"/>
                </a:cubicBezTo>
                <a:cubicBezTo>
                  <a:pt x="7010400" y="2597623"/>
                  <a:pt x="7017223" y="2590800"/>
                  <a:pt x="7025640" y="2590800"/>
                </a:cubicBezTo>
                <a:cubicBezTo>
                  <a:pt x="7034057" y="2590800"/>
                  <a:pt x="7040880" y="2597623"/>
                  <a:pt x="7040880" y="2606040"/>
                </a:cubicBezTo>
                <a:close/>
                <a:moveTo>
                  <a:pt x="7040880" y="2758440"/>
                </a:moveTo>
                <a:cubicBezTo>
                  <a:pt x="7040880" y="2766857"/>
                  <a:pt x="7034057" y="2773680"/>
                  <a:pt x="7025640" y="2773680"/>
                </a:cubicBezTo>
                <a:cubicBezTo>
                  <a:pt x="7017223" y="2773680"/>
                  <a:pt x="7010400" y="2766857"/>
                  <a:pt x="7010400" y="2758440"/>
                </a:cubicBezTo>
                <a:cubicBezTo>
                  <a:pt x="7010400" y="2750023"/>
                  <a:pt x="7017223" y="2743200"/>
                  <a:pt x="7025640" y="2743200"/>
                </a:cubicBezTo>
                <a:cubicBezTo>
                  <a:pt x="7034057" y="2743200"/>
                  <a:pt x="7040880" y="2750023"/>
                  <a:pt x="7040880" y="2758440"/>
                </a:cubicBezTo>
                <a:close/>
                <a:moveTo>
                  <a:pt x="7040880" y="2910840"/>
                </a:moveTo>
                <a:cubicBezTo>
                  <a:pt x="7040880" y="2919257"/>
                  <a:pt x="7034057" y="2926080"/>
                  <a:pt x="7025640" y="2926080"/>
                </a:cubicBezTo>
                <a:cubicBezTo>
                  <a:pt x="7017223" y="2926080"/>
                  <a:pt x="7010400" y="2919257"/>
                  <a:pt x="7010400" y="2910840"/>
                </a:cubicBezTo>
                <a:cubicBezTo>
                  <a:pt x="7010400" y="2902423"/>
                  <a:pt x="7017223" y="2895600"/>
                  <a:pt x="7025640" y="2895600"/>
                </a:cubicBezTo>
                <a:cubicBezTo>
                  <a:pt x="7034057" y="2895600"/>
                  <a:pt x="7040880" y="2902423"/>
                  <a:pt x="7040880" y="2910840"/>
                </a:cubicBezTo>
                <a:close/>
                <a:moveTo>
                  <a:pt x="7040880" y="3063240"/>
                </a:moveTo>
                <a:cubicBezTo>
                  <a:pt x="7040880" y="3071657"/>
                  <a:pt x="7034057" y="3078480"/>
                  <a:pt x="7025640" y="3078480"/>
                </a:cubicBezTo>
                <a:cubicBezTo>
                  <a:pt x="7017223" y="3078480"/>
                  <a:pt x="7010400" y="3071657"/>
                  <a:pt x="7010400" y="3063240"/>
                </a:cubicBezTo>
                <a:cubicBezTo>
                  <a:pt x="7010400" y="3054823"/>
                  <a:pt x="7017223" y="3048000"/>
                  <a:pt x="7025640" y="3048000"/>
                </a:cubicBezTo>
                <a:cubicBezTo>
                  <a:pt x="7034057" y="3048000"/>
                  <a:pt x="7040880" y="3054823"/>
                  <a:pt x="7040880" y="3063240"/>
                </a:cubicBezTo>
                <a:close/>
                <a:moveTo>
                  <a:pt x="7040880" y="3215640"/>
                </a:moveTo>
                <a:cubicBezTo>
                  <a:pt x="7040880" y="3224057"/>
                  <a:pt x="7034057" y="3230880"/>
                  <a:pt x="7025640" y="3230880"/>
                </a:cubicBezTo>
                <a:cubicBezTo>
                  <a:pt x="7017223" y="3230880"/>
                  <a:pt x="7010400" y="3224057"/>
                  <a:pt x="7010400" y="3215640"/>
                </a:cubicBezTo>
                <a:cubicBezTo>
                  <a:pt x="7010400" y="3207223"/>
                  <a:pt x="7017223" y="3200400"/>
                  <a:pt x="7025640" y="3200400"/>
                </a:cubicBezTo>
                <a:cubicBezTo>
                  <a:pt x="7034057" y="3200400"/>
                  <a:pt x="7040880" y="3207223"/>
                  <a:pt x="7040880" y="3215640"/>
                </a:cubicBezTo>
                <a:close/>
                <a:moveTo>
                  <a:pt x="7040880" y="3368040"/>
                </a:moveTo>
                <a:cubicBezTo>
                  <a:pt x="7040880" y="3376457"/>
                  <a:pt x="7034057" y="3383280"/>
                  <a:pt x="7025640" y="3383280"/>
                </a:cubicBezTo>
                <a:cubicBezTo>
                  <a:pt x="7017223" y="3383280"/>
                  <a:pt x="7010400" y="3376457"/>
                  <a:pt x="7010400" y="3368040"/>
                </a:cubicBezTo>
                <a:cubicBezTo>
                  <a:pt x="7010400" y="3359623"/>
                  <a:pt x="7017223" y="3352800"/>
                  <a:pt x="7025640" y="3352800"/>
                </a:cubicBezTo>
                <a:cubicBezTo>
                  <a:pt x="7034057" y="3352800"/>
                  <a:pt x="7040880" y="3359623"/>
                  <a:pt x="7040880" y="3368040"/>
                </a:cubicBezTo>
                <a:close/>
                <a:moveTo>
                  <a:pt x="7040880" y="3520440"/>
                </a:moveTo>
                <a:cubicBezTo>
                  <a:pt x="7040880" y="3528857"/>
                  <a:pt x="7034057" y="3535680"/>
                  <a:pt x="7025640" y="3535680"/>
                </a:cubicBezTo>
                <a:cubicBezTo>
                  <a:pt x="7017223" y="3535680"/>
                  <a:pt x="7010400" y="3528857"/>
                  <a:pt x="7010400" y="3520440"/>
                </a:cubicBezTo>
                <a:cubicBezTo>
                  <a:pt x="7010400" y="3512023"/>
                  <a:pt x="7017223" y="3505200"/>
                  <a:pt x="7025640" y="3505200"/>
                </a:cubicBezTo>
                <a:cubicBezTo>
                  <a:pt x="7034057" y="3505200"/>
                  <a:pt x="7040880" y="3512023"/>
                  <a:pt x="7040880" y="3520440"/>
                </a:cubicBezTo>
                <a:close/>
                <a:moveTo>
                  <a:pt x="7040880" y="3672840"/>
                </a:moveTo>
                <a:cubicBezTo>
                  <a:pt x="7040880" y="3681257"/>
                  <a:pt x="7034057" y="3688080"/>
                  <a:pt x="7025640" y="3688080"/>
                </a:cubicBezTo>
                <a:cubicBezTo>
                  <a:pt x="7017223" y="3688080"/>
                  <a:pt x="7010400" y="3681257"/>
                  <a:pt x="7010400" y="3672840"/>
                </a:cubicBezTo>
                <a:cubicBezTo>
                  <a:pt x="7010400" y="3664423"/>
                  <a:pt x="7017223" y="3657600"/>
                  <a:pt x="7025640" y="3657600"/>
                </a:cubicBezTo>
                <a:cubicBezTo>
                  <a:pt x="7034057" y="3657600"/>
                  <a:pt x="7040880" y="3664423"/>
                  <a:pt x="7040880" y="3672840"/>
                </a:cubicBezTo>
                <a:close/>
                <a:moveTo>
                  <a:pt x="7040880" y="3825240"/>
                </a:moveTo>
                <a:cubicBezTo>
                  <a:pt x="7040880" y="3833657"/>
                  <a:pt x="7034057" y="3840480"/>
                  <a:pt x="7025640" y="3840480"/>
                </a:cubicBezTo>
                <a:cubicBezTo>
                  <a:pt x="7017223" y="3840480"/>
                  <a:pt x="7010400" y="3833657"/>
                  <a:pt x="7010400" y="3825240"/>
                </a:cubicBezTo>
                <a:cubicBezTo>
                  <a:pt x="7010400" y="3816823"/>
                  <a:pt x="7017223" y="3810000"/>
                  <a:pt x="7025640" y="3810000"/>
                </a:cubicBezTo>
                <a:cubicBezTo>
                  <a:pt x="7034057" y="3810000"/>
                  <a:pt x="7040880" y="3816823"/>
                  <a:pt x="7040880" y="3825240"/>
                </a:cubicBezTo>
                <a:close/>
                <a:moveTo>
                  <a:pt x="7040880" y="3977640"/>
                </a:moveTo>
                <a:cubicBezTo>
                  <a:pt x="7040880" y="3986057"/>
                  <a:pt x="7034057" y="3992880"/>
                  <a:pt x="7025640" y="3992880"/>
                </a:cubicBezTo>
                <a:cubicBezTo>
                  <a:pt x="7017223" y="3992880"/>
                  <a:pt x="7010400" y="3986057"/>
                  <a:pt x="7010400" y="3977640"/>
                </a:cubicBezTo>
                <a:cubicBezTo>
                  <a:pt x="7010400" y="3969223"/>
                  <a:pt x="7017223" y="3962400"/>
                  <a:pt x="7025640" y="3962400"/>
                </a:cubicBezTo>
                <a:cubicBezTo>
                  <a:pt x="7034057" y="3962400"/>
                  <a:pt x="7040880" y="3969223"/>
                  <a:pt x="7040880" y="3977640"/>
                </a:cubicBezTo>
                <a:close/>
                <a:moveTo>
                  <a:pt x="7040880" y="4130040"/>
                </a:moveTo>
                <a:cubicBezTo>
                  <a:pt x="7040880" y="4138457"/>
                  <a:pt x="7034057" y="4145280"/>
                  <a:pt x="7025640" y="4145280"/>
                </a:cubicBezTo>
                <a:cubicBezTo>
                  <a:pt x="7017223" y="4145280"/>
                  <a:pt x="7010400" y="4138457"/>
                  <a:pt x="7010400" y="4130040"/>
                </a:cubicBezTo>
                <a:cubicBezTo>
                  <a:pt x="7010400" y="4121623"/>
                  <a:pt x="7017223" y="4114800"/>
                  <a:pt x="7025640" y="4114800"/>
                </a:cubicBezTo>
                <a:cubicBezTo>
                  <a:pt x="7034057" y="4114800"/>
                  <a:pt x="7040880" y="4121623"/>
                  <a:pt x="7040880" y="4130040"/>
                </a:cubicBezTo>
                <a:close/>
                <a:moveTo>
                  <a:pt x="7040880" y="4282440"/>
                </a:moveTo>
                <a:cubicBezTo>
                  <a:pt x="7040880" y="4290857"/>
                  <a:pt x="7034057" y="4297680"/>
                  <a:pt x="7025640" y="4297680"/>
                </a:cubicBezTo>
                <a:cubicBezTo>
                  <a:pt x="7017223" y="4297680"/>
                  <a:pt x="7010400" y="4290857"/>
                  <a:pt x="7010400" y="4282440"/>
                </a:cubicBezTo>
                <a:cubicBezTo>
                  <a:pt x="7010400" y="4274023"/>
                  <a:pt x="7017223" y="4267200"/>
                  <a:pt x="7025640" y="4267200"/>
                </a:cubicBezTo>
                <a:cubicBezTo>
                  <a:pt x="7034057" y="4267200"/>
                  <a:pt x="7040880" y="4274023"/>
                  <a:pt x="7040880" y="4282440"/>
                </a:cubicBezTo>
                <a:close/>
                <a:moveTo>
                  <a:pt x="7040880" y="4434840"/>
                </a:moveTo>
                <a:cubicBezTo>
                  <a:pt x="7040880" y="4443257"/>
                  <a:pt x="7034057" y="4450080"/>
                  <a:pt x="7025640" y="4450080"/>
                </a:cubicBezTo>
                <a:cubicBezTo>
                  <a:pt x="7017223" y="4450080"/>
                  <a:pt x="7010400" y="4443257"/>
                  <a:pt x="7010400" y="4434840"/>
                </a:cubicBezTo>
                <a:cubicBezTo>
                  <a:pt x="7010400" y="4426423"/>
                  <a:pt x="7017223" y="4419600"/>
                  <a:pt x="7025640" y="4419600"/>
                </a:cubicBezTo>
                <a:cubicBezTo>
                  <a:pt x="7034057" y="4419600"/>
                  <a:pt x="7040880" y="4426423"/>
                  <a:pt x="7040880" y="4434840"/>
                </a:cubicBezTo>
                <a:close/>
                <a:moveTo>
                  <a:pt x="7193280" y="15240"/>
                </a:moveTo>
                <a:cubicBezTo>
                  <a:pt x="7193280" y="23657"/>
                  <a:pt x="7186457" y="30480"/>
                  <a:pt x="7178040" y="30480"/>
                </a:cubicBezTo>
                <a:cubicBezTo>
                  <a:pt x="7169623" y="30480"/>
                  <a:pt x="7162800" y="23657"/>
                  <a:pt x="7162800" y="15240"/>
                </a:cubicBezTo>
                <a:cubicBezTo>
                  <a:pt x="7162800" y="6823"/>
                  <a:pt x="7169623" y="0"/>
                  <a:pt x="7178040" y="0"/>
                </a:cubicBezTo>
                <a:cubicBezTo>
                  <a:pt x="7186457" y="0"/>
                  <a:pt x="7193280" y="6823"/>
                  <a:pt x="7193280" y="15240"/>
                </a:cubicBezTo>
                <a:close/>
                <a:moveTo>
                  <a:pt x="7193280" y="167640"/>
                </a:moveTo>
                <a:cubicBezTo>
                  <a:pt x="7193280" y="176057"/>
                  <a:pt x="7186457" y="182880"/>
                  <a:pt x="7178040" y="182880"/>
                </a:cubicBezTo>
                <a:cubicBezTo>
                  <a:pt x="7169623" y="182880"/>
                  <a:pt x="7162800" y="176057"/>
                  <a:pt x="7162800" y="167640"/>
                </a:cubicBezTo>
                <a:cubicBezTo>
                  <a:pt x="7162800" y="159223"/>
                  <a:pt x="7169623" y="152400"/>
                  <a:pt x="7178040" y="152400"/>
                </a:cubicBezTo>
                <a:cubicBezTo>
                  <a:pt x="7186457" y="152400"/>
                  <a:pt x="7193280" y="159223"/>
                  <a:pt x="7193280" y="167640"/>
                </a:cubicBezTo>
                <a:close/>
                <a:moveTo>
                  <a:pt x="7193280" y="320040"/>
                </a:moveTo>
                <a:cubicBezTo>
                  <a:pt x="7193280" y="328457"/>
                  <a:pt x="7186457" y="335280"/>
                  <a:pt x="7178040" y="335280"/>
                </a:cubicBezTo>
                <a:cubicBezTo>
                  <a:pt x="7169623" y="335280"/>
                  <a:pt x="7162800" y="328457"/>
                  <a:pt x="7162800" y="320040"/>
                </a:cubicBezTo>
                <a:cubicBezTo>
                  <a:pt x="7162800" y="311623"/>
                  <a:pt x="7169623" y="304800"/>
                  <a:pt x="7178040" y="304800"/>
                </a:cubicBezTo>
                <a:cubicBezTo>
                  <a:pt x="7186457" y="304800"/>
                  <a:pt x="7193280" y="311623"/>
                  <a:pt x="7193280" y="320040"/>
                </a:cubicBezTo>
                <a:close/>
                <a:moveTo>
                  <a:pt x="7193280" y="472440"/>
                </a:moveTo>
                <a:cubicBezTo>
                  <a:pt x="7193280" y="480857"/>
                  <a:pt x="7186457" y="487680"/>
                  <a:pt x="7178040" y="487680"/>
                </a:cubicBezTo>
                <a:cubicBezTo>
                  <a:pt x="7169623" y="487680"/>
                  <a:pt x="7162800" y="480857"/>
                  <a:pt x="7162800" y="472440"/>
                </a:cubicBezTo>
                <a:cubicBezTo>
                  <a:pt x="7162800" y="464023"/>
                  <a:pt x="7169623" y="457200"/>
                  <a:pt x="7178040" y="457200"/>
                </a:cubicBezTo>
                <a:cubicBezTo>
                  <a:pt x="7186457" y="457200"/>
                  <a:pt x="7193280" y="464023"/>
                  <a:pt x="7193280" y="472440"/>
                </a:cubicBezTo>
                <a:close/>
                <a:moveTo>
                  <a:pt x="7193280" y="624840"/>
                </a:moveTo>
                <a:cubicBezTo>
                  <a:pt x="7193280" y="633257"/>
                  <a:pt x="7186457" y="640080"/>
                  <a:pt x="7178040" y="640080"/>
                </a:cubicBezTo>
                <a:cubicBezTo>
                  <a:pt x="7169623" y="640080"/>
                  <a:pt x="7162800" y="633257"/>
                  <a:pt x="7162800" y="624840"/>
                </a:cubicBezTo>
                <a:cubicBezTo>
                  <a:pt x="7162800" y="616423"/>
                  <a:pt x="7169623" y="609600"/>
                  <a:pt x="7178040" y="609600"/>
                </a:cubicBezTo>
                <a:cubicBezTo>
                  <a:pt x="7186457" y="609600"/>
                  <a:pt x="7193280" y="616423"/>
                  <a:pt x="7193280" y="624840"/>
                </a:cubicBezTo>
                <a:close/>
                <a:moveTo>
                  <a:pt x="7193280" y="777240"/>
                </a:moveTo>
                <a:cubicBezTo>
                  <a:pt x="7193280" y="785657"/>
                  <a:pt x="7186457" y="792480"/>
                  <a:pt x="7178040" y="792480"/>
                </a:cubicBezTo>
                <a:cubicBezTo>
                  <a:pt x="7169623" y="792480"/>
                  <a:pt x="7162800" y="785657"/>
                  <a:pt x="7162800" y="777240"/>
                </a:cubicBezTo>
                <a:cubicBezTo>
                  <a:pt x="7162800" y="768823"/>
                  <a:pt x="7169623" y="762000"/>
                  <a:pt x="7178040" y="762000"/>
                </a:cubicBezTo>
                <a:cubicBezTo>
                  <a:pt x="7186457" y="762000"/>
                  <a:pt x="7193280" y="768823"/>
                  <a:pt x="7193280" y="777240"/>
                </a:cubicBezTo>
                <a:close/>
                <a:moveTo>
                  <a:pt x="7193280" y="929640"/>
                </a:moveTo>
                <a:cubicBezTo>
                  <a:pt x="7193280" y="938057"/>
                  <a:pt x="7186457" y="944880"/>
                  <a:pt x="7178040" y="944880"/>
                </a:cubicBezTo>
                <a:cubicBezTo>
                  <a:pt x="7169623" y="944880"/>
                  <a:pt x="7162800" y="938057"/>
                  <a:pt x="7162800" y="929640"/>
                </a:cubicBezTo>
                <a:cubicBezTo>
                  <a:pt x="7162800" y="921223"/>
                  <a:pt x="7169623" y="914400"/>
                  <a:pt x="7178040" y="914400"/>
                </a:cubicBezTo>
                <a:cubicBezTo>
                  <a:pt x="7186457" y="914400"/>
                  <a:pt x="7193280" y="921223"/>
                  <a:pt x="7193280" y="929640"/>
                </a:cubicBezTo>
                <a:close/>
                <a:moveTo>
                  <a:pt x="7193280" y="1082040"/>
                </a:moveTo>
                <a:cubicBezTo>
                  <a:pt x="7193280" y="1090457"/>
                  <a:pt x="7186457" y="1097280"/>
                  <a:pt x="7178040" y="1097280"/>
                </a:cubicBezTo>
                <a:cubicBezTo>
                  <a:pt x="7169623" y="1097280"/>
                  <a:pt x="7162800" y="1090457"/>
                  <a:pt x="7162800" y="1082040"/>
                </a:cubicBezTo>
                <a:cubicBezTo>
                  <a:pt x="7162800" y="1073623"/>
                  <a:pt x="7169623" y="1066800"/>
                  <a:pt x="7178040" y="1066800"/>
                </a:cubicBezTo>
                <a:cubicBezTo>
                  <a:pt x="7186457" y="1066800"/>
                  <a:pt x="7193280" y="1073623"/>
                  <a:pt x="7193280" y="1082040"/>
                </a:cubicBezTo>
                <a:close/>
                <a:moveTo>
                  <a:pt x="7193280" y="1234440"/>
                </a:moveTo>
                <a:cubicBezTo>
                  <a:pt x="7193280" y="1242857"/>
                  <a:pt x="7186457" y="1249680"/>
                  <a:pt x="7178040" y="1249680"/>
                </a:cubicBezTo>
                <a:cubicBezTo>
                  <a:pt x="7169623" y="1249680"/>
                  <a:pt x="7162800" y="1242857"/>
                  <a:pt x="7162800" y="1234440"/>
                </a:cubicBezTo>
                <a:cubicBezTo>
                  <a:pt x="7162800" y="1226023"/>
                  <a:pt x="7169623" y="1219200"/>
                  <a:pt x="7178040" y="1219200"/>
                </a:cubicBezTo>
                <a:cubicBezTo>
                  <a:pt x="7186457" y="1219200"/>
                  <a:pt x="7193280" y="1226023"/>
                  <a:pt x="7193280" y="1234440"/>
                </a:cubicBezTo>
                <a:close/>
                <a:moveTo>
                  <a:pt x="7193280" y="1386840"/>
                </a:moveTo>
                <a:cubicBezTo>
                  <a:pt x="7193280" y="1395257"/>
                  <a:pt x="7186457" y="1402080"/>
                  <a:pt x="7178040" y="1402080"/>
                </a:cubicBezTo>
                <a:cubicBezTo>
                  <a:pt x="7169623" y="1402080"/>
                  <a:pt x="7162800" y="1395257"/>
                  <a:pt x="7162800" y="1386840"/>
                </a:cubicBezTo>
                <a:cubicBezTo>
                  <a:pt x="7162800" y="1378423"/>
                  <a:pt x="7169623" y="1371600"/>
                  <a:pt x="7178040" y="1371600"/>
                </a:cubicBezTo>
                <a:cubicBezTo>
                  <a:pt x="7186457" y="1371600"/>
                  <a:pt x="7193280" y="1378423"/>
                  <a:pt x="7193280" y="1386840"/>
                </a:cubicBezTo>
                <a:close/>
                <a:moveTo>
                  <a:pt x="7193280" y="1539240"/>
                </a:moveTo>
                <a:cubicBezTo>
                  <a:pt x="7193280" y="1547657"/>
                  <a:pt x="7186457" y="1554480"/>
                  <a:pt x="7178040" y="1554480"/>
                </a:cubicBezTo>
                <a:cubicBezTo>
                  <a:pt x="7169623" y="1554480"/>
                  <a:pt x="7162800" y="1547657"/>
                  <a:pt x="7162800" y="1539240"/>
                </a:cubicBezTo>
                <a:cubicBezTo>
                  <a:pt x="7162800" y="1530823"/>
                  <a:pt x="7169623" y="1524000"/>
                  <a:pt x="7178040" y="1524000"/>
                </a:cubicBezTo>
                <a:cubicBezTo>
                  <a:pt x="7186457" y="1524000"/>
                  <a:pt x="7193280" y="1530823"/>
                  <a:pt x="7193280" y="1539240"/>
                </a:cubicBezTo>
                <a:close/>
                <a:moveTo>
                  <a:pt x="7193280" y="1691640"/>
                </a:moveTo>
                <a:cubicBezTo>
                  <a:pt x="7193280" y="1700057"/>
                  <a:pt x="7186457" y="1706880"/>
                  <a:pt x="7178040" y="1706880"/>
                </a:cubicBezTo>
                <a:cubicBezTo>
                  <a:pt x="7169623" y="1706880"/>
                  <a:pt x="7162800" y="1700057"/>
                  <a:pt x="7162800" y="1691640"/>
                </a:cubicBezTo>
                <a:cubicBezTo>
                  <a:pt x="7162800" y="1683223"/>
                  <a:pt x="7169623" y="1676400"/>
                  <a:pt x="7178040" y="1676400"/>
                </a:cubicBezTo>
                <a:cubicBezTo>
                  <a:pt x="7186457" y="1676400"/>
                  <a:pt x="7193280" y="1683223"/>
                  <a:pt x="7193280" y="1691640"/>
                </a:cubicBezTo>
                <a:close/>
                <a:moveTo>
                  <a:pt x="7193280" y="1844040"/>
                </a:moveTo>
                <a:cubicBezTo>
                  <a:pt x="7193280" y="1852457"/>
                  <a:pt x="7186457" y="1859280"/>
                  <a:pt x="7178040" y="1859280"/>
                </a:cubicBezTo>
                <a:cubicBezTo>
                  <a:pt x="7169623" y="1859280"/>
                  <a:pt x="7162800" y="1852457"/>
                  <a:pt x="7162800" y="1844040"/>
                </a:cubicBezTo>
                <a:cubicBezTo>
                  <a:pt x="7162800" y="1835623"/>
                  <a:pt x="7169623" y="1828800"/>
                  <a:pt x="7178040" y="1828800"/>
                </a:cubicBezTo>
                <a:cubicBezTo>
                  <a:pt x="7186457" y="1828800"/>
                  <a:pt x="7193280" y="1835623"/>
                  <a:pt x="7193280" y="1844040"/>
                </a:cubicBezTo>
                <a:close/>
                <a:moveTo>
                  <a:pt x="7193280" y="1996440"/>
                </a:moveTo>
                <a:cubicBezTo>
                  <a:pt x="7193280" y="2004857"/>
                  <a:pt x="7186457" y="2011680"/>
                  <a:pt x="7178040" y="2011680"/>
                </a:cubicBezTo>
                <a:cubicBezTo>
                  <a:pt x="7169623" y="2011680"/>
                  <a:pt x="7162800" y="2004857"/>
                  <a:pt x="7162800" y="1996440"/>
                </a:cubicBezTo>
                <a:cubicBezTo>
                  <a:pt x="7162800" y="1988023"/>
                  <a:pt x="7169623" y="1981200"/>
                  <a:pt x="7178040" y="1981200"/>
                </a:cubicBezTo>
                <a:cubicBezTo>
                  <a:pt x="7186457" y="1981200"/>
                  <a:pt x="7193280" y="1988023"/>
                  <a:pt x="7193280" y="1996440"/>
                </a:cubicBezTo>
                <a:close/>
                <a:moveTo>
                  <a:pt x="7193280" y="2148840"/>
                </a:moveTo>
                <a:cubicBezTo>
                  <a:pt x="7193280" y="2157257"/>
                  <a:pt x="7186457" y="2164080"/>
                  <a:pt x="7178040" y="2164080"/>
                </a:cubicBezTo>
                <a:cubicBezTo>
                  <a:pt x="7169623" y="2164080"/>
                  <a:pt x="7162800" y="2157257"/>
                  <a:pt x="7162800" y="2148840"/>
                </a:cubicBezTo>
                <a:cubicBezTo>
                  <a:pt x="7162800" y="2140423"/>
                  <a:pt x="7169623" y="2133600"/>
                  <a:pt x="7178040" y="2133600"/>
                </a:cubicBezTo>
                <a:cubicBezTo>
                  <a:pt x="7186457" y="2133600"/>
                  <a:pt x="7193280" y="2140423"/>
                  <a:pt x="7193280" y="2148840"/>
                </a:cubicBezTo>
                <a:close/>
                <a:moveTo>
                  <a:pt x="7193280" y="2301240"/>
                </a:moveTo>
                <a:cubicBezTo>
                  <a:pt x="7193280" y="2309657"/>
                  <a:pt x="7186457" y="2316480"/>
                  <a:pt x="7178040" y="2316480"/>
                </a:cubicBezTo>
                <a:cubicBezTo>
                  <a:pt x="7169623" y="2316480"/>
                  <a:pt x="7162800" y="2309657"/>
                  <a:pt x="7162800" y="2301240"/>
                </a:cubicBezTo>
                <a:cubicBezTo>
                  <a:pt x="7162800" y="2292823"/>
                  <a:pt x="7169623" y="2286000"/>
                  <a:pt x="7178040" y="2286000"/>
                </a:cubicBezTo>
                <a:cubicBezTo>
                  <a:pt x="7186457" y="2286000"/>
                  <a:pt x="7193280" y="2292823"/>
                  <a:pt x="7193280" y="2301240"/>
                </a:cubicBezTo>
                <a:close/>
                <a:moveTo>
                  <a:pt x="7193280" y="2453640"/>
                </a:moveTo>
                <a:cubicBezTo>
                  <a:pt x="7193280" y="2462057"/>
                  <a:pt x="7186457" y="2468880"/>
                  <a:pt x="7178040" y="2468880"/>
                </a:cubicBezTo>
                <a:cubicBezTo>
                  <a:pt x="7169623" y="2468880"/>
                  <a:pt x="7162800" y="2462057"/>
                  <a:pt x="7162800" y="2453640"/>
                </a:cubicBezTo>
                <a:cubicBezTo>
                  <a:pt x="7162800" y="2445223"/>
                  <a:pt x="7169623" y="2438400"/>
                  <a:pt x="7178040" y="2438400"/>
                </a:cubicBezTo>
                <a:cubicBezTo>
                  <a:pt x="7186457" y="2438400"/>
                  <a:pt x="7193280" y="2445223"/>
                  <a:pt x="7193280" y="2453640"/>
                </a:cubicBezTo>
                <a:close/>
                <a:moveTo>
                  <a:pt x="7193280" y="2606040"/>
                </a:moveTo>
                <a:cubicBezTo>
                  <a:pt x="7193280" y="2614457"/>
                  <a:pt x="7186457" y="2621280"/>
                  <a:pt x="7178040" y="2621280"/>
                </a:cubicBezTo>
                <a:cubicBezTo>
                  <a:pt x="7169623" y="2621280"/>
                  <a:pt x="7162800" y="2614457"/>
                  <a:pt x="7162800" y="2606040"/>
                </a:cubicBezTo>
                <a:cubicBezTo>
                  <a:pt x="7162800" y="2597623"/>
                  <a:pt x="7169623" y="2590800"/>
                  <a:pt x="7178040" y="2590800"/>
                </a:cubicBezTo>
                <a:cubicBezTo>
                  <a:pt x="7186457" y="2590800"/>
                  <a:pt x="7193280" y="2597623"/>
                  <a:pt x="7193280" y="2606040"/>
                </a:cubicBezTo>
                <a:close/>
                <a:moveTo>
                  <a:pt x="7193280" y="2758440"/>
                </a:moveTo>
                <a:cubicBezTo>
                  <a:pt x="7193280" y="2766857"/>
                  <a:pt x="7186457" y="2773680"/>
                  <a:pt x="7178040" y="2773680"/>
                </a:cubicBezTo>
                <a:cubicBezTo>
                  <a:pt x="7169623" y="2773680"/>
                  <a:pt x="7162800" y="2766857"/>
                  <a:pt x="7162800" y="2758440"/>
                </a:cubicBezTo>
                <a:cubicBezTo>
                  <a:pt x="7162800" y="2750023"/>
                  <a:pt x="7169623" y="2743200"/>
                  <a:pt x="7178040" y="2743200"/>
                </a:cubicBezTo>
                <a:cubicBezTo>
                  <a:pt x="7186457" y="2743200"/>
                  <a:pt x="7193280" y="2750023"/>
                  <a:pt x="7193280" y="2758440"/>
                </a:cubicBezTo>
                <a:close/>
                <a:moveTo>
                  <a:pt x="7193280" y="2910840"/>
                </a:moveTo>
                <a:cubicBezTo>
                  <a:pt x="7193280" y="2919257"/>
                  <a:pt x="7186457" y="2926080"/>
                  <a:pt x="7178040" y="2926080"/>
                </a:cubicBezTo>
                <a:cubicBezTo>
                  <a:pt x="7169623" y="2926080"/>
                  <a:pt x="7162800" y="2919257"/>
                  <a:pt x="7162800" y="2910840"/>
                </a:cubicBezTo>
                <a:cubicBezTo>
                  <a:pt x="7162800" y="2902423"/>
                  <a:pt x="7169623" y="2895600"/>
                  <a:pt x="7178040" y="2895600"/>
                </a:cubicBezTo>
                <a:cubicBezTo>
                  <a:pt x="7186457" y="2895600"/>
                  <a:pt x="7193280" y="2902423"/>
                  <a:pt x="7193280" y="2910840"/>
                </a:cubicBezTo>
                <a:close/>
                <a:moveTo>
                  <a:pt x="7193280" y="3063240"/>
                </a:moveTo>
                <a:cubicBezTo>
                  <a:pt x="7193280" y="3071657"/>
                  <a:pt x="7186457" y="3078480"/>
                  <a:pt x="7178040" y="3078480"/>
                </a:cubicBezTo>
                <a:cubicBezTo>
                  <a:pt x="7169623" y="3078480"/>
                  <a:pt x="7162800" y="3071657"/>
                  <a:pt x="7162800" y="3063240"/>
                </a:cubicBezTo>
                <a:cubicBezTo>
                  <a:pt x="7162800" y="3054823"/>
                  <a:pt x="7169623" y="3048000"/>
                  <a:pt x="7178040" y="3048000"/>
                </a:cubicBezTo>
                <a:cubicBezTo>
                  <a:pt x="7186457" y="3048000"/>
                  <a:pt x="7193280" y="3054823"/>
                  <a:pt x="7193280" y="3063240"/>
                </a:cubicBezTo>
                <a:close/>
                <a:moveTo>
                  <a:pt x="7193280" y="3215640"/>
                </a:moveTo>
                <a:cubicBezTo>
                  <a:pt x="7193280" y="3224057"/>
                  <a:pt x="7186457" y="3230880"/>
                  <a:pt x="7178040" y="3230880"/>
                </a:cubicBezTo>
                <a:cubicBezTo>
                  <a:pt x="7169623" y="3230880"/>
                  <a:pt x="7162800" y="3224057"/>
                  <a:pt x="7162800" y="3215640"/>
                </a:cubicBezTo>
                <a:cubicBezTo>
                  <a:pt x="7162800" y="3207223"/>
                  <a:pt x="7169623" y="3200400"/>
                  <a:pt x="7178040" y="3200400"/>
                </a:cubicBezTo>
                <a:cubicBezTo>
                  <a:pt x="7186457" y="3200400"/>
                  <a:pt x="7193280" y="3207223"/>
                  <a:pt x="7193280" y="3215640"/>
                </a:cubicBezTo>
                <a:close/>
                <a:moveTo>
                  <a:pt x="7193280" y="3368040"/>
                </a:moveTo>
                <a:cubicBezTo>
                  <a:pt x="7193280" y="3376457"/>
                  <a:pt x="7186457" y="3383280"/>
                  <a:pt x="7178040" y="3383280"/>
                </a:cubicBezTo>
                <a:cubicBezTo>
                  <a:pt x="7169623" y="3383280"/>
                  <a:pt x="7162800" y="3376457"/>
                  <a:pt x="7162800" y="3368040"/>
                </a:cubicBezTo>
                <a:cubicBezTo>
                  <a:pt x="7162800" y="3359623"/>
                  <a:pt x="7169623" y="3352800"/>
                  <a:pt x="7178040" y="3352800"/>
                </a:cubicBezTo>
                <a:cubicBezTo>
                  <a:pt x="7186457" y="3352800"/>
                  <a:pt x="7193280" y="3359623"/>
                  <a:pt x="7193280" y="3368040"/>
                </a:cubicBezTo>
                <a:close/>
                <a:moveTo>
                  <a:pt x="7193280" y="3520440"/>
                </a:moveTo>
                <a:cubicBezTo>
                  <a:pt x="7193280" y="3528857"/>
                  <a:pt x="7186457" y="3535680"/>
                  <a:pt x="7178040" y="3535680"/>
                </a:cubicBezTo>
                <a:cubicBezTo>
                  <a:pt x="7169623" y="3535680"/>
                  <a:pt x="7162800" y="3528857"/>
                  <a:pt x="7162800" y="3520440"/>
                </a:cubicBezTo>
                <a:cubicBezTo>
                  <a:pt x="7162800" y="3512023"/>
                  <a:pt x="7169623" y="3505200"/>
                  <a:pt x="7178040" y="3505200"/>
                </a:cubicBezTo>
                <a:cubicBezTo>
                  <a:pt x="7186457" y="3505200"/>
                  <a:pt x="7193280" y="3512023"/>
                  <a:pt x="7193280" y="3520440"/>
                </a:cubicBezTo>
                <a:close/>
                <a:moveTo>
                  <a:pt x="7193280" y="3672840"/>
                </a:moveTo>
                <a:cubicBezTo>
                  <a:pt x="7193280" y="3681257"/>
                  <a:pt x="7186457" y="3688080"/>
                  <a:pt x="7178040" y="3688080"/>
                </a:cubicBezTo>
                <a:cubicBezTo>
                  <a:pt x="7169623" y="3688080"/>
                  <a:pt x="7162800" y="3681257"/>
                  <a:pt x="7162800" y="3672840"/>
                </a:cubicBezTo>
                <a:cubicBezTo>
                  <a:pt x="7162800" y="3664423"/>
                  <a:pt x="7169623" y="3657600"/>
                  <a:pt x="7178040" y="3657600"/>
                </a:cubicBezTo>
                <a:cubicBezTo>
                  <a:pt x="7186457" y="3657600"/>
                  <a:pt x="7193280" y="3664423"/>
                  <a:pt x="7193280" y="3672840"/>
                </a:cubicBezTo>
                <a:close/>
                <a:moveTo>
                  <a:pt x="7193280" y="3825240"/>
                </a:moveTo>
                <a:cubicBezTo>
                  <a:pt x="7193280" y="3833657"/>
                  <a:pt x="7186457" y="3840480"/>
                  <a:pt x="7178040" y="3840480"/>
                </a:cubicBezTo>
                <a:cubicBezTo>
                  <a:pt x="7169623" y="3840480"/>
                  <a:pt x="7162800" y="3833657"/>
                  <a:pt x="7162800" y="3825240"/>
                </a:cubicBezTo>
                <a:cubicBezTo>
                  <a:pt x="7162800" y="3816823"/>
                  <a:pt x="7169623" y="3810000"/>
                  <a:pt x="7178040" y="3810000"/>
                </a:cubicBezTo>
                <a:cubicBezTo>
                  <a:pt x="7186457" y="3810000"/>
                  <a:pt x="7193280" y="3816823"/>
                  <a:pt x="7193280" y="3825240"/>
                </a:cubicBezTo>
                <a:close/>
                <a:moveTo>
                  <a:pt x="7193280" y="3977640"/>
                </a:moveTo>
                <a:cubicBezTo>
                  <a:pt x="7193280" y="3986057"/>
                  <a:pt x="7186457" y="3992880"/>
                  <a:pt x="7178040" y="3992880"/>
                </a:cubicBezTo>
                <a:cubicBezTo>
                  <a:pt x="7169623" y="3992880"/>
                  <a:pt x="7162800" y="3986057"/>
                  <a:pt x="7162800" y="3977640"/>
                </a:cubicBezTo>
                <a:cubicBezTo>
                  <a:pt x="7162800" y="3969223"/>
                  <a:pt x="7169623" y="3962400"/>
                  <a:pt x="7178040" y="3962400"/>
                </a:cubicBezTo>
                <a:cubicBezTo>
                  <a:pt x="7186457" y="3962400"/>
                  <a:pt x="7193280" y="3969223"/>
                  <a:pt x="7193280" y="3977640"/>
                </a:cubicBezTo>
                <a:close/>
                <a:moveTo>
                  <a:pt x="7193280" y="4130040"/>
                </a:moveTo>
                <a:cubicBezTo>
                  <a:pt x="7193280" y="4138457"/>
                  <a:pt x="7186457" y="4145280"/>
                  <a:pt x="7178040" y="4145280"/>
                </a:cubicBezTo>
                <a:cubicBezTo>
                  <a:pt x="7169623" y="4145280"/>
                  <a:pt x="7162800" y="4138457"/>
                  <a:pt x="7162800" y="4130040"/>
                </a:cubicBezTo>
                <a:cubicBezTo>
                  <a:pt x="7162800" y="4121623"/>
                  <a:pt x="7169623" y="4114800"/>
                  <a:pt x="7178040" y="4114800"/>
                </a:cubicBezTo>
                <a:cubicBezTo>
                  <a:pt x="7186457" y="4114800"/>
                  <a:pt x="7193280" y="4121623"/>
                  <a:pt x="7193280" y="4130040"/>
                </a:cubicBezTo>
                <a:close/>
                <a:moveTo>
                  <a:pt x="7193280" y="4282440"/>
                </a:moveTo>
                <a:cubicBezTo>
                  <a:pt x="7193280" y="4290857"/>
                  <a:pt x="7186457" y="4297680"/>
                  <a:pt x="7178040" y="4297680"/>
                </a:cubicBezTo>
                <a:cubicBezTo>
                  <a:pt x="7169623" y="4297680"/>
                  <a:pt x="7162800" y="4290857"/>
                  <a:pt x="7162800" y="4282440"/>
                </a:cubicBezTo>
                <a:cubicBezTo>
                  <a:pt x="7162800" y="4274023"/>
                  <a:pt x="7169623" y="4267200"/>
                  <a:pt x="7178040" y="4267200"/>
                </a:cubicBezTo>
                <a:cubicBezTo>
                  <a:pt x="7186457" y="4267200"/>
                  <a:pt x="7193280" y="4274023"/>
                  <a:pt x="7193280" y="4282440"/>
                </a:cubicBezTo>
                <a:close/>
                <a:moveTo>
                  <a:pt x="7193280" y="4434840"/>
                </a:moveTo>
                <a:cubicBezTo>
                  <a:pt x="7193280" y="4443257"/>
                  <a:pt x="7186457" y="4450080"/>
                  <a:pt x="7178040" y="4450080"/>
                </a:cubicBezTo>
                <a:cubicBezTo>
                  <a:pt x="7169623" y="4450080"/>
                  <a:pt x="7162800" y="4443257"/>
                  <a:pt x="7162800" y="4434840"/>
                </a:cubicBezTo>
                <a:cubicBezTo>
                  <a:pt x="7162800" y="4426423"/>
                  <a:pt x="7169623" y="4419600"/>
                  <a:pt x="7178040" y="4419600"/>
                </a:cubicBezTo>
                <a:cubicBezTo>
                  <a:pt x="7186457" y="4419600"/>
                  <a:pt x="7193280" y="4426423"/>
                  <a:pt x="7193280" y="4434840"/>
                </a:cubicBezTo>
                <a:close/>
                <a:moveTo>
                  <a:pt x="7345680" y="15240"/>
                </a:moveTo>
                <a:cubicBezTo>
                  <a:pt x="7345680" y="23657"/>
                  <a:pt x="7338857" y="30480"/>
                  <a:pt x="7330440" y="30480"/>
                </a:cubicBezTo>
                <a:cubicBezTo>
                  <a:pt x="7322023" y="30480"/>
                  <a:pt x="7315200" y="23657"/>
                  <a:pt x="7315200" y="15240"/>
                </a:cubicBezTo>
                <a:cubicBezTo>
                  <a:pt x="7315200" y="6823"/>
                  <a:pt x="7322023" y="0"/>
                  <a:pt x="7330440" y="0"/>
                </a:cubicBezTo>
                <a:cubicBezTo>
                  <a:pt x="7338857" y="0"/>
                  <a:pt x="7345680" y="6823"/>
                  <a:pt x="7345680" y="15240"/>
                </a:cubicBezTo>
                <a:close/>
                <a:moveTo>
                  <a:pt x="7345680" y="167640"/>
                </a:moveTo>
                <a:cubicBezTo>
                  <a:pt x="7345680" y="176057"/>
                  <a:pt x="7338857" y="182880"/>
                  <a:pt x="7330440" y="182880"/>
                </a:cubicBezTo>
                <a:cubicBezTo>
                  <a:pt x="7322023" y="182880"/>
                  <a:pt x="7315200" y="176057"/>
                  <a:pt x="7315200" y="167640"/>
                </a:cubicBezTo>
                <a:cubicBezTo>
                  <a:pt x="7315200" y="159223"/>
                  <a:pt x="7322023" y="152400"/>
                  <a:pt x="7330440" y="152400"/>
                </a:cubicBezTo>
                <a:cubicBezTo>
                  <a:pt x="7338857" y="152400"/>
                  <a:pt x="7345680" y="159223"/>
                  <a:pt x="7345680" y="167640"/>
                </a:cubicBezTo>
                <a:close/>
                <a:moveTo>
                  <a:pt x="7345680" y="320040"/>
                </a:moveTo>
                <a:cubicBezTo>
                  <a:pt x="7345680" y="328457"/>
                  <a:pt x="7338857" y="335280"/>
                  <a:pt x="7330440" y="335280"/>
                </a:cubicBezTo>
                <a:cubicBezTo>
                  <a:pt x="7322023" y="335280"/>
                  <a:pt x="7315200" y="328457"/>
                  <a:pt x="7315200" y="320040"/>
                </a:cubicBezTo>
                <a:cubicBezTo>
                  <a:pt x="7315200" y="311623"/>
                  <a:pt x="7322023" y="304800"/>
                  <a:pt x="7330440" y="304800"/>
                </a:cubicBezTo>
                <a:cubicBezTo>
                  <a:pt x="7338857" y="304800"/>
                  <a:pt x="7345680" y="311623"/>
                  <a:pt x="7345680" y="320040"/>
                </a:cubicBezTo>
                <a:close/>
                <a:moveTo>
                  <a:pt x="7345680" y="472440"/>
                </a:moveTo>
                <a:cubicBezTo>
                  <a:pt x="7345680" y="480857"/>
                  <a:pt x="7338857" y="487680"/>
                  <a:pt x="7330440" y="487680"/>
                </a:cubicBezTo>
                <a:cubicBezTo>
                  <a:pt x="7322023" y="487680"/>
                  <a:pt x="7315200" y="480857"/>
                  <a:pt x="7315200" y="472440"/>
                </a:cubicBezTo>
                <a:cubicBezTo>
                  <a:pt x="7315200" y="464023"/>
                  <a:pt x="7322023" y="457200"/>
                  <a:pt x="7330440" y="457200"/>
                </a:cubicBezTo>
                <a:cubicBezTo>
                  <a:pt x="7338857" y="457200"/>
                  <a:pt x="7345680" y="464023"/>
                  <a:pt x="7345680" y="472440"/>
                </a:cubicBezTo>
                <a:close/>
                <a:moveTo>
                  <a:pt x="7345680" y="624840"/>
                </a:moveTo>
                <a:cubicBezTo>
                  <a:pt x="7345680" y="633257"/>
                  <a:pt x="7338857" y="640080"/>
                  <a:pt x="7330440" y="640080"/>
                </a:cubicBezTo>
                <a:cubicBezTo>
                  <a:pt x="7322023" y="640080"/>
                  <a:pt x="7315200" y="633257"/>
                  <a:pt x="7315200" y="624840"/>
                </a:cubicBezTo>
                <a:cubicBezTo>
                  <a:pt x="7315200" y="616423"/>
                  <a:pt x="7322023" y="609600"/>
                  <a:pt x="7330440" y="609600"/>
                </a:cubicBezTo>
                <a:cubicBezTo>
                  <a:pt x="7338857" y="609600"/>
                  <a:pt x="7345680" y="616423"/>
                  <a:pt x="7345680" y="624840"/>
                </a:cubicBezTo>
                <a:close/>
                <a:moveTo>
                  <a:pt x="7345680" y="777240"/>
                </a:moveTo>
                <a:cubicBezTo>
                  <a:pt x="7345680" y="785657"/>
                  <a:pt x="7338857" y="792480"/>
                  <a:pt x="7330440" y="792480"/>
                </a:cubicBezTo>
                <a:cubicBezTo>
                  <a:pt x="7322023" y="792480"/>
                  <a:pt x="7315200" y="785657"/>
                  <a:pt x="7315200" y="777240"/>
                </a:cubicBezTo>
                <a:cubicBezTo>
                  <a:pt x="7315200" y="768823"/>
                  <a:pt x="7322023" y="762000"/>
                  <a:pt x="7330440" y="762000"/>
                </a:cubicBezTo>
                <a:cubicBezTo>
                  <a:pt x="7338857" y="762000"/>
                  <a:pt x="7345680" y="768823"/>
                  <a:pt x="7345680" y="777240"/>
                </a:cubicBezTo>
                <a:close/>
                <a:moveTo>
                  <a:pt x="7345680" y="929640"/>
                </a:moveTo>
                <a:cubicBezTo>
                  <a:pt x="7345680" y="938057"/>
                  <a:pt x="7338857" y="944880"/>
                  <a:pt x="7330440" y="944880"/>
                </a:cubicBezTo>
                <a:cubicBezTo>
                  <a:pt x="7322023" y="944880"/>
                  <a:pt x="7315200" y="938057"/>
                  <a:pt x="7315200" y="929640"/>
                </a:cubicBezTo>
                <a:cubicBezTo>
                  <a:pt x="7315200" y="921223"/>
                  <a:pt x="7322023" y="914400"/>
                  <a:pt x="7330440" y="914400"/>
                </a:cubicBezTo>
                <a:cubicBezTo>
                  <a:pt x="7338857" y="914400"/>
                  <a:pt x="7345680" y="921223"/>
                  <a:pt x="7345680" y="929640"/>
                </a:cubicBezTo>
                <a:close/>
                <a:moveTo>
                  <a:pt x="7345680" y="1082040"/>
                </a:moveTo>
                <a:cubicBezTo>
                  <a:pt x="7345680" y="1090457"/>
                  <a:pt x="7338857" y="1097280"/>
                  <a:pt x="7330440" y="1097280"/>
                </a:cubicBezTo>
                <a:cubicBezTo>
                  <a:pt x="7322023" y="1097280"/>
                  <a:pt x="7315200" y="1090457"/>
                  <a:pt x="7315200" y="1082040"/>
                </a:cubicBezTo>
                <a:cubicBezTo>
                  <a:pt x="7315200" y="1073623"/>
                  <a:pt x="7322023" y="1066800"/>
                  <a:pt x="7330440" y="1066800"/>
                </a:cubicBezTo>
                <a:cubicBezTo>
                  <a:pt x="7338857" y="1066800"/>
                  <a:pt x="7345680" y="1073623"/>
                  <a:pt x="7345680" y="1082040"/>
                </a:cubicBezTo>
                <a:close/>
                <a:moveTo>
                  <a:pt x="7345680" y="1234440"/>
                </a:moveTo>
                <a:cubicBezTo>
                  <a:pt x="7345680" y="1242857"/>
                  <a:pt x="7338857" y="1249680"/>
                  <a:pt x="7330440" y="1249680"/>
                </a:cubicBezTo>
                <a:cubicBezTo>
                  <a:pt x="7322023" y="1249680"/>
                  <a:pt x="7315200" y="1242857"/>
                  <a:pt x="7315200" y="1234440"/>
                </a:cubicBezTo>
                <a:cubicBezTo>
                  <a:pt x="7315200" y="1226023"/>
                  <a:pt x="7322023" y="1219200"/>
                  <a:pt x="7330440" y="1219200"/>
                </a:cubicBezTo>
                <a:cubicBezTo>
                  <a:pt x="7338857" y="1219200"/>
                  <a:pt x="7345680" y="1226023"/>
                  <a:pt x="7345680" y="1234440"/>
                </a:cubicBezTo>
                <a:close/>
                <a:moveTo>
                  <a:pt x="7345680" y="1386840"/>
                </a:moveTo>
                <a:cubicBezTo>
                  <a:pt x="7345680" y="1395257"/>
                  <a:pt x="7338857" y="1402080"/>
                  <a:pt x="7330440" y="1402080"/>
                </a:cubicBezTo>
                <a:cubicBezTo>
                  <a:pt x="7322023" y="1402080"/>
                  <a:pt x="7315200" y="1395257"/>
                  <a:pt x="7315200" y="1386840"/>
                </a:cubicBezTo>
                <a:cubicBezTo>
                  <a:pt x="7315200" y="1378423"/>
                  <a:pt x="7322023" y="1371600"/>
                  <a:pt x="7330440" y="1371600"/>
                </a:cubicBezTo>
                <a:cubicBezTo>
                  <a:pt x="7338857" y="1371600"/>
                  <a:pt x="7345680" y="1378423"/>
                  <a:pt x="7345680" y="1386840"/>
                </a:cubicBezTo>
                <a:close/>
                <a:moveTo>
                  <a:pt x="7345680" y="1539240"/>
                </a:moveTo>
                <a:cubicBezTo>
                  <a:pt x="7345680" y="1547657"/>
                  <a:pt x="7338857" y="1554480"/>
                  <a:pt x="7330440" y="1554480"/>
                </a:cubicBezTo>
                <a:cubicBezTo>
                  <a:pt x="7322023" y="1554480"/>
                  <a:pt x="7315200" y="1547657"/>
                  <a:pt x="7315200" y="1539240"/>
                </a:cubicBezTo>
                <a:cubicBezTo>
                  <a:pt x="7315200" y="1530823"/>
                  <a:pt x="7322023" y="1524000"/>
                  <a:pt x="7330440" y="1524000"/>
                </a:cubicBezTo>
                <a:cubicBezTo>
                  <a:pt x="7338857" y="1524000"/>
                  <a:pt x="7345680" y="1530823"/>
                  <a:pt x="7345680" y="1539240"/>
                </a:cubicBezTo>
                <a:close/>
                <a:moveTo>
                  <a:pt x="7345680" y="1691640"/>
                </a:moveTo>
                <a:cubicBezTo>
                  <a:pt x="7345680" y="1700057"/>
                  <a:pt x="7338857" y="1706880"/>
                  <a:pt x="7330440" y="1706880"/>
                </a:cubicBezTo>
                <a:cubicBezTo>
                  <a:pt x="7322023" y="1706880"/>
                  <a:pt x="7315200" y="1700057"/>
                  <a:pt x="7315200" y="1691640"/>
                </a:cubicBezTo>
                <a:cubicBezTo>
                  <a:pt x="7315200" y="1683223"/>
                  <a:pt x="7322023" y="1676400"/>
                  <a:pt x="7330440" y="1676400"/>
                </a:cubicBezTo>
                <a:cubicBezTo>
                  <a:pt x="7338857" y="1676400"/>
                  <a:pt x="7345680" y="1683223"/>
                  <a:pt x="7345680" y="1691640"/>
                </a:cubicBezTo>
                <a:close/>
                <a:moveTo>
                  <a:pt x="7345680" y="1844040"/>
                </a:moveTo>
                <a:cubicBezTo>
                  <a:pt x="7345680" y="1852457"/>
                  <a:pt x="7338857" y="1859280"/>
                  <a:pt x="7330440" y="1859280"/>
                </a:cubicBezTo>
                <a:cubicBezTo>
                  <a:pt x="7322023" y="1859280"/>
                  <a:pt x="7315200" y="1852457"/>
                  <a:pt x="7315200" y="1844040"/>
                </a:cubicBezTo>
                <a:cubicBezTo>
                  <a:pt x="7315200" y="1835623"/>
                  <a:pt x="7322023" y="1828800"/>
                  <a:pt x="7330440" y="1828800"/>
                </a:cubicBezTo>
                <a:cubicBezTo>
                  <a:pt x="7338857" y="1828800"/>
                  <a:pt x="7345680" y="1835623"/>
                  <a:pt x="7345680" y="1844040"/>
                </a:cubicBezTo>
                <a:close/>
                <a:moveTo>
                  <a:pt x="7345680" y="1996440"/>
                </a:moveTo>
                <a:cubicBezTo>
                  <a:pt x="7345680" y="2004857"/>
                  <a:pt x="7338857" y="2011680"/>
                  <a:pt x="7330440" y="2011680"/>
                </a:cubicBezTo>
                <a:cubicBezTo>
                  <a:pt x="7322023" y="2011680"/>
                  <a:pt x="7315200" y="2004857"/>
                  <a:pt x="7315200" y="1996440"/>
                </a:cubicBezTo>
                <a:cubicBezTo>
                  <a:pt x="7315200" y="1988023"/>
                  <a:pt x="7322023" y="1981200"/>
                  <a:pt x="7330440" y="1981200"/>
                </a:cubicBezTo>
                <a:cubicBezTo>
                  <a:pt x="7338857" y="1981200"/>
                  <a:pt x="7345680" y="1988023"/>
                  <a:pt x="7345680" y="1996440"/>
                </a:cubicBezTo>
                <a:close/>
                <a:moveTo>
                  <a:pt x="7345680" y="2148840"/>
                </a:moveTo>
                <a:cubicBezTo>
                  <a:pt x="7345680" y="2157257"/>
                  <a:pt x="7338857" y="2164080"/>
                  <a:pt x="7330440" y="2164080"/>
                </a:cubicBezTo>
                <a:cubicBezTo>
                  <a:pt x="7322023" y="2164080"/>
                  <a:pt x="7315200" y="2157257"/>
                  <a:pt x="7315200" y="2148840"/>
                </a:cubicBezTo>
                <a:cubicBezTo>
                  <a:pt x="7315200" y="2140423"/>
                  <a:pt x="7322023" y="2133600"/>
                  <a:pt x="7330440" y="2133600"/>
                </a:cubicBezTo>
                <a:cubicBezTo>
                  <a:pt x="7338857" y="2133600"/>
                  <a:pt x="7345680" y="2140423"/>
                  <a:pt x="7345680" y="2148840"/>
                </a:cubicBezTo>
                <a:close/>
                <a:moveTo>
                  <a:pt x="7345680" y="2301240"/>
                </a:moveTo>
                <a:cubicBezTo>
                  <a:pt x="7345680" y="2309657"/>
                  <a:pt x="7338857" y="2316480"/>
                  <a:pt x="7330440" y="2316480"/>
                </a:cubicBezTo>
                <a:cubicBezTo>
                  <a:pt x="7322023" y="2316480"/>
                  <a:pt x="7315200" y="2309657"/>
                  <a:pt x="7315200" y="2301240"/>
                </a:cubicBezTo>
                <a:cubicBezTo>
                  <a:pt x="7315200" y="2292823"/>
                  <a:pt x="7322023" y="2286000"/>
                  <a:pt x="7330440" y="2286000"/>
                </a:cubicBezTo>
                <a:cubicBezTo>
                  <a:pt x="7338857" y="2286000"/>
                  <a:pt x="7345680" y="2292823"/>
                  <a:pt x="7345680" y="2301240"/>
                </a:cubicBezTo>
                <a:close/>
                <a:moveTo>
                  <a:pt x="7345680" y="2453640"/>
                </a:moveTo>
                <a:cubicBezTo>
                  <a:pt x="7345680" y="2462057"/>
                  <a:pt x="7338857" y="2468880"/>
                  <a:pt x="7330440" y="2468880"/>
                </a:cubicBezTo>
                <a:cubicBezTo>
                  <a:pt x="7322023" y="2468880"/>
                  <a:pt x="7315200" y="2462057"/>
                  <a:pt x="7315200" y="2453640"/>
                </a:cubicBezTo>
                <a:cubicBezTo>
                  <a:pt x="7315200" y="2445223"/>
                  <a:pt x="7322023" y="2438400"/>
                  <a:pt x="7330440" y="2438400"/>
                </a:cubicBezTo>
                <a:cubicBezTo>
                  <a:pt x="7338857" y="2438400"/>
                  <a:pt x="7345680" y="2445223"/>
                  <a:pt x="7345680" y="2453640"/>
                </a:cubicBezTo>
                <a:close/>
                <a:moveTo>
                  <a:pt x="7345680" y="2606040"/>
                </a:moveTo>
                <a:cubicBezTo>
                  <a:pt x="7345680" y="2614457"/>
                  <a:pt x="7338857" y="2621280"/>
                  <a:pt x="7330440" y="2621280"/>
                </a:cubicBezTo>
                <a:cubicBezTo>
                  <a:pt x="7322023" y="2621280"/>
                  <a:pt x="7315200" y="2614457"/>
                  <a:pt x="7315200" y="2606040"/>
                </a:cubicBezTo>
                <a:cubicBezTo>
                  <a:pt x="7315200" y="2597623"/>
                  <a:pt x="7322023" y="2590800"/>
                  <a:pt x="7330440" y="2590800"/>
                </a:cubicBezTo>
                <a:cubicBezTo>
                  <a:pt x="7338857" y="2590800"/>
                  <a:pt x="7345680" y="2597623"/>
                  <a:pt x="7345680" y="2606040"/>
                </a:cubicBezTo>
                <a:close/>
                <a:moveTo>
                  <a:pt x="7345680" y="2758440"/>
                </a:moveTo>
                <a:cubicBezTo>
                  <a:pt x="7345680" y="2766857"/>
                  <a:pt x="7338857" y="2773680"/>
                  <a:pt x="7330440" y="2773680"/>
                </a:cubicBezTo>
                <a:cubicBezTo>
                  <a:pt x="7322023" y="2773680"/>
                  <a:pt x="7315200" y="2766857"/>
                  <a:pt x="7315200" y="2758440"/>
                </a:cubicBezTo>
                <a:cubicBezTo>
                  <a:pt x="7315200" y="2750023"/>
                  <a:pt x="7322023" y="2743200"/>
                  <a:pt x="7330440" y="2743200"/>
                </a:cubicBezTo>
                <a:cubicBezTo>
                  <a:pt x="7338857" y="2743200"/>
                  <a:pt x="7345680" y="2750023"/>
                  <a:pt x="7345680" y="2758440"/>
                </a:cubicBezTo>
                <a:close/>
                <a:moveTo>
                  <a:pt x="7345680" y="2910840"/>
                </a:moveTo>
                <a:cubicBezTo>
                  <a:pt x="7345680" y="2919257"/>
                  <a:pt x="7338857" y="2926080"/>
                  <a:pt x="7330440" y="2926080"/>
                </a:cubicBezTo>
                <a:cubicBezTo>
                  <a:pt x="7322023" y="2926080"/>
                  <a:pt x="7315200" y="2919257"/>
                  <a:pt x="7315200" y="2910840"/>
                </a:cubicBezTo>
                <a:cubicBezTo>
                  <a:pt x="7315200" y="2902423"/>
                  <a:pt x="7322023" y="2895600"/>
                  <a:pt x="7330440" y="2895600"/>
                </a:cubicBezTo>
                <a:cubicBezTo>
                  <a:pt x="7338857" y="2895600"/>
                  <a:pt x="7345680" y="2902423"/>
                  <a:pt x="7345680" y="2910840"/>
                </a:cubicBezTo>
                <a:close/>
                <a:moveTo>
                  <a:pt x="7345680" y="3063240"/>
                </a:moveTo>
                <a:cubicBezTo>
                  <a:pt x="7345680" y="3071657"/>
                  <a:pt x="7338857" y="3078480"/>
                  <a:pt x="7330440" y="3078480"/>
                </a:cubicBezTo>
                <a:cubicBezTo>
                  <a:pt x="7322023" y="3078480"/>
                  <a:pt x="7315200" y="3071657"/>
                  <a:pt x="7315200" y="3063240"/>
                </a:cubicBezTo>
                <a:cubicBezTo>
                  <a:pt x="7315200" y="3054823"/>
                  <a:pt x="7322023" y="3048000"/>
                  <a:pt x="7330440" y="3048000"/>
                </a:cubicBezTo>
                <a:cubicBezTo>
                  <a:pt x="7338857" y="3048000"/>
                  <a:pt x="7345680" y="3054823"/>
                  <a:pt x="7345680" y="3063240"/>
                </a:cubicBezTo>
                <a:close/>
                <a:moveTo>
                  <a:pt x="7345680" y="3215640"/>
                </a:moveTo>
                <a:cubicBezTo>
                  <a:pt x="7345680" y="3224057"/>
                  <a:pt x="7338857" y="3230880"/>
                  <a:pt x="7330440" y="3230880"/>
                </a:cubicBezTo>
                <a:cubicBezTo>
                  <a:pt x="7322023" y="3230880"/>
                  <a:pt x="7315200" y="3224057"/>
                  <a:pt x="7315200" y="3215640"/>
                </a:cubicBezTo>
                <a:cubicBezTo>
                  <a:pt x="7315200" y="3207223"/>
                  <a:pt x="7322023" y="3200400"/>
                  <a:pt x="7330440" y="3200400"/>
                </a:cubicBezTo>
                <a:cubicBezTo>
                  <a:pt x="7338857" y="3200400"/>
                  <a:pt x="7345680" y="3207223"/>
                  <a:pt x="7345680" y="3215640"/>
                </a:cubicBezTo>
                <a:close/>
                <a:moveTo>
                  <a:pt x="7345680" y="3368040"/>
                </a:moveTo>
                <a:cubicBezTo>
                  <a:pt x="7345680" y="3376457"/>
                  <a:pt x="7338857" y="3383280"/>
                  <a:pt x="7330440" y="3383280"/>
                </a:cubicBezTo>
                <a:cubicBezTo>
                  <a:pt x="7322023" y="3383280"/>
                  <a:pt x="7315200" y="3376457"/>
                  <a:pt x="7315200" y="3368040"/>
                </a:cubicBezTo>
                <a:cubicBezTo>
                  <a:pt x="7315200" y="3359623"/>
                  <a:pt x="7322023" y="3352800"/>
                  <a:pt x="7330440" y="3352800"/>
                </a:cubicBezTo>
                <a:cubicBezTo>
                  <a:pt x="7338857" y="3352800"/>
                  <a:pt x="7345680" y="3359623"/>
                  <a:pt x="7345680" y="3368040"/>
                </a:cubicBezTo>
                <a:close/>
                <a:moveTo>
                  <a:pt x="7345680" y="3520440"/>
                </a:moveTo>
                <a:cubicBezTo>
                  <a:pt x="7345680" y="3528857"/>
                  <a:pt x="7338857" y="3535680"/>
                  <a:pt x="7330440" y="3535680"/>
                </a:cubicBezTo>
                <a:cubicBezTo>
                  <a:pt x="7322023" y="3535680"/>
                  <a:pt x="7315200" y="3528857"/>
                  <a:pt x="7315200" y="3520440"/>
                </a:cubicBezTo>
                <a:cubicBezTo>
                  <a:pt x="7315200" y="3512023"/>
                  <a:pt x="7322023" y="3505200"/>
                  <a:pt x="7330440" y="3505200"/>
                </a:cubicBezTo>
                <a:cubicBezTo>
                  <a:pt x="7338857" y="3505200"/>
                  <a:pt x="7345680" y="3512023"/>
                  <a:pt x="7345680" y="3520440"/>
                </a:cubicBezTo>
                <a:close/>
                <a:moveTo>
                  <a:pt x="7345680" y="3672840"/>
                </a:moveTo>
                <a:cubicBezTo>
                  <a:pt x="7345680" y="3681257"/>
                  <a:pt x="7338857" y="3688080"/>
                  <a:pt x="7330440" y="3688080"/>
                </a:cubicBezTo>
                <a:cubicBezTo>
                  <a:pt x="7322023" y="3688080"/>
                  <a:pt x="7315200" y="3681257"/>
                  <a:pt x="7315200" y="3672840"/>
                </a:cubicBezTo>
                <a:cubicBezTo>
                  <a:pt x="7315200" y="3664423"/>
                  <a:pt x="7322023" y="3657600"/>
                  <a:pt x="7330440" y="3657600"/>
                </a:cubicBezTo>
                <a:cubicBezTo>
                  <a:pt x="7338857" y="3657600"/>
                  <a:pt x="7345680" y="3664423"/>
                  <a:pt x="7345680" y="3672840"/>
                </a:cubicBezTo>
                <a:close/>
                <a:moveTo>
                  <a:pt x="7345680" y="3825240"/>
                </a:moveTo>
                <a:cubicBezTo>
                  <a:pt x="7345680" y="3833657"/>
                  <a:pt x="7338857" y="3840480"/>
                  <a:pt x="7330440" y="3840480"/>
                </a:cubicBezTo>
                <a:cubicBezTo>
                  <a:pt x="7322023" y="3840480"/>
                  <a:pt x="7315200" y="3833657"/>
                  <a:pt x="7315200" y="3825240"/>
                </a:cubicBezTo>
                <a:cubicBezTo>
                  <a:pt x="7315200" y="3816823"/>
                  <a:pt x="7322023" y="3810000"/>
                  <a:pt x="7330440" y="3810000"/>
                </a:cubicBezTo>
                <a:cubicBezTo>
                  <a:pt x="7338857" y="3810000"/>
                  <a:pt x="7345680" y="3816823"/>
                  <a:pt x="7345680" y="3825240"/>
                </a:cubicBezTo>
                <a:close/>
                <a:moveTo>
                  <a:pt x="7345680" y="3977640"/>
                </a:moveTo>
                <a:cubicBezTo>
                  <a:pt x="7345680" y="3986057"/>
                  <a:pt x="7338857" y="3992880"/>
                  <a:pt x="7330440" y="3992880"/>
                </a:cubicBezTo>
                <a:cubicBezTo>
                  <a:pt x="7322023" y="3992880"/>
                  <a:pt x="7315200" y="3986057"/>
                  <a:pt x="7315200" y="3977640"/>
                </a:cubicBezTo>
                <a:cubicBezTo>
                  <a:pt x="7315200" y="3969223"/>
                  <a:pt x="7322023" y="3962400"/>
                  <a:pt x="7330440" y="3962400"/>
                </a:cubicBezTo>
                <a:cubicBezTo>
                  <a:pt x="7338857" y="3962400"/>
                  <a:pt x="7345680" y="3969223"/>
                  <a:pt x="7345680" y="3977640"/>
                </a:cubicBezTo>
                <a:close/>
                <a:moveTo>
                  <a:pt x="7345680" y="4130040"/>
                </a:moveTo>
                <a:cubicBezTo>
                  <a:pt x="7345680" y="4138457"/>
                  <a:pt x="7338857" y="4145280"/>
                  <a:pt x="7330440" y="4145280"/>
                </a:cubicBezTo>
                <a:cubicBezTo>
                  <a:pt x="7322023" y="4145280"/>
                  <a:pt x="7315200" y="4138457"/>
                  <a:pt x="7315200" y="4130040"/>
                </a:cubicBezTo>
                <a:cubicBezTo>
                  <a:pt x="7315200" y="4121623"/>
                  <a:pt x="7322023" y="4114800"/>
                  <a:pt x="7330440" y="4114800"/>
                </a:cubicBezTo>
                <a:cubicBezTo>
                  <a:pt x="7338857" y="4114800"/>
                  <a:pt x="7345680" y="4121623"/>
                  <a:pt x="7345680" y="4130040"/>
                </a:cubicBezTo>
                <a:close/>
                <a:moveTo>
                  <a:pt x="7345680" y="4282440"/>
                </a:moveTo>
                <a:cubicBezTo>
                  <a:pt x="7345680" y="4290857"/>
                  <a:pt x="7338857" y="4297680"/>
                  <a:pt x="7330440" y="4297680"/>
                </a:cubicBezTo>
                <a:cubicBezTo>
                  <a:pt x="7322023" y="4297680"/>
                  <a:pt x="7315200" y="4290857"/>
                  <a:pt x="7315200" y="4282440"/>
                </a:cubicBezTo>
                <a:cubicBezTo>
                  <a:pt x="7315200" y="4274023"/>
                  <a:pt x="7322023" y="4267200"/>
                  <a:pt x="7330440" y="4267200"/>
                </a:cubicBezTo>
                <a:cubicBezTo>
                  <a:pt x="7338857" y="4267200"/>
                  <a:pt x="7345680" y="4274023"/>
                  <a:pt x="7345680" y="4282440"/>
                </a:cubicBezTo>
                <a:close/>
                <a:moveTo>
                  <a:pt x="7345680" y="4434840"/>
                </a:moveTo>
                <a:cubicBezTo>
                  <a:pt x="7345680" y="4443257"/>
                  <a:pt x="7338857" y="4450080"/>
                  <a:pt x="7330440" y="4450080"/>
                </a:cubicBezTo>
                <a:cubicBezTo>
                  <a:pt x="7322023" y="4450080"/>
                  <a:pt x="7315200" y="4443257"/>
                  <a:pt x="7315200" y="4434840"/>
                </a:cubicBezTo>
                <a:cubicBezTo>
                  <a:pt x="7315200" y="4426423"/>
                  <a:pt x="7322023" y="4419600"/>
                  <a:pt x="7330440" y="4419600"/>
                </a:cubicBezTo>
                <a:cubicBezTo>
                  <a:pt x="7338857" y="4419600"/>
                  <a:pt x="7345680" y="4426423"/>
                  <a:pt x="7345680" y="4434840"/>
                </a:cubicBezTo>
                <a:close/>
                <a:moveTo>
                  <a:pt x="7498080" y="15240"/>
                </a:moveTo>
                <a:cubicBezTo>
                  <a:pt x="7498080" y="23657"/>
                  <a:pt x="7491257" y="30480"/>
                  <a:pt x="7482840" y="30480"/>
                </a:cubicBezTo>
                <a:cubicBezTo>
                  <a:pt x="7474423" y="30480"/>
                  <a:pt x="7467600" y="23657"/>
                  <a:pt x="7467600" y="15240"/>
                </a:cubicBezTo>
                <a:cubicBezTo>
                  <a:pt x="7467600" y="6823"/>
                  <a:pt x="7474423" y="0"/>
                  <a:pt x="7482840" y="0"/>
                </a:cubicBezTo>
                <a:cubicBezTo>
                  <a:pt x="7491257" y="0"/>
                  <a:pt x="7498080" y="6823"/>
                  <a:pt x="7498080" y="15240"/>
                </a:cubicBezTo>
                <a:close/>
                <a:moveTo>
                  <a:pt x="7498080" y="167640"/>
                </a:moveTo>
                <a:cubicBezTo>
                  <a:pt x="7498080" y="176057"/>
                  <a:pt x="7491257" y="182880"/>
                  <a:pt x="7482840" y="182880"/>
                </a:cubicBezTo>
                <a:cubicBezTo>
                  <a:pt x="7474423" y="182880"/>
                  <a:pt x="7467600" y="176057"/>
                  <a:pt x="7467600" y="167640"/>
                </a:cubicBezTo>
                <a:cubicBezTo>
                  <a:pt x="7467600" y="159223"/>
                  <a:pt x="7474423" y="152400"/>
                  <a:pt x="7482840" y="152400"/>
                </a:cubicBezTo>
                <a:cubicBezTo>
                  <a:pt x="7491257" y="152400"/>
                  <a:pt x="7498080" y="159223"/>
                  <a:pt x="7498080" y="167640"/>
                </a:cubicBezTo>
                <a:close/>
                <a:moveTo>
                  <a:pt x="7498080" y="320040"/>
                </a:moveTo>
                <a:cubicBezTo>
                  <a:pt x="7498080" y="328457"/>
                  <a:pt x="7491257" y="335280"/>
                  <a:pt x="7482840" y="335280"/>
                </a:cubicBezTo>
                <a:cubicBezTo>
                  <a:pt x="7474423" y="335280"/>
                  <a:pt x="7467600" y="328457"/>
                  <a:pt x="7467600" y="320040"/>
                </a:cubicBezTo>
                <a:cubicBezTo>
                  <a:pt x="7467600" y="311623"/>
                  <a:pt x="7474423" y="304800"/>
                  <a:pt x="7482840" y="304800"/>
                </a:cubicBezTo>
                <a:cubicBezTo>
                  <a:pt x="7491257" y="304800"/>
                  <a:pt x="7498080" y="311623"/>
                  <a:pt x="7498080" y="320040"/>
                </a:cubicBezTo>
                <a:close/>
                <a:moveTo>
                  <a:pt x="7498080" y="472440"/>
                </a:moveTo>
                <a:cubicBezTo>
                  <a:pt x="7498080" y="480857"/>
                  <a:pt x="7491257" y="487680"/>
                  <a:pt x="7482840" y="487680"/>
                </a:cubicBezTo>
                <a:cubicBezTo>
                  <a:pt x="7474423" y="487680"/>
                  <a:pt x="7467600" y="480857"/>
                  <a:pt x="7467600" y="472440"/>
                </a:cubicBezTo>
                <a:cubicBezTo>
                  <a:pt x="7467600" y="464023"/>
                  <a:pt x="7474423" y="457200"/>
                  <a:pt x="7482840" y="457200"/>
                </a:cubicBezTo>
                <a:cubicBezTo>
                  <a:pt x="7491257" y="457200"/>
                  <a:pt x="7498080" y="464023"/>
                  <a:pt x="7498080" y="472440"/>
                </a:cubicBezTo>
                <a:close/>
                <a:moveTo>
                  <a:pt x="7498080" y="624840"/>
                </a:moveTo>
                <a:cubicBezTo>
                  <a:pt x="7498080" y="633257"/>
                  <a:pt x="7491257" y="640080"/>
                  <a:pt x="7482840" y="640080"/>
                </a:cubicBezTo>
                <a:cubicBezTo>
                  <a:pt x="7474423" y="640080"/>
                  <a:pt x="7467600" y="633257"/>
                  <a:pt x="7467600" y="624840"/>
                </a:cubicBezTo>
                <a:cubicBezTo>
                  <a:pt x="7467600" y="616423"/>
                  <a:pt x="7474423" y="609600"/>
                  <a:pt x="7482840" y="609600"/>
                </a:cubicBezTo>
                <a:cubicBezTo>
                  <a:pt x="7491257" y="609600"/>
                  <a:pt x="7498080" y="616423"/>
                  <a:pt x="7498080" y="624840"/>
                </a:cubicBezTo>
                <a:close/>
                <a:moveTo>
                  <a:pt x="7498080" y="777240"/>
                </a:moveTo>
                <a:cubicBezTo>
                  <a:pt x="7498080" y="785657"/>
                  <a:pt x="7491257" y="792480"/>
                  <a:pt x="7482840" y="792480"/>
                </a:cubicBezTo>
                <a:cubicBezTo>
                  <a:pt x="7474423" y="792480"/>
                  <a:pt x="7467600" y="785657"/>
                  <a:pt x="7467600" y="777240"/>
                </a:cubicBezTo>
                <a:cubicBezTo>
                  <a:pt x="7467600" y="768823"/>
                  <a:pt x="7474423" y="762000"/>
                  <a:pt x="7482840" y="762000"/>
                </a:cubicBezTo>
                <a:cubicBezTo>
                  <a:pt x="7491257" y="762000"/>
                  <a:pt x="7498080" y="768823"/>
                  <a:pt x="7498080" y="777240"/>
                </a:cubicBezTo>
                <a:close/>
                <a:moveTo>
                  <a:pt x="7498080" y="929640"/>
                </a:moveTo>
                <a:cubicBezTo>
                  <a:pt x="7498080" y="938057"/>
                  <a:pt x="7491257" y="944880"/>
                  <a:pt x="7482840" y="944880"/>
                </a:cubicBezTo>
                <a:cubicBezTo>
                  <a:pt x="7474423" y="944880"/>
                  <a:pt x="7467600" y="938057"/>
                  <a:pt x="7467600" y="929640"/>
                </a:cubicBezTo>
                <a:cubicBezTo>
                  <a:pt x="7467600" y="921223"/>
                  <a:pt x="7474423" y="914400"/>
                  <a:pt x="7482840" y="914400"/>
                </a:cubicBezTo>
                <a:cubicBezTo>
                  <a:pt x="7491257" y="914400"/>
                  <a:pt x="7498080" y="921223"/>
                  <a:pt x="7498080" y="929640"/>
                </a:cubicBezTo>
                <a:close/>
                <a:moveTo>
                  <a:pt x="7498080" y="1082040"/>
                </a:moveTo>
                <a:cubicBezTo>
                  <a:pt x="7498080" y="1090457"/>
                  <a:pt x="7491257" y="1097280"/>
                  <a:pt x="7482840" y="1097280"/>
                </a:cubicBezTo>
                <a:cubicBezTo>
                  <a:pt x="7474423" y="1097280"/>
                  <a:pt x="7467600" y="1090457"/>
                  <a:pt x="7467600" y="1082040"/>
                </a:cubicBezTo>
                <a:cubicBezTo>
                  <a:pt x="7467600" y="1073623"/>
                  <a:pt x="7474423" y="1066800"/>
                  <a:pt x="7482840" y="1066800"/>
                </a:cubicBezTo>
                <a:cubicBezTo>
                  <a:pt x="7491257" y="1066800"/>
                  <a:pt x="7498080" y="1073623"/>
                  <a:pt x="7498080" y="1082040"/>
                </a:cubicBezTo>
                <a:close/>
                <a:moveTo>
                  <a:pt x="7498080" y="1234440"/>
                </a:moveTo>
                <a:cubicBezTo>
                  <a:pt x="7498080" y="1242857"/>
                  <a:pt x="7491257" y="1249680"/>
                  <a:pt x="7482840" y="1249680"/>
                </a:cubicBezTo>
                <a:cubicBezTo>
                  <a:pt x="7474423" y="1249680"/>
                  <a:pt x="7467600" y="1242857"/>
                  <a:pt x="7467600" y="1234440"/>
                </a:cubicBezTo>
                <a:cubicBezTo>
                  <a:pt x="7467600" y="1226023"/>
                  <a:pt x="7474423" y="1219200"/>
                  <a:pt x="7482840" y="1219200"/>
                </a:cubicBezTo>
                <a:cubicBezTo>
                  <a:pt x="7491257" y="1219200"/>
                  <a:pt x="7498080" y="1226023"/>
                  <a:pt x="7498080" y="1234440"/>
                </a:cubicBezTo>
                <a:close/>
                <a:moveTo>
                  <a:pt x="7498080" y="1386840"/>
                </a:moveTo>
                <a:cubicBezTo>
                  <a:pt x="7498080" y="1395257"/>
                  <a:pt x="7491257" y="1402080"/>
                  <a:pt x="7482840" y="1402080"/>
                </a:cubicBezTo>
                <a:cubicBezTo>
                  <a:pt x="7474423" y="1402080"/>
                  <a:pt x="7467600" y="1395257"/>
                  <a:pt x="7467600" y="1386840"/>
                </a:cubicBezTo>
                <a:cubicBezTo>
                  <a:pt x="7467600" y="1378423"/>
                  <a:pt x="7474423" y="1371600"/>
                  <a:pt x="7482840" y="1371600"/>
                </a:cubicBezTo>
                <a:cubicBezTo>
                  <a:pt x="7491257" y="1371600"/>
                  <a:pt x="7498080" y="1378423"/>
                  <a:pt x="7498080" y="1386840"/>
                </a:cubicBezTo>
                <a:close/>
                <a:moveTo>
                  <a:pt x="7498080" y="1539240"/>
                </a:moveTo>
                <a:cubicBezTo>
                  <a:pt x="7498080" y="1547657"/>
                  <a:pt x="7491257" y="1554480"/>
                  <a:pt x="7482840" y="1554480"/>
                </a:cubicBezTo>
                <a:cubicBezTo>
                  <a:pt x="7474423" y="1554480"/>
                  <a:pt x="7467600" y="1547657"/>
                  <a:pt x="7467600" y="1539240"/>
                </a:cubicBezTo>
                <a:cubicBezTo>
                  <a:pt x="7467600" y="1530823"/>
                  <a:pt x="7474423" y="1524000"/>
                  <a:pt x="7482840" y="1524000"/>
                </a:cubicBezTo>
                <a:cubicBezTo>
                  <a:pt x="7491257" y="1524000"/>
                  <a:pt x="7498080" y="1530823"/>
                  <a:pt x="7498080" y="1539240"/>
                </a:cubicBezTo>
                <a:close/>
                <a:moveTo>
                  <a:pt x="7498080" y="1691640"/>
                </a:moveTo>
                <a:cubicBezTo>
                  <a:pt x="7498080" y="1700057"/>
                  <a:pt x="7491257" y="1706880"/>
                  <a:pt x="7482840" y="1706880"/>
                </a:cubicBezTo>
                <a:cubicBezTo>
                  <a:pt x="7474423" y="1706880"/>
                  <a:pt x="7467600" y="1700057"/>
                  <a:pt x="7467600" y="1691640"/>
                </a:cubicBezTo>
                <a:cubicBezTo>
                  <a:pt x="7467600" y="1683223"/>
                  <a:pt x="7474423" y="1676400"/>
                  <a:pt x="7482840" y="1676400"/>
                </a:cubicBezTo>
                <a:cubicBezTo>
                  <a:pt x="7491257" y="1676400"/>
                  <a:pt x="7498080" y="1683223"/>
                  <a:pt x="7498080" y="1691640"/>
                </a:cubicBezTo>
                <a:close/>
                <a:moveTo>
                  <a:pt x="7498080" y="1844040"/>
                </a:moveTo>
                <a:cubicBezTo>
                  <a:pt x="7498080" y="1852457"/>
                  <a:pt x="7491257" y="1859280"/>
                  <a:pt x="7482840" y="1859280"/>
                </a:cubicBezTo>
                <a:cubicBezTo>
                  <a:pt x="7474423" y="1859280"/>
                  <a:pt x="7467600" y="1852457"/>
                  <a:pt x="7467600" y="1844040"/>
                </a:cubicBezTo>
                <a:cubicBezTo>
                  <a:pt x="7467600" y="1835623"/>
                  <a:pt x="7474423" y="1828800"/>
                  <a:pt x="7482840" y="1828800"/>
                </a:cubicBezTo>
                <a:cubicBezTo>
                  <a:pt x="7491257" y="1828800"/>
                  <a:pt x="7498080" y="1835623"/>
                  <a:pt x="7498080" y="1844040"/>
                </a:cubicBezTo>
                <a:close/>
                <a:moveTo>
                  <a:pt x="7498080" y="1996440"/>
                </a:moveTo>
                <a:cubicBezTo>
                  <a:pt x="7498080" y="2004857"/>
                  <a:pt x="7491257" y="2011680"/>
                  <a:pt x="7482840" y="2011680"/>
                </a:cubicBezTo>
                <a:cubicBezTo>
                  <a:pt x="7474423" y="2011680"/>
                  <a:pt x="7467600" y="2004857"/>
                  <a:pt x="7467600" y="1996440"/>
                </a:cubicBezTo>
                <a:cubicBezTo>
                  <a:pt x="7467600" y="1988023"/>
                  <a:pt x="7474423" y="1981200"/>
                  <a:pt x="7482840" y="1981200"/>
                </a:cubicBezTo>
                <a:cubicBezTo>
                  <a:pt x="7491257" y="1981200"/>
                  <a:pt x="7498080" y="1988023"/>
                  <a:pt x="7498080" y="1996440"/>
                </a:cubicBezTo>
                <a:close/>
                <a:moveTo>
                  <a:pt x="7498080" y="2148840"/>
                </a:moveTo>
                <a:cubicBezTo>
                  <a:pt x="7498080" y="2157257"/>
                  <a:pt x="7491257" y="2164080"/>
                  <a:pt x="7482840" y="2164080"/>
                </a:cubicBezTo>
                <a:cubicBezTo>
                  <a:pt x="7474423" y="2164080"/>
                  <a:pt x="7467600" y="2157257"/>
                  <a:pt x="7467600" y="2148840"/>
                </a:cubicBezTo>
                <a:cubicBezTo>
                  <a:pt x="7467600" y="2140423"/>
                  <a:pt x="7474423" y="2133600"/>
                  <a:pt x="7482840" y="2133600"/>
                </a:cubicBezTo>
                <a:cubicBezTo>
                  <a:pt x="7491257" y="2133600"/>
                  <a:pt x="7498080" y="2140423"/>
                  <a:pt x="7498080" y="2148840"/>
                </a:cubicBezTo>
                <a:close/>
                <a:moveTo>
                  <a:pt x="7498080" y="2301240"/>
                </a:moveTo>
                <a:cubicBezTo>
                  <a:pt x="7498080" y="2309657"/>
                  <a:pt x="7491257" y="2316480"/>
                  <a:pt x="7482840" y="2316480"/>
                </a:cubicBezTo>
                <a:cubicBezTo>
                  <a:pt x="7474423" y="2316480"/>
                  <a:pt x="7467600" y="2309657"/>
                  <a:pt x="7467600" y="2301240"/>
                </a:cubicBezTo>
                <a:cubicBezTo>
                  <a:pt x="7467600" y="2292823"/>
                  <a:pt x="7474423" y="2286000"/>
                  <a:pt x="7482840" y="2286000"/>
                </a:cubicBezTo>
                <a:cubicBezTo>
                  <a:pt x="7491257" y="2286000"/>
                  <a:pt x="7498080" y="2292823"/>
                  <a:pt x="7498080" y="2301240"/>
                </a:cubicBezTo>
                <a:close/>
                <a:moveTo>
                  <a:pt x="7498080" y="2453640"/>
                </a:moveTo>
                <a:cubicBezTo>
                  <a:pt x="7498080" y="2462057"/>
                  <a:pt x="7491257" y="2468880"/>
                  <a:pt x="7482840" y="2468880"/>
                </a:cubicBezTo>
                <a:cubicBezTo>
                  <a:pt x="7474423" y="2468880"/>
                  <a:pt x="7467600" y="2462057"/>
                  <a:pt x="7467600" y="2453640"/>
                </a:cubicBezTo>
                <a:cubicBezTo>
                  <a:pt x="7467600" y="2445223"/>
                  <a:pt x="7474423" y="2438400"/>
                  <a:pt x="7482840" y="2438400"/>
                </a:cubicBezTo>
                <a:cubicBezTo>
                  <a:pt x="7491257" y="2438400"/>
                  <a:pt x="7498080" y="2445223"/>
                  <a:pt x="7498080" y="2453640"/>
                </a:cubicBezTo>
                <a:close/>
                <a:moveTo>
                  <a:pt x="7498080" y="2606040"/>
                </a:moveTo>
                <a:cubicBezTo>
                  <a:pt x="7498080" y="2614457"/>
                  <a:pt x="7491257" y="2621280"/>
                  <a:pt x="7482840" y="2621280"/>
                </a:cubicBezTo>
                <a:cubicBezTo>
                  <a:pt x="7474423" y="2621280"/>
                  <a:pt x="7467600" y="2614457"/>
                  <a:pt x="7467600" y="2606040"/>
                </a:cubicBezTo>
                <a:cubicBezTo>
                  <a:pt x="7467600" y="2597623"/>
                  <a:pt x="7474423" y="2590800"/>
                  <a:pt x="7482840" y="2590800"/>
                </a:cubicBezTo>
                <a:cubicBezTo>
                  <a:pt x="7491257" y="2590800"/>
                  <a:pt x="7498080" y="2597623"/>
                  <a:pt x="7498080" y="2606040"/>
                </a:cubicBezTo>
                <a:close/>
                <a:moveTo>
                  <a:pt x="7498080" y="2758440"/>
                </a:moveTo>
                <a:cubicBezTo>
                  <a:pt x="7498080" y="2766857"/>
                  <a:pt x="7491257" y="2773680"/>
                  <a:pt x="7482840" y="2773680"/>
                </a:cubicBezTo>
                <a:cubicBezTo>
                  <a:pt x="7474423" y="2773680"/>
                  <a:pt x="7467600" y="2766857"/>
                  <a:pt x="7467600" y="2758440"/>
                </a:cubicBezTo>
                <a:cubicBezTo>
                  <a:pt x="7467600" y="2750023"/>
                  <a:pt x="7474423" y="2743200"/>
                  <a:pt x="7482840" y="2743200"/>
                </a:cubicBezTo>
                <a:cubicBezTo>
                  <a:pt x="7491257" y="2743200"/>
                  <a:pt x="7498080" y="2750023"/>
                  <a:pt x="7498080" y="2758440"/>
                </a:cubicBezTo>
                <a:close/>
                <a:moveTo>
                  <a:pt x="7498080" y="2910840"/>
                </a:moveTo>
                <a:cubicBezTo>
                  <a:pt x="7498080" y="2919257"/>
                  <a:pt x="7491257" y="2926080"/>
                  <a:pt x="7482840" y="2926080"/>
                </a:cubicBezTo>
                <a:cubicBezTo>
                  <a:pt x="7474423" y="2926080"/>
                  <a:pt x="7467600" y="2919257"/>
                  <a:pt x="7467600" y="2910840"/>
                </a:cubicBezTo>
                <a:cubicBezTo>
                  <a:pt x="7467600" y="2902423"/>
                  <a:pt x="7474423" y="2895600"/>
                  <a:pt x="7482840" y="2895600"/>
                </a:cubicBezTo>
                <a:cubicBezTo>
                  <a:pt x="7491257" y="2895600"/>
                  <a:pt x="7498080" y="2902423"/>
                  <a:pt x="7498080" y="2910840"/>
                </a:cubicBezTo>
                <a:close/>
                <a:moveTo>
                  <a:pt x="7498080" y="3063240"/>
                </a:moveTo>
                <a:cubicBezTo>
                  <a:pt x="7498080" y="3071657"/>
                  <a:pt x="7491257" y="3078480"/>
                  <a:pt x="7482840" y="3078480"/>
                </a:cubicBezTo>
                <a:cubicBezTo>
                  <a:pt x="7474423" y="3078480"/>
                  <a:pt x="7467600" y="3071657"/>
                  <a:pt x="7467600" y="3063240"/>
                </a:cubicBezTo>
                <a:cubicBezTo>
                  <a:pt x="7467600" y="3054823"/>
                  <a:pt x="7474423" y="3048000"/>
                  <a:pt x="7482840" y="3048000"/>
                </a:cubicBezTo>
                <a:cubicBezTo>
                  <a:pt x="7491257" y="3048000"/>
                  <a:pt x="7498080" y="3054823"/>
                  <a:pt x="7498080" y="3063240"/>
                </a:cubicBezTo>
                <a:close/>
                <a:moveTo>
                  <a:pt x="7498080" y="3215640"/>
                </a:moveTo>
                <a:cubicBezTo>
                  <a:pt x="7498080" y="3224057"/>
                  <a:pt x="7491257" y="3230880"/>
                  <a:pt x="7482840" y="3230880"/>
                </a:cubicBezTo>
                <a:cubicBezTo>
                  <a:pt x="7474423" y="3230880"/>
                  <a:pt x="7467600" y="3224057"/>
                  <a:pt x="7467600" y="3215640"/>
                </a:cubicBezTo>
                <a:cubicBezTo>
                  <a:pt x="7467600" y="3207223"/>
                  <a:pt x="7474423" y="3200400"/>
                  <a:pt x="7482840" y="3200400"/>
                </a:cubicBezTo>
                <a:cubicBezTo>
                  <a:pt x="7491257" y="3200400"/>
                  <a:pt x="7498080" y="3207223"/>
                  <a:pt x="7498080" y="3215640"/>
                </a:cubicBezTo>
                <a:close/>
                <a:moveTo>
                  <a:pt x="7498080" y="3368040"/>
                </a:moveTo>
                <a:cubicBezTo>
                  <a:pt x="7498080" y="3376457"/>
                  <a:pt x="7491257" y="3383280"/>
                  <a:pt x="7482840" y="3383280"/>
                </a:cubicBezTo>
                <a:cubicBezTo>
                  <a:pt x="7474423" y="3383280"/>
                  <a:pt x="7467600" y="3376457"/>
                  <a:pt x="7467600" y="3368040"/>
                </a:cubicBezTo>
                <a:cubicBezTo>
                  <a:pt x="7467600" y="3359623"/>
                  <a:pt x="7474423" y="3352800"/>
                  <a:pt x="7482840" y="3352800"/>
                </a:cubicBezTo>
                <a:cubicBezTo>
                  <a:pt x="7491257" y="3352800"/>
                  <a:pt x="7498080" y="3359623"/>
                  <a:pt x="7498080" y="3368040"/>
                </a:cubicBezTo>
                <a:close/>
                <a:moveTo>
                  <a:pt x="7498080" y="3520440"/>
                </a:moveTo>
                <a:cubicBezTo>
                  <a:pt x="7498080" y="3528857"/>
                  <a:pt x="7491257" y="3535680"/>
                  <a:pt x="7482840" y="3535680"/>
                </a:cubicBezTo>
                <a:cubicBezTo>
                  <a:pt x="7474423" y="3535680"/>
                  <a:pt x="7467600" y="3528857"/>
                  <a:pt x="7467600" y="3520440"/>
                </a:cubicBezTo>
                <a:cubicBezTo>
                  <a:pt x="7467600" y="3512023"/>
                  <a:pt x="7474423" y="3505200"/>
                  <a:pt x="7482840" y="3505200"/>
                </a:cubicBezTo>
                <a:cubicBezTo>
                  <a:pt x="7491257" y="3505200"/>
                  <a:pt x="7498080" y="3512023"/>
                  <a:pt x="7498080" y="3520440"/>
                </a:cubicBezTo>
                <a:close/>
                <a:moveTo>
                  <a:pt x="7498080" y="3672840"/>
                </a:moveTo>
                <a:cubicBezTo>
                  <a:pt x="7498080" y="3681257"/>
                  <a:pt x="7491257" y="3688080"/>
                  <a:pt x="7482840" y="3688080"/>
                </a:cubicBezTo>
                <a:cubicBezTo>
                  <a:pt x="7474423" y="3688080"/>
                  <a:pt x="7467600" y="3681257"/>
                  <a:pt x="7467600" y="3672840"/>
                </a:cubicBezTo>
                <a:cubicBezTo>
                  <a:pt x="7467600" y="3664423"/>
                  <a:pt x="7474423" y="3657600"/>
                  <a:pt x="7482840" y="3657600"/>
                </a:cubicBezTo>
                <a:cubicBezTo>
                  <a:pt x="7491257" y="3657600"/>
                  <a:pt x="7498080" y="3664423"/>
                  <a:pt x="7498080" y="3672840"/>
                </a:cubicBezTo>
                <a:close/>
                <a:moveTo>
                  <a:pt x="7498080" y="3825240"/>
                </a:moveTo>
                <a:cubicBezTo>
                  <a:pt x="7498080" y="3833657"/>
                  <a:pt x="7491257" y="3840480"/>
                  <a:pt x="7482840" y="3840480"/>
                </a:cubicBezTo>
                <a:cubicBezTo>
                  <a:pt x="7474423" y="3840480"/>
                  <a:pt x="7467600" y="3833657"/>
                  <a:pt x="7467600" y="3825240"/>
                </a:cubicBezTo>
                <a:cubicBezTo>
                  <a:pt x="7467600" y="3816823"/>
                  <a:pt x="7474423" y="3810000"/>
                  <a:pt x="7482840" y="3810000"/>
                </a:cubicBezTo>
                <a:cubicBezTo>
                  <a:pt x="7491257" y="3810000"/>
                  <a:pt x="7498080" y="3816823"/>
                  <a:pt x="7498080" y="3825240"/>
                </a:cubicBezTo>
                <a:close/>
                <a:moveTo>
                  <a:pt x="7498080" y="3977640"/>
                </a:moveTo>
                <a:cubicBezTo>
                  <a:pt x="7498080" y="3986057"/>
                  <a:pt x="7491257" y="3992880"/>
                  <a:pt x="7482840" y="3992880"/>
                </a:cubicBezTo>
                <a:cubicBezTo>
                  <a:pt x="7474423" y="3992880"/>
                  <a:pt x="7467600" y="3986057"/>
                  <a:pt x="7467600" y="3977640"/>
                </a:cubicBezTo>
                <a:cubicBezTo>
                  <a:pt x="7467600" y="3969223"/>
                  <a:pt x="7474423" y="3962400"/>
                  <a:pt x="7482840" y="3962400"/>
                </a:cubicBezTo>
                <a:cubicBezTo>
                  <a:pt x="7491257" y="3962400"/>
                  <a:pt x="7498080" y="3969223"/>
                  <a:pt x="7498080" y="3977640"/>
                </a:cubicBezTo>
                <a:close/>
                <a:moveTo>
                  <a:pt x="7498080" y="4130040"/>
                </a:moveTo>
                <a:cubicBezTo>
                  <a:pt x="7498080" y="4138457"/>
                  <a:pt x="7491257" y="4145280"/>
                  <a:pt x="7482840" y="4145280"/>
                </a:cubicBezTo>
                <a:cubicBezTo>
                  <a:pt x="7474423" y="4145280"/>
                  <a:pt x="7467600" y="4138457"/>
                  <a:pt x="7467600" y="4130040"/>
                </a:cubicBezTo>
                <a:cubicBezTo>
                  <a:pt x="7467600" y="4121623"/>
                  <a:pt x="7474423" y="4114800"/>
                  <a:pt x="7482840" y="4114800"/>
                </a:cubicBezTo>
                <a:cubicBezTo>
                  <a:pt x="7491257" y="4114800"/>
                  <a:pt x="7498080" y="4121623"/>
                  <a:pt x="7498080" y="4130040"/>
                </a:cubicBezTo>
                <a:close/>
                <a:moveTo>
                  <a:pt x="7498080" y="4282440"/>
                </a:moveTo>
                <a:cubicBezTo>
                  <a:pt x="7498080" y="4290857"/>
                  <a:pt x="7491257" y="4297680"/>
                  <a:pt x="7482840" y="4297680"/>
                </a:cubicBezTo>
                <a:cubicBezTo>
                  <a:pt x="7474423" y="4297680"/>
                  <a:pt x="7467600" y="4290857"/>
                  <a:pt x="7467600" y="4282440"/>
                </a:cubicBezTo>
                <a:cubicBezTo>
                  <a:pt x="7467600" y="4274023"/>
                  <a:pt x="7474423" y="4267200"/>
                  <a:pt x="7482840" y="4267200"/>
                </a:cubicBezTo>
                <a:cubicBezTo>
                  <a:pt x="7491257" y="4267200"/>
                  <a:pt x="7498080" y="4274023"/>
                  <a:pt x="7498080" y="4282440"/>
                </a:cubicBezTo>
                <a:close/>
                <a:moveTo>
                  <a:pt x="7498080" y="4434840"/>
                </a:moveTo>
                <a:cubicBezTo>
                  <a:pt x="7498080" y="4443257"/>
                  <a:pt x="7491257" y="4450080"/>
                  <a:pt x="7482840" y="4450080"/>
                </a:cubicBezTo>
                <a:cubicBezTo>
                  <a:pt x="7474423" y="4450080"/>
                  <a:pt x="7467600" y="4443257"/>
                  <a:pt x="7467600" y="4434840"/>
                </a:cubicBezTo>
                <a:cubicBezTo>
                  <a:pt x="7467600" y="4426423"/>
                  <a:pt x="7474423" y="4419600"/>
                  <a:pt x="7482840" y="4419600"/>
                </a:cubicBezTo>
                <a:cubicBezTo>
                  <a:pt x="7491257" y="4419600"/>
                  <a:pt x="7498080" y="4426423"/>
                  <a:pt x="7498080" y="4434840"/>
                </a:cubicBezTo>
                <a:close/>
                <a:moveTo>
                  <a:pt x="7650480" y="15240"/>
                </a:moveTo>
                <a:cubicBezTo>
                  <a:pt x="7650480" y="23657"/>
                  <a:pt x="7643657" y="30480"/>
                  <a:pt x="7635240" y="30480"/>
                </a:cubicBezTo>
                <a:cubicBezTo>
                  <a:pt x="7626823" y="30480"/>
                  <a:pt x="7620000" y="23657"/>
                  <a:pt x="7620000" y="15240"/>
                </a:cubicBezTo>
                <a:cubicBezTo>
                  <a:pt x="7620000" y="6823"/>
                  <a:pt x="7626823" y="0"/>
                  <a:pt x="7635240" y="0"/>
                </a:cubicBezTo>
                <a:cubicBezTo>
                  <a:pt x="7643657" y="0"/>
                  <a:pt x="7650480" y="6823"/>
                  <a:pt x="7650480" y="15240"/>
                </a:cubicBezTo>
                <a:close/>
                <a:moveTo>
                  <a:pt x="7650480" y="167640"/>
                </a:moveTo>
                <a:cubicBezTo>
                  <a:pt x="7650480" y="176057"/>
                  <a:pt x="7643657" y="182880"/>
                  <a:pt x="7635240" y="182880"/>
                </a:cubicBezTo>
                <a:cubicBezTo>
                  <a:pt x="7626823" y="182880"/>
                  <a:pt x="7620000" y="176057"/>
                  <a:pt x="7620000" y="167640"/>
                </a:cubicBezTo>
                <a:cubicBezTo>
                  <a:pt x="7620000" y="159223"/>
                  <a:pt x="7626823" y="152400"/>
                  <a:pt x="7635240" y="152400"/>
                </a:cubicBezTo>
                <a:cubicBezTo>
                  <a:pt x="7643657" y="152400"/>
                  <a:pt x="7650480" y="159223"/>
                  <a:pt x="7650480" y="167640"/>
                </a:cubicBezTo>
                <a:close/>
                <a:moveTo>
                  <a:pt x="7650480" y="320040"/>
                </a:moveTo>
                <a:cubicBezTo>
                  <a:pt x="7650480" y="328457"/>
                  <a:pt x="7643657" y="335280"/>
                  <a:pt x="7635240" y="335280"/>
                </a:cubicBezTo>
                <a:cubicBezTo>
                  <a:pt x="7626823" y="335280"/>
                  <a:pt x="7620000" y="328457"/>
                  <a:pt x="7620000" y="320040"/>
                </a:cubicBezTo>
                <a:cubicBezTo>
                  <a:pt x="7620000" y="311623"/>
                  <a:pt x="7626823" y="304800"/>
                  <a:pt x="7635240" y="304800"/>
                </a:cubicBezTo>
                <a:cubicBezTo>
                  <a:pt x="7643657" y="304800"/>
                  <a:pt x="7650480" y="311623"/>
                  <a:pt x="7650480" y="320040"/>
                </a:cubicBezTo>
                <a:close/>
                <a:moveTo>
                  <a:pt x="7650480" y="472440"/>
                </a:moveTo>
                <a:cubicBezTo>
                  <a:pt x="7650480" y="480857"/>
                  <a:pt x="7643657" y="487680"/>
                  <a:pt x="7635240" y="487680"/>
                </a:cubicBezTo>
                <a:cubicBezTo>
                  <a:pt x="7626823" y="487680"/>
                  <a:pt x="7620000" y="480857"/>
                  <a:pt x="7620000" y="472440"/>
                </a:cubicBezTo>
                <a:cubicBezTo>
                  <a:pt x="7620000" y="464023"/>
                  <a:pt x="7626823" y="457200"/>
                  <a:pt x="7635240" y="457200"/>
                </a:cubicBezTo>
                <a:cubicBezTo>
                  <a:pt x="7643657" y="457200"/>
                  <a:pt x="7650480" y="464023"/>
                  <a:pt x="7650480" y="472440"/>
                </a:cubicBezTo>
                <a:close/>
                <a:moveTo>
                  <a:pt x="7650480" y="624840"/>
                </a:moveTo>
                <a:cubicBezTo>
                  <a:pt x="7650480" y="633257"/>
                  <a:pt x="7643657" y="640080"/>
                  <a:pt x="7635240" y="640080"/>
                </a:cubicBezTo>
                <a:cubicBezTo>
                  <a:pt x="7626823" y="640080"/>
                  <a:pt x="7620000" y="633257"/>
                  <a:pt x="7620000" y="624840"/>
                </a:cubicBezTo>
                <a:cubicBezTo>
                  <a:pt x="7620000" y="616423"/>
                  <a:pt x="7626823" y="609600"/>
                  <a:pt x="7635240" y="609600"/>
                </a:cubicBezTo>
                <a:cubicBezTo>
                  <a:pt x="7643657" y="609600"/>
                  <a:pt x="7650480" y="616423"/>
                  <a:pt x="7650480" y="624840"/>
                </a:cubicBezTo>
                <a:close/>
                <a:moveTo>
                  <a:pt x="7650480" y="777240"/>
                </a:moveTo>
                <a:cubicBezTo>
                  <a:pt x="7650480" y="785657"/>
                  <a:pt x="7643657" y="792480"/>
                  <a:pt x="7635240" y="792480"/>
                </a:cubicBezTo>
                <a:cubicBezTo>
                  <a:pt x="7626823" y="792480"/>
                  <a:pt x="7620000" y="785657"/>
                  <a:pt x="7620000" y="777240"/>
                </a:cubicBezTo>
                <a:cubicBezTo>
                  <a:pt x="7620000" y="768823"/>
                  <a:pt x="7626823" y="762000"/>
                  <a:pt x="7635240" y="762000"/>
                </a:cubicBezTo>
                <a:cubicBezTo>
                  <a:pt x="7643657" y="762000"/>
                  <a:pt x="7650480" y="768823"/>
                  <a:pt x="7650480" y="777240"/>
                </a:cubicBezTo>
                <a:close/>
                <a:moveTo>
                  <a:pt x="7650480" y="929640"/>
                </a:moveTo>
                <a:cubicBezTo>
                  <a:pt x="7650480" y="938057"/>
                  <a:pt x="7643657" y="944880"/>
                  <a:pt x="7635240" y="944880"/>
                </a:cubicBezTo>
                <a:cubicBezTo>
                  <a:pt x="7626823" y="944880"/>
                  <a:pt x="7620000" y="938057"/>
                  <a:pt x="7620000" y="929640"/>
                </a:cubicBezTo>
                <a:cubicBezTo>
                  <a:pt x="7620000" y="921223"/>
                  <a:pt x="7626823" y="914400"/>
                  <a:pt x="7635240" y="914400"/>
                </a:cubicBezTo>
                <a:cubicBezTo>
                  <a:pt x="7643657" y="914400"/>
                  <a:pt x="7650480" y="921223"/>
                  <a:pt x="7650480" y="929640"/>
                </a:cubicBezTo>
                <a:close/>
                <a:moveTo>
                  <a:pt x="7650480" y="1082040"/>
                </a:moveTo>
                <a:cubicBezTo>
                  <a:pt x="7650480" y="1090457"/>
                  <a:pt x="7643657" y="1097280"/>
                  <a:pt x="7635240" y="1097280"/>
                </a:cubicBezTo>
                <a:cubicBezTo>
                  <a:pt x="7626823" y="1097280"/>
                  <a:pt x="7620000" y="1090457"/>
                  <a:pt x="7620000" y="1082040"/>
                </a:cubicBezTo>
                <a:cubicBezTo>
                  <a:pt x="7620000" y="1073623"/>
                  <a:pt x="7626823" y="1066800"/>
                  <a:pt x="7635240" y="1066800"/>
                </a:cubicBezTo>
                <a:cubicBezTo>
                  <a:pt x="7643657" y="1066800"/>
                  <a:pt x="7650480" y="1073623"/>
                  <a:pt x="7650480" y="1082040"/>
                </a:cubicBezTo>
                <a:close/>
                <a:moveTo>
                  <a:pt x="7650480" y="1234440"/>
                </a:moveTo>
                <a:cubicBezTo>
                  <a:pt x="7650480" y="1242857"/>
                  <a:pt x="7643657" y="1249680"/>
                  <a:pt x="7635240" y="1249680"/>
                </a:cubicBezTo>
                <a:cubicBezTo>
                  <a:pt x="7626823" y="1249680"/>
                  <a:pt x="7620000" y="1242857"/>
                  <a:pt x="7620000" y="1234440"/>
                </a:cubicBezTo>
                <a:cubicBezTo>
                  <a:pt x="7620000" y="1226023"/>
                  <a:pt x="7626823" y="1219200"/>
                  <a:pt x="7635240" y="1219200"/>
                </a:cubicBezTo>
                <a:cubicBezTo>
                  <a:pt x="7643657" y="1219200"/>
                  <a:pt x="7650480" y="1226023"/>
                  <a:pt x="7650480" y="1234440"/>
                </a:cubicBezTo>
                <a:close/>
                <a:moveTo>
                  <a:pt x="7650480" y="1386840"/>
                </a:moveTo>
                <a:cubicBezTo>
                  <a:pt x="7650480" y="1395257"/>
                  <a:pt x="7643657" y="1402080"/>
                  <a:pt x="7635240" y="1402080"/>
                </a:cubicBezTo>
                <a:cubicBezTo>
                  <a:pt x="7626823" y="1402080"/>
                  <a:pt x="7620000" y="1395257"/>
                  <a:pt x="7620000" y="1386840"/>
                </a:cubicBezTo>
                <a:cubicBezTo>
                  <a:pt x="7620000" y="1378423"/>
                  <a:pt x="7626823" y="1371600"/>
                  <a:pt x="7635240" y="1371600"/>
                </a:cubicBezTo>
                <a:cubicBezTo>
                  <a:pt x="7643657" y="1371600"/>
                  <a:pt x="7650480" y="1378423"/>
                  <a:pt x="7650480" y="1386840"/>
                </a:cubicBezTo>
                <a:close/>
                <a:moveTo>
                  <a:pt x="7650480" y="1539240"/>
                </a:moveTo>
                <a:cubicBezTo>
                  <a:pt x="7650480" y="1547657"/>
                  <a:pt x="7643657" y="1554480"/>
                  <a:pt x="7635240" y="1554480"/>
                </a:cubicBezTo>
                <a:cubicBezTo>
                  <a:pt x="7626823" y="1554480"/>
                  <a:pt x="7620000" y="1547657"/>
                  <a:pt x="7620000" y="1539240"/>
                </a:cubicBezTo>
                <a:cubicBezTo>
                  <a:pt x="7620000" y="1530823"/>
                  <a:pt x="7626823" y="1524000"/>
                  <a:pt x="7635240" y="1524000"/>
                </a:cubicBezTo>
                <a:cubicBezTo>
                  <a:pt x="7643657" y="1524000"/>
                  <a:pt x="7650480" y="1530823"/>
                  <a:pt x="7650480" y="1539240"/>
                </a:cubicBezTo>
                <a:close/>
                <a:moveTo>
                  <a:pt x="7650480" y="1691640"/>
                </a:moveTo>
                <a:cubicBezTo>
                  <a:pt x="7650480" y="1700057"/>
                  <a:pt x="7643657" y="1706880"/>
                  <a:pt x="7635240" y="1706880"/>
                </a:cubicBezTo>
                <a:cubicBezTo>
                  <a:pt x="7626823" y="1706880"/>
                  <a:pt x="7620000" y="1700057"/>
                  <a:pt x="7620000" y="1691640"/>
                </a:cubicBezTo>
                <a:cubicBezTo>
                  <a:pt x="7620000" y="1683223"/>
                  <a:pt x="7626823" y="1676400"/>
                  <a:pt x="7635240" y="1676400"/>
                </a:cubicBezTo>
                <a:cubicBezTo>
                  <a:pt x="7643657" y="1676400"/>
                  <a:pt x="7650480" y="1683223"/>
                  <a:pt x="7650480" y="1691640"/>
                </a:cubicBezTo>
                <a:close/>
                <a:moveTo>
                  <a:pt x="7650480" y="1844040"/>
                </a:moveTo>
                <a:cubicBezTo>
                  <a:pt x="7650480" y="1852457"/>
                  <a:pt x="7643657" y="1859280"/>
                  <a:pt x="7635240" y="1859280"/>
                </a:cubicBezTo>
                <a:cubicBezTo>
                  <a:pt x="7626823" y="1859280"/>
                  <a:pt x="7620000" y="1852457"/>
                  <a:pt x="7620000" y="1844040"/>
                </a:cubicBezTo>
                <a:cubicBezTo>
                  <a:pt x="7620000" y="1835623"/>
                  <a:pt x="7626823" y="1828800"/>
                  <a:pt x="7635240" y="1828800"/>
                </a:cubicBezTo>
                <a:cubicBezTo>
                  <a:pt x="7643657" y="1828800"/>
                  <a:pt x="7650480" y="1835623"/>
                  <a:pt x="7650480" y="1844040"/>
                </a:cubicBezTo>
                <a:close/>
                <a:moveTo>
                  <a:pt x="7650480" y="1996440"/>
                </a:moveTo>
                <a:cubicBezTo>
                  <a:pt x="7650480" y="2004857"/>
                  <a:pt x="7643657" y="2011680"/>
                  <a:pt x="7635240" y="2011680"/>
                </a:cubicBezTo>
                <a:cubicBezTo>
                  <a:pt x="7626823" y="2011680"/>
                  <a:pt x="7620000" y="2004857"/>
                  <a:pt x="7620000" y="1996440"/>
                </a:cubicBezTo>
                <a:cubicBezTo>
                  <a:pt x="7620000" y="1988023"/>
                  <a:pt x="7626823" y="1981200"/>
                  <a:pt x="7635240" y="1981200"/>
                </a:cubicBezTo>
                <a:cubicBezTo>
                  <a:pt x="7643657" y="1981200"/>
                  <a:pt x="7650480" y="1988023"/>
                  <a:pt x="7650480" y="1996440"/>
                </a:cubicBezTo>
                <a:close/>
                <a:moveTo>
                  <a:pt x="7650480" y="2148840"/>
                </a:moveTo>
                <a:cubicBezTo>
                  <a:pt x="7650480" y="2157257"/>
                  <a:pt x="7643657" y="2164080"/>
                  <a:pt x="7635240" y="2164080"/>
                </a:cubicBezTo>
                <a:cubicBezTo>
                  <a:pt x="7626823" y="2164080"/>
                  <a:pt x="7620000" y="2157257"/>
                  <a:pt x="7620000" y="2148840"/>
                </a:cubicBezTo>
                <a:cubicBezTo>
                  <a:pt x="7620000" y="2140423"/>
                  <a:pt x="7626823" y="2133600"/>
                  <a:pt x="7635240" y="2133600"/>
                </a:cubicBezTo>
                <a:cubicBezTo>
                  <a:pt x="7643657" y="2133600"/>
                  <a:pt x="7650480" y="2140423"/>
                  <a:pt x="7650480" y="2148840"/>
                </a:cubicBezTo>
                <a:close/>
                <a:moveTo>
                  <a:pt x="7650480" y="2301240"/>
                </a:moveTo>
                <a:cubicBezTo>
                  <a:pt x="7650480" y="2309657"/>
                  <a:pt x="7643657" y="2316480"/>
                  <a:pt x="7635240" y="2316480"/>
                </a:cubicBezTo>
                <a:cubicBezTo>
                  <a:pt x="7626823" y="2316480"/>
                  <a:pt x="7620000" y="2309657"/>
                  <a:pt x="7620000" y="2301240"/>
                </a:cubicBezTo>
                <a:cubicBezTo>
                  <a:pt x="7620000" y="2292823"/>
                  <a:pt x="7626823" y="2286000"/>
                  <a:pt x="7635240" y="2286000"/>
                </a:cubicBezTo>
                <a:cubicBezTo>
                  <a:pt x="7643657" y="2286000"/>
                  <a:pt x="7650480" y="2292823"/>
                  <a:pt x="7650480" y="2301240"/>
                </a:cubicBezTo>
                <a:close/>
                <a:moveTo>
                  <a:pt x="7650480" y="2453640"/>
                </a:moveTo>
                <a:cubicBezTo>
                  <a:pt x="7650480" y="2462057"/>
                  <a:pt x="7643657" y="2468880"/>
                  <a:pt x="7635240" y="2468880"/>
                </a:cubicBezTo>
                <a:cubicBezTo>
                  <a:pt x="7626823" y="2468880"/>
                  <a:pt x="7620000" y="2462057"/>
                  <a:pt x="7620000" y="2453640"/>
                </a:cubicBezTo>
                <a:cubicBezTo>
                  <a:pt x="7620000" y="2445223"/>
                  <a:pt x="7626823" y="2438400"/>
                  <a:pt x="7635240" y="2438400"/>
                </a:cubicBezTo>
                <a:cubicBezTo>
                  <a:pt x="7643657" y="2438400"/>
                  <a:pt x="7650480" y="2445223"/>
                  <a:pt x="7650480" y="2453640"/>
                </a:cubicBezTo>
                <a:close/>
                <a:moveTo>
                  <a:pt x="7650480" y="2606040"/>
                </a:moveTo>
                <a:cubicBezTo>
                  <a:pt x="7650480" y="2614457"/>
                  <a:pt x="7643657" y="2621280"/>
                  <a:pt x="7635240" y="2621280"/>
                </a:cubicBezTo>
                <a:cubicBezTo>
                  <a:pt x="7626823" y="2621280"/>
                  <a:pt x="7620000" y="2614457"/>
                  <a:pt x="7620000" y="2606040"/>
                </a:cubicBezTo>
                <a:cubicBezTo>
                  <a:pt x="7620000" y="2597623"/>
                  <a:pt x="7626823" y="2590800"/>
                  <a:pt x="7635240" y="2590800"/>
                </a:cubicBezTo>
                <a:cubicBezTo>
                  <a:pt x="7643657" y="2590800"/>
                  <a:pt x="7650480" y="2597623"/>
                  <a:pt x="7650480" y="2606040"/>
                </a:cubicBezTo>
                <a:close/>
                <a:moveTo>
                  <a:pt x="7650480" y="2758440"/>
                </a:moveTo>
                <a:cubicBezTo>
                  <a:pt x="7650480" y="2766857"/>
                  <a:pt x="7643657" y="2773680"/>
                  <a:pt x="7635240" y="2773680"/>
                </a:cubicBezTo>
                <a:cubicBezTo>
                  <a:pt x="7626823" y="2773680"/>
                  <a:pt x="7620000" y="2766857"/>
                  <a:pt x="7620000" y="2758440"/>
                </a:cubicBezTo>
                <a:cubicBezTo>
                  <a:pt x="7620000" y="2750023"/>
                  <a:pt x="7626823" y="2743200"/>
                  <a:pt x="7635240" y="2743200"/>
                </a:cubicBezTo>
                <a:cubicBezTo>
                  <a:pt x="7643657" y="2743200"/>
                  <a:pt x="7650480" y="2750023"/>
                  <a:pt x="7650480" y="2758440"/>
                </a:cubicBezTo>
                <a:close/>
                <a:moveTo>
                  <a:pt x="7650480" y="2910840"/>
                </a:moveTo>
                <a:cubicBezTo>
                  <a:pt x="7650480" y="2919257"/>
                  <a:pt x="7643657" y="2926080"/>
                  <a:pt x="7635240" y="2926080"/>
                </a:cubicBezTo>
                <a:cubicBezTo>
                  <a:pt x="7626823" y="2926080"/>
                  <a:pt x="7620000" y="2919257"/>
                  <a:pt x="7620000" y="2910840"/>
                </a:cubicBezTo>
                <a:cubicBezTo>
                  <a:pt x="7620000" y="2902423"/>
                  <a:pt x="7626823" y="2895600"/>
                  <a:pt x="7635240" y="2895600"/>
                </a:cubicBezTo>
                <a:cubicBezTo>
                  <a:pt x="7643657" y="2895600"/>
                  <a:pt x="7650480" y="2902423"/>
                  <a:pt x="7650480" y="2910840"/>
                </a:cubicBezTo>
                <a:close/>
                <a:moveTo>
                  <a:pt x="7650480" y="3063240"/>
                </a:moveTo>
                <a:cubicBezTo>
                  <a:pt x="7650480" y="3071657"/>
                  <a:pt x="7643657" y="3078480"/>
                  <a:pt x="7635240" y="3078480"/>
                </a:cubicBezTo>
                <a:cubicBezTo>
                  <a:pt x="7626823" y="3078480"/>
                  <a:pt x="7620000" y="3071657"/>
                  <a:pt x="7620000" y="3063240"/>
                </a:cubicBezTo>
                <a:cubicBezTo>
                  <a:pt x="7620000" y="3054823"/>
                  <a:pt x="7626823" y="3048000"/>
                  <a:pt x="7635240" y="3048000"/>
                </a:cubicBezTo>
                <a:cubicBezTo>
                  <a:pt x="7643657" y="3048000"/>
                  <a:pt x="7650480" y="3054823"/>
                  <a:pt x="7650480" y="3063240"/>
                </a:cubicBezTo>
                <a:close/>
                <a:moveTo>
                  <a:pt x="7650480" y="3215640"/>
                </a:moveTo>
                <a:cubicBezTo>
                  <a:pt x="7650480" y="3224057"/>
                  <a:pt x="7643657" y="3230880"/>
                  <a:pt x="7635240" y="3230880"/>
                </a:cubicBezTo>
                <a:cubicBezTo>
                  <a:pt x="7626823" y="3230880"/>
                  <a:pt x="7620000" y="3224057"/>
                  <a:pt x="7620000" y="3215640"/>
                </a:cubicBezTo>
                <a:cubicBezTo>
                  <a:pt x="7620000" y="3207223"/>
                  <a:pt x="7626823" y="3200400"/>
                  <a:pt x="7635240" y="3200400"/>
                </a:cubicBezTo>
                <a:cubicBezTo>
                  <a:pt x="7643657" y="3200400"/>
                  <a:pt x="7650480" y="3207223"/>
                  <a:pt x="7650480" y="3215640"/>
                </a:cubicBezTo>
                <a:close/>
                <a:moveTo>
                  <a:pt x="7650480" y="3368040"/>
                </a:moveTo>
                <a:cubicBezTo>
                  <a:pt x="7650480" y="3376457"/>
                  <a:pt x="7643657" y="3383280"/>
                  <a:pt x="7635240" y="3383280"/>
                </a:cubicBezTo>
                <a:cubicBezTo>
                  <a:pt x="7626823" y="3383280"/>
                  <a:pt x="7620000" y="3376457"/>
                  <a:pt x="7620000" y="3368040"/>
                </a:cubicBezTo>
                <a:cubicBezTo>
                  <a:pt x="7620000" y="3359623"/>
                  <a:pt x="7626823" y="3352800"/>
                  <a:pt x="7635240" y="3352800"/>
                </a:cubicBezTo>
                <a:cubicBezTo>
                  <a:pt x="7643657" y="3352800"/>
                  <a:pt x="7650480" y="3359623"/>
                  <a:pt x="7650480" y="3368040"/>
                </a:cubicBezTo>
                <a:close/>
                <a:moveTo>
                  <a:pt x="7650480" y="3520440"/>
                </a:moveTo>
                <a:cubicBezTo>
                  <a:pt x="7650480" y="3528857"/>
                  <a:pt x="7643657" y="3535680"/>
                  <a:pt x="7635240" y="3535680"/>
                </a:cubicBezTo>
                <a:cubicBezTo>
                  <a:pt x="7626823" y="3535680"/>
                  <a:pt x="7620000" y="3528857"/>
                  <a:pt x="7620000" y="3520440"/>
                </a:cubicBezTo>
                <a:cubicBezTo>
                  <a:pt x="7620000" y="3512023"/>
                  <a:pt x="7626823" y="3505200"/>
                  <a:pt x="7635240" y="3505200"/>
                </a:cubicBezTo>
                <a:cubicBezTo>
                  <a:pt x="7643657" y="3505200"/>
                  <a:pt x="7650480" y="3512023"/>
                  <a:pt x="7650480" y="3520440"/>
                </a:cubicBezTo>
                <a:close/>
                <a:moveTo>
                  <a:pt x="7650480" y="3672840"/>
                </a:moveTo>
                <a:cubicBezTo>
                  <a:pt x="7650480" y="3681257"/>
                  <a:pt x="7643657" y="3688080"/>
                  <a:pt x="7635240" y="3688080"/>
                </a:cubicBezTo>
                <a:cubicBezTo>
                  <a:pt x="7626823" y="3688080"/>
                  <a:pt x="7620000" y="3681257"/>
                  <a:pt x="7620000" y="3672840"/>
                </a:cubicBezTo>
                <a:cubicBezTo>
                  <a:pt x="7620000" y="3664423"/>
                  <a:pt x="7626823" y="3657600"/>
                  <a:pt x="7635240" y="3657600"/>
                </a:cubicBezTo>
                <a:cubicBezTo>
                  <a:pt x="7643657" y="3657600"/>
                  <a:pt x="7650480" y="3664423"/>
                  <a:pt x="7650480" y="3672840"/>
                </a:cubicBezTo>
                <a:close/>
                <a:moveTo>
                  <a:pt x="7650480" y="3825240"/>
                </a:moveTo>
                <a:cubicBezTo>
                  <a:pt x="7650480" y="3833657"/>
                  <a:pt x="7643657" y="3840480"/>
                  <a:pt x="7635240" y="3840480"/>
                </a:cubicBezTo>
                <a:cubicBezTo>
                  <a:pt x="7626823" y="3840480"/>
                  <a:pt x="7620000" y="3833657"/>
                  <a:pt x="7620000" y="3825240"/>
                </a:cubicBezTo>
                <a:cubicBezTo>
                  <a:pt x="7620000" y="3816823"/>
                  <a:pt x="7626823" y="3810000"/>
                  <a:pt x="7635240" y="3810000"/>
                </a:cubicBezTo>
                <a:cubicBezTo>
                  <a:pt x="7643657" y="3810000"/>
                  <a:pt x="7650480" y="3816823"/>
                  <a:pt x="7650480" y="3825240"/>
                </a:cubicBezTo>
                <a:close/>
                <a:moveTo>
                  <a:pt x="7650480" y="3977640"/>
                </a:moveTo>
                <a:cubicBezTo>
                  <a:pt x="7650480" y="3986057"/>
                  <a:pt x="7643657" y="3992880"/>
                  <a:pt x="7635240" y="3992880"/>
                </a:cubicBezTo>
                <a:cubicBezTo>
                  <a:pt x="7626823" y="3992880"/>
                  <a:pt x="7620000" y="3986057"/>
                  <a:pt x="7620000" y="3977640"/>
                </a:cubicBezTo>
                <a:cubicBezTo>
                  <a:pt x="7620000" y="3969223"/>
                  <a:pt x="7626823" y="3962400"/>
                  <a:pt x="7635240" y="3962400"/>
                </a:cubicBezTo>
                <a:cubicBezTo>
                  <a:pt x="7643657" y="3962400"/>
                  <a:pt x="7650480" y="3969223"/>
                  <a:pt x="7650480" y="3977640"/>
                </a:cubicBezTo>
                <a:close/>
                <a:moveTo>
                  <a:pt x="7650480" y="4130040"/>
                </a:moveTo>
                <a:cubicBezTo>
                  <a:pt x="7650480" y="4138457"/>
                  <a:pt x="7643657" y="4145280"/>
                  <a:pt x="7635240" y="4145280"/>
                </a:cubicBezTo>
                <a:cubicBezTo>
                  <a:pt x="7626823" y="4145280"/>
                  <a:pt x="7620000" y="4138457"/>
                  <a:pt x="7620000" y="4130040"/>
                </a:cubicBezTo>
                <a:cubicBezTo>
                  <a:pt x="7620000" y="4121623"/>
                  <a:pt x="7626823" y="4114800"/>
                  <a:pt x="7635240" y="4114800"/>
                </a:cubicBezTo>
                <a:cubicBezTo>
                  <a:pt x="7643657" y="4114800"/>
                  <a:pt x="7650480" y="4121623"/>
                  <a:pt x="7650480" y="4130040"/>
                </a:cubicBezTo>
                <a:close/>
                <a:moveTo>
                  <a:pt x="7650480" y="4282440"/>
                </a:moveTo>
                <a:cubicBezTo>
                  <a:pt x="7650480" y="4290857"/>
                  <a:pt x="7643657" y="4297680"/>
                  <a:pt x="7635240" y="4297680"/>
                </a:cubicBezTo>
                <a:cubicBezTo>
                  <a:pt x="7626823" y="4297680"/>
                  <a:pt x="7620000" y="4290857"/>
                  <a:pt x="7620000" y="4282440"/>
                </a:cubicBezTo>
                <a:cubicBezTo>
                  <a:pt x="7620000" y="4274023"/>
                  <a:pt x="7626823" y="4267200"/>
                  <a:pt x="7635240" y="4267200"/>
                </a:cubicBezTo>
                <a:cubicBezTo>
                  <a:pt x="7643657" y="4267200"/>
                  <a:pt x="7650480" y="4274023"/>
                  <a:pt x="7650480" y="4282440"/>
                </a:cubicBezTo>
                <a:close/>
                <a:moveTo>
                  <a:pt x="7650480" y="4434840"/>
                </a:moveTo>
                <a:cubicBezTo>
                  <a:pt x="7650480" y="4443257"/>
                  <a:pt x="7643657" y="4450080"/>
                  <a:pt x="7635240" y="4450080"/>
                </a:cubicBezTo>
                <a:cubicBezTo>
                  <a:pt x="7626823" y="4450080"/>
                  <a:pt x="7620000" y="4443257"/>
                  <a:pt x="7620000" y="4434840"/>
                </a:cubicBezTo>
                <a:cubicBezTo>
                  <a:pt x="7620000" y="4426423"/>
                  <a:pt x="7626823" y="4419600"/>
                  <a:pt x="7635240" y="4419600"/>
                </a:cubicBezTo>
                <a:cubicBezTo>
                  <a:pt x="7643657" y="4419600"/>
                  <a:pt x="7650480" y="4426423"/>
                  <a:pt x="7650480" y="4434840"/>
                </a:cubicBezTo>
                <a:close/>
                <a:moveTo>
                  <a:pt x="7802880" y="15240"/>
                </a:moveTo>
                <a:cubicBezTo>
                  <a:pt x="7802880" y="23657"/>
                  <a:pt x="7796057" y="30480"/>
                  <a:pt x="7787640" y="30480"/>
                </a:cubicBezTo>
                <a:cubicBezTo>
                  <a:pt x="7779223" y="30480"/>
                  <a:pt x="7772400" y="23657"/>
                  <a:pt x="7772400" y="15240"/>
                </a:cubicBezTo>
                <a:cubicBezTo>
                  <a:pt x="7772400" y="6823"/>
                  <a:pt x="7779223" y="0"/>
                  <a:pt x="7787640" y="0"/>
                </a:cubicBezTo>
                <a:cubicBezTo>
                  <a:pt x="7796057" y="0"/>
                  <a:pt x="7802880" y="6823"/>
                  <a:pt x="7802880" y="15240"/>
                </a:cubicBezTo>
                <a:close/>
                <a:moveTo>
                  <a:pt x="7802880" y="167640"/>
                </a:moveTo>
                <a:cubicBezTo>
                  <a:pt x="7802880" y="176057"/>
                  <a:pt x="7796057" y="182880"/>
                  <a:pt x="7787640" y="182880"/>
                </a:cubicBezTo>
                <a:cubicBezTo>
                  <a:pt x="7779223" y="182880"/>
                  <a:pt x="7772400" y="176057"/>
                  <a:pt x="7772400" y="167640"/>
                </a:cubicBezTo>
                <a:cubicBezTo>
                  <a:pt x="7772400" y="159223"/>
                  <a:pt x="7779223" y="152400"/>
                  <a:pt x="7787640" y="152400"/>
                </a:cubicBezTo>
                <a:cubicBezTo>
                  <a:pt x="7796057" y="152400"/>
                  <a:pt x="7802880" y="159223"/>
                  <a:pt x="7802880" y="167640"/>
                </a:cubicBezTo>
                <a:close/>
                <a:moveTo>
                  <a:pt x="7802880" y="320040"/>
                </a:moveTo>
                <a:cubicBezTo>
                  <a:pt x="7802880" y="328457"/>
                  <a:pt x="7796057" y="335280"/>
                  <a:pt x="7787640" y="335280"/>
                </a:cubicBezTo>
                <a:cubicBezTo>
                  <a:pt x="7779223" y="335280"/>
                  <a:pt x="7772400" y="328457"/>
                  <a:pt x="7772400" y="320040"/>
                </a:cubicBezTo>
                <a:cubicBezTo>
                  <a:pt x="7772400" y="311623"/>
                  <a:pt x="7779223" y="304800"/>
                  <a:pt x="7787640" y="304800"/>
                </a:cubicBezTo>
                <a:cubicBezTo>
                  <a:pt x="7796057" y="304800"/>
                  <a:pt x="7802880" y="311623"/>
                  <a:pt x="7802880" y="320040"/>
                </a:cubicBezTo>
                <a:close/>
                <a:moveTo>
                  <a:pt x="7802880" y="472440"/>
                </a:moveTo>
                <a:cubicBezTo>
                  <a:pt x="7802880" y="480857"/>
                  <a:pt x="7796057" y="487680"/>
                  <a:pt x="7787640" y="487680"/>
                </a:cubicBezTo>
                <a:cubicBezTo>
                  <a:pt x="7779223" y="487680"/>
                  <a:pt x="7772400" y="480857"/>
                  <a:pt x="7772400" y="472440"/>
                </a:cubicBezTo>
                <a:cubicBezTo>
                  <a:pt x="7772400" y="464023"/>
                  <a:pt x="7779223" y="457200"/>
                  <a:pt x="7787640" y="457200"/>
                </a:cubicBezTo>
                <a:cubicBezTo>
                  <a:pt x="7796057" y="457200"/>
                  <a:pt x="7802880" y="464023"/>
                  <a:pt x="7802880" y="472440"/>
                </a:cubicBezTo>
                <a:close/>
                <a:moveTo>
                  <a:pt x="7802880" y="624840"/>
                </a:moveTo>
                <a:cubicBezTo>
                  <a:pt x="7802880" y="633257"/>
                  <a:pt x="7796057" y="640080"/>
                  <a:pt x="7787640" y="640080"/>
                </a:cubicBezTo>
                <a:cubicBezTo>
                  <a:pt x="7779223" y="640080"/>
                  <a:pt x="7772400" y="633257"/>
                  <a:pt x="7772400" y="624840"/>
                </a:cubicBezTo>
                <a:cubicBezTo>
                  <a:pt x="7772400" y="616423"/>
                  <a:pt x="7779223" y="609600"/>
                  <a:pt x="7787640" y="609600"/>
                </a:cubicBezTo>
                <a:cubicBezTo>
                  <a:pt x="7796057" y="609600"/>
                  <a:pt x="7802880" y="616423"/>
                  <a:pt x="7802880" y="624840"/>
                </a:cubicBezTo>
                <a:close/>
                <a:moveTo>
                  <a:pt x="7802880" y="777240"/>
                </a:moveTo>
                <a:cubicBezTo>
                  <a:pt x="7802880" y="785657"/>
                  <a:pt x="7796057" y="792480"/>
                  <a:pt x="7787640" y="792480"/>
                </a:cubicBezTo>
                <a:cubicBezTo>
                  <a:pt x="7779223" y="792480"/>
                  <a:pt x="7772400" y="785657"/>
                  <a:pt x="7772400" y="777240"/>
                </a:cubicBezTo>
                <a:cubicBezTo>
                  <a:pt x="7772400" y="768823"/>
                  <a:pt x="7779223" y="762000"/>
                  <a:pt x="7787640" y="762000"/>
                </a:cubicBezTo>
                <a:cubicBezTo>
                  <a:pt x="7796057" y="762000"/>
                  <a:pt x="7802880" y="768823"/>
                  <a:pt x="7802880" y="777240"/>
                </a:cubicBezTo>
                <a:close/>
                <a:moveTo>
                  <a:pt x="7802880" y="929640"/>
                </a:moveTo>
                <a:cubicBezTo>
                  <a:pt x="7802880" y="938057"/>
                  <a:pt x="7796057" y="944880"/>
                  <a:pt x="7787640" y="944880"/>
                </a:cubicBezTo>
                <a:cubicBezTo>
                  <a:pt x="7779223" y="944880"/>
                  <a:pt x="7772400" y="938057"/>
                  <a:pt x="7772400" y="929640"/>
                </a:cubicBezTo>
                <a:cubicBezTo>
                  <a:pt x="7772400" y="921223"/>
                  <a:pt x="7779223" y="914400"/>
                  <a:pt x="7787640" y="914400"/>
                </a:cubicBezTo>
                <a:cubicBezTo>
                  <a:pt x="7796057" y="914400"/>
                  <a:pt x="7802880" y="921223"/>
                  <a:pt x="7802880" y="929640"/>
                </a:cubicBezTo>
                <a:close/>
                <a:moveTo>
                  <a:pt x="7802880" y="1082040"/>
                </a:moveTo>
                <a:cubicBezTo>
                  <a:pt x="7802880" y="1090457"/>
                  <a:pt x="7796057" y="1097280"/>
                  <a:pt x="7787640" y="1097280"/>
                </a:cubicBezTo>
                <a:cubicBezTo>
                  <a:pt x="7779223" y="1097280"/>
                  <a:pt x="7772400" y="1090457"/>
                  <a:pt x="7772400" y="1082040"/>
                </a:cubicBezTo>
                <a:cubicBezTo>
                  <a:pt x="7772400" y="1073623"/>
                  <a:pt x="7779223" y="1066800"/>
                  <a:pt x="7787640" y="1066800"/>
                </a:cubicBezTo>
                <a:cubicBezTo>
                  <a:pt x="7796057" y="1066800"/>
                  <a:pt x="7802880" y="1073623"/>
                  <a:pt x="7802880" y="1082040"/>
                </a:cubicBezTo>
                <a:close/>
                <a:moveTo>
                  <a:pt x="7802880" y="1234440"/>
                </a:moveTo>
                <a:cubicBezTo>
                  <a:pt x="7802880" y="1242857"/>
                  <a:pt x="7796057" y="1249680"/>
                  <a:pt x="7787640" y="1249680"/>
                </a:cubicBezTo>
                <a:cubicBezTo>
                  <a:pt x="7779223" y="1249680"/>
                  <a:pt x="7772400" y="1242857"/>
                  <a:pt x="7772400" y="1234440"/>
                </a:cubicBezTo>
                <a:cubicBezTo>
                  <a:pt x="7772400" y="1226023"/>
                  <a:pt x="7779223" y="1219200"/>
                  <a:pt x="7787640" y="1219200"/>
                </a:cubicBezTo>
                <a:cubicBezTo>
                  <a:pt x="7796057" y="1219200"/>
                  <a:pt x="7802880" y="1226023"/>
                  <a:pt x="7802880" y="1234440"/>
                </a:cubicBezTo>
                <a:close/>
                <a:moveTo>
                  <a:pt x="7802880" y="1386840"/>
                </a:moveTo>
                <a:cubicBezTo>
                  <a:pt x="7802880" y="1395257"/>
                  <a:pt x="7796057" y="1402080"/>
                  <a:pt x="7787640" y="1402080"/>
                </a:cubicBezTo>
                <a:cubicBezTo>
                  <a:pt x="7779223" y="1402080"/>
                  <a:pt x="7772400" y="1395257"/>
                  <a:pt x="7772400" y="1386840"/>
                </a:cubicBezTo>
                <a:cubicBezTo>
                  <a:pt x="7772400" y="1378423"/>
                  <a:pt x="7779223" y="1371600"/>
                  <a:pt x="7787640" y="1371600"/>
                </a:cubicBezTo>
                <a:cubicBezTo>
                  <a:pt x="7796057" y="1371600"/>
                  <a:pt x="7802880" y="1378423"/>
                  <a:pt x="7802880" y="1386840"/>
                </a:cubicBezTo>
                <a:close/>
                <a:moveTo>
                  <a:pt x="7802880" y="1539240"/>
                </a:moveTo>
                <a:cubicBezTo>
                  <a:pt x="7802880" y="1547657"/>
                  <a:pt x="7796057" y="1554480"/>
                  <a:pt x="7787640" y="1554480"/>
                </a:cubicBezTo>
                <a:cubicBezTo>
                  <a:pt x="7779223" y="1554480"/>
                  <a:pt x="7772400" y="1547657"/>
                  <a:pt x="7772400" y="1539240"/>
                </a:cubicBezTo>
                <a:cubicBezTo>
                  <a:pt x="7772400" y="1530823"/>
                  <a:pt x="7779223" y="1524000"/>
                  <a:pt x="7787640" y="1524000"/>
                </a:cubicBezTo>
                <a:cubicBezTo>
                  <a:pt x="7796057" y="1524000"/>
                  <a:pt x="7802880" y="1530823"/>
                  <a:pt x="7802880" y="1539240"/>
                </a:cubicBezTo>
                <a:close/>
                <a:moveTo>
                  <a:pt x="7802880" y="1691640"/>
                </a:moveTo>
                <a:cubicBezTo>
                  <a:pt x="7802880" y="1700057"/>
                  <a:pt x="7796057" y="1706880"/>
                  <a:pt x="7787640" y="1706880"/>
                </a:cubicBezTo>
                <a:cubicBezTo>
                  <a:pt x="7779223" y="1706880"/>
                  <a:pt x="7772400" y="1700057"/>
                  <a:pt x="7772400" y="1691640"/>
                </a:cubicBezTo>
                <a:cubicBezTo>
                  <a:pt x="7772400" y="1683223"/>
                  <a:pt x="7779223" y="1676400"/>
                  <a:pt x="7787640" y="1676400"/>
                </a:cubicBezTo>
                <a:cubicBezTo>
                  <a:pt x="7796057" y="1676400"/>
                  <a:pt x="7802880" y="1683223"/>
                  <a:pt x="7802880" y="1691640"/>
                </a:cubicBezTo>
                <a:close/>
                <a:moveTo>
                  <a:pt x="7802880" y="1844040"/>
                </a:moveTo>
                <a:cubicBezTo>
                  <a:pt x="7802880" y="1852457"/>
                  <a:pt x="7796057" y="1859280"/>
                  <a:pt x="7787640" y="1859280"/>
                </a:cubicBezTo>
                <a:cubicBezTo>
                  <a:pt x="7779223" y="1859280"/>
                  <a:pt x="7772400" y="1852457"/>
                  <a:pt x="7772400" y="1844040"/>
                </a:cubicBezTo>
                <a:cubicBezTo>
                  <a:pt x="7772400" y="1835623"/>
                  <a:pt x="7779223" y="1828800"/>
                  <a:pt x="7787640" y="1828800"/>
                </a:cubicBezTo>
                <a:cubicBezTo>
                  <a:pt x="7796057" y="1828800"/>
                  <a:pt x="7802880" y="1835623"/>
                  <a:pt x="7802880" y="1844040"/>
                </a:cubicBezTo>
                <a:close/>
                <a:moveTo>
                  <a:pt x="7802880" y="1996440"/>
                </a:moveTo>
                <a:cubicBezTo>
                  <a:pt x="7802880" y="2004857"/>
                  <a:pt x="7796057" y="2011680"/>
                  <a:pt x="7787640" y="2011680"/>
                </a:cubicBezTo>
                <a:cubicBezTo>
                  <a:pt x="7779223" y="2011680"/>
                  <a:pt x="7772400" y="2004857"/>
                  <a:pt x="7772400" y="1996440"/>
                </a:cubicBezTo>
                <a:cubicBezTo>
                  <a:pt x="7772400" y="1988023"/>
                  <a:pt x="7779223" y="1981200"/>
                  <a:pt x="7787640" y="1981200"/>
                </a:cubicBezTo>
                <a:cubicBezTo>
                  <a:pt x="7796057" y="1981200"/>
                  <a:pt x="7802880" y="1988023"/>
                  <a:pt x="7802880" y="1996440"/>
                </a:cubicBezTo>
                <a:close/>
                <a:moveTo>
                  <a:pt x="7802880" y="2148840"/>
                </a:moveTo>
                <a:cubicBezTo>
                  <a:pt x="7802880" y="2157257"/>
                  <a:pt x="7796057" y="2164080"/>
                  <a:pt x="7787640" y="2164080"/>
                </a:cubicBezTo>
                <a:cubicBezTo>
                  <a:pt x="7779223" y="2164080"/>
                  <a:pt x="7772400" y="2157257"/>
                  <a:pt x="7772400" y="2148840"/>
                </a:cubicBezTo>
                <a:cubicBezTo>
                  <a:pt x="7772400" y="2140423"/>
                  <a:pt x="7779223" y="2133600"/>
                  <a:pt x="7787640" y="2133600"/>
                </a:cubicBezTo>
                <a:cubicBezTo>
                  <a:pt x="7796057" y="2133600"/>
                  <a:pt x="7802880" y="2140423"/>
                  <a:pt x="7802880" y="2148840"/>
                </a:cubicBezTo>
                <a:close/>
                <a:moveTo>
                  <a:pt x="7802880" y="2301240"/>
                </a:moveTo>
                <a:cubicBezTo>
                  <a:pt x="7802880" y="2309657"/>
                  <a:pt x="7796057" y="2316480"/>
                  <a:pt x="7787640" y="2316480"/>
                </a:cubicBezTo>
                <a:cubicBezTo>
                  <a:pt x="7779223" y="2316480"/>
                  <a:pt x="7772400" y="2309657"/>
                  <a:pt x="7772400" y="2301240"/>
                </a:cubicBezTo>
                <a:cubicBezTo>
                  <a:pt x="7772400" y="2292823"/>
                  <a:pt x="7779223" y="2286000"/>
                  <a:pt x="7787640" y="2286000"/>
                </a:cubicBezTo>
                <a:cubicBezTo>
                  <a:pt x="7796057" y="2286000"/>
                  <a:pt x="7802880" y="2292823"/>
                  <a:pt x="7802880" y="2301240"/>
                </a:cubicBezTo>
                <a:close/>
                <a:moveTo>
                  <a:pt x="7802880" y="2453640"/>
                </a:moveTo>
                <a:cubicBezTo>
                  <a:pt x="7802880" y="2462057"/>
                  <a:pt x="7796057" y="2468880"/>
                  <a:pt x="7787640" y="2468880"/>
                </a:cubicBezTo>
                <a:cubicBezTo>
                  <a:pt x="7779223" y="2468880"/>
                  <a:pt x="7772400" y="2462057"/>
                  <a:pt x="7772400" y="2453640"/>
                </a:cubicBezTo>
                <a:cubicBezTo>
                  <a:pt x="7772400" y="2445223"/>
                  <a:pt x="7779223" y="2438400"/>
                  <a:pt x="7787640" y="2438400"/>
                </a:cubicBezTo>
                <a:cubicBezTo>
                  <a:pt x="7796057" y="2438400"/>
                  <a:pt x="7802880" y="2445223"/>
                  <a:pt x="7802880" y="2453640"/>
                </a:cubicBezTo>
                <a:close/>
                <a:moveTo>
                  <a:pt x="7802880" y="2606040"/>
                </a:moveTo>
                <a:cubicBezTo>
                  <a:pt x="7802880" y="2614457"/>
                  <a:pt x="7796057" y="2621280"/>
                  <a:pt x="7787640" y="2621280"/>
                </a:cubicBezTo>
                <a:cubicBezTo>
                  <a:pt x="7779223" y="2621280"/>
                  <a:pt x="7772400" y="2614457"/>
                  <a:pt x="7772400" y="2606040"/>
                </a:cubicBezTo>
                <a:cubicBezTo>
                  <a:pt x="7772400" y="2597623"/>
                  <a:pt x="7779223" y="2590800"/>
                  <a:pt x="7787640" y="2590800"/>
                </a:cubicBezTo>
                <a:cubicBezTo>
                  <a:pt x="7796057" y="2590800"/>
                  <a:pt x="7802880" y="2597623"/>
                  <a:pt x="7802880" y="2606040"/>
                </a:cubicBezTo>
                <a:close/>
                <a:moveTo>
                  <a:pt x="7802880" y="2758440"/>
                </a:moveTo>
                <a:cubicBezTo>
                  <a:pt x="7802880" y="2766857"/>
                  <a:pt x="7796057" y="2773680"/>
                  <a:pt x="7787640" y="2773680"/>
                </a:cubicBezTo>
                <a:cubicBezTo>
                  <a:pt x="7779223" y="2773680"/>
                  <a:pt x="7772400" y="2766857"/>
                  <a:pt x="7772400" y="2758440"/>
                </a:cubicBezTo>
                <a:cubicBezTo>
                  <a:pt x="7772400" y="2750023"/>
                  <a:pt x="7779223" y="2743200"/>
                  <a:pt x="7787640" y="2743200"/>
                </a:cubicBezTo>
                <a:cubicBezTo>
                  <a:pt x="7796057" y="2743200"/>
                  <a:pt x="7802880" y="2750023"/>
                  <a:pt x="7802880" y="2758440"/>
                </a:cubicBezTo>
                <a:close/>
                <a:moveTo>
                  <a:pt x="7802880" y="2910840"/>
                </a:moveTo>
                <a:cubicBezTo>
                  <a:pt x="7802880" y="2919257"/>
                  <a:pt x="7796057" y="2926080"/>
                  <a:pt x="7787640" y="2926080"/>
                </a:cubicBezTo>
                <a:cubicBezTo>
                  <a:pt x="7779223" y="2926080"/>
                  <a:pt x="7772400" y="2919257"/>
                  <a:pt x="7772400" y="2910840"/>
                </a:cubicBezTo>
                <a:cubicBezTo>
                  <a:pt x="7772400" y="2902423"/>
                  <a:pt x="7779223" y="2895600"/>
                  <a:pt x="7787640" y="2895600"/>
                </a:cubicBezTo>
                <a:cubicBezTo>
                  <a:pt x="7796057" y="2895600"/>
                  <a:pt x="7802880" y="2902423"/>
                  <a:pt x="7802880" y="2910840"/>
                </a:cubicBezTo>
                <a:close/>
                <a:moveTo>
                  <a:pt x="7802880" y="3063240"/>
                </a:moveTo>
                <a:cubicBezTo>
                  <a:pt x="7802880" y="3071657"/>
                  <a:pt x="7796057" y="3078480"/>
                  <a:pt x="7787640" y="3078480"/>
                </a:cubicBezTo>
                <a:cubicBezTo>
                  <a:pt x="7779223" y="3078480"/>
                  <a:pt x="7772400" y="3071657"/>
                  <a:pt x="7772400" y="3063240"/>
                </a:cubicBezTo>
                <a:cubicBezTo>
                  <a:pt x="7772400" y="3054823"/>
                  <a:pt x="7779223" y="3048000"/>
                  <a:pt x="7787640" y="3048000"/>
                </a:cubicBezTo>
                <a:cubicBezTo>
                  <a:pt x="7796057" y="3048000"/>
                  <a:pt x="7802880" y="3054823"/>
                  <a:pt x="7802880" y="3063240"/>
                </a:cubicBezTo>
                <a:close/>
                <a:moveTo>
                  <a:pt x="7802880" y="3215640"/>
                </a:moveTo>
                <a:cubicBezTo>
                  <a:pt x="7802880" y="3224057"/>
                  <a:pt x="7796057" y="3230880"/>
                  <a:pt x="7787640" y="3230880"/>
                </a:cubicBezTo>
                <a:cubicBezTo>
                  <a:pt x="7779223" y="3230880"/>
                  <a:pt x="7772400" y="3224057"/>
                  <a:pt x="7772400" y="3215640"/>
                </a:cubicBezTo>
                <a:cubicBezTo>
                  <a:pt x="7772400" y="3207223"/>
                  <a:pt x="7779223" y="3200400"/>
                  <a:pt x="7787640" y="3200400"/>
                </a:cubicBezTo>
                <a:cubicBezTo>
                  <a:pt x="7796057" y="3200400"/>
                  <a:pt x="7802880" y="3207223"/>
                  <a:pt x="7802880" y="3215640"/>
                </a:cubicBezTo>
                <a:close/>
                <a:moveTo>
                  <a:pt x="7802880" y="3368040"/>
                </a:moveTo>
                <a:cubicBezTo>
                  <a:pt x="7802880" y="3376457"/>
                  <a:pt x="7796057" y="3383280"/>
                  <a:pt x="7787640" y="3383280"/>
                </a:cubicBezTo>
                <a:cubicBezTo>
                  <a:pt x="7779223" y="3383280"/>
                  <a:pt x="7772400" y="3376457"/>
                  <a:pt x="7772400" y="3368040"/>
                </a:cubicBezTo>
                <a:cubicBezTo>
                  <a:pt x="7772400" y="3359623"/>
                  <a:pt x="7779223" y="3352800"/>
                  <a:pt x="7787640" y="3352800"/>
                </a:cubicBezTo>
                <a:cubicBezTo>
                  <a:pt x="7796057" y="3352800"/>
                  <a:pt x="7802880" y="3359623"/>
                  <a:pt x="7802880" y="3368040"/>
                </a:cubicBezTo>
                <a:close/>
                <a:moveTo>
                  <a:pt x="7802880" y="3520440"/>
                </a:moveTo>
                <a:cubicBezTo>
                  <a:pt x="7802880" y="3528857"/>
                  <a:pt x="7796057" y="3535680"/>
                  <a:pt x="7787640" y="3535680"/>
                </a:cubicBezTo>
                <a:cubicBezTo>
                  <a:pt x="7779223" y="3535680"/>
                  <a:pt x="7772400" y="3528857"/>
                  <a:pt x="7772400" y="3520440"/>
                </a:cubicBezTo>
                <a:cubicBezTo>
                  <a:pt x="7772400" y="3512023"/>
                  <a:pt x="7779223" y="3505200"/>
                  <a:pt x="7787640" y="3505200"/>
                </a:cubicBezTo>
                <a:cubicBezTo>
                  <a:pt x="7796057" y="3505200"/>
                  <a:pt x="7802880" y="3512023"/>
                  <a:pt x="7802880" y="3520440"/>
                </a:cubicBezTo>
                <a:close/>
                <a:moveTo>
                  <a:pt x="7802880" y="3672840"/>
                </a:moveTo>
                <a:cubicBezTo>
                  <a:pt x="7802880" y="3681257"/>
                  <a:pt x="7796057" y="3688080"/>
                  <a:pt x="7787640" y="3688080"/>
                </a:cubicBezTo>
                <a:cubicBezTo>
                  <a:pt x="7779223" y="3688080"/>
                  <a:pt x="7772400" y="3681257"/>
                  <a:pt x="7772400" y="3672840"/>
                </a:cubicBezTo>
                <a:cubicBezTo>
                  <a:pt x="7772400" y="3664423"/>
                  <a:pt x="7779223" y="3657600"/>
                  <a:pt x="7787640" y="3657600"/>
                </a:cubicBezTo>
                <a:cubicBezTo>
                  <a:pt x="7796057" y="3657600"/>
                  <a:pt x="7802880" y="3664423"/>
                  <a:pt x="7802880" y="3672840"/>
                </a:cubicBezTo>
                <a:close/>
                <a:moveTo>
                  <a:pt x="7802880" y="3825240"/>
                </a:moveTo>
                <a:cubicBezTo>
                  <a:pt x="7802880" y="3833657"/>
                  <a:pt x="7796057" y="3840480"/>
                  <a:pt x="7787640" y="3840480"/>
                </a:cubicBezTo>
                <a:cubicBezTo>
                  <a:pt x="7779223" y="3840480"/>
                  <a:pt x="7772400" y="3833657"/>
                  <a:pt x="7772400" y="3825240"/>
                </a:cubicBezTo>
                <a:cubicBezTo>
                  <a:pt x="7772400" y="3816823"/>
                  <a:pt x="7779223" y="3810000"/>
                  <a:pt x="7787640" y="3810000"/>
                </a:cubicBezTo>
                <a:cubicBezTo>
                  <a:pt x="7796057" y="3810000"/>
                  <a:pt x="7802880" y="3816823"/>
                  <a:pt x="7802880" y="3825240"/>
                </a:cubicBezTo>
                <a:close/>
                <a:moveTo>
                  <a:pt x="7802880" y="3977640"/>
                </a:moveTo>
                <a:cubicBezTo>
                  <a:pt x="7802880" y="3986057"/>
                  <a:pt x="7796057" y="3992880"/>
                  <a:pt x="7787640" y="3992880"/>
                </a:cubicBezTo>
                <a:cubicBezTo>
                  <a:pt x="7779223" y="3992880"/>
                  <a:pt x="7772400" y="3986057"/>
                  <a:pt x="7772400" y="3977640"/>
                </a:cubicBezTo>
                <a:cubicBezTo>
                  <a:pt x="7772400" y="3969223"/>
                  <a:pt x="7779223" y="3962400"/>
                  <a:pt x="7787640" y="3962400"/>
                </a:cubicBezTo>
                <a:cubicBezTo>
                  <a:pt x="7796057" y="3962400"/>
                  <a:pt x="7802880" y="3969223"/>
                  <a:pt x="7802880" y="3977640"/>
                </a:cubicBezTo>
                <a:close/>
                <a:moveTo>
                  <a:pt x="7802880" y="4130040"/>
                </a:moveTo>
                <a:cubicBezTo>
                  <a:pt x="7802880" y="4138457"/>
                  <a:pt x="7796057" y="4145280"/>
                  <a:pt x="7787640" y="4145280"/>
                </a:cubicBezTo>
                <a:cubicBezTo>
                  <a:pt x="7779223" y="4145280"/>
                  <a:pt x="7772400" y="4138457"/>
                  <a:pt x="7772400" y="4130040"/>
                </a:cubicBezTo>
                <a:cubicBezTo>
                  <a:pt x="7772400" y="4121623"/>
                  <a:pt x="7779223" y="4114800"/>
                  <a:pt x="7787640" y="4114800"/>
                </a:cubicBezTo>
                <a:cubicBezTo>
                  <a:pt x="7796057" y="4114800"/>
                  <a:pt x="7802880" y="4121623"/>
                  <a:pt x="7802880" y="4130040"/>
                </a:cubicBezTo>
                <a:close/>
                <a:moveTo>
                  <a:pt x="7802880" y="4282440"/>
                </a:moveTo>
                <a:cubicBezTo>
                  <a:pt x="7802880" y="4290857"/>
                  <a:pt x="7796057" y="4297680"/>
                  <a:pt x="7787640" y="4297680"/>
                </a:cubicBezTo>
                <a:cubicBezTo>
                  <a:pt x="7779223" y="4297680"/>
                  <a:pt x="7772400" y="4290857"/>
                  <a:pt x="7772400" y="4282440"/>
                </a:cubicBezTo>
                <a:cubicBezTo>
                  <a:pt x="7772400" y="4274023"/>
                  <a:pt x="7779223" y="4267200"/>
                  <a:pt x="7787640" y="4267200"/>
                </a:cubicBezTo>
                <a:cubicBezTo>
                  <a:pt x="7796057" y="4267200"/>
                  <a:pt x="7802880" y="4274023"/>
                  <a:pt x="7802880" y="4282440"/>
                </a:cubicBezTo>
                <a:close/>
                <a:moveTo>
                  <a:pt x="7802880" y="4434840"/>
                </a:moveTo>
                <a:cubicBezTo>
                  <a:pt x="7802880" y="4443257"/>
                  <a:pt x="7796057" y="4450080"/>
                  <a:pt x="7787640" y="4450080"/>
                </a:cubicBezTo>
                <a:cubicBezTo>
                  <a:pt x="7779223" y="4450080"/>
                  <a:pt x="7772400" y="4443257"/>
                  <a:pt x="7772400" y="4434840"/>
                </a:cubicBezTo>
                <a:cubicBezTo>
                  <a:pt x="7772400" y="4426423"/>
                  <a:pt x="7779223" y="4419600"/>
                  <a:pt x="7787640" y="4419600"/>
                </a:cubicBezTo>
                <a:cubicBezTo>
                  <a:pt x="7796057" y="4419600"/>
                  <a:pt x="7802880" y="4426423"/>
                  <a:pt x="7802880" y="4434840"/>
                </a:cubicBezTo>
                <a:close/>
                <a:moveTo>
                  <a:pt x="7955280" y="15240"/>
                </a:moveTo>
                <a:cubicBezTo>
                  <a:pt x="7955280" y="23657"/>
                  <a:pt x="7948457" y="30480"/>
                  <a:pt x="7940040" y="30480"/>
                </a:cubicBezTo>
                <a:cubicBezTo>
                  <a:pt x="7931623" y="30480"/>
                  <a:pt x="7924800" y="23657"/>
                  <a:pt x="7924800" y="15240"/>
                </a:cubicBezTo>
                <a:cubicBezTo>
                  <a:pt x="7924800" y="6823"/>
                  <a:pt x="7931623" y="0"/>
                  <a:pt x="7940040" y="0"/>
                </a:cubicBezTo>
                <a:cubicBezTo>
                  <a:pt x="7948457" y="0"/>
                  <a:pt x="7955280" y="6823"/>
                  <a:pt x="7955280" y="15240"/>
                </a:cubicBezTo>
                <a:close/>
                <a:moveTo>
                  <a:pt x="7955280" y="167640"/>
                </a:moveTo>
                <a:cubicBezTo>
                  <a:pt x="7955280" y="176057"/>
                  <a:pt x="7948457" y="182880"/>
                  <a:pt x="7940040" y="182880"/>
                </a:cubicBezTo>
                <a:cubicBezTo>
                  <a:pt x="7931623" y="182880"/>
                  <a:pt x="7924800" y="176057"/>
                  <a:pt x="7924800" y="167640"/>
                </a:cubicBezTo>
                <a:cubicBezTo>
                  <a:pt x="7924800" y="159223"/>
                  <a:pt x="7931623" y="152400"/>
                  <a:pt x="7940040" y="152400"/>
                </a:cubicBezTo>
                <a:cubicBezTo>
                  <a:pt x="7948457" y="152400"/>
                  <a:pt x="7955280" y="159223"/>
                  <a:pt x="7955280" y="167640"/>
                </a:cubicBezTo>
                <a:close/>
                <a:moveTo>
                  <a:pt x="7955280" y="320040"/>
                </a:moveTo>
                <a:cubicBezTo>
                  <a:pt x="7955280" y="328457"/>
                  <a:pt x="7948457" y="335280"/>
                  <a:pt x="7940040" y="335280"/>
                </a:cubicBezTo>
                <a:cubicBezTo>
                  <a:pt x="7931623" y="335280"/>
                  <a:pt x="7924800" y="328457"/>
                  <a:pt x="7924800" y="320040"/>
                </a:cubicBezTo>
                <a:cubicBezTo>
                  <a:pt x="7924800" y="311623"/>
                  <a:pt x="7931623" y="304800"/>
                  <a:pt x="7940040" y="304800"/>
                </a:cubicBezTo>
                <a:cubicBezTo>
                  <a:pt x="7948457" y="304800"/>
                  <a:pt x="7955280" y="311623"/>
                  <a:pt x="7955280" y="320040"/>
                </a:cubicBezTo>
                <a:close/>
                <a:moveTo>
                  <a:pt x="7955280" y="472440"/>
                </a:moveTo>
                <a:cubicBezTo>
                  <a:pt x="7955280" y="480857"/>
                  <a:pt x="7948457" y="487680"/>
                  <a:pt x="7940040" y="487680"/>
                </a:cubicBezTo>
                <a:cubicBezTo>
                  <a:pt x="7931623" y="487680"/>
                  <a:pt x="7924800" y="480857"/>
                  <a:pt x="7924800" y="472440"/>
                </a:cubicBezTo>
                <a:cubicBezTo>
                  <a:pt x="7924800" y="464023"/>
                  <a:pt x="7931623" y="457200"/>
                  <a:pt x="7940040" y="457200"/>
                </a:cubicBezTo>
                <a:cubicBezTo>
                  <a:pt x="7948457" y="457200"/>
                  <a:pt x="7955280" y="464023"/>
                  <a:pt x="7955280" y="472440"/>
                </a:cubicBezTo>
                <a:close/>
                <a:moveTo>
                  <a:pt x="7955280" y="624840"/>
                </a:moveTo>
                <a:cubicBezTo>
                  <a:pt x="7955280" y="633257"/>
                  <a:pt x="7948457" y="640080"/>
                  <a:pt x="7940040" y="640080"/>
                </a:cubicBezTo>
                <a:cubicBezTo>
                  <a:pt x="7931623" y="640080"/>
                  <a:pt x="7924800" y="633257"/>
                  <a:pt x="7924800" y="624840"/>
                </a:cubicBezTo>
                <a:cubicBezTo>
                  <a:pt x="7924800" y="616423"/>
                  <a:pt x="7931623" y="609600"/>
                  <a:pt x="7940040" y="609600"/>
                </a:cubicBezTo>
                <a:cubicBezTo>
                  <a:pt x="7948457" y="609600"/>
                  <a:pt x="7955280" y="616423"/>
                  <a:pt x="7955280" y="624840"/>
                </a:cubicBezTo>
                <a:close/>
                <a:moveTo>
                  <a:pt x="7955280" y="777240"/>
                </a:moveTo>
                <a:cubicBezTo>
                  <a:pt x="7955280" y="785657"/>
                  <a:pt x="7948457" y="792480"/>
                  <a:pt x="7940040" y="792480"/>
                </a:cubicBezTo>
                <a:cubicBezTo>
                  <a:pt x="7931623" y="792480"/>
                  <a:pt x="7924800" y="785657"/>
                  <a:pt x="7924800" y="777240"/>
                </a:cubicBezTo>
                <a:cubicBezTo>
                  <a:pt x="7924800" y="768823"/>
                  <a:pt x="7931623" y="762000"/>
                  <a:pt x="7940040" y="762000"/>
                </a:cubicBezTo>
                <a:cubicBezTo>
                  <a:pt x="7948457" y="762000"/>
                  <a:pt x="7955280" y="768823"/>
                  <a:pt x="7955280" y="777240"/>
                </a:cubicBezTo>
                <a:close/>
                <a:moveTo>
                  <a:pt x="7955280" y="929640"/>
                </a:moveTo>
                <a:cubicBezTo>
                  <a:pt x="7955280" y="938057"/>
                  <a:pt x="7948457" y="944880"/>
                  <a:pt x="7940040" y="944880"/>
                </a:cubicBezTo>
                <a:cubicBezTo>
                  <a:pt x="7931623" y="944880"/>
                  <a:pt x="7924800" y="938057"/>
                  <a:pt x="7924800" y="929640"/>
                </a:cubicBezTo>
                <a:cubicBezTo>
                  <a:pt x="7924800" y="921223"/>
                  <a:pt x="7931623" y="914400"/>
                  <a:pt x="7940040" y="914400"/>
                </a:cubicBezTo>
                <a:cubicBezTo>
                  <a:pt x="7948457" y="914400"/>
                  <a:pt x="7955280" y="921223"/>
                  <a:pt x="7955280" y="929640"/>
                </a:cubicBezTo>
                <a:close/>
                <a:moveTo>
                  <a:pt x="7955280" y="1082040"/>
                </a:moveTo>
                <a:cubicBezTo>
                  <a:pt x="7955280" y="1090457"/>
                  <a:pt x="7948457" y="1097280"/>
                  <a:pt x="7940040" y="1097280"/>
                </a:cubicBezTo>
                <a:cubicBezTo>
                  <a:pt x="7931623" y="1097280"/>
                  <a:pt x="7924800" y="1090457"/>
                  <a:pt x="7924800" y="1082040"/>
                </a:cubicBezTo>
                <a:cubicBezTo>
                  <a:pt x="7924800" y="1073623"/>
                  <a:pt x="7931623" y="1066800"/>
                  <a:pt x="7940040" y="1066800"/>
                </a:cubicBezTo>
                <a:cubicBezTo>
                  <a:pt x="7948457" y="1066800"/>
                  <a:pt x="7955280" y="1073623"/>
                  <a:pt x="7955280" y="1082040"/>
                </a:cubicBezTo>
                <a:close/>
                <a:moveTo>
                  <a:pt x="7955280" y="1234440"/>
                </a:moveTo>
                <a:cubicBezTo>
                  <a:pt x="7955280" y="1242857"/>
                  <a:pt x="7948457" y="1249680"/>
                  <a:pt x="7940040" y="1249680"/>
                </a:cubicBezTo>
                <a:cubicBezTo>
                  <a:pt x="7931623" y="1249680"/>
                  <a:pt x="7924800" y="1242857"/>
                  <a:pt x="7924800" y="1234440"/>
                </a:cubicBezTo>
                <a:cubicBezTo>
                  <a:pt x="7924800" y="1226023"/>
                  <a:pt x="7931623" y="1219200"/>
                  <a:pt x="7940040" y="1219200"/>
                </a:cubicBezTo>
                <a:cubicBezTo>
                  <a:pt x="7948457" y="1219200"/>
                  <a:pt x="7955280" y="1226023"/>
                  <a:pt x="7955280" y="1234440"/>
                </a:cubicBezTo>
                <a:close/>
                <a:moveTo>
                  <a:pt x="7955280" y="1386840"/>
                </a:moveTo>
                <a:cubicBezTo>
                  <a:pt x="7955280" y="1395257"/>
                  <a:pt x="7948457" y="1402080"/>
                  <a:pt x="7940040" y="1402080"/>
                </a:cubicBezTo>
                <a:cubicBezTo>
                  <a:pt x="7931623" y="1402080"/>
                  <a:pt x="7924800" y="1395257"/>
                  <a:pt x="7924800" y="1386840"/>
                </a:cubicBezTo>
                <a:cubicBezTo>
                  <a:pt x="7924800" y="1378423"/>
                  <a:pt x="7931623" y="1371600"/>
                  <a:pt x="7940040" y="1371600"/>
                </a:cubicBezTo>
                <a:cubicBezTo>
                  <a:pt x="7948457" y="1371600"/>
                  <a:pt x="7955280" y="1378423"/>
                  <a:pt x="7955280" y="1386840"/>
                </a:cubicBezTo>
                <a:close/>
                <a:moveTo>
                  <a:pt x="7955280" y="1539240"/>
                </a:moveTo>
                <a:cubicBezTo>
                  <a:pt x="7955280" y="1547657"/>
                  <a:pt x="7948457" y="1554480"/>
                  <a:pt x="7940040" y="1554480"/>
                </a:cubicBezTo>
                <a:cubicBezTo>
                  <a:pt x="7931623" y="1554480"/>
                  <a:pt x="7924800" y="1547657"/>
                  <a:pt x="7924800" y="1539240"/>
                </a:cubicBezTo>
                <a:cubicBezTo>
                  <a:pt x="7924800" y="1530823"/>
                  <a:pt x="7931623" y="1524000"/>
                  <a:pt x="7940040" y="1524000"/>
                </a:cubicBezTo>
                <a:cubicBezTo>
                  <a:pt x="7948457" y="1524000"/>
                  <a:pt x="7955280" y="1530823"/>
                  <a:pt x="7955280" y="1539240"/>
                </a:cubicBezTo>
                <a:close/>
                <a:moveTo>
                  <a:pt x="7955280" y="1691640"/>
                </a:moveTo>
                <a:cubicBezTo>
                  <a:pt x="7955280" y="1700057"/>
                  <a:pt x="7948457" y="1706880"/>
                  <a:pt x="7940040" y="1706880"/>
                </a:cubicBezTo>
                <a:cubicBezTo>
                  <a:pt x="7931623" y="1706880"/>
                  <a:pt x="7924800" y="1700057"/>
                  <a:pt x="7924800" y="1691640"/>
                </a:cubicBezTo>
                <a:cubicBezTo>
                  <a:pt x="7924800" y="1683223"/>
                  <a:pt x="7931623" y="1676400"/>
                  <a:pt x="7940040" y="1676400"/>
                </a:cubicBezTo>
                <a:cubicBezTo>
                  <a:pt x="7948457" y="1676400"/>
                  <a:pt x="7955280" y="1683223"/>
                  <a:pt x="7955280" y="1691640"/>
                </a:cubicBezTo>
                <a:close/>
                <a:moveTo>
                  <a:pt x="7955280" y="1844040"/>
                </a:moveTo>
                <a:cubicBezTo>
                  <a:pt x="7955280" y="1852457"/>
                  <a:pt x="7948457" y="1859280"/>
                  <a:pt x="7940040" y="1859280"/>
                </a:cubicBezTo>
                <a:cubicBezTo>
                  <a:pt x="7931623" y="1859280"/>
                  <a:pt x="7924800" y="1852457"/>
                  <a:pt x="7924800" y="1844040"/>
                </a:cubicBezTo>
                <a:cubicBezTo>
                  <a:pt x="7924800" y="1835623"/>
                  <a:pt x="7931623" y="1828800"/>
                  <a:pt x="7940040" y="1828800"/>
                </a:cubicBezTo>
                <a:cubicBezTo>
                  <a:pt x="7948457" y="1828800"/>
                  <a:pt x="7955280" y="1835623"/>
                  <a:pt x="7955280" y="1844040"/>
                </a:cubicBezTo>
                <a:close/>
                <a:moveTo>
                  <a:pt x="7955280" y="1996440"/>
                </a:moveTo>
                <a:cubicBezTo>
                  <a:pt x="7955280" y="2004857"/>
                  <a:pt x="7948457" y="2011680"/>
                  <a:pt x="7940040" y="2011680"/>
                </a:cubicBezTo>
                <a:cubicBezTo>
                  <a:pt x="7931623" y="2011680"/>
                  <a:pt x="7924800" y="2004857"/>
                  <a:pt x="7924800" y="1996440"/>
                </a:cubicBezTo>
                <a:cubicBezTo>
                  <a:pt x="7924800" y="1988023"/>
                  <a:pt x="7931623" y="1981200"/>
                  <a:pt x="7940040" y="1981200"/>
                </a:cubicBezTo>
                <a:cubicBezTo>
                  <a:pt x="7948457" y="1981200"/>
                  <a:pt x="7955280" y="1988023"/>
                  <a:pt x="7955280" y="1996440"/>
                </a:cubicBezTo>
                <a:close/>
                <a:moveTo>
                  <a:pt x="7955280" y="2148840"/>
                </a:moveTo>
                <a:cubicBezTo>
                  <a:pt x="7955280" y="2157257"/>
                  <a:pt x="7948457" y="2164080"/>
                  <a:pt x="7940040" y="2164080"/>
                </a:cubicBezTo>
                <a:cubicBezTo>
                  <a:pt x="7931623" y="2164080"/>
                  <a:pt x="7924800" y="2157257"/>
                  <a:pt x="7924800" y="2148840"/>
                </a:cubicBezTo>
                <a:cubicBezTo>
                  <a:pt x="7924800" y="2140423"/>
                  <a:pt x="7931623" y="2133600"/>
                  <a:pt x="7940040" y="2133600"/>
                </a:cubicBezTo>
                <a:cubicBezTo>
                  <a:pt x="7948457" y="2133600"/>
                  <a:pt x="7955280" y="2140423"/>
                  <a:pt x="7955280" y="2148840"/>
                </a:cubicBezTo>
                <a:close/>
                <a:moveTo>
                  <a:pt x="7955280" y="2301240"/>
                </a:moveTo>
                <a:cubicBezTo>
                  <a:pt x="7955280" y="2309657"/>
                  <a:pt x="7948457" y="2316480"/>
                  <a:pt x="7940040" y="2316480"/>
                </a:cubicBezTo>
                <a:cubicBezTo>
                  <a:pt x="7931623" y="2316480"/>
                  <a:pt x="7924800" y="2309657"/>
                  <a:pt x="7924800" y="2301240"/>
                </a:cubicBezTo>
                <a:cubicBezTo>
                  <a:pt x="7924800" y="2292823"/>
                  <a:pt x="7931623" y="2286000"/>
                  <a:pt x="7940040" y="2286000"/>
                </a:cubicBezTo>
                <a:cubicBezTo>
                  <a:pt x="7948457" y="2286000"/>
                  <a:pt x="7955280" y="2292823"/>
                  <a:pt x="7955280" y="2301240"/>
                </a:cubicBezTo>
                <a:close/>
                <a:moveTo>
                  <a:pt x="7955280" y="2453640"/>
                </a:moveTo>
                <a:cubicBezTo>
                  <a:pt x="7955280" y="2462057"/>
                  <a:pt x="7948457" y="2468880"/>
                  <a:pt x="7940040" y="2468880"/>
                </a:cubicBezTo>
                <a:cubicBezTo>
                  <a:pt x="7931623" y="2468880"/>
                  <a:pt x="7924800" y="2462057"/>
                  <a:pt x="7924800" y="2453640"/>
                </a:cubicBezTo>
                <a:cubicBezTo>
                  <a:pt x="7924800" y="2445223"/>
                  <a:pt x="7931623" y="2438400"/>
                  <a:pt x="7940040" y="2438400"/>
                </a:cubicBezTo>
                <a:cubicBezTo>
                  <a:pt x="7948457" y="2438400"/>
                  <a:pt x="7955280" y="2445223"/>
                  <a:pt x="7955280" y="2453640"/>
                </a:cubicBezTo>
                <a:close/>
                <a:moveTo>
                  <a:pt x="7955280" y="2606040"/>
                </a:moveTo>
                <a:cubicBezTo>
                  <a:pt x="7955280" y="2614457"/>
                  <a:pt x="7948457" y="2621280"/>
                  <a:pt x="7940040" y="2621280"/>
                </a:cubicBezTo>
                <a:cubicBezTo>
                  <a:pt x="7931623" y="2621280"/>
                  <a:pt x="7924800" y="2614457"/>
                  <a:pt x="7924800" y="2606040"/>
                </a:cubicBezTo>
                <a:cubicBezTo>
                  <a:pt x="7924800" y="2597623"/>
                  <a:pt x="7931623" y="2590800"/>
                  <a:pt x="7940040" y="2590800"/>
                </a:cubicBezTo>
                <a:cubicBezTo>
                  <a:pt x="7948457" y="2590800"/>
                  <a:pt x="7955280" y="2597623"/>
                  <a:pt x="7955280" y="2606040"/>
                </a:cubicBezTo>
                <a:close/>
                <a:moveTo>
                  <a:pt x="7955280" y="2758440"/>
                </a:moveTo>
                <a:cubicBezTo>
                  <a:pt x="7955280" y="2766857"/>
                  <a:pt x="7948457" y="2773680"/>
                  <a:pt x="7940040" y="2773680"/>
                </a:cubicBezTo>
                <a:cubicBezTo>
                  <a:pt x="7931623" y="2773680"/>
                  <a:pt x="7924800" y="2766857"/>
                  <a:pt x="7924800" y="2758440"/>
                </a:cubicBezTo>
                <a:cubicBezTo>
                  <a:pt x="7924800" y="2750023"/>
                  <a:pt x="7931623" y="2743200"/>
                  <a:pt x="7940040" y="2743200"/>
                </a:cubicBezTo>
                <a:cubicBezTo>
                  <a:pt x="7948457" y="2743200"/>
                  <a:pt x="7955280" y="2750023"/>
                  <a:pt x="7955280" y="2758440"/>
                </a:cubicBezTo>
                <a:close/>
                <a:moveTo>
                  <a:pt x="7955280" y="2910840"/>
                </a:moveTo>
                <a:cubicBezTo>
                  <a:pt x="7955280" y="2919257"/>
                  <a:pt x="7948457" y="2926080"/>
                  <a:pt x="7940040" y="2926080"/>
                </a:cubicBezTo>
                <a:cubicBezTo>
                  <a:pt x="7931623" y="2926080"/>
                  <a:pt x="7924800" y="2919257"/>
                  <a:pt x="7924800" y="2910840"/>
                </a:cubicBezTo>
                <a:cubicBezTo>
                  <a:pt x="7924800" y="2902423"/>
                  <a:pt x="7931623" y="2895600"/>
                  <a:pt x="7940040" y="2895600"/>
                </a:cubicBezTo>
                <a:cubicBezTo>
                  <a:pt x="7948457" y="2895600"/>
                  <a:pt x="7955280" y="2902423"/>
                  <a:pt x="7955280" y="2910840"/>
                </a:cubicBezTo>
                <a:close/>
                <a:moveTo>
                  <a:pt x="7955280" y="3063240"/>
                </a:moveTo>
                <a:cubicBezTo>
                  <a:pt x="7955280" y="3071657"/>
                  <a:pt x="7948457" y="3078480"/>
                  <a:pt x="7940040" y="3078480"/>
                </a:cubicBezTo>
                <a:cubicBezTo>
                  <a:pt x="7931623" y="3078480"/>
                  <a:pt x="7924800" y="3071657"/>
                  <a:pt x="7924800" y="3063240"/>
                </a:cubicBezTo>
                <a:cubicBezTo>
                  <a:pt x="7924800" y="3054823"/>
                  <a:pt x="7931623" y="3048000"/>
                  <a:pt x="7940040" y="3048000"/>
                </a:cubicBezTo>
                <a:cubicBezTo>
                  <a:pt x="7948457" y="3048000"/>
                  <a:pt x="7955280" y="3054823"/>
                  <a:pt x="7955280" y="3063240"/>
                </a:cubicBezTo>
                <a:close/>
                <a:moveTo>
                  <a:pt x="7955280" y="3215640"/>
                </a:moveTo>
                <a:cubicBezTo>
                  <a:pt x="7955280" y="3224057"/>
                  <a:pt x="7948457" y="3230880"/>
                  <a:pt x="7940040" y="3230880"/>
                </a:cubicBezTo>
                <a:cubicBezTo>
                  <a:pt x="7931623" y="3230880"/>
                  <a:pt x="7924800" y="3224057"/>
                  <a:pt x="7924800" y="3215640"/>
                </a:cubicBezTo>
                <a:cubicBezTo>
                  <a:pt x="7924800" y="3207223"/>
                  <a:pt x="7931623" y="3200400"/>
                  <a:pt x="7940040" y="3200400"/>
                </a:cubicBezTo>
                <a:cubicBezTo>
                  <a:pt x="7948457" y="3200400"/>
                  <a:pt x="7955280" y="3207223"/>
                  <a:pt x="7955280" y="3215640"/>
                </a:cubicBezTo>
                <a:close/>
                <a:moveTo>
                  <a:pt x="7955280" y="3368040"/>
                </a:moveTo>
                <a:cubicBezTo>
                  <a:pt x="7955280" y="3376457"/>
                  <a:pt x="7948457" y="3383280"/>
                  <a:pt x="7940040" y="3383280"/>
                </a:cubicBezTo>
                <a:cubicBezTo>
                  <a:pt x="7931623" y="3383280"/>
                  <a:pt x="7924800" y="3376457"/>
                  <a:pt x="7924800" y="3368040"/>
                </a:cubicBezTo>
                <a:cubicBezTo>
                  <a:pt x="7924800" y="3359623"/>
                  <a:pt x="7931623" y="3352800"/>
                  <a:pt x="7940040" y="3352800"/>
                </a:cubicBezTo>
                <a:cubicBezTo>
                  <a:pt x="7948457" y="3352800"/>
                  <a:pt x="7955280" y="3359623"/>
                  <a:pt x="7955280" y="3368040"/>
                </a:cubicBezTo>
                <a:close/>
                <a:moveTo>
                  <a:pt x="7955280" y="3520440"/>
                </a:moveTo>
                <a:cubicBezTo>
                  <a:pt x="7955280" y="3528857"/>
                  <a:pt x="7948457" y="3535680"/>
                  <a:pt x="7940040" y="3535680"/>
                </a:cubicBezTo>
                <a:cubicBezTo>
                  <a:pt x="7931623" y="3535680"/>
                  <a:pt x="7924800" y="3528857"/>
                  <a:pt x="7924800" y="3520440"/>
                </a:cubicBezTo>
                <a:cubicBezTo>
                  <a:pt x="7924800" y="3512023"/>
                  <a:pt x="7931623" y="3505200"/>
                  <a:pt x="7940040" y="3505200"/>
                </a:cubicBezTo>
                <a:cubicBezTo>
                  <a:pt x="7948457" y="3505200"/>
                  <a:pt x="7955280" y="3512023"/>
                  <a:pt x="7955280" y="3520440"/>
                </a:cubicBezTo>
                <a:close/>
                <a:moveTo>
                  <a:pt x="7955280" y="3672840"/>
                </a:moveTo>
                <a:cubicBezTo>
                  <a:pt x="7955280" y="3681257"/>
                  <a:pt x="7948457" y="3688080"/>
                  <a:pt x="7940040" y="3688080"/>
                </a:cubicBezTo>
                <a:cubicBezTo>
                  <a:pt x="7931623" y="3688080"/>
                  <a:pt x="7924800" y="3681257"/>
                  <a:pt x="7924800" y="3672840"/>
                </a:cubicBezTo>
                <a:cubicBezTo>
                  <a:pt x="7924800" y="3664423"/>
                  <a:pt x="7931623" y="3657600"/>
                  <a:pt x="7940040" y="3657600"/>
                </a:cubicBezTo>
                <a:cubicBezTo>
                  <a:pt x="7948457" y="3657600"/>
                  <a:pt x="7955280" y="3664423"/>
                  <a:pt x="7955280" y="3672840"/>
                </a:cubicBezTo>
                <a:close/>
                <a:moveTo>
                  <a:pt x="7955280" y="3825240"/>
                </a:moveTo>
                <a:cubicBezTo>
                  <a:pt x="7955280" y="3833657"/>
                  <a:pt x="7948457" y="3840480"/>
                  <a:pt x="7940040" y="3840480"/>
                </a:cubicBezTo>
                <a:cubicBezTo>
                  <a:pt x="7931623" y="3840480"/>
                  <a:pt x="7924800" y="3833657"/>
                  <a:pt x="7924800" y="3825240"/>
                </a:cubicBezTo>
                <a:cubicBezTo>
                  <a:pt x="7924800" y="3816823"/>
                  <a:pt x="7931623" y="3810000"/>
                  <a:pt x="7940040" y="3810000"/>
                </a:cubicBezTo>
                <a:cubicBezTo>
                  <a:pt x="7948457" y="3810000"/>
                  <a:pt x="7955280" y="3816823"/>
                  <a:pt x="7955280" y="3825240"/>
                </a:cubicBezTo>
                <a:close/>
                <a:moveTo>
                  <a:pt x="7955280" y="3977640"/>
                </a:moveTo>
                <a:cubicBezTo>
                  <a:pt x="7955280" y="3986057"/>
                  <a:pt x="7948457" y="3992880"/>
                  <a:pt x="7940040" y="3992880"/>
                </a:cubicBezTo>
                <a:cubicBezTo>
                  <a:pt x="7931623" y="3992880"/>
                  <a:pt x="7924800" y="3986057"/>
                  <a:pt x="7924800" y="3977640"/>
                </a:cubicBezTo>
                <a:cubicBezTo>
                  <a:pt x="7924800" y="3969223"/>
                  <a:pt x="7931623" y="3962400"/>
                  <a:pt x="7940040" y="3962400"/>
                </a:cubicBezTo>
                <a:cubicBezTo>
                  <a:pt x="7948457" y="3962400"/>
                  <a:pt x="7955280" y="3969223"/>
                  <a:pt x="7955280" y="3977640"/>
                </a:cubicBezTo>
                <a:close/>
                <a:moveTo>
                  <a:pt x="7955280" y="4130040"/>
                </a:moveTo>
                <a:cubicBezTo>
                  <a:pt x="7955280" y="4138457"/>
                  <a:pt x="7948457" y="4145280"/>
                  <a:pt x="7940040" y="4145280"/>
                </a:cubicBezTo>
                <a:cubicBezTo>
                  <a:pt x="7931623" y="4145280"/>
                  <a:pt x="7924800" y="4138457"/>
                  <a:pt x="7924800" y="4130040"/>
                </a:cubicBezTo>
                <a:cubicBezTo>
                  <a:pt x="7924800" y="4121623"/>
                  <a:pt x="7931623" y="4114800"/>
                  <a:pt x="7940040" y="4114800"/>
                </a:cubicBezTo>
                <a:cubicBezTo>
                  <a:pt x="7948457" y="4114800"/>
                  <a:pt x="7955280" y="4121623"/>
                  <a:pt x="7955280" y="4130040"/>
                </a:cubicBezTo>
                <a:close/>
                <a:moveTo>
                  <a:pt x="7955280" y="4282440"/>
                </a:moveTo>
                <a:cubicBezTo>
                  <a:pt x="7955280" y="4290857"/>
                  <a:pt x="7948457" y="4297680"/>
                  <a:pt x="7940040" y="4297680"/>
                </a:cubicBezTo>
                <a:cubicBezTo>
                  <a:pt x="7931623" y="4297680"/>
                  <a:pt x="7924800" y="4290857"/>
                  <a:pt x="7924800" y="4282440"/>
                </a:cubicBezTo>
                <a:cubicBezTo>
                  <a:pt x="7924800" y="4274023"/>
                  <a:pt x="7931623" y="4267200"/>
                  <a:pt x="7940040" y="4267200"/>
                </a:cubicBezTo>
                <a:cubicBezTo>
                  <a:pt x="7948457" y="4267200"/>
                  <a:pt x="7955280" y="4274023"/>
                  <a:pt x="7955280" y="4282440"/>
                </a:cubicBezTo>
                <a:close/>
                <a:moveTo>
                  <a:pt x="7955280" y="4434840"/>
                </a:moveTo>
                <a:cubicBezTo>
                  <a:pt x="7955280" y="4443257"/>
                  <a:pt x="7948457" y="4450080"/>
                  <a:pt x="7940040" y="4450080"/>
                </a:cubicBezTo>
                <a:cubicBezTo>
                  <a:pt x="7931623" y="4450080"/>
                  <a:pt x="7924800" y="4443257"/>
                  <a:pt x="7924800" y="4434840"/>
                </a:cubicBezTo>
                <a:cubicBezTo>
                  <a:pt x="7924800" y="4426423"/>
                  <a:pt x="7931623" y="4419600"/>
                  <a:pt x="7940040" y="4419600"/>
                </a:cubicBezTo>
                <a:cubicBezTo>
                  <a:pt x="7948457" y="4419600"/>
                  <a:pt x="7955280" y="4426423"/>
                  <a:pt x="7955280" y="4434840"/>
                </a:cubicBezTo>
                <a:close/>
                <a:moveTo>
                  <a:pt x="8107680" y="15240"/>
                </a:moveTo>
                <a:cubicBezTo>
                  <a:pt x="8107680" y="23657"/>
                  <a:pt x="8100857" y="30480"/>
                  <a:pt x="8092440" y="30480"/>
                </a:cubicBezTo>
                <a:cubicBezTo>
                  <a:pt x="8084023" y="30480"/>
                  <a:pt x="8077200" y="23657"/>
                  <a:pt x="8077200" y="15240"/>
                </a:cubicBezTo>
                <a:cubicBezTo>
                  <a:pt x="8077200" y="6823"/>
                  <a:pt x="8084023" y="0"/>
                  <a:pt x="8092440" y="0"/>
                </a:cubicBezTo>
                <a:cubicBezTo>
                  <a:pt x="8100857" y="0"/>
                  <a:pt x="8107680" y="6823"/>
                  <a:pt x="8107680" y="15240"/>
                </a:cubicBezTo>
                <a:close/>
                <a:moveTo>
                  <a:pt x="8107680" y="167640"/>
                </a:moveTo>
                <a:cubicBezTo>
                  <a:pt x="8107680" y="176057"/>
                  <a:pt x="8100857" y="182880"/>
                  <a:pt x="8092440" y="182880"/>
                </a:cubicBezTo>
                <a:cubicBezTo>
                  <a:pt x="8084023" y="182880"/>
                  <a:pt x="8077200" y="176057"/>
                  <a:pt x="8077200" y="167640"/>
                </a:cubicBezTo>
                <a:cubicBezTo>
                  <a:pt x="8077200" y="159223"/>
                  <a:pt x="8084023" y="152400"/>
                  <a:pt x="8092440" y="152400"/>
                </a:cubicBezTo>
                <a:cubicBezTo>
                  <a:pt x="8100857" y="152400"/>
                  <a:pt x="8107680" y="159223"/>
                  <a:pt x="8107680" y="167640"/>
                </a:cubicBezTo>
                <a:close/>
                <a:moveTo>
                  <a:pt x="8107680" y="320040"/>
                </a:moveTo>
                <a:cubicBezTo>
                  <a:pt x="8107680" y="328457"/>
                  <a:pt x="8100857" y="335280"/>
                  <a:pt x="8092440" y="335280"/>
                </a:cubicBezTo>
                <a:cubicBezTo>
                  <a:pt x="8084023" y="335280"/>
                  <a:pt x="8077200" y="328457"/>
                  <a:pt x="8077200" y="320040"/>
                </a:cubicBezTo>
                <a:cubicBezTo>
                  <a:pt x="8077200" y="311623"/>
                  <a:pt x="8084023" y="304800"/>
                  <a:pt x="8092440" y="304800"/>
                </a:cubicBezTo>
                <a:cubicBezTo>
                  <a:pt x="8100857" y="304800"/>
                  <a:pt x="8107680" y="311623"/>
                  <a:pt x="8107680" y="320040"/>
                </a:cubicBezTo>
                <a:close/>
                <a:moveTo>
                  <a:pt x="8107680" y="472440"/>
                </a:moveTo>
                <a:cubicBezTo>
                  <a:pt x="8107680" y="480857"/>
                  <a:pt x="8100857" y="487680"/>
                  <a:pt x="8092440" y="487680"/>
                </a:cubicBezTo>
                <a:cubicBezTo>
                  <a:pt x="8084023" y="487680"/>
                  <a:pt x="8077200" y="480857"/>
                  <a:pt x="8077200" y="472440"/>
                </a:cubicBezTo>
                <a:cubicBezTo>
                  <a:pt x="8077200" y="464023"/>
                  <a:pt x="8084023" y="457200"/>
                  <a:pt x="8092440" y="457200"/>
                </a:cubicBezTo>
                <a:cubicBezTo>
                  <a:pt x="8100857" y="457200"/>
                  <a:pt x="8107680" y="464023"/>
                  <a:pt x="8107680" y="472440"/>
                </a:cubicBezTo>
                <a:close/>
                <a:moveTo>
                  <a:pt x="8107680" y="624840"/>
                </a:moveTo>
                <a:cubicBezTo>
                  <a:pt x="8107680" y="633257"/>
                  <a:pt x="8100857" y="640080"/>
                  <a:pt x="8092440" y="640080"/>
                </a:cubicBezTo>
                <a:cubicBezTo>
                  <a:pt x="8084023" y="640080"/>
                  <a:pt x="8077200" y="633257"/>
                  <a:pt x="8077200" y="624840"/>
                </a:cubicBezTo>
                <a:cubicBezTo>
                  <a:pt x="8077200" y="616423"/>
                  <a:pt x="8084023" y="609600"/>
                  <a:pt x="8092440" y="609600"/>
                </a:cubicBezTo>
                <a:cubicBezTo>
                  <a:pt x="8100857" y="609600"/>
                  <a:pt x="8107680" y="616423"/>
                  <a:pt x="8107680" y="624840"/>
                </a:cubicBezTo>
                <a:close/>
                <a:moveTo>
                  <a:pt x="8107680" y="777240"/>
                </a:moveTo>
                <a:cubicBezTo>
                  <a:pt x="8107680" y="785657"/>
                  <a:pt x="8100857" y="792480"/>
                  <a:pt x="8092440" y="792480"/>
                </a:cubicBezTo>
                <a:cubicBezTo>
                  <a:pt x="8084023" y="792480"/>
                  <a:pt x="8077200" y="785657"/>
                  <a:pt x="8077200" y="777240"/>
                </a:cubicBezTo>
                <a:cubicBezTo>
                  <a:pt x="8077200" y="768823"/>
                  <a:pt x="8084023" y="762000"/>
                  <a:pt x="8092440" y="762000"/>
                </a:cubicBezTo>
                <a:cubicBezTo>
                  <a:pt x="8100857" y="762000"/>
                  <a:pt x="8107680" y="768823"/>
                  <a:pt x="8107680" y="777240"/>
                </a:cubicBezTo>
                <a:close/>
                <a:moveTo>
                  <a:pt x="8107680" y="929640"/>
                </a:moveTo>
                <a:cubicBezTo>
                  <a:pt x="8107680" y="938057"/>
                  <a:pt x="8100857" y="944880"/>
                  <a:pt x="8092440" y="944880"/>
                </a:cubicBezTo>
                <a:cubicBezTo>
                  <a:pt x="8084023" y="944880"/>
                  <a:pt x="8077200" y="938057"/>
                  <a:pt x="8077200" y="929640"/>
                </a:cubicBezTo>
                <a:cubicBezTo>
                  <a:pt x="8077200" y="921223"/>
                  <a:pt x="8084023" y="914400"/>
                  <a:pt x="8092440" y="914400"/>
                </a:cubicBezTo>
                <a:cubicBezTo>
                  <a:pt x="8100857" y="914400"/>
                  <a:pt x="8107680" y="921223"/>
                  <a:pt x="8107680" y="929640"/>
                </a:cubicBezTo>
                <a:close/>
                <a:moveTo>
                  <a:pt x="8107680" y="1082040"/>
                </a:moveTo>
                <a:cubicBezTo>
                  <a:pt x="8107680" y="1090457"/>
                  <a:pt x="8100857" y="1097280"/>
                  <a:pt x="8092440" y="1097280"/>
                </a:cubicBezTo>
                <a:cubicBezTo>
                  <a:pt x="8084023" y="1097280"/>
                  <a:pt x="8077200" y="1090457"/>
                  <a:pt x="8077200" y="1082040"/>
                </a:cubicBezTo>
                <a:cubicBezTo>
                  <a:pt x="8077200" y="1073623"/>
                  <a:pt x="8084023" y="1066800"/>
                  <a:pt x="8092440" y="1066800"/>
                </a:cubicBezTo>
                <a:cubicBezTo>
                  <a:pt x="8100857" y="1066800"/>
                  <a:pt x="8107680" y="1073623"/>
                  <a:pt x="8107680" y="1082040"/>
                </a:cubicBezTo>
                <a:close/>
                <a:moveTo>
                  <a:pt x="8107680" y="1234440"/>
                </a:moveTo>
                <a:cubicBezTo>
                  <a:pt x="8107680" y="1242857"/>
                  <a:pt x="8100857" y="1249680"/>
                  <a:pt x="8092440" y="1249680"/>
                </a:cubicBezTo>
                <a:cubicBezTo>
                  <a:pt x="8084023" y="1249680"/>
                  <a:pt x="8077200" y="1242857"/>
                  <a:pt x="8077200" y="1234440"/>
                </a:cubicBezTo>
                <a:cubicBezTo>
                  <a:pt x="8077200" y="1226023"/>
                  <a:pt x="8084023" y="1219200"/>
                  <a:pt x="8092440" y="1219200"/>
                </a:cubicBezTo>
                <a:cubicBezTo>
                  <a:pt x="8100857" y="1219200"/>
                  <a:pt x="8107680" y="1226023"/>
                  <a:pt x="8107680" y="1234440"/>
                </a:cubicBezTo>
                <a:close/>
                <a:moveTo>
                  <a:pt x="8107680" y="1386840"/>
                </a:moveTo>
                <a:cubicBezTo>
                  <a:pt x="8107680" y="1395257"/>
                  <a:pt x="8100857" y="1402080"/>
                  <a:pt x="8092440" y="1402080"/>
                </a:cubicBezTo>
                <a:cubicBezTo>
                  <a:pt x="8084023" y="1402080"/>
                  <a:pt x="8077200" y="1395257"/>
                  <a:pt x="8077200" y="1386840"/>
                </a:cubicBezTo>
                <a:cubicBezTo>
                  <a:pt x="8077200" y="1378423"/>
                  <a:pt x="8084023" y="1371600"/>
                  <a:pt x="8092440" y="1371600"/>
                </a:cubicBezTo>
                <a:cubicBezTo>
                  <a:pt x="8100857" y="1371600"/>
                  <a:pt x="8107680" y="1378423"/>
                  <a:pt x="8107680" y="1386840"/>
                </a:cubicBezTo>
                <a:close/>
                <a:moveTo>
                  <a:pt x="8107680" y="1539240"/>
                </a:moveTo>
                <a:cubicBezTo>
                  <a:pt x="8107680" y="1547657"/>
                  <a:pt x="8100857" y="1554480"/>
                  <a:pt x="8092440" y="1554480"/>
                </a:cubicBezTo>
                <a:cubicBezTo>
                  <a:pt x="8084023" y="1554480"/>
                  <a:pt x="8077200" y="1547657"/>
                  <a:pt x="8077200" y="1539240"/>
                </a:cubicBezTo>
                <a:cubicBezTo>
                  <a:pt x="8077200" y="1530823"/>
                  <a:pt x="8084023" y="1524000"/>
                  <a:pt x="8092440" y="1524000"/>
                </a:cubicBezTo>
                <a:cubicBezTo>
                  <a:pt x="8100857" y="1524000"/>
                  <a:pt x="8107680" y="1530823"/>
                  <a:pt x="8107680" y="1539240"/>
                </a:cubicBezTo>
                <a:close/>
                <a:moveTo>
                  <a:pt x="8107680" y="1691640"/>
                </a:moveTo>
                <a:cubicBezTo>
                  <a:pt x="8107680" y="1700057"/>
                  <a:pt x="8100857" y="1706880"/>
                  <a:pt x="8092440" y="1706880"/>
                </a:cubicBezTo>
                <a:cubicBezTo>
                  <a:pt x="8084023" y="1706880"/>
                  <a:pt x="8077200" y="1700057"/>
                  <a:pt x="8077200" y="1691640"/>
                </a:cubicBezTo>
                <a:cubicBezTo>
                  <a:pt x="8077200" y="1683223"/>
                  <a:pt x="8084023" y="1676400"/>
                  <a:pt x="8092440" y="1676400"/>
                </a:cubicBezTo>
                <a:cubicBezTo>
                  <a:pt x="8100857" y="1676400"/>
                  <a:pt x="8107680" y="1683223"/>
                  <a:pt x="8107680" y="1691640"/>
                </a:cubicBezTo>
                <a:close/>
                <a:moveTo>
                  <a:pt x="8107680" y="1844040"/>
                </a:moveTo>
                <a:cubicBezTo>
                  <a:pt x="8107680" y="1852457"/>
                  <a:pt x="8100857" y="1859280"/>
                  <a:pt x="8092440" y="1859280"/>
                </a:cubicBezTo>
                <a:cubicBezTo>
                  <a:pt x="8084023" y="1859280"/>
                  <a:pt x="8077200" y="1852457"/>
                  <a:pt x="8077200" y="1844040"/>
                </a:cubicBezTo>
                <a:cubicBezTo>
                  <a:pt x="8077200" y="1835623"/>
                  <a:pt x="8084023" y="1828800"/>
                  <a:pt x="8092440" y="1828800"/>
                </a:cubicBezTo>
                <a:cubicBezTo>
                  <a:pt x="8100857" y="1828800"/>
                  <a:pt x="8107680" y="1835623"/>
                  <a:pt x="8107680" y="1844040"/>
                </a:cubicBezTo>
                <a:close/>
                <a:moveTo>
                  <a:pt x="8107680" y="1996440"/>
                </a:moveTo>
                <a:cubicBezTo>
                  <a:pt x="8107680" y="2004857"/>
                  <a:pt x="8100857" y="2011680"/>
                  <a:pt x="8092440" y="2011680"/>
                </a:cubicBezTo>
                <a:cubicBezTo>
                  <a:pt x="8084023" y="2011680"/>
                  <a:pt x="8077200" y="2004857"/>
                  <a:pt x="8077200" y="1996440"/>
                </a:cubicBezTo>
                <a:cubicBezTo>
                  <a:pt x="8077200" y="1988023"/>
                  <a:pt x="8084023" y="1981200"/>
                  <a:pt x="8092440" y="1981200"/>
                </a:cubicBezTo>
                <a:cubicBezTo>
                  <a:pt x="8100857" y="1981200"/>
                  <a:pt x="8107680" y="1988023"/>
                  <a:pt x="8107680" y="1996440"/>
                </a:cubicBezTo>
                <a:close/>
                <a:moveTo>
                  <a:pt x="8107680" y="2148840"/>
                </a:moveTo>
                <a:cubicBezTo>
                  <a:pt x="8107680" y="2157257"/>
                  <a:pt x="8100857" y="2164080"/>
                  <a:pt x="8092440" y="2164080"/>
                </a:cubicBezTo>
                <a:cubicBezTo>
                  <a:pt x="8084023" y="2164080"/>
                  <a:pt x="8077200" y="2157257"/>
                  <a:pt x="8077200" y="2148840"/>
                </a:cubicBezTo>
                <a:cubicBezTo>
                  <a:pt x="8077200" y="2140423"/>
                  <a:pt x="8084023" y="2133600"/>
                  <a:pt x="8092440" y="2133600"/>
                </a:cubicBezTo>
                <a:cubicBezTo>
                  <a:pt x="8100857" y="2133600"/>
                  <a:pt x="8107680" y="2140423"/>
                  <a:pt x="8107680" y="2148840"/>
                </a:cubicBezTo>
                <a:close/>
                <a:moveTo>
                  <a:pt x="8107680" y="2301240"/>
                </a:moveTo>
                <a:cubicBezTo>
                  <a:pt x="8107680" y="2309657"/>
                  <a:pt x="8100857" y="2316480"/>
                  <a:pt x="8092440" y="2316480"/>
                </a:cubicBezTo>
                <a:cubicBezTo>
                  <a:pt x="8084023" y="2316480"/>
                  <a:pt x="8077200" y="2309657"/>
                  <a:pt x="8077200" y="2301240"/>
                </a:cubicBezTo>
                <a:cubicBezTo>
                  <a:pt x="8077200" y="2292823"/>
                  <a:pt x="8084023" y="2286000"/>
                  <a:pt x="8092440" y="2286000"/>
                </a:cubicBezTo>
                <a:cubicBezTo>
                  <a:pt x="8100857" y="2286000"/>
                  <a:pt x="8107680" y="2292823"/>
                  <a:pt x="8107680" y="2301240"/>
                </a:cubicBezTo>
                <a:close/>
                <a:moveTo>
                  <a:pt x="8107680" y="2453640"/>
                </a:moveTo>
                <a:cubicBezTo>
                  <a:pt x="8107680" y="2462057"/>
                  <a:pt x="8100857" y="2468880"/>
                  <a:pt x="8092440" y="2468880"/>
                </a:cubicBezTo>
                <a:cubicBezTo>
                  <a:pt x="8084023" y="2468880"/>
                  <a:pt x="8077200" y="2462057"/>
                  <a:pt x="8077200" y="2453640"/>
                </a:cubicBezTo>
                <a:cubicBezTo>
                  <a:pt x="8077200" y="2445223"/>
                  <a:pt x="8084023" y="2438400"/>
                  <a:pt x="8092440" y="2438400"/>
                </a:cubicBezTo>
                <a:cubicBezTo>
                  <a:pt x="8100857" y="2438400"/>
                  <a:pt x="8107680" y="2445223"/>
                  <a:pt x="8107680" y="2453640"/>
                </a:cubicBezTo>
                <a:close/>
                <a:moveTo>
                  <a:pt x="8107680" y="2606040"/>
                </a:moveTo>
                <a:cubicBezTo>
                  <a:pt x="8107680" y="2614457"/>
                  <a:pt x="8100857" y="2621280"/>
                  <a:pt x="8092440" y="2621280"/>
                </a:cubicBezTo>
                <a:cubicBezTo>
                  <a:pt x="8084023" y="2621280"/>
                  <a:pt x="8077200" y="2614457"/>
                  <a:pt x="8077200" y="2606040"/>
                </a:cubicBezTo>
                <a:cubicBezTo>
                  <a:pt x="8077200" y="2597623"/>
                  <a:pt x="8084023" y="2590800"/>
                  <a:pt x="8092440" y="2590800"/>
                </a:cubicBezTo>
                <a:cubicBezTo>
                  <a:pt x="8100857" y="2590800"/>
                  <a:pt x="8107680" y="2597623"/>
                  <a:pt x="8107680" y="2606040"/>
                </a:cubicBezTo>
                <a:close/>
                <a:moveTo>
                  <a:pt x="8107680" y="2758440"/>
                </a:moveTo>
                <a:cubicBezTo>
                  <a:pt x="8107680" y="2766857"/>
                  <a:pt x="8100857" y="2773680"/>
                  <a:pt x="8092440" y="2773680"/>
                </a:cubicBezTo>
                <a:cubicBezTo>
                  <a:pt x="8084023" y="2773680"/>
                  <a:pt x="8077200" y="2766857"/>
                  <a:pt x="8077200" y="2758440"/>
                </a:cubicBezTo>
                <a:cubicBezTo>
                  <a:pt x="8077200" y="2750023"/>
                  <a:pt x="8084023" y="2743200"/>
                  <a:pt x="8092440" y="2743200"/>
                </a:cubicBezTo>
                <a:cubicBezTo>
                  <a:pt x="8100857" y="2743200"/>
                  <a:pt x="8107680" y="2750023"/>
                  <a:pt x="8107680" y="2758440"/>
                </a:cubicBezTo>
                <a:close/>
                <a:moveTo>
                  <a:pt x="8107680" y="2910840"/>
                </a:moveTo>
                <a:cubicBezTo>
                  <a:pt x="8107680" y="2919257"/>
                  <a:pt x="8100857" y="2926080"/>
                  <a:pt x="8092440" y="2926080"/>
                </a:cubicBezTo>
                <a:cubicBezTo>
                  <a:pt x="8084023" y="2926080"/>
                  <a:pt x="8077200" y="2919257"/>
                  <a:pt x="8077200" y="2910840"/>
                </a:cubicBezTo>
                <a:cubicBezTo>
                  <a:pt x="8077200" y="2902423"/>
                  <a:pt x="8084023" y="2895600"/>
                  <a:pt x="8092440" y="2895600"/>
                </a:cubicBezTo>
                <a:cubicBezTo>
                  <a:pt x="8100857" y="2895600"/>
                  <a:pt x="8107680" y="2902423"/>
                  <a:pt x="8107680" y="2910840"/>
                </a:cubicBezTo>
                <a:close/>
                <a:moveTo>
                  <a:pt x="8107680" y="3063240"/>
                </a:moveTo>
                <a:cubicBezTo>
                  <a:pt x="8107680" y="3071657"/>
                  <a:pt x="8100857" y="3078480"/>
                  <a:pt x="8092440" y="3078480"/>
                </a:cubicBezTo>
                <a:cubicBezTo>
                  <a:pt x="8084023" y="3078480"/>
                  <a:pt x="8077200" y="3071657"/>
                  <a:pt x="8077200" y="3063240"/>
                </a:cubicBezTo>
                <a:cubicBezTo>
                  <a:pt x="8077200" y="3054823"/>
                  <a:pt x="8084023" y="3048000"/>
                  <a:pt x="8092440" y="3048000"/>
                </a:cubicBezTo>
                <a:cubicBezTo>
                  <a:pt x="8100857" y="3048000"/>
                  <a:pt x="8107680" y="3054823"/>
                  <a:pt x="8107680" y="3063240"/>
                </a:cubicBezTo>
                <a:close/>
                <a:moveTo>
                  <a:pt x="8107680" y="3215640"/>
                </a:moveTo>
                <a:cubicBezTo>
                  <a:pt x="8107680" y="3224057"/>
                  <a:pt x="8100857" y="3230880"/>
                  <a:pt x="8092440" y="3230880"/>
                </a:cubicBezTo>
                <a:cubicBezTo>
                  <a:pt x="8084023" y="3230880"/>
                  <a:pt x="8077200" y="3224057"/>
                  <a:pt x="8077200" y="3215640"/>
                </a:cubicBezTo>
                <a:cubicBezTo>
                  <a:pt x="8077200" y="3207223"/>
                  <a:pt x="8084023" y="3200400"/>
                  <a:pt x="8092440" y="3200400"/>
                </a:cubicBezTo>
                <a:cubicBezTo>
                  <a:pt x="8100857" y="3200400"/>
                  <a:pt x="8107680" y="3207223"/>
                  <a:pt x="8107680" y="3215640"/>
                </a:cubicBezTo>
                <a:close/>
                <a:moveTo>
                  <a:pt x="8107680" y="3368040"/>
                </a:moveTo>
                <a:cubicBezTo>
                  <a:pt x="8107680" y="3376457"/>
                  <a:pt x="8100857" y="3383280"/>
                  <a:pt x="8092440" y="3383280"/>
                </a:cubicBezTo>
                <a:cubicBezTo>
                  <a:pt x="8084023" y="3383280"/>
                  <a:pt x="8077200" y="3376457"/>
                  <a:pt x="8077200" y="3368040"/>
                </a:cubicBezTo>
                <a:cubicBezTo>
                  <a:pt x="8077200" y="3359623"/>
                  <a:pt x="8084023" y="3352800"/>
                  <a:pt x="8092440" y="3352800"/>
                </a:cubicBezTo>
                <a:cubicBezTo>
                  <a:pt x="8100857" y="3352800"/>
                  <a:pt x="8107680" y="3359623"/>
                  <a:pt x="8107680" y="3368040"/>
                </a:cubicBezTo>
                <a:close/>
                <a:moveTo>
                  <a:pt x="8107680" y="3520440"/>
                </a:moveTo>
                <a:cubicBezTo>
                  <a:pt x="8107680" y="3528857"/>
                  <a:pt x="8100857" y="3535680"/>
                  <a:pt x="8092440" y="3535680"/>
                </a:cubicBezTo>
                <a:cubicBezTo>
                  <a:pt x="8084023" y="3535680"/>
                  <a:pt x="8077200" y="3528857"/>
                  <a:pt x="8077200" y="3520440"/>
                </a:cubicBezTo>
                <a:cubicBezTo>
                  <a:pt x="8077200" y="3512023"/>
                  <a:pt x="8084023" y="3505200"/>
                  <a:pt x="8092440" y="3505200"/>
                </a:cubicBezTo>
                <a:cubicBezTo>
                  <a:pt x="8100857" y="3505200"/>
                  <a:pt x="8107680" y="3512023"/>
                  <a:pt x="8107680" y="3520440"/>
                </a:cubicBezTo>
                <a:close/>
                <a:moveTo>
                  <a:pt x="8107680" y="3672840"/>
                </a:moveTo>
                <a:cubicBezTo>
                  <a:pt x="8107680" y="3681257"/>
                  <a:pt x="8100857" y="3688080"/>
                  <a:pt x="8092440" y="3688080"/>
                </a:cubicBezTo>
                <a:cubicBezTo>
                  <a:pt x="8084023" y="3688080"/>
                  <a:pt x="8077200" y="3681257"/>
                  <a:pt x="8077200" y="3672840"/>
                </a:cubicBezTo>
                <a:cubicBezTo>
                  <a:pt x="8077200" y="3664423"/>
                  <a:pt x="8084023" y="3657600"/>
                  <a:pt x="8092440" y="3657600"/>
                </a:cubicBezTo>
                <a:cubicBezTo>
                  <a:pt x="8100857" y="3657600"/>
                  <a:pt x="8107680" y="3664423"/>
                  <a:pt x="8107680" y="3672840"/>
                </a:cubicBezTo>
                <a:close/>
                <a:moveTo>
                  <a:pt x="8107680" y="3825240"/>
                </a:moveTo>
                <a:cubicBezTo>
                  <a:pt x="8107680" y="3833657"/>
                  <a:pt x="8100857" y="3840480"/>
                  <a:pt x="8092440" y="3840480"/>
                </a:cubicBezTo>
                <a:cubicBezTo>
                  <a:pt x="8084023" y="3840480"/>
                  <a:pt x="8077200" y="3833657"/>
                  <a:pt x="8077200" y="3825240"/>
                </a:cubicBezTo>
                <a:cubicBezTo>
                  <a:pt x="8077200" y="3816823"/>
                  <a:pt x="8084023" y="3810000"/>
                  <a:pt x="8092440" y="3810000"/>
                </a:cubicBezTo>
                <a:cubicBezTo>
                  <a:pt x="8100857" y="3810000"/>
                  <a:pt x="8107680" y="3816823"/>
                  <a:pt x="8107680" y="3825240"/>
                </a:cubicBezTo>
                <a:close/>
                <a:moveTo>
                  <a:pt x="8107680" y="3977640"/>
                </a:moveTo>
                <a:cubicBezTo>
                  <a:pt x="8107680" y="3986057"/>
                  <a:pt x="8100857" y="3992880"/>
                  <a:pt x="8092440" y="3992880"/>
                </a:cubicBezTo>
                <a:cubicBezTo>
                  <a:pt x="8084023" y="3992880"/>
                  <a:pt x="8077200" y="3986057"/>
                  <a:pt x="8077200" y="3977640"/>
                </a:cubicBezTo>
                <a:cubicBezTo>
                  <a:pt x="8077200" y="3969223"/>
                  <a:pt x="8084023" y="3962400"/>
                  <a:pt x="8092440" y="3962400"/>
                </a:cubicBezTo>
                <a:cubicBezTo>
                  <a:pt x="8100857" y="3962400"/>
                  <a:pt x="8107680" y="3969223"/>
                  <a:pt x="8107680" y="3977640"/>
                </a:cubicBezTo>
                <a:close/>
                <a:moveTo>
                  <a:pt x="8107680" y="4130040"/>
                </a:moveTo>
                <a:cubicBezTo>
                  <a:pt x="8107680" y="4138457"/>
                  <a:pt x="8100857" y="4145280"/>
                  <a:pt x="8092440" y="4145280"/>
                </a:cubicBezTo>
                <a:cubicBezTo>
                  <a:pt x="8084023" y="4145280"/>
                  <a:pt x="8077200" y="4138457"/>
                  <a:pt x="8077200" y="4130040"/>
                </a:cubicBezTo>
                <a:cubicBezTo>
                  <a:pt x="8077200" y="4121623"/>
                  <a:pt x="8084023" y="4114800"/>
                  <a:pt x="8092440" y="4114800"/>
                </a:cubicBezTo>
                <a:cubicBezTo>
                  <a:pt x="8100857" y="4114800"/>
                  <a:pt x="8107680" y="4121623"/>
                  <a:pt x="8107680" y="4130040"/>
                </a:cubicBezTo>
                <a:close/>
                <a:moveTo>
                  <a:pt x="8107680" y="4282440"/>
                </a:moveTo>
                <a:cubicBezTo>
                  <a:pt x="8107680" y="4290857"/>
                  <a:pt x="8100857" y="4297680"/>
                  <a:pt x="8092440" y="4297680"/>
                </a:cubicBezTo>
                <a:cubicBezTo>
                  <a:pt x="8084023" y="4297680"/>
                  <a:pt x="8077200" y="4290857"/>
                  <a:pt x="8077200" y="4282440"/>
                </a:cubicBezTo>
                <a:cubicBezTo>
                  <a:pt x="8077200" y="4274023"/>
                  <a:pt x="8084023" y="4267200"/>
                  <a:pt x="8092440" y="4267200"/>
                </a:cubicBezTo>
                <a:cubicBezTo>
                  <a:pt x="8100857" y="4267200"/>
                  <a:pt x="8107680" y="4274023"/>
                  <a:pt x="8107680" y="4282440"/>
                </a:cubicBezTo>
                <a:close/>
                <a:moveTo>
                  <a:pt x="8107680" y="4434840"/>
                </a:moveTo>
                <a:cubicBezTo>
                  <a:pt x="8107680" y="4443257"/>
                  <a:pt x="8100857" y="4450080"/>
                  <a:pt x="8092440" y="4450080"/>
                </a:cubicBezTo>
                <a:cubicBezTo>
                  <a:pt x="8084023" y="4450080"/>
                  <a:pt x="8077200" y="4443257"/>
                  <a:pt x="8077200" y="4434840"/>
                </a:cubicBezTo>
                <a:cubicBezTo>
                  <a:pt x="8077200" y="4426423"/>
                  <a:pt x="8084023" y="4419600"/>
                  <a:pt x="8092440" y="4419600"/>
                </a:cubicBezTo>
                <a:cubicBezTo>
                  <a:pt x="8100857" y="4419600"/>
                  <a:pt x="8107680" y="4426423"/>
                  <a:pt x="8107680" y="4434840"/>
                </a:cubicBezTo>
                <a:close/>
                <a:moveTo>
                  <a:pt x="8260080" y="15240"/>
                </a:moveTo>
                <a:cubicBezTo>
                  <a:pt x="8260080" y="23657"/>
                  <a:pt x="8253257" y="30480"/>
                  <a:pt x="8244840" y="30480"/>
                </a:cubicBezTo>
                <a:cubicBezTo>
                  <a:pt x="8236423" y="30480"/>
                  <a:pt x="8229600" y="23657"/>
                  <a:pt x="8229600" y="15240"/>
                </a:cubicBezTo>
                <a:cubicBezTo>
                  <a:pt x="8229600" y="6823"/>
                  <a:pt x="8236423" y="0"/>
                  <a:pt x="8244840" y="0"/>
                </a:cubicBezTo>
                <a:cubicBezTo>
                  <a:pt x="8253257" y="0"/>
                  <a:pt x="8260080" y="6823"/>
                  <a:pt x="8260080" y="15240"/>
                </a:cubicBezTo>
                <a:close/>
                <a:moveTo>
                  <a:pt x="8260080" y="167640"/>
                </a:moveTo>
                <a:cubicBezTo>
                  <a:pt x="8260080" y="176057"/>
                  <a:pt x="8253257" y="182880"/>
                  <a:pt x="8244840" y="182880"/>
                </a:cubicBezTo>
                <a:cubicBezTo>
                  <a:pt x="8236423" y="182880"/>
                  <a:pt x="8229600" y="176057"/>
                  <a:pt x="8229600" y="167640"/>
                </a:cubicBezTo>
                <a:cubicBezTo>
                  <a:pt x="8229600" y="159223"/>
                  <a:pt x="8236423" y="152400"/>
                  <a:pt x="8244840" y="152400"/>
                </a:cubicBezTo>
                <a:cubicBezTo>
                  <a:pt x="8253257" y="152400"/>
                  <a:pt x="8260080" y="159223"/>
                  <a:pt x="8260080" y="167640"/>
                </a:cubicBezTo>
                <a:close/>
                <a:moveTo>
                  <a:pt x="8260080" y="320040"/>
                </a:moveTo>
                <a:cubicBezTo>
                  <a:pt x="8260080" y="328457"/>
                  <a:pt x="8253257" y="335280"/>
                  <a:pt x="8244840" y="335280"/>
                </a:cubicBezTo>
                <a:cubicBezTo>
                  <a:pt x="8236423" y="335280"/>
                  <a:pt x="8229600" y="328457"/>
                  <a:pt x="8229600" y="320040"/>
                </a:cubicBezTo>
                <a:cubicBezTo>
                  <a:pt x="8229600" y="311623"/>
                  <a:pt x="8236423" y="304800"/>
                  <a:pt x="8244840" y="304800"/>
                </a:cubicBezTo>
                <a:cubicBezTo>
                  <a:pt x="8253257" y="304800"/>
                  <a:pt x="8260080" y="311623"/>
                  <a:pt x="8260080" y="320040"/>
                </a:cubicBezTo>
                <a:close/>
                <a:moveTo>
                  <a:pt x="8260080" y="472440"/>
                </a:moveTo>
                <a:cubicBezTo>
                  <a:pt x="8260080" y="480857"/>
                  <a:pt x="8253257" y="487680"/>
                  <a:pt x="8244840" y="487680"/>
                </a:cubicBezTo>
                <a:cubicBezTo>
                  <a:pt x="8236423" y="487680"/>
                  <a:pt x="8229600" y="480857"/>
                  <a:pt x="8229600" y="472440"/>
                </a:cubicBezTo>
                <a:cubicBezTo>
                  <a:pt x="8229600" y="464023"/>
                  <a:pt x="8236423" y="457200"/>
                  <a:pt x="8244840" y="457200"/>
                </a:cubicBezTo>
                <a:cubicBezTo>
                  <a:pt x="8253257" y="457200"/>
                  <a:pt x="8260080" y="464023"/>
                  <a:pt x="8260080" y="472440"/>
                </a:cubicBezTo>
                <a:close/>
                <a:moveTo>
                  <a:pt x="8260080" y="624840"/>
                </a:moveTo>
                <a:cubicBezTo>
                  <a:pt x="8260080" y="633257"/>
                  <a:pt x="8253257" y="640080"/>
                  <a:pt x="8244840" y="640080"/>
                </a:cubicBezTo>
                <a:cubicBezTo>
                  <a:pt x="8236423" y="640080"/>
                  <a:pt x="8229600" y="633257"/>
                  <a:pt x="8229600" y="624840"/>
                </a:cubicBezTo>
                <a:cubicBezTo>
                  <a:pt x="8229600" y="616423"/>
                  <a:pt x="8236423" y="609600"/>
                  <a:pt x="8244840" y="609600"/>
                </a:cubicBezTo>
                <a:cubicBezTo>
                  <a:pt x="8253257" y="609600"/>
                  <a:pt x="8260080" y="616423"/>
                  <a:pt x="8260080" y="624840"/>
                </a:cubicBezTo>
                <a:close/>
                <a:moveTo>
                  <a:pt x="8260080" y="777240"/>
                </a:moveTo>
                <a:cubicBezTo>
                  <a:pt x="8260080" y="785657"/>
                  <a:pt x="8253257" y="792480"/>
                  <a:pt x="8244840" y="792480"/>
                </a:cubicBezTo>
                <a:cubicBezTo>
                  <a:pt x="8236423" y="792480"/>
                  <a:pt x="8229600" y="785657"/>
                  <a:pt x="8229600" y="777240"/>
                </a:cubicBezTo>
                <a:cubicBezTo>
                  <a:pt x="8229600" y="768823"/>
                  <a:pt x="8236423" y="762000"/>
                  <a:pt x="8244840" y="762000"/>
                </a:cubicBezTo>
                <a:cubicBezTo>
                  <a:pt x="8253257" y="762000"/>
                  <a:pt x="8260080" y="768823"/>
                  <a:pt x="8260080" y="777240"/>
                </a:cubicBezTo>
                <a:close/>
                <a:moveTo>
                  <a:pt x="8260080" y="929640"/>
                </a:moveTo>
                <a:cubicBezTo>
                  <a:pt x="8260080" y="938057"/>
                  <a:pt x="8253257" y="944880"/>
                  <a:pt x="8244840" y="944880"/>
                </a:cubicBezTo>
                <a:cubicBezTo>
                  <a:pt x="8236423" y="944880"/>
                  <a:pt x="8229600" y="938057"/>
                  <a:pt x="8229600" y="929640"/>
                </a:cubicBezTo>
                <a:cubicBezTo>
                  <a:pt x="8229600" y="921223"/>
                  <a:pt x="8236423" y="914400"/>
                  <a:pt x="8244840" y="914400"/>
                </a:cubicBezTo>
                <a:cubicBezTo>
                  <a:pt x="8253257" y="914400"/>
                  <a:pt x="8260080" y="921223"/>
                  <a:pt x="8260080" y="929640"/>
                </a:cubicBezTo>
                <a:close/>
                <a:moveTo>
                  <a:pt x="8260080" y="1082040"/>
                </a:moveTo>
                <a:cubicBezTo>
                  <a:pt x="8260080" y="1090457"/>
                  <a:pt x="8253257" y="1097280"/>
                  <a:pt x="8244840" y="1097280"/>
                </a:cubicBezTo>
                <a:cubicBezTo>
                  <a:pt x="8236423" y="1097280"/>
                  <a:pt x="8229600" y="1090457"/>
                  <a:pt x="8229600" y="1082040"/>
                </a:cubicBezTo>
                <a:cubicBezTo>
                  <a:pt x="8229600" y="1073623"/>
                  <a:pt x="8236423" y="1066800"/>
                  <a:pt x="8244840" y="1066800"/>
                </a:cubicBezTo>
                <a:cubicBezTo>
                  <a:pt x="8253257" y="1066800"/>
                  <a:pt x="8260080" y="1073623"/>
                  <a:pt x="8260080" y="1082040"/>
                </a:cubicBezTo>
                <a:close/>
                <a:moveTo>
                  <a:pt x="8260080" y="1234440"/>
                </a:moveTo>
                <a:cubicBezTo>
                  <a:pt x="8260080" y="1242857"/>
                  <a:pt x="8253257" y="1249680"/>
                  <a:pt x="8244840" y="1249680"/>
                </a:cubicBezTo>
                <a:cubicBezTo>
                  <a:pt x="8236423" y="1249680"/>
                  <a:pt x="8229600" y="1242857"/>
                  <a:pt x="8229600" y="1234440"/>
                </a:cubicBezTo>
                <a:cubicBezTo>
                  <a:pt x="8229600" y="1226023"/>
                  <a:pt x="8236423" y="1219200"/>
                  <a:pt x="8244840" y="1219200"/>
                </a:cubicBezTo>
                <a:cubicBezTo>
                  <a:pt x="8253257" y="1219200"/>
                  <a:pt x="8260080" y="1226023"/>
                  <a:pt x="8260080" y="1234440"/>
                </a:cubicBezTo>
                <a:close/>
                <a:moveTo>
                  <a:pt x="8260080" y="1386840"/>
                </a:moveTo>
                <a:cubicBezTo>
                  <a:pt x="8260080" y="1395257"/>
                  <a:pt x="8253257" y="1402080"/>
                  <a:pt x="8244840" y="1402080"/>
                </a:cubicBezTo>
                <a:cubicBezTo>
                  <a:pt x="8236423" y="1402080"/>
                  <a:pt x="8229600" y="1395257"/>
                  <a:pt x="8229600" y="1386840"/>
                </a:cubicBezTo>
                <a:cubicBezTo>
                  <a:pt x="8229600" y="1378423"/>
                  <a:pt x="8236423" y="1371600"/>
                  <a:pt x="8244840" y="1371600"/>
                </a:cubicBezTo>
                <a:cubicBezTo>
                  <a:pt x="8253257" y="1371600"/>
                  <a:pt x="8260080" y="1378423"/>
                  <a:pt x="8260080" y="1386840"/>
                </a:cubicBezTo>
                <a:close/>
                <a:moveTo>
                  <a:pt x="8260080" y="1539240"/>
                </a:moveTo>
                <a:cubicBezTo>
                  <a:pt x="8260080" y="1547657"/>
                  <a:pt x="8253257" y="1554480"/>
                  <a:pt x="8244840" y="1554480"/>
                </a:cubicBezTo>
                <a:cubicBezTo>
                  <a:pt x="8236423" y="1554480"/>
                  <a:pt x="8229600" y="1547657"/>
                  <a:pt x="8229600" y="1539240"/>
                </a:cubicBezTo>
                <a:cubicBezTo>
                  <a:pt x="8229600" y="1530823"/>
                  <a:pt x="8236423" y="1524000"/>
                  <a:pt x="8244840" y="1524000"/>
                </a:cubicBezTo>
                <a:cubicBezTo>
                  <a:pt x="8253257" y="1524000"/>
                  <a:pt x="8260080" y="1530823"/>
                  <a:pt x="8260080" y="1539240"/>
                </a:cubicBezTo>
                <a:close/>
                <a:moveTo>
                  <a:pt x="8260080" y="1691640"/>
                </a:moveTo>
                <a:cubicBezTo>
                  <a:pt x="8260080" y="1700057"/>
                  <a:pt x="8253257" y="1706880"/>
                  <a:pt x="8244840" y="1706880"/>
                </a:cubicBezTo>
                <a:cubicBezTo>
                  <a:pt x="8236423" y="1706880"/>
                  <a:pt x="8229600" y="1700057"/>
                  <a:pt x="8229600" y="1691640"/>
                </a:cubicBezTo>
                <a:cubicBezTo>
                  <a:pt x="8229600" y="1683223"/>
                  <a:pt x="8236423" y="1676400"/>
                  <a:pt x="8244840" y="1676400"/>
                </a:cubicBezTo>
                <a:cubicBezTo>
                  <a:pt x="8253257" y="1676400"/>
                  <a:pt x="8260080" y="1683223"/>
                  <a:pt x="8260080" y="1691640"/>
                </a:cubicBezTo>
                <a:close/>
                <a:moveTo>
                  <a:pt x="8260080" y="1844040"/>
                </a:moveTo>
                <a:cubicBezTo>
                  <a:pt x="8260080" y="1852457"/>
                  <a:pt x="8253257" y="1859280"/>
                  <a:pt x="8244840" y="1859280"/>
                </a:cubicBezTo>
                <a:cubicBezTo>
                  <a:pt x="8236423" y="1859280"/>
                  <a:pt x="8229600" y="1852457"/>
                  <a:pt x="8229600" y="1844040"/>
                </a:cubicBezTo>
                <a:cubicBezTo>
                  <a:pt x="8229600" y="1835623"/>
                  <a:pt x="8236423" y="1828800"/>
                  <a:pt x="8244840" y="1828800"/>
                </a:cubicBezTo>
                <a:cubicBezTo>
                  <a:pt x="8253257" y="1828800"/>
                  <a:pt x="8260080" y="1835623"/>
                  <a:pt x="8260080" y="1844040"/>
                </a:cubicBezTo>
                <a:close/>
                <a:moveTo>
                  <a:pt x="8260080" y="1996440"/>
                </a:moveTo>
                <a:cubicBezTo>
                  <a:pt x="8260080" y="2004857"/>
                  <a:pt x="8253257" y="2011680"/>
                  <a:pt x="8244840" y="2011680"/>
                </a:cubicBezTo>
                <a:cubicBezTo>
                  <a:pt x="8236423" y="2011680"/>
                  <a:pt x="8229600" y="2004857"/>
                  <a:pt x="8229600" y="1996440"/>
                </a:cubicBezTo>
                <a:cubicBezTo>
                  <a:pt x="8229600" y="1988023"/>
                  <a:pt x="8236423" y="1981200"/>
                  <a:pt x="8244840" y="1981200"/>
                </a:cubicBezTo>
                <a:cubicBezTo>
                  <a:pt x="8253257" y="1981200"/>
                  <a:pt x="8260080" y="1988023"/>
                  <a:pt x="8260080" y="1996440"/>
                </a:cubicBezTo>
                <a:close/>
                <a:moveTo>
                  <a:pt x="8260080" y="2148840"/>
                </a:moveTo>
                <a:cubicBezTo>
                  <a:pt x="8260080" y="2157257"/>
                  <a:pt x="8253257" y="2164080"/>
                  <a:pt x="8244840" y="2164080"/>
                </a:cubicBezTo>
                <a:cubicBezTo>
                  <a:pt x="8236423" y="2164080"/>
                  <a:pt x="8229600" y="2157257"/>
                  <a:pt x="8229600" y="2148840"/>
                </a:cubicBezTo>
                <a:cubicBezTo>
                  <a:pt x="8229600" y="2140423"/>
                  <a:pt x="8236423" y="2133600"/>
                  <a:pt x="8244840" y="2133600"/>
                </a:cubicBezTo>
                <a:cubicBezTo>
                  <a:pt x="8253257" y="2133600"/>
                  <a:pt x="8260080" y="2140423"/>
                  <a:pt x="8260080" y="2148840"/>
                </a:cubicBezTo>
                <a:close/>
                <a:moveTo>
                  <a:pt x="8260080" y="2301240"/>
                </a:moveTo>
                <a:cubicBezTo>
                  <a:pt x="8260080" y="2309657"/>
                  <a:pt x="8253257" y="2316480"/>
                  <a:pt x="8244840" y="2316480"/>
                </a:cubicBezTo>
                <a:cubicBezTo>
                  <a:pt x="8236423" y="2316480"/>
                  <a:pt x="8229600" y="2309657"/>
                  <a:pt x="8229600" y="2301240"/>
                </a:cubicBezTo>
                <a:cubicBezTo>
                  <a:pt x="8229600" y="2292823"/>
                  <a:pt x="8236423" y="2286000"/>
                  <a:pt x="8244840" y="2286000"/>
                </a:cubicBezTo>
                <a:cubicBezTo>
                  <a:pt x="8253257" y="2286000"/>
                  <a:pt x="8260080" y="2292823"/>
                  <a:pt x="8260080" y="2301240"/>
                </a:cubicBezTo>
                <a:close/>
                <a:moveTo>
                  <a:pt x="8260080" y="2453640"/>
                </a:moveTo>
                <a:cubicBezTo>
                  <a:pt x="8260080" y="2462057"/>
                  <a:pt x="8253257" y="2468880"/>
                  <a:pt x="8244840" y="2468880"/>
                </a:cubicBezTo>
                <a:cubicBezTo>
                  <a:pt x="8236423" y="2468880"/>
                  <a:pt x="8229600" y="2462057"/>
                  <a:pt x="8229600" y="2453640"/>
                </a:cubicBezTo>
                <a:cubicBezTo>
                  <a:pt x="8229600" y="2445223"/>
                  <a:pt x="8236423" y="2438400"/>
                  <a:pt x="8244840" y="2438400"/>
                </a:cubicBezTo>
                <a:cubicBezTo>
                  <a:pt x="8253257" y="2438400"/>
                  <a:pt x="8260080" y="2445223"/>
                  <a:pt x="8260080" y="2453640"/>
                </a:cubicBezTo>
                <a:close/>
                <a:moveTo>
                  <a:pt x="8260080" y="2606040"/>
                </a:moveTo>
                <a:cubicBezTo>
                  <a:pt x="8260080" y="2614457"/>
                  <a:pt x="8253257" y="2621280"/>
                  <a:pt x="8244840" y="2621280"/>
                </a:cubicBezTo>
                <a:cubicBezTo>
                  <a:pt x="8236423" y="2621280"/>
                  <a:pt x="8229600" y="2614457"/>
                  <a:pt x="8229600" y="2606040"/>
                </a:cubicBezTo>
                <a:cubicBezTo>
                  <a:pt x="8229600" y="2597623"/>
                  <a:pt x="8236423" y="2590800"/>
                  <a:pt x="8244840" y="2590800"/>
                </a:cubicBezTo>
                <a:cubicBezTo>
                  <a:pt x="8253257" y="2590800"/>
                  <a:pt x="8260080" y="2597623"/>
                  <a:pt x="8260080" y="2606040"/>
                </a:cubicBezTo>
                <a:close/>
                <a:moveTo>
                  <a:pt x="8260080" y="2758440"/>
                </a:moveTo>
                <a:cubicBezTo>
                  <a:pt x="8260080" y="2766857"/>
                  <a:pt x="8253257" y="2773680"/>
                  <a:pt x="8244840" y="2773680"/>
                </a:cubicBezTo>
                <a:cubicBezTo>
                  <a:pt x="8236423" y="2773680"/>
                  <a:pt x="8229600" y="2766857"/>
                  <a:pt x="8229600" y="2758440"/>
                </a:cubicBezTo>
                <a:cubicBezTo>
                  <a:pt x="8229600" y="2750023"/>
                  <a:pt x="8236423" y="2743200"/>
                  <a:pt x="8244840" y="2743200"/>
                </a:cubicBezTo>
                <a:cubicBezTo>
                  <a:pt x="8253257" y="2743200"/>
                  <a:pt x="8260080" y="2750023"/>
                  <a:pt x="8260080" y="2758440"/>
                </a:cubicBezTo>
                <a:close/>
                <a:moveTo>
                  <a:pt x="8260080" y="2910840"/>
                </a:moveTo>
                <a:cubicBezTo>
                  <a:pt x="8260080" y="2919257"/>
                  <a:pt x="8253257" y="2926080"/>
                  <a:pt x="8244840" y="2926080"/>
                </a:cubicBezTo>
                <a:cubicBezTo>
                  <a:pt x="8236423" y="2926080"/>
                  <a:pt x="8229600" y="2919257"/>
                  <a:pt x="8229600" y="2910840"/>
                </a:cubicBezTo>
                <a:cubicBezTo>
                  <a:pt x="8229600" y="2902423"/>
                  <a:pt x="8236423" y="2895600"/>
                  <a:pt x="8244840" y="2895600"/>
                </a:cubicBezTo>
                <a:cubicBezTo>
                  <a:pt x="8253257" y="2895600"/>
                  <a:pt x="8260080" y="2902423"/>
                  <a:pt x="8260080" y="2910840"/>
                </a:cubicBezTo>
                <a:close/>
                <a:moveTo>
                  <a:pt x="8260080" y="3063240"/>
                </a:moveTo>
                <a:cubicBezTo>
                  <a:pt x="8260080" y="3071657"/>
                  <a:pt x="8253257" y="3078480"/>
                  <a:pt x="8244840" y="3078480"/>
                </a:cubicBezTo>
                <a:cubicBezTo>
                  <a:pt x="8236423" y="3078480"/>
                  <a:pt x="8229600" y="3071657"/>
                  <a:pt x="8229600" y="3063240"/>
                </a:cubicBezTo>
                <a:cubicBezTo>
                  <a:pt x="8229600" y="3054823"/>
                  <a:pt x="8236423" y="3048000"/>
                  <a:pt x="8244840" y="3048000"/>
                </a:cubicBezTo>
                <a:cubicBezTo>
                  <a:pt x="8253257" y="3048000"/>
                  <a:pt x="8260080" y="3054823"/>
                  <a:pt x="8260080" y="3063240"/>
                </a:cubicBezTo>
                <a:close/>
                <a:moveTo>
                  <a:pt x="8260080" y="3215640"/>
                </a:moveTo>
                <a:cubicBezTo>
                  <a:pt x="8260080" y="3224057"/>
                  <a:pt x="8253257" y="3230880"/>
                  <a:pt x="8244840" y="3230880"/>
                </a:cubicBezTo>
                <a:cubicBezTo>
                  <a:pt x="8236423" y="3230880"/>
                  <a:pt x="8229600" y="3224057"/>
                  <a:pt x="8229600" y="3215640"/>
                </a:cubicBezTo>
                <a:cubicBezTo>
                  <a:pt x="8229600" y="3207223"/>
                  <a:pt x="8236423" y="3200400"/>
                  <a:pt x="8244840" y="3200400"/>
                </a:cubicBezTo>
                <a:cubicBezTo>
                  <a:pt x="8253257" y="3200400"/>
                  <a:pt x="8260080" y="3207223"/>
                  <a:pt x="8260080" y="3215640"/>
                </a:cubicBezTo>
                <a:close/>
                <a:moveTo>
                  <a:pt x="8260080" y="3368040"/>
                </a:moveTo>
                <a:cubicBezTo>
                  <a:pt x="8260080" y="3376457"/>
                  <a:pt x="8253257" y="3383280"/>
                  <a:pt x="8244840" y="3383280"/>
                </a:cubicBezTo>
                <a:cubicBezTo>
                  <a:pt x="8236423" y="3383280"/>
                  <a:pt x="8229600" y="3376457"/>
                  <a:pt x="8229600" y="3368040"/>
                </a:cubicBezTo>
                <a:cubicBezTo>
                  <a:pt x="8229600" y="3359623"/>
                  <a:pt x="8236423" y="3352800"/>
                  <a:pt x="8244840" y="3352800"/>
                </a:cubicBezTo>
                <a:cubicBezTo>
                  <a:pt x="8253257" y="3352800"/>
                  <a:pt x="8260080" y="3359623"/>
                  <a:pt x="8260080" y="3368040"/>
                </a:cubicBezTo>
                <a:close/>
                <a:moveTo>
                  <a:pt x="8260080" y="3520440"/>
                </a:moveTo>
                <a:cubicBezTo>
                  <a:pt x="8260080" y="3528857"/>
                  <a:pt x="8253257" y="3535680"/>
                  <a:pt x="8244840" y="3535680"/>
                </a:cubicBezTo>
                <a:cubicBezTo>
                  <a:pt x="8236423" y="3535680"/>
                  <a:pt x="8229600" y="3528857"/>
                  <a:pt x="8229600" y="3520440"/>
                </a:cubicBezTo>
                <a:cubicBezTo>
                  <a:pt x="8229600" y="3512023"/>
                  <a:pt x="8236423" y="3505200"/>
                  <a:pt x="8244840" y="3505200"/>
                </a:cubicBezTo>
                <a:cubicBezTo>
                  <a:pt x="8253257" y="3505200"/>
                  <a:pt x="8260080" y="3512023"/>
                  <a:pt x="8260080" y="3520440"/>
                </a:cubicBezTo>
                <a:close/>
                <a:moveTo>
                  <a:pt x="8260080" y="3672840"/>
                </a:moveTo>
                <a:cubicBezTo>
                  <a:pt x="8260080" y="3681257"/>
                  <a:pt x="8253257" y="3688080"/>
                  <a:pt x="8244840" y="3688080"/>
                </a:cubicBezTo>
                <a:cubicBezTo>
                  <a:pt x="8236423" y="3688080"/>
                  <a:pt x="8229600" y="3681257"/>
                  <a:pt x="8229600" y="3672840"/>
                </a:cubicBezTo>
                <a:cubicBezTo>
                  <a:pt x="8229600" y="3664423"/>
                  <a:pt x="8236423" y="3657600"/>
                  <a:pt x="8244840" y="3657600"/>
                </a:cubicBezTo>
                <a:cubicBezTo>
                  <a:pt x="8253257" y="3657600"/>
                  <a:pt x="8260080" y="3664423"/>
                  <a:pt x="8260080" y="3672840"/>
                </a:cubicBezTo>
                <a:close/>
                <a:moveTo>
                  <a:pt x="8260080" y="3825240"/>
                </a:moveTo>
                <a:cubicBezTo>
                  <a:pt x="8260080" y="3833657"/>
                  <a:pt x="8253257" y="3840480"/>
                  <a:pt x="8244840" y="3840480"/>
                </a:cubicBezTo>
                <a:cubicBezTo>
                  <a:pt x="8236423" y="3840480"/>
                  <a:pt x="8229600" y="3833657"/>
                  <a:pt x="8229600" y="3825240"/>
                </a:cubicBezTo>
                <a:cubicBezTo>
                  <a:pt x="8229600" y="3816823"/>
                  <a:pt x="8236423" y="3810000"/>
                  <a:pt x="8244840" y="3810000"/>
                </a:cubicBezTo>
                <a:cubicBezTo>
                  <a:pt x="8253257" y="3810000"/>
                  <a:pt x="8260080" y="3816823"/>
                  <a:pt x="8260080" y="3825240"/>
                </a:cubicBezTo>
                <a:close/>
                <a:moveTo>
                  <a:pt x="8260080" y="3977640"/>
                </a:moveTo>
                <a:cubicBezTo>
                  <a:pt x="8260080" y="3986057"/>
                  <a:pt x="8253257" y="3992880"/>
                  <a:pt x="8244840" y="3992880"/>
                </a:cubicBezTo>
                <a:cubicBezTo>
                  <a:pt x="8236423" y="3992880"/>
                  <a:pt x="8229600" y="3986057"/>
                  <a:pt x="8229600" y="3977640"/>
                </a:cubicBezTo>
                <a:cubicBezTo>
                  <a:pt x="8229600" y="3969223"/>
                  <a:pt x="8236423" y="3962400"/>
                  <a:pt x="8244840" y="3962400"/>
                </a:cubicBezTo>
                <a:cubicBezTo>
                  <a:pt x="8253257" y="3962400"/>
                  <a:pt x="8260080" y="3969223"/>
                  <a:pt x="8260080" y="3977640"/>
                </a:cubicBezTo>
                <a:close/>
                <a:moveTo>
                  <a:pt x="8260080" y="4130040"/>
                </a:moveTo>
                <a:cubicBezTo>
                  <a:pt x="8260080" y="4138457"/>
                  <a:pt x="8253257" y="4145280"/>
                  <a:pt x="8244840" y="4145280"/>
                </a:cubicBezTo>
                <a:cubicBezTo>
                  <a:pt x="8236423" y="4145280"/>
                  <a:pt x="8229600" y="4138457"/>
                  <a:pt x="8229600" y="4130040"/>
                </a:cubicBezTo>
                <a:cubicBezTo>
                  <a:pt x="8229600" y="4121623"/>
                  <a:pt x="8236423" y="4114800"/>
                  <a:pt x="8244840" y="4114800"/>
                </a:cubicBezTo>
                <a:cubicBezTo>
                  <a:pt x="8253257" y="4114800"/>
                  <a:pt x="8260080" y="4121623"/>
                  <a:pt x="8260080" y="4130040"/>
                </a:cubicBezTo>
                <a:close/>
                <a:moveTo>
                  <a:pt x="8260080" y="4282440"/>
                </a:moveTo>
                <a:cubicBezTo>
                  <a:pt x="8260080" y="4290857"/>
                  <a:pt x="8253257" y="4297680"/>
                  <a:pt x="8244840" y="4297680"/>
                </a:cubicBezTo>
                <a:cubicBezTo>
                  <a:pt x="8236423" y="4297680"/>
                  <a:pt x="8229600" y="4290857"/>
                  <a:pt x="8229600" y="4282440"/>
                </a:cubicBezTo>
                <a:cubicBezTo>
                  <a:pt x="8229600" y="4274023"/>
                  <a:pt x="8236423" y="4267200"/>
                  <a:pt x="8244840" y="4267200"/>
                </a:cubicBezTo>
                <a:cubicBezTo>
                  <a:pt x="8253257" y="4267200"/>
                  <a:pt x="8260080" y="4274023"/>
                  <a:pt x="8260080" y="4282440"/>
                </a:cubicBezTo>
                <a:close/>
                <a:moveTo>
                  <a:pt x="8260080" y="4434840"/>
                </a:moveTo>
                <a:cubicBezTo>
                  <a:pt x="8260080" y="4443257"/>
                  <a:pt x="8253257" y="4450080"/>
                  <a:pt x="8244840" y="4450080"/>
                </a:cubicBezTo>
                <a:cubicBezTo>
                  <a:pt x="8236423" y="4450080"/>
                  <a:pt x="8229600" y="4443257"/>
                  <a:pt x="8229600" y="4434840"/>
                </a:cubicBezTo>
                <a:cubicBezTo>
                  <a:pt x="8229600" y="4426423"/>
                  <a:pt x="8236423" y="4419600"/>
                  <a:pt x="8244840" y="4419600"/>
                </a:cubicBezTo>
                <a:cubicBezTo>
                  <a:pt x="8253257" y="4419600"/>
                  <a:pt x="8260080" y="4426423"/>
                  <a:pt x="8260080" y="4434840"/>
                </a:cubicBezTo>
                <a:close/>
                <a:moveTo>
                  <a:pt x="8412480" y="15240"/>
                </a:moveTo>
                <a:cubicBezTo>
                  <a:pt x="8412480" y="23657"/>
                  <a:pt x="8405657" y="30480"/>
                  <a:pt x="8397240" y="30480"/>
                </a:cubicBezTo>
                <a:cubicBezTo>
                  <a:pt x="8388823" y="30480"/>
                  <a:pt x="8382000" y="23657"/>
                  <a:pt x="8382000" y="15240"/>
                </a:cubicBezTo>
                <a:cubicBezTo>
                  <a:pt x="8382000" y="6823"/>
                  <a:pt x="8388823" y="0"/>
                  <a:pt x="8397240" y="0"/>
                </a:cubicBezTo>
                <a:cubicBezTo>
                  <a:pt x="8405657" y="0"/>
                  <a:pt x="8412480" y="6823"/>
                  <a:pt x="8412480" y="15240"/>
                </a:cubicBezTo>
                <a:close/>
                <a:moveTo>
                  <a:pt x="8412480" y="167640"/>
                </a:moveTo>
                <a:cubicBezTo>
                  <a:pt x="8412480" y="176057"/>
                  <a:pt x="8405657" y="182880"/>
                  <a:pt x="8397240" y="182880"/>
                </a:cubicBezTo>
                <a:cubicBezTo>
                  <a:pt x="8388823" y="182880"/>
                  <a:pt x="8382000" y="176057"/>
                  <a:pt x="8382000" y="167640"/>
                </a:cubicBezTo>
                <a:cubicBezTo>
                  <a:pt x="8382000" y="159223"/>
                  <a:pt x="8388823" y="152400"/>
                  <a:pt x="8397240" y="152400"/>
                </a:cubicBezTo>
                <a:cubicBezTo>
                  <a:pt x="8405657" y="152400"/>
                  <a:pt x="8412480" y="159223"/>
                  <a:pt x="8412480" y="167640"/>
                </a:cubicBezTo>
                <a:close/>
                <a:moveTo>
                  <a:pt x="8412480" y="320040"/>
                </a:moveTo>
                <a:cubicBezTo>
                  <a:pt x="8412480" y="328457"/>
                  <a:pt x="8405657" y="335280"/>
                  <a:pt x="8397240" y="335280"/>
                </a:cubicBezTo>
                <a:cubicBezTo>
                  <a:pt x="8388823" y="335280"/>
                  <a:pt x="8382000" y="328457"/>
                  <a:pt x="8382000" y="320040"/>
                </a:cubicBezTo>
                <a:cubicBezTo>
                  <a:pt x="8382000" y="311623"/>
                  <a:pt x="8388823" y="304800"/>
                  <a:pt x="8397240" y="304800"/>
                </a:cubicBezTo>
                <a:cubicBezTo>
                  <a:pt x="8405657" y="304800"/>
                  <a:pt x="8412480" y="311623"/>
                  <a:pt x="8412480" y="320040"/>
                </a:cubicBezTo>
                <a:close/>
                <a:moveTo>
                  <a:pt x="8412480" y="472440"/>
                </a:moveTo>
                <a:cubicBezTo>
                  <a:pt x="8412480" y="480857"/>
                  <a:pt x="8405657" y="487680"/>
                  <a:pt x="8397240" y="487680"/>
                </a:cubicBezTo>
                <a:cubicBezTo>
                  <a:pt x="8388823" y="487680"/>
                  <a:pt x="8382000" y="480857"/>
                  <a:pt x="8382000" y="472440"/>
                </a:cubicBezTo>
                <a:cubicBezTo>
                  <a:pt x="8382000" y="464023"/>
                  <a:pt x="8388823" y="457200"/>
                  <a:pt x="8397240" y="457200"/>
                </a:cubicBezTo>
                <a:cubicBezTo>
                  <a:pt x="8405657" y="457200"/>
                  <a:pt x="8412480" y="464023"/>
                  <a:pt x="8412480" y="472440"/>
                </a:cubicBezTo>
                <a:close/>
                <a:moveTo>
                  <a:pt x="8412480" y="624840"/>
                </a:moveTo>
                <a:cubicBezTo>
                  <a:pt x="8412480" y="633257"/>
                  <a:pt x="8405657" y="640080"/>
                  <a:pt x="8397240" y="640080"/>
                </a:cubicBezTo>
                <a:cubicBezTo>
                  <a:pt x="8388823" y="640080"/>
                  <a:pt x="8382000" y="633257"/>
                  <a:pt x="8382000" y="624840"/>
                </a:cubicBezTo>
                <a:cubicBezTo>
                  <a:pt x="8382000" y="616423"/>
                  <a:pt x="8388823" y="609600"/>
                  <a:pt x="8397240" y="609600"/>
                </a:cubicBezTo>
                <a:cubicBezTo>
                  <a:pt x="8405657" y="609600"/>
                  <a:pt x="8412480" y="616423"/>
                  <a:pt x="8412480" y="624840"/>
                </a:cubicBezTo>
                <a:close/>
                <a:moveTo>
                  <a:pt x="8412480" y="777240"/>
                </a:moveTo>
                <a:cubicBezTo>
                  <a:pt x="8412480" y="785657"/>
                  <a:pt x="8405657" y="792480"/>
                  <a:pt x="8397240" y="792480"/>
                </a:cubicBezTo>
                <a:cubicBezTo>
                  <a:pt x="8388823" y="792480"/>
                  <a:pt x="8382000" y="785657"/>
                  <a:pt x="8382000" y="777240"/>
                </a:cubicBezTo>
                <a:cubicBezTo>
                  <a:pt x="8382000" y="768823"/>
                  <a:pt x="8388823" y="762000"/>
                  <a:pt x="8397240" y="762000"/>
                </a:cubicBezTo>
                <a:cubicBezTo>
                  <a:pt x="8405657" y="762000"/>
                  <a:pt x="8412480" y="768823"/>
                  <a:pt x="8412480" y="777240"/>
                </a:cubicBezTo>
                <a:close/>
                <a:moveTo>
                  <a:pt x="8412480" y="929640"/>
                </a:moveTo>
                <a:cubicBezTo>
                  <a:pt x="8412480" y="938057"/>
                  <a:pt x="8405657" y="944880"/>
                  <a:pt x="8397240" y="944880"/>
                </a:cubicBezTo>
                <a:cubicBezTo>
                  <a:pt x="8388823" y="944880"/>
                  <a:pt x="8382000" y="938057"/>
                  <a:pt x="8382000" y="929640"/>
                </a:cubicBezTo>
                <a:cubicBezTo>
                  <a:pt x="8382000" y="921223"/>
                  <a:pt x="8388823" y="914400"/>
                  <a:pt x="8397240" y="914400"/>
                </a:cubicBezTo>
                <a:cubicBezTo>
                  <a:pt x="8405657" y="914400"/>
                  <a:pt x="8412480" y="921223"/>
                  <a:pt x="8412480" y="929640"/>
                </a:cubicBezTo>
                <a:close/>
                <a:moveTo>
                  <a:pt x="8412480" y="1082040"/>
                </a:moveTo>
                <a:cubicBezTo>
                  <a:pt x="8412480" y="1090457"/>
                  <a:pt x="8405657" y="1097280"/>
                  <a:pt x="8397240" y="1097280"/>
                </a:cubicBezTo>
                <a:cubicBezTo>
                  <a:pt x="8388823" y="1097280"/>
                  <a:pt x="8382000" y="1090457"/>
                  <a:pt x="8382000" y="1082040"/>
                </a:cubicBezTo>
                <a:cubicBezTo>
                  <a:pt x="8382000" y="1073623"/>
                  <a:pt x="8388823" y="1066800"/>
                  <a:pt x="8397240" y="1066800"/>
                </a:cubicBezTo>
                <a:cubicBezTo>
                  <a:pt x="8405657" y="1066800"/>
                  <a:pt x="8412480" y="1073623"/>
                  <a:pt x="8412480" y="1082040"/>
                </a:cubicBezTo>
                <a:close/>
                <a:moveTo>
                  <a:pt x="8412480" y="1234440"/>
                </a:moveTo>
                <a:cubicBezTo>
                  <a:pt x="8412480" y="1242857"/>
                  <a:pt x="8405657" y="1249680"/>
                  <a:pt x="8397240" y="1249680"/>
                </a:cubicBezTo>
                <a:cubicBezTo>
                  <a:pt x="8388823" y="1249680"/>
                  <a:pt x="8382000" y="1242857"/>
                  <a:pt x="8382000" y="1234440"/>
                </a:cubicBezTo>
                <a:cubicBezTo>
                  <a:pt x="8382000" y="1226023"/>
                  <a:pt x="8388823" y="1219200"/>
                  <a:pt x="8397240" y="1219200"/>
                </a:cubicBezTo>
                <a:cubicBezTo>
                  <a:pt x="8405657" y="1219200"/>
                  <a:pt x="8412480" y="1226023"/>
                  <a:pt x="8412480" y="1234440"/>
                </a:cubicBezTo>
                <a:close/>
                <a:moveTo>
                  <a:pt x="8412480" y="1386840"/>
                </a:moveTo>
                <a:cubicBezTo>
                  <a:pt x="8412480" y="1395257"/>
                  <a:pt x="8405657" y="1402080"/>
                  <a:pt x="8397240" y="1402080"/>
                </a:cubicBezTo>
                <a:cubicBezTo>
                  <a:pt x="8388823" y="1402080"/>
                  <a:pt x="8382000" y="1395257"/>
                  <a:pt x="8382000" y="1386840"/>
                </a:cubicBezTo>
                <a:cubicBezTo>
                  <a:pt x="8382000" y="1378423"/>
                  <a:pt x="8388823" y="1371600"/>
                  <a:pt x="8397240" y="1371600"/>
                </a:cubicBezTo>
                <a:cubicBezTo>
                  <a:pt x="8405657" y="1371600"/>
                  <a:pt x="8412480" y="1378423"/>
                  <a:pt x="8412480" y="1386840"/>
                </a:cubicBezTo>
                <a:close/>
                <a:moveTo>
                  <a:pt x="8412480" y="1539240"/>
                </a:moveTo>
                <a:cubicBezTo>
                  <a:pt x="8412480" y="1547657"/>
                  <a:pt x="8405657" y="1554480"/>
                  <a:pt x="8397240" y="1554480"/>
                </a:cubicBezTo>
                <a:cubicBezTo>
                  <a:pt x="8388823" y="1554480"/>
                  <a:pt x="8382000" y="1547657"/>
                  <a:pt x="8382000" y="1539240"/>
                </a:cubicBezTo>
                <a:cubicBezTo>
                  <a:pt x="8382000" y="1530823"/>
                  <a:pt x="8388823" y="1524000"/>
                  <a:pt x="8397240" y="1524000"/>
                </a:cubicBezTo>
                <a:cubicBezTo>
                  <a:pt x="8405657" y="1524000"/>
                  <a:pt x="8412480" y="1530823"/>
                  <a:pt x="8412480" y="1539240"/>
                </a:cubicBezTo>
                <a:close/>
                <a:moveTo>
                  <a:pt x="8412480" y="1691640"/>
                </a:moveTo>
                <a:cubicBezTo>
                  <a:pt x="8412480" y="1700057"/>
                  <a:pt x="8405657" y="1706880"/>
                  <a:pt x="8397240" y="1706880"/>
                </a:cubicBezTo>
                <a:cubicBezTo>
                  <a:pt x="8388823" y="1706880"/>
                  <a:pt x="8382000" y="1700057"/>
                  <a:pt x="8382000" y="1691640"/>
                </a:cubicBezTo>
                <a:cubicBezTo>
                  <a:pt x="8382000" y="1683223"/>
                  <a:pt x="8388823" y="1676400"/>
                  <a:pt x="8397240" y="1676400"/>
                </a:cubicBezTo>
                <a:cubicBezTo>
                  <a:pt x="8405657" y="1676400"/>
                  <a:pt x="8412480" y="1683223"/>
                  <a:pt x="8412480" y="1691640"/>
                </a:cubicBezTo>
                <a:close/>
                <a:moveTo>
                  <a:pt x="8412480" y="1844040"/>
                </a:moveTo>
                <a:cubicBezTo>
                  <a:pt x="8412480" y="1852457"/>
                  <a:pt x="8405657" y="1859280"/>
                  <a:pt x="8397240" y="1859280"/>
                </a:cubicBezTo>
                <a:cubicBezTo>
                  <a:pt x="8388823" y="1859280"/>
                  <a:pt x="8382000" y="1852457"/>
                  <a:pt x="8382000" y="1844040"/>
                </a:cubicBezTo>
                <a:cubicBezTo>
                  <a:pt x="8382000" y="1835623"/>
                  <a:pt x="8388823" y="1828800"/>
                  <a:pt x="8397240" y="1828800"/>
                </a:cubicBezTo>
                <a:cubicBezTo>
                  <a:pt x="8405657" y="1828800"/>
                  <a:pt x="8412480" y="1835623"/>
                  <a:pt x="8412480" y="1844040"/>
                </a:cubicBezTo>
                <a:close/>
                <a:moveTo>
                  <a:pt x="8412480" y="1996440"/>
                </a:moveTo>
                <a:cubicBezTo>
                  <a:pt x="8412480" y="2004857"/>
                  <a:pt x="8405657" y="2011680"/>
                  <a:pt x="8397240" y="2011680"/>
                </a:cubicBezTo>
                <a:cubicBezTo>
                  <a:pt x="8388823" y="2011680"/>
                  <a:pt x="8382000" y="2004857"/>
                  <a:pt x="8382000" y="1996440"/>
                </a:cubicBezTo>
                <a:cubicBezTo>
                  <a:pt x="8382000" y="1988023"/>
                  <a:pt x="8388823" y="1981200"/>
                  <a:pt x="8397240" y="1981200"/>
                </a:cubicBezTo>
                <a:cubicBezTo>
                  <a:pt x="8405657" y="1981200"/>
                  <a:pt x="8412480" y="1988023"/>
                  <a:pt x="8412480" y="1996440"/>
                </a:cubicBezTo>
                <a:close/>
                <a:moveTo>
                  <a:pt x="8412480" y="2148840"/>
                </a:moveTo>
                <a:cubicBezTo>
                  <a:pt x="8412480" y="2157257"/>
                  <a:pt x="8405657" y="2164080"/>
                  <a:pt x="8397240" y="2164080"/>
                </a:cubicBezTo>
                <a:cubicBezTo>
                  <a:pt x="8388823" y="2164080"/>
                  <a:pt x="8382000" y="2157257"/>
                  <a:pt x="8382000" y="2148840"/>
                </a:cubicBezTo>
                <a:cubicBezTo>
                  <a:pt x="8382000" y="2140423"/>
                  <a:pt x="8388823" y="2133600"/>
                  <a:pt x="8397240" y="2133600"/>
                </a:cubicBezTo>
                <a:cubicBezTo>
                  <a:pt x="8405657" y="2133600"/>
                  <a:pt x="8412480" y="2140423"/>
                  <a:pt x="8412480" y="2148840"/>
                </a:cubicBezTo>
                <a:close/>
                <a:moveTo>
                  <a:pt x="8412480" y="2301240"/>
                </a:moveTo>
                <a:cubicBezTo>
                  <a:pt x="8412480" y="2309657"/>
                  <a:pt x="8405657" y="2316480"/>
                  <a:pt x="8397240" y="2316480"/>
                </a:cubicBezTo>
                <a:cubicBezTo>
                  <a:pt x="8388823" y="2316480"/>
                  <a:pt x="8382000" y="2309657"/>
                  <a:pt x="8382000" y="2301240"/>
                </a:cubicBezTo>
                <a:cubicBezTo>
                  <a:pt x="8382000" y="2292823"/>
                  <a:pt x="8388823" y="2286000"/>
                  <a:pt x="8397240" y="2286000"/>
                </a:cubicBezTo>
                <a:cubicBezTo>
                  <a:pt x="8405657" y="2286000"/>
                  <a:pt x="8412480" y="2292823"/>
                  <a:pt x="8412480" y="2301240"/>
                </a:cubicBezTo>
                <a:close/>
                <a:moveTo>
                  <a:pt x="8412480" y="2453640"/>
                </a:moveTo>
                <a:cubicBezTo>
                  <a:pt x="8412480" y="2462057"/>
                  <a:pt x="8405657" y="2468880"/>
                  <a:pt x="8397240" y="2468880"/>
                </a:cubicBezTo>
                <a:cubicBezTo>
                  <a:pt x="8388823" y="2468880"/>
                  <a:pt x="8382000" y="2462057"/>
                  <a:pt x="8382000" y="2453640"/>
                </a:cubicBezTo>
                <a:cubicBezTo>
                  <a:pt x="8382000" y="2445223"/>
                  <a:pt x="8388823" y="2438400"/>
                  <a:pt x="8397240" y="2438400"/>
                </a:cubicBezTo>
                <a:cubicBezTo>
                  <a:pt x="8405657" y="2438400"/>
                  <a:pt x="8412480" y="2445223"/>
                  <a:pt x="8412480" y="2453640"/>
                </a:cubicBezTo>
                <a:close/>
                <a:moveTo>
                  <a:pt x="8412480" y="2606040"/>
                </a:moveTo>
                <a:cubicBezTo>
                  <a:pt x="8412480" y="2614457"/>
                  <a:pt x="8405657" y="2621280"/>
                  <a:pt x="8397240" y="2621280"/>
                </a:cubicBezTo>
                <a:cubicBezTo>
                  <a:pt x="8388823" y="2621280"/>
                  <a:pt x="8382000" y="2614457"/>
                  <a:pt x="8382000" y="2606040"/>
                </a:cubicBezTo>
                <a:cubicBezTo>
                  <a:pt x="8382000" y="2597623"/>
                  <a:pt x="8388823" y="2590800"/>
                  <a:pt x="8397240" y="2590800"/>
                </a:cubicBezTo>
                <a:cubicBezTo>
                  <a:pt x="8405657" y="2590800"/>
                  <a:pt x="8412480" y="2597623"/>
                  <a:pt x="8412480" y="2606040"/>
                </a:cubicBezTo>
                <a:close/>
                <a:moveTo>
                  <a:pt x="8412480" y="2758440"/>
                </a:moveTo>
                <a:cubicBezTo>
                  <a:pt x="8412480" y="2766857"/>
                  <a:pt x="8405657" y="2773680"/>
                  <a:pt x="8397240" y="2773680"/>
                </a:cubicBezTo>
                <a:cubicBezTo>
                  <a:pt x="8388823" y="2773680"/>
                  <a:pt x="8382000" y="2766857"/>
                  <a:pt x="8382000" y="2758440"/>
                </a:cubicBezTo>
                <a:cubicBezTo>
                  <a:pt x="8382000" y="2750023"/>
                  <a:pt x="8388823" y="2743200"/>
                  <a:pt x="8397240" y="2743200"/>
                </a:cubicBezTo>
                <a:cubicBezTo>
                  <a:pt x="8405657" y="2743200"/>
                  <a:pt x="8412480" y="2750023"/>
                  <a:pt x="8412480" y="2758440"/>
                </a:cubicBezTo>
                <a:close/>
                <a:moveTo>
                  <a:pt x="8412480" y="2910840"/>
                </a:moveTo>
                <a:cubicBezTo>
                  <a:pt x="8412480" y="2919257"/>
                  <a:pt x="8405657" y="2926080"/>
                  <a:pt x="8397240" y="2926080"/>
                </a:cubicBezTo>
                <a:cubicBezTo>
                  <a:pt x="8388823" y="2926080"/>
                  <a:pt x="8382000" y="2919257"/>
                  <a:pt x="8382000" y="2910840"/>
                </a:cubicBezTo>
                <a:cubicBezTo>
                  <a:pt x="8382000" y="2902423"/>
                  <a:pt x="8388823" y="2895600"/>
                  <a:pt x="8397240" y="2895600"/>
                </a:cubicBezTo>
                <a:cubicBezTo>
                  <a:pt x="8405657" y="2895600"/>
                  <a:pt x="8412480" y="2902423"/>
                  <a:pt x="8412480" y="2910840"/>
                </a:cubicBezTo>
                <a:close/>
                <a:moveTo>
                  <a:pt x="8412480" y="3063240"/>
                </a:moveTo>
                <a:cubicBezTo>
                  <a:pt x="8412480" y="3071657"/>
                  <a:pt x="8405657" y="3078480"/>
                  <a:pt x="8397240" y="3078480"/>
                </a:cubicBezTo>
                <a:cubicBezTo>
                  <a:pt x="8388823" y="3078480"/>
                  <a:pt x="8382000" y="3071657"/>
                  <a:pt x="8382000" y="3063240"/>
                </a:cubicBezTo>
                <a:cubicBezTo>
                  <a:pt x="8382000" y="3054823"/>
                  <a:pt x="8388823" y="3048000"/>
                  <a:pt x="8397240" y="3048000"/>
                </a:cubicBezTo>
                <a:cubicBezTo>
                  <a:pt x="8405657" y="3048000"/>
                  <a:pt x="8412480" y="3054823"/>
                  <a:pt x="8412480" y="3063240"/>
                </a:cubicBezTo>
                <a:close/>
                <a:moveTo>
                  <a:pt x="8412480" y="3215640"/>
                </a:moveTo>
                <a:cubicBezTo>
                  <a:pt x="8412480" y="3224057"/>
                  <a:pt x="8405657" y="3230880"/>
                  <a:pt x="8397240" y="3230880"/>
                </a:cubicBezTo>
                <a:cubicBezTo>
                  <a:pt x="8388823" y="3230880"/>
                  <a:pt x="8382000" y="3224057"/>
                  <a:pt x="8382000" y="3215640"/>
                </a:cubicBezTo>
                <a:cubicBezTo>
                  <a:pt x="8382000" y="3207223"/>
                  <a:pt x="8388823" y="3200400"/>
                  <a:pt x="8397240" y="3200400"/>
                </a:cubicBezTo>
                <a:cubicBezTo>
                  <a:pt x="8405657" y="3200400"/>
                  <a:pt x="8412480" y="3207223"/>
                  <a:pt x="8412480" y="3215640"/>
                </a:cubicBezTo>
                <a:close/>
                <a:moveTo>
                  <a:pt x="8412480" y="3368040"/>
                </a:moveTo>
                <a:cubicBezTo>
                  <a:pt x="8412480" y="3376457"/>
                  <a:pt x="8405657" y="3383280"/>
                  <a:pt x="8397240" y="3383280"/>
                </a:cubicBezTo>
                <a:cubicBezTo>
                  <a:pt x="8388823" y="3383280"/>
                  <a:pt x="8382000" y="3376457"/>
                  <a:pt x="8382000" y="3368040"/>
                </a:cubicBezTo>
                <a:cubicBezTo>
                  <a:pt x="8382000" y="3359623"/>
                  <a:pt x="8388823" y="3352800"/>
                  <a:pt x="8397240" y="3352800"/>
                </a:cubicBezTo>
                <a:cubicBezTo>
                  <a:pt x="8405657" y="3352800"/>
                  <a:pt x="8412480" y="3359623"/>
                  <a:pt x="8412480" y="3368040"/>
                </a:cubicBezTo>
                <a:close/>
                <a:moveTo>
                  <a:pt x="8412480" y="3520440"/>
                </a:moveTo>
                <a:cubicBezTo>
                  <a:pt x="8412480" y="3528857"/>
                  <a:pt x="8405657" y="3535680"/>
                  <a:pt x="8397240" y="3535680"/>
                </a:cubicBezTo>
                <a:cubicBezTo>
                  <a:pt x="8388823" y="3535680"/>
                  <a:pt x="8382000" y="3528857"/>
                  <a:pt x="8382000" y="3520440"/>
                </a:cubicBezTo>
                <a:cubicBezTo>
                  <a:pt x="8382000" y="3512023"/>
                  <a:pt x="8388823" y="3505200"/>
                  <a:pt x="8397240" y="3505200"/>
                </a:cubicBezTo>
                <a:cubicBezTo>
                  <a:pt x="8405657" y="3505200"/>
                  <a:pt x="8412480" y="3512023"/>
                  <a:pt x="8412480" y="3520440"/>
                </a:cubicBezTo>
                <a:close/>
                <a:moveTo>
                  <a:pt x="8412480" y="3672840"/>
                </a:moveTo>
                <a:cubicBezTo>
                  <a:pt x="8412480" y="3681257"/>
                  <a:pt x="8405657" y="3688080"/>
                  <a:pt x="8397240" y="3688080"/>
                </a:cubicBezTo>
                <a:cubicBezTo>
                  <a:pt x="8388823" y="3688080"/>
                  <a:pt x="8382000" y="3681257"/>
                  <a:pt x="8382000" y="3672840"/>
                </a:cubicBezTo>
                <a:cubicBezTo>
                  <a:pt x="8382000" y="3664423"/>
                  <a:pt x="8388823" y="3657600"/>
                  <a:pt x="8397240" y="3657600"/>
                </a:cubicBezTo>
                <a:cubicBezTo>
                  <a:pt x="8405657" y="3657600"/>
                  <a:pt x="8412480" y="3664423"/>
                  <a:pt x="8412480" y="3672840"/>
                </a:cubicBezTo>
                <a:close/>
                <a:moveTo>
                  <a:pt x="8412480" y="3825240"/>
                </a:moveTo>
                <a:cubicBezTo>
                  <a:pt x="8412480" y="3833657"/>
                  <a:pt x="8405657" y="3840480"/>
                  <a:pt x="8397240" y="3840480"/>
                </a:cubicBezTo>
                <a:cubicBezTo>
                  <a:pt x="8388823" y="3840480"/>
                  <a:pt x="8382000" y="3833657"/>
                  <a:pt x="8382000" y="3825240"/>
                </a:cubicBezTo>
                <a:cubicBezTo>
                  <a:pt x="8382000" y="3816823"/>
                  <a:pt x="8388823" y="3810000"/>
                  <a:pt x="8397240" y="3810000"/>
                </a:cubicBezTo>
                <a:cubicBezTo>
                  <a:pt x="8405657" y="3810000"/>
                  <a:pt x="8412480" y="3816823"/>
                  <a:pt x="8412480" y="3825240"/>
                </a:cubicBezTo>
                <a:close/>
                <a:moveTo>
                  <a:pt x="8412480" y="3977640"/>
                </a:moveTo>
                <a:cubicBezTo>
                  <a:pt x="8412480" y="3986057"/>
                  <a:pt x="8405657" y="3992880"/>
                  <a:pt x="8397240" y="3992880"/>
                </a:cubicBezTo>
                <a:cubicBezTo>
                  <a:pt x="8388823" y="3992880"/>
                  <a:pt x="8382000" y="3986057"/>
                  <a:pt x="8382000" y="3977640"/>
                </a:cubicBezTo>
                <a:cubicBezTo>
                  <a:pt x="8382000" y="3969223"/>
                  <a:pt x="8388823" y="3962400"/>
                  <a:pt x="8397240" y="3962400"/>
                </a:cubicBezTo>
                <a:cubicBezTo>
                  <a:pt x="8405657" y="3962400"/>
                  <a:pt x="8412480" y="3969223"/>
                  <a:pt x="8412480" y="3977640"/>
                </a:cubicBezTo>
                <a:close/>
                <a:moveTo>
                  <a:pt x="8412480" y="4130040"/>
                </a:moveTo>
                <a:cubicBezTo>
                  <a:pt x="8412480" y="4138457"/>
                  <a:pt x="8405657" y="4145280"/>
                  <a:pt x="8397240" y="4145280"/>
                </a:cubicBezTo>
                <a:cubicBezTo>
                  <a:pt x="8388823" y="4145280"/>
                  <a:pt x="8382000" y="4138457"/>
                  <a:pt x="8382000" y="4130040"/>
                </a:cubicBezTo>
                <a:cubicBezTo>
                  <a:pt x="8382000" y="4121623"/>
                  <a:pt x="8388823" y="4114800"/>
                  <a:pt x="8397240" y="4114800"/>
                </a:cubicBezTo>
                <a:cubicBezTo>
                  <a:pt x="8405657" y="4114800"/>
                  <a:pt x="8412480" y="4121623"/>
                  <a:pt x="8412480" y="4130040"/>
                </a:cubicBezTo>
                <a:close/>
                <a:moveTo>
                  <a:pt x="8412480" y="4282440"/>
                </a:moveTo>
                <a:cubicBezTo>
                  <a:pt x="8412480" y="4290857"/>
                  <a:pt x="8405657" y="4297680"/>
                  <a:pt x="8397240" y="4297680"/>
                </a:cubicBezTo>
                <a:cubicBezTo>
                  <a:pt x="8388823" y="4297680"/>
                  <a:pt x="8382000" y="4290857"/>
                  <a:pt x="8382000" y="4282440"/>
                </a:cubicBezTo>
                <a:cubicBezTo>
                  <a:pt x="8382000" y="4274023"/>
                  <a:pt x="8388823" y="4267200"/>
                  <a:pt x="8397240" y="4267200"/>
                </a:cubicBezTo>
                <a:cubicBezTo>
                  <a:pt x="8405657" y="4267200"/>
                  <a:pt x="8412480" y="4274023"/>
                  <a:pt x="8412480" y="4282440"/>
                </a:cubicBezTo>
                <a:close/>
                <a:moveTo>
                  <a:pt x="8412480" y="4434840"/>
                </a:moveTo>
                <a:cubicBezTo>
                  <a:pt x="8412480" y="4443257"/>
                  <a:pt x="8405657" y="4450080"/>
                  <a:pt x="8397240" y="4450080"/>
                </a:cubicBezTo>
                <a:cubicBezTo>
                  <a:pt x="8388823" y="4450080"/>
                  <a:pt x="8382000" y="4443257"/>
                  <a:pt x="8382000" y="4434840"/>
                </a:cubicBezTo>
                <a:cubicBezTo>
                  <a:pt x="8382000" y="4426423"/>
                  <a:pt x="8388823" y="4419600"/>
                  <a:pt x="8397240" y="4419600"/>
                </a:cubicBezTo>
                <a:cubicBezTo>
                  <a:pt x="8405657" y="4419600"/>
                  <a:pt x="8412480" y="4426423"/>
                  <a:pt x="8412480" y="4434840"/>
                </a:cubicBezTo>
                <a:close/>
                <a:moveTo>
                  <a:pt x="8564880" y="15240"/>
                </a:moveTo>
                <a:cubicBezTo>
                  <a:pt x="8564880" y="23657"/>
                  <a:pt x="8558057" y="30480"/>
                  <a:pt x="8549640" y="30480"/>
                </a:cubicBezTo>
                <a:cubicBezTo>
                  <a:pt x="8541223" y="30480"/>
                  <a:pt x="8534400" y="23657"/>
                  <a:pt x="8534400" y="15240"/>
                </a:cubicBezTo>
                <a:cubicBezTo>
                  <a:pt x="8534400" y="6823"/>
                  <a:pt x="8541223" y="0"/>
                  <a:pt x="8549640" y="0"/>
                </a:cubicBezTo>
                <a:cubicBezTo>
                  <a:pt x="8558057" y="0"/>
                  <a:pt x="8564880" y="6823"/>
                  <a:pt x="8564880" y="15240"/>
                </a:cubicBezTo>
                <a:close/>
                <a:moveTo>
                  <a:pt x="8564880" y="167640"/>
                </a:moveTo>
                <a:cubicBezTo>
                  <a:pt x="8564880" y="176057"/>
                  <a:pt x="8558057" y="182880"/>
                  <a:pt x="8549640" y="182880"/>
                </a:cubicBezTo>
                <a:cubicBezTo>
                  <a:pt x="8541223" y="182880"/>
                  <a:pt x="8534400" y="176057"/>
                  <a:pt x="8534400" y="167640"/>
                </a:cubicBezTo>
                <a:cubicBezTo>
                  <a:pt x="8534400" y="159223"/>
                  <a:pt x="8541223" y="152400"/>
                  <a:pt x="8549640" y="152400"/>
                </a:cubicBezTo>
                <a:cubicBezTo>
                  <a:pt x="8558057" y="152400"/>
                  <a:pt x="8564880" y="159223"/>
                  <a:pt x="8564880" y="167640"/>
                </a:cubicBezTo>
                <a:close/>
                <a:moveTo>
                  <a:pt x="8564880" y="320040"/>
                </a:moveTo>
                <a:cubicBezTo>
                  <a:pt x="8564880" y="328457"/>
                  <a:pt x="8558057" y="335280"/>
                  <a:pt x="8549640" y="335280"/>
                </a:cubicBezTo>
                <a:cubicBezTo>
                  <a:pt x="8541223" y="335280"/>
                  <a:pt x="8534400" y="328457"/>
                  <a:pt x="8534400" y="320040"/>
                </a:cubicBezTo>
                <a:cubicBezTo>
                  <a:pt x="8534400" y="311623"/>
                  <a:pt x="8541223" y="304800"/>
                  <a:pt x="8549640" y="304800"/>
                </a:cubicBezTo>
                <a:cubicBezTo>
                  <a:pt x="8558057" y="304800"/>
                  <a:pt x="8564880" y="311623"/>
                  <a:pt x="8564880" y="320040"/>
                </a:cubicBezTo>
                <a:close/>
                <a:moveTo>
                  <a:pt x="8564880" y="472440"/>
                </a:moveTo>
                <a:cubicBezTo>
                  <a:pt x="8564880" y="480857"/>
                  <a:pt x="8558057" y="487680"/>
                  <a:pt x="8549640" y="487680"/>
                </a:cubicBezTo>
                <a:cubicBezTo>
                  <a:pt x="8541223" y="487680"/>
                  <a:pt x="8534400" y="480857"/>
                  <a:pt x="8534400" y="472440"/>
                </a:cubicBezTo>
                <a:cubicBezTo>
                  <a:pt x="8534400" y="464023"/>
                  <a:pt x="8541223" y="457200"/>
                  <a:pt x="8549640" y="457200"/>
                </a:cubicBezTo>
                <a:cubicBezTo>
                  <a:pt x="8558057" y="457200"/>
                  <a:pt x="8564880" y="464023"/>
                  <a:pt x="8564880" y="472440"/>
                </a:cubicBezTo>
                <a:close/>
                <a:moveTo>
                  <a:pt x="8564880" y="624840"/>
                </a:moveTo>
                <a:cubicBezTo>
                  <a:pt x="8564880" y="633257"/>
                  <a:pt x="8558057" y="640080"/>
                  <a:pt x="8549640" y="640080"/>
                </a:cubicBezTo>
                <a:cubicBezTo>
                  <a:pt x="8541223" y="640080"/>
                  <a:pt x="8534400" y="633257"/>
                  <a:pt x="8534400" y="624840"/>
                </a:cubicBezTo>
                <a:cubicBezTo>
                  <a:pt x="8534400" y="616423"/>
                  <a:pt x="8541223" y="609600"/>
                  <a:pt x="8549640" y="609600"/>
                </a:cubicBezTo>
                <a:cubicBezTo>
                  <a:pt x="8558057" y="609600"/>
                  <a:pt x="8564880" y="616423"/>
                  <a:pt x="8564880" y="624840"/>
                </a:cubicBezTo>
                <a:close/>
                <a:moveTo>
                  <a:pt x="8564880" y="777240"/>
                </a:moveTo>
                <a:cubicBezTo>
                  <a:pt x="8564880" y="785657"/>
                  <a:pt x="8558057" y="792480"/>
                  <a:pt x="8549640" y="792480"/>
                </a:cubicBezTo>
                <a:cubicBezTo>
                  <a:pt x="8541223" y="792480"/>
                  <a:pt x="8534400" y="785657"/>
                  <a:pt x="8534400" y="777240"/>
                </a:cubicBezTo>
                <a:cubicBezTo>
                  <a:pt x="8534400" y="768823"/>
                  <a:pt x="8541223" y="762000"/>
                  <a:pt x="8549640" y="762000"/>
                </a:cubicBezTo>
                <a:cubicBezTo>
                  <a:pt x="8558057" y="762000"/>
                  <a:pt x="8564880" y="768823"/>
                  <a:pt x="8564880" y="777240"/>
                </a:cubicBezTo>
                <a:close/>
                <a:moveTo>
                  <a:pt x="8564880" y="929640"/>
                </a:moveTo>
                <a:cubicBezTo>
                  <a:pt x="8564880" y="938057"/>
                  <a:pt x="8558057" y="944880"/>
                  <a:pt x="8549640" y="944880"/>
                </a:cubicBezTo>
                <a:cubicBezTo>
                  <a:pt x="8541223" y="944880"/>
                  <a:pt x="8534400" y="938057"/>
                  <a:pt x="8534400" y="929640"/>
                </a:cubicBezTo>
                <a:cubicBezTo>
                  <a:pt x="8534400" y="921223"/>
                  <a:pt x="8541223" y="914400"/>
                  <a:pt x="8549640" y="914400"/>
                </a:cubicBezTo>
                <a:cubicBezTo>
                  <a:pt x="8558057" y="914400"/>
                  <a:pt x="8564880" y="921223"/>
                  <a:pt x="8564880" y="929640"/>
                </a:cubicBezTo>
                <a:close/>
                <a:moveTo>
                  <a:pt x="8564880" y="1082040"/>
                </a:moveTo>
                <a:cubicBezTo>
                  <a:pt x="8564880" y="1090457"/>
                  <a:pt x="8558057" y="1097280"/>
                  <a:pt x="8549640" y="1097280"/>
                </a:cubicBezTo>
                <a:cubicBezTo>
                  <a:pt x="8541223" y="1097280"/>
                  <a:pt x="8534400" y="1090457"/>
                  <a:pt x="8534400" y="1082040"/>
                </a:cubicBezTo>
                <a:cubicBezTo>
                  <a:pt x="8534400" y="1073623"/>
                  <a:pt x="8541223" y="1066800"/>
                  <a:pt x="8549640" y="1066800"/>
                </a:cubicBezTo>
                <a:cubicBezTo>
                  <a:pt x="8558057" y="1066800"/>
                  <a:pt x="8564880" y="1073623"/>
                  <a:pt x="8564880" y="1082040"/>
                </a:cubicBezTo>
                <a:close/>
                <a:moveTo>
                  <a:pt x="8564880" y="1234440"/>
                </a:moveTo>
                <a:cubicBezTo>
                  <a:pt x="8564880" y="1242857"/>
                  <a:pt x="8558057" y="1249680"/>
                  <a:pt x="8549640" y="1249680"/>
                </a:cubicBezTo>
                <a:cubicBezTo>
                  <a:pt x="8541223" y="1249680"/>
                  <a:pt x="8534400" y="1242857"/>
                  <a:pt x="8534400" y="1234440"/>
                </a:cubicBezTo>
                <a:cubicBezTo>
                  <a:pt x="8534400" y="1226023"/>
                  <a:pt x="8541223" y="1219200"/>
                  <a:pt x="8549640" y="1219200"/>
                </a:cubicBezTo>
                <a:cubicBezTo>
                  <a:pt x="8558057" y="1219200"/>
                  <a:pt x="8564880" y="1226023"/>
                  <a:pt x="8564880" y="1234440"/>
                </a:cubicBezTo>
                <a:close/>
                <a:moveTo>
                  <a:pt x="8564880" y="1386840"/>
                </a:moveTo>
                <a:cubicBezTo>
                  <a:pt x="8564880" y="1395257"/>
                  <a:pt x="8558057" y="1402080"/>
                  <a:pt x="8549640" y="1402080"/>
                </a:cubicBezTo>
                <a:cubicBezTo>
                  <a:pt x="8541223" y="1402080"/>
                  <a:pt x="8534400" y="1395257"/>
                  <a:pt x="8534400" y="1386840"/>
                </a:cubicBezTo>
                <a:cubicBezTo>
                  <a:pt x="8534400" y="1378423"/>
                  <a:pt x="8541223" y="1371600"/>
                  <a:pt x="8549640" y="1371600"/>
                </a:cubicBezTo>
                <a:cubicBezTo>
                  <a:pt x="8558057" y="1371600"/>
                  <a:pt x="8564880" y="1378423"/>
                  <a:pt x="8564880" y="1386840"/>
                </a:cubicBezTo>
                <a:close/>
                <a:moveTo>
                  <a:pt x="8564880" y="1539240"/>
                </a:moveTo>
                <a:cubicBezTo>
                  <a:pt x="8564880" y="1547657"/>
                  <a:pt x="8558057" y="1554480"/>
                  <a:pt x="8549640" y="1554480"/>
                </a:cubicBezTo>
                <a:cubicBezTo>
                  <a:pt x="8541223" y="1554480"/>
                  <a:pt x="8534400" y="1547657"/>
                  <a:pt x="8534400" y="1539240"/>
                </a:cubicBezTo>
                <a:cubicBezTo>
                  <a:pt x="8534400" y="1530823"/>
                  <a:pt x="8541223" y="1524000"/>
                  <a:pt x="8549640" y="1524000"/>
                </a:cubicBezTo>
                <a:cubicBezTo>
                  <a:pt x="8558057" y="1524000"/>
                  <a:pt x="8564880" y="1530823"/>
                  <a:pt x="8564880" y="1539240"/>
                </a:cubicBezTo>
                <a:close/>
                <a:moveTo>
                  <a:pt x="8564880" y="1691640"/>
                </a:moveTo>
                <a:cubicBezTo>
                  <a:pt x="8564880" y="1700057"/>
                  <a:pt x="8558057" y="1706880"/>
                  <a:pt x="8549640" y="1706880"/>
                </a:cubicBezTo>
                <a:cubicBezTo>
                  <a:pt x="8541223" y="1706880"/>
                  <a:pt x="8534400" y="1700057"/>
                  <a:pt x="8534400" y="1691640"/>
                </a:cubicBezTo>
                <a:cubicBezTo>
                  <a:pt x="8534400" y="1683223"/>
                  <a:pt x="8541223" y="1676400"/>
                  <a:pt x="8549640" y="1676400"/>
                </a:cubicBezTo>
                <a:cubicBezTo>
                  <a:pt x="8558057" y="1676400"/>
                  <a:pt x="8564880" y="1683223"/>
                  <a:pt x="8564880" y="1691640"/>
                </a:cubicBezTo>
                <a:close/>
                <a:moveTo>
                  <a:pt x="8564880" y="1844040"/>
                </a:moveTo>
                <a:cubicBezTo>
                  <a:pt x="8564880" y="1852457"/>
                  <a:pt x="8558057" y="1859280"/>
                  <a:pt x="8549640" y="1859280"/>
                </a:cubicBezTo>
                <a:cubicBezTo>
                  <a:pt x="8541223" y="1859280"/>
                  <a:pt x="8534400" y="1852457"/>
                  <a:pt x="8534400" y="1844040"/>
                </a:cubicBezTo>
                <a:cubicBezTo>
                  <a:pt x="8534400" y="1835623"/>
                  <a:pt x="8541223" y="1828800"/>
                  <a:pt x="8549640" y="1828800"/>
                </a:cubicBezTo>
                <a:cubicBezTo>
                  <a:pt x="8558057" y="1828800"/>
                  <a:pt x="8564880" y="1835623"/>
                  <a:pt x="8564880" y="1844040"/>
                </a:cubicBezTo>
                <a:close/>
                <a:moveTo>
                  <a:pt x="8564880" y="1996440"/>
                </a:moveTo>
                <a:cubicBezTo>
                  <a:pt x="8564880" y="2004857"/>
                  <a:pt x="8558057" y="2011680"/>
                  <a:pt x="8549640" y="2011680"/>
                </a:cubicBezTo>
                <a:cubicBezTo>
                  <a:pt x="8541223" y="2011680"/>
                  <a:pt x="8534400" y="2004857"/>
                  <a:pt x="8534400" y="1996440"/>
                </a:cubicBezTo>
                <a:cubicBezTo>
                  <a:pt x="8534400" y="1988023"/>
                  <a:pt x="8541223" y="1981200"/>
                  <a:pt x="8549640" y="1981200"/>
                </a:cubicBezTo>
                <a:cubicBezTo>
                  <a:pt x="8558057" y="1981200"/>
                  <a:pt x="8564880" y="1988023"/>
                  <a:pt x="8564880" y="1996440"/>
                </a:cubicBezTo>
                <a:close/>
                <a:moveTo>
                  <a:pt x="8564880" y="2148840"/>
                </a:moveTo>
                <a:cubicBezTo>
                  <a:pt x="8564880" y="2157257"/>
                  <a:pt x="8558057" y="2164080"/>
                  <a:pt x="8549640" y="2164080"/>
                </a:cubicBezTo>
                <a:cubicBezTo>
                  <a:pt x="8541223" y="2164080"/>
                  <a:pt x="8534400" y="2157257"/>
                  <a:pt x="8534400" y="2148840"/>
                </a:cubicBezTo>
                <a:cubicBezTo>
                  <a:pt x="8534400" y="2140423"/>
                  <a:pt x="8541223" y="2133600"/>
                  <a:pt x="8549640" y="2133600"/>
                </a:cubicBezTo>
                <a:cubicBezTo>
                  <a:pt x="8558057" y="2133600"/>
                  <a:pt x="8564880" y="2140423"/>
                  <a:pt x="8564880" y="2148840"/>
                </a:cubicBezTo>
                <a:close/>
                <a:moveTo>
                  <a:pt x="8564880" y="2301240"/>
                </a:moveTo>
                <a:cubicBezTo>
                  <a:pt x="8564880" y="2309657"/>
                  <a:pt x="8558057" y="2316480"/>
                  <a:pt x="8549640" y="2316480"/>
                </a:cubicBezTo>
                <a:cubicBezTo>
                  <a:pt x="8541223" y="2316480"/>
                  <a:pt x="8534400" y="2309657"/>
                  <a:pt x="8534400" y="2301240"/>
                </a:cubicBezTo>
                <a:cubicBezTo>
                  <a:pt x="8534400" y="2292823"/>
                  <a:pt x="8541223" y="2286000"/>
                  <a:pt x="8549640" y="2286000"/>
                </a:cubicBezTo>
                <a:cubicBezTo>
                  <a:pt x="8558057" y="2286000"/>
                  <a:pt x="8564880" y="2292823"/>
                  <a:pt x="8564880" y="2301240"/>
                </a:cubicBezTo>
                <a:close/>
                <a:moveTo>
                  <a:pt x="8564880" y="2453640"/>
                </a:moveTo>
                <a:cubicBezTo>
                  <a:pt x="8564880" y="2462057"/>
                  <a:pt x="8558057" y="2468880"/>
                  <a:pt x="8549640" y="2468880"/>
                </a:cubicBezTo>
                <a:cubicBezTo>
                  <a:pt x="8541223" y="2468880"/>
                  <a:pt x="8534400" y="2462057"/>
                  <a:pt x="8534400" y="2453640"/>
                </a:cubicBezTo>
                <a:cubicBezTo>
                  <a:pt x="8534400" y="2445223"/>
                  <a:pt x="8541223" y="2438400"/>
                  <a:pt x="8549640" y="2438400"/>
                </a:cubicBezTo>
                <a:cubicBezTo>
                  <a:pt x="8558057" y="2438400"/>
                  <a:pt x="8564880" y="2445223"/>
                  <a:pt x="8564880" y="2453640"/>
                </a:cubicBezTo>
                <a:close/>
                <a:moveTo>
                  <a:pt x="8564880" y="2606040"/>
                </a:moveTo>
                <a:cubicBezTo>
                  <a:pt x="8564880" y="2614457"/>
                  <a:pt x="8558057" y="2621280"/>
                  <a:pt x="8549640" y="2621280"/>
                </a:cubicBezTo>
                <a:cubicBezTo>
                  <a:pt x="8541223" y="2621280"/>
                  <a:pt x="8534400" y="2614457"/>
                  <a:pt x="8534400" y="2606040"/>
                </a:cubicBezTo>
                <a:cubicBezTo>
                  <a:pt x="8534400" y="2597623"/>
                  <a:pt x="8541223" y="2590800"/>
                  <a:pt x="8549640" y="2590800"/>
                </a:cubicBezTo>
                <a:cubicBezTo>
                  <a:pt x="8558057" y="2590800"/>
                  <a:pt x="8564880" y="2597623"/>
                  <a:pt x="8564880" y="2606040"/>
                </a:cubicBezTo>
                <a:close/>
                <a:moveTo>
                  <a:pt x="8564880" y="2758440"/>
                </a:moveTo>
                <a:cubicBezTo>
                  <a:pt x="8564880" y="2766857"/>
                  <a:pt x="8558057" y="2773680"/>
                  <a:pt x="8549640" y="2773680"/>
                </a:cubicBezTo>
                <a:cubicBezTo>
                  <a:pt x="8541223" y="2773680"/>
                  <a:pt x="8534400" y="2766857"/>
                  <a:pt x="8534400" y="2758440"/>
                </a:cubicBezTo>
                <a:cubicBezTo>
                  <a:pt x="8534400" y="2750023"/>
                  <a:pt x="8541223" y="2743200"/>
                  <a:pt x="8549640" y="2743200"/>
                </a:cubicBezTo>
                <a:cubicBezTo>
                  <a:pt x="8558057" y="2743200"/>
                  <a:pt x="8564880" y="2750023"/>
                  <a:pt x="8564880" y="2758440"/>
                </a:cubicBezTo>
                <a:close/>
                <a:moveTo>
                  <a:pt x="8564880" y="2910840"/>
                </a:moveTo>
                <a:cubicBezTo>
                  <a:pt x="8564880" y="2919257"/>
                  <a:pt x="8558057" y="2926080"/>
                  <a:pt x="8549640" y="2926080"/>
                </a:cubicBezTo>
                <a:cubicBezTo>
                  <a:pt x="8541223" y="2926080"/>
                  <a:pt x="8534400" y="2919257"/>
                  <a:pt x="8534400" y="2910840"/>
                </a:cubicBezTo>
                <a:cubicBezTo>
                  <a:pt x="8534400" y="2902423"/>
                  <a:pt x="8541223" y="2895600"/>
                  <a:pt x="8549640" y="2895600"/>
                </a:cubicBezTo>
                <a:cubicBezTo>
                  <a:pt x="8558057" y="2895600"/>
                  <a:pt x="8564880" y="2902423"/>
                  <a:pt x="8564880" y="2910840"/>
                </a:cubicBezTo>
                <a:close/>
                <a:moveTo>
                  <a:pt x="8564880" y="3063240"/>
                </a:moveTo>
                <a:cubicBezTo>
                  <a:pt x="8564880" y="3071657"/>
                  <a:pt x="8558057" y="3078480"/>
                  <a:pt x="8549640" y="3078480"/>
                </a:cubicBezTo>
                <a:cubicBezTo>
                  <a:pt x="8541223" y="3078480"/>
                  <a:pt x="8534400" y="3071657"/>
                  <a:pt x="8534400" y="3063240"/>
                </a:cubicBezTo>
                <a:cubicBezTo>
                  <a:pt x="8534400" y="3054823"/>
                  <a:pt x="8541223" y="3048000"/>
                  <a:pt x="8549640" y="3048000"/>
                </a:cubicBezTo>
                <a:cubicBezTo>
                  <a:pt x="8558057" y="3048000"/>
                  <a:pt x="8564880" y="3054823"/>
                  <a:pt x="8564880" y="3063240"/>
                </a:cubicBezTo>
                <a:close/>
                <a:moveTo>
                  <a:pt x="8564880" y="3215640"/>
                </a:moveTo>
                <a:cubicBezTo>
                  <a:pt x="8564880" y="3224057"/>
                  <a:pt x="8558057" y="3230880"/>
                  <a:pt x="8549640" y="3230880"/>
                </a:cubicBezTo>
                <a:cubicBezTo>
                  <a:pt x="8541223" y="3230880"/>
                  <a:pt x="8534400" y="3224057"/>
                  <a:pt x="8534400" y="3215640"/>
                </a:cubicBezTo>
                <a:cubicBezTo>
                  <a:pt x="8534400" y="3207223"/>
                  <a:pt x="8541223" y="3200400"/>
                  <a:pt x="8549640" y="3200400"/>
                </a:cubicBezTo>
                <a:cubicBezTo>
                  <a:pt x="8558057" y="3200400"/>
                  <a:pt x="8564880" y="3207223"/>
                  <a:pt x="8564880" y="3215640"/>
                </a:cubicBezTo>
                <a:close/>
                <a:moveTo>
                  <a:pt x="8564880" y="3368040"/>
                </a:moveTo>
                <a:cubicBezTo>
                  <a:pt x="8564880" y="3376457"/>
                  <a:pt x="8558057" y="3383280"/>
                  <a:pt x="8549640" y="3383280"/>
                </a:cubicBezTo>
                <a:cubicBezTo>
                  <a:pt x="8541223" y="3383280"/>
                  <a:pt x="8534400" y="3376457"/>
                  <a:pt x="8534400" y="3368040"/>
                </a:cubicBezTo>
                <a:cubicBezTo>
                  <a:pt x="8534400" y="3359623"/>
                  <a:pt x="8541223" y="3352800"/>
                  <a:pt x="8549640" y="3352800"/>
                </a:cubicBezTo>
                <a:cubicBezTo>
                  <a:pt x="8558057" y="3352800"/>
                  <a:pt x="8564880" y="3359623"/>
                  <a:pt x="8564880" y="3368040"/>
                </a:cubicBezTo>
                <a:close/>
                <a:moveTo>
                  <a:pt x="8564880" y="3520440"/>
                </a:moveTo>
                <a:cubicBezTo>
                  <a:pt x="8564880" y="3528857"/>
                  <a:pt x="8558057" y="3535680"/>
                  <a:pt x="8549640" y="3535680"/>
                </a:cubicBezTo>
                <a:cubicBezTo>
                  <a:pt x="8541223" y="3535680"/>
                  <a:pt x="8534400" y="3528857"/>
                  <a:pt x="8534400" y="3520440"/>
                </a:cubicBezTo>
                <a:cubicBezTo>
                  <a:pt x="8534400" y="3512023"/>
                  <a:pt x="8541223" y="3505200"/>
                  <a:pt x="8549640" y="3505200"/>
                </a:cubicBezTo>
                <a:cubicBezTo>
                  <a:pt x="8558057" y="3505200"/>
                  <a:pt x="8564880" y="3512023"/>
                  <a:pt x="8564880" y="3520440"/>
                </a:cubicBezTo>
                <a:close/>
                <a:moveTo>
                  <a:pt x="8564880" y="3672840"/>
                </a:moveTo>
                <a:cubicBezTo>
                  <a:pt x="8564880" y="3681257"/>
                  <a:pt x="8558057" y="3688080"/>
                  <a:pt x="8549640" y="3688080"/>
                </a:cubicBezTo>
                <a:cubicBezTo>
                  <a:pt x="8541223" y="3688080"/>
                  <a:pt x="8534400" y="3681257"/>
                  <a:pt x="8534400" y="3672840"/>
                </a:cubicBezTo>
                <a:cubicBezTo>
                  <a:pt x="8534400" y="3664423"/>
                  <a:pt x="8541223" y="3657600"/>
                  <a:pt x="8549640" y="3657600"/>
                </a:cubicBezTo>
                <a:cubicBezTo>
                  <a:pt x="8558057" y="3657600"/>
                  <a:pt x="8564880" y="3664423"/>
                  <a:pt x="8564880" y="3672840"/>
                </a:cubicBezTo>
                <a:close/>
                <a:moveTo>
                  <a:pt x="8564880" y="3825240"/>
                </a:moveTo>
                <a:cubicBezTo>
                  <a:pt x="8564880" y="3833657"/>
                  <a:pt x="8558057" y="3840480"/>
                  <a:pt x="8549640" y="3840480"/>
                </a:cubicBezTo>
                <a:cubicBezTo>
                  <a:pt x="8541223" y="3840480"/>
                  <a:pt x="8534400" y="3833657"/>
                  <a:pt x="8534400" y="3825240"/>
                </a:cubicBezTo>
                <a:cubicBezTo>
                  <a:pt x="8534400" y="3816823"/>
                  <a:pt x="8541223" y="3810000"/>
                  <a:pt x="8549640" y="3810000"/>
                </a:cubicBezTo>
                <a:cubicBezTo>
                  <a:pt x="8558057" y="3810000"/>
                  <a:pt x="8564880" y="3816823"/>
                  <a:pt x="8564880" y="3825240"/>
                </a:cubicBezTo>
                <a:close/>
                <a:moveTo>
                  <a:pt x="8564880" y="3977640"/>
                </a:moveTo>
                <a:cubicBezTo>
                  <a:pt x="8564880" y="3986057"/>
                  <a:pt x="8558057" y="3992880"/>
                  <a:pt x="8549640" y="3992880"/>
                </a:cubicBezTo>
                <a:cubicBezTo>
                  <a:pt x="8541223" y="3992880"/>
                  <a:pt x="8534400" y="3986057"/>
                  <a:pt x="8534400" y="3977640"/>
                </a:cubicBezTo>
                <a:cubicBezTo>
                  <a:pt x="8534400" y="3969223"/>
                  <a:pt x="8541223" y="3962400"/>
                  <a:pt x="8549640" y="3962400"/>
                </a:cubicBezTo>
                <a:cubicBezTo>
                  <a:pt x="8558057" y="3962400"/>
                  <a:pt x="8564880" y="3969223"/>
                  <a:pt x="8564880" y="3977640"/>
                </a:cubicBezTo>
                <a:close/>
                <a:moveTo>
                  <a:pt x="8564880" y="4130040"/>
                </a:moveTo>
                <a:cubicBezTo>
                  <a:pt x="8564880" y="4138457"/>
                  <a:pt x="8558057" y="4145280"/>
                  <a:pt x="8549640" y="4145280"/>
                </a:cubicBezTo>
                <a:cubicBezTo>
                  <a:pt x="8541223" y="4145280"/>
                  <a:pt x="8534400" y="4138457"/>
                  <a:pt x="8534400" y="4130040"/>
                </a:cubicBezTo>
                <a:cubicBezTo>
                  <a:pt x="8534400" y="4121623"/>
                  <a:pt x="8541223" y="4114800"/>
                  <a:pt x="8549640" y="4114800"/>
                </a:cubicBezTo>
                <a:cubicBezTo>
                  <a:pt x="8558057" y="4114800"/>
                  <a:pt x="8564880" y="4121623"/>
                  <a:pt x="8564880" y="4130040"/>
                </a:cubicBezTo>
                <a:close/>
                <a:moveTo>
                  <a:pt x="8564880" y="4282440"/>
                </a:moveTo>
                <a:cubicBezTo>
                  <a:pt x="8564880" y="4290857"/>
                  <a:pt x="8558057" y="4297680"/>
                  <a:pt x="8549640" y="4297680"/>
                </a:cubicBezTo>
                <a:cubicBezTo>
                  <a:pt x="8541223" y="4297680"/>
                  <a:pt x="8534400" y="4290857"/>
                  <a:pt x="8534400" y="4282440"/>
                </a:cubicBezTo>
                <a:cubicBezTo>
                  <a:pt x="8534400" y="4274023"/>
                  <a:pt x="8541223" y="4267200"/>
                  <a:pt x="8549640" y="4267200"/>
                </a:cubicBezTo>
                <a:cubicBezTo>
                  <a:pt x="8558057" y="4267200"/>
                  <a:pt x="8564880" y="4274023"/>
                  <a:pt x="8564880" y="4282440"/>
                </a:cubicBezTo>
                <a:close/>
                <a:moveTo>
                  <a:pt x="8564880" y="4434840"/>
                </a:moveTo>
                <a:cubicBezTo>
                  <a:pt x="8564880" y="4443257"/>
                  <a:pt x="8558057" y="4450080"/>
                  <a:pt x="8549640" y="4450080"/>
                </a:cubicBezTo>
                <a:cubicBezTo>
                  <a:pt x="8541223" y="4450080"/>
                  <a:pt x="8534400" y="4443257"/>
                  <a:pt x="8534400" y="4434840"/>
                </a:cubicBezTo>
                <a:cubicBezTo>
                  <a:pt x="8534400" y="4426423"/>
                  <a:pt x="8541223" y="4419600"/>
                  <a:pt x="8549640" y="4419600"/>
                </a:cubicBezTo>
                <a:cubicBezTo>
                  <a:pt x="8558057" y="4419600"/>
                  <a:pt x="8564880" y="4426423"/>
                  <a:pt x="8564880" y="4434840"/>
                </a:cubicBezTo>
                <a:close/>
                <a:moveTo>
                  <a:pt x="8717280" y="15240"/>
                </a:moveTo>
                <a:cubicBezTo>
                  <a:pt x="8717280" y="23657"/>
                  <a:pt x="8710457" y="30480"/>
                  <a:pt x="8702040" y="30480"/>
                </a:cubicBezTo>
                <a:cubicBezTo>
                  <a:pt x="8693623" y="30480"/>
                  <a:pt x="8686800" y="23657"/>
                  <a:pt x="8686800" y="15240"/>
                </a:cubicBezTo>
                <a:cubicBezTo>
                  <a:pt x="8686800" y="6823"/>
                  <a:pt x="8693623" y="0"/>
                  <a:pt x="8702040" y="0"/>
                </a:cubicBezTo>
                <a:cubicBezTo>
                  <a:pt x="8710457" y="0"/>
                  <a:pt x="8717280" y="6823"/>
                  <a:pt x="8717280" y="15240"/>
                </a:cubicBezTo>
                <a:close/>
                <a:moveTo>
                  <a:pt x="8717280" y="167640"/>
                </a:moveTo>
                <a:cubicBezTo>
                  <a:pt x="8717280" y="176057"/>
                  <a:pt x="8710457" y="182880"/>
                  <a:pt x="8702040" y="182880"/>
                </a:cubicBezTo>
                <a:cubicBezTo>
                  <a:pt x="8693623" y="182880"/>
                  <a:pt x="8686800" y="176057"/>
                  <a:pt x="8686800" y="167640"/>
                </a:cubicBezTo>
                <a:cubicBezTo>
                  <a:pt x="8686800" y="159223"/>
                  <a:pt x="8693623" y="152400"/>
                  <a:pt x="8702040" y="152400"/>
                </a:cubicBezTo>
                <a:cubicBezTo>
                  <a:pt x="8710457" y="152400"/>
                  <a:pt x="8717280" y="159223"/>
                  <a:pt x="8717280" y="167640"/>
                </a:cubicBezTo>
                <a:close/>
                <a:moveTo>
                  <a:pt x="8717280" y="320040"/>
                </a:moveTo>
                <a:cubicBezTo>
                  <a:pt x="8717280" y="328457"/>
                  <a:pt x="8710457" y="335280"/>
                  <a:pt x="8702040" y="335280"/>
                </a:cubicBezTo>
                <a:cubicBezTo>
                  <a:pt x="8693623" y="335280"/>
                  <a:pt x="8686800" y="328457"/>
                  <a:pt x="8686800" y="320040"/>
                </a:cubicBezTo>
                <a:cubicBezTo>
                  <a:pt x="8686800" y="311623"/>
                  <a:pt x="8693623" y="304800"/>
                  <a:pt x="8702040" y="304800"/>
                </a:cubicBezTo>
                <a:cubicBezTo>
                  <a:pt x="8710457" y="304800"/>
                  <a:pt x="8717280" y="311623"/>
                  <a:pt x="8717280" y="320040"/>
                </a:cubicBezTo>
                <a:close/>
                <a:moveTo>
                  <a:pt x="8717280" y="472440"/>
                </a:moveTo>
                <a:cubicBezTo>
                  <a:pt x="8717280" y="480857"/>
                  <a:pt x="8710457" y="487680"/>
                  <a:pt x="8702040" y="487680"/>
                </a:cubicBezTo>
                <a:cubicBezTo>
                  <a:pt x="8693623" y="487680"/>
                  <a:pt x="8686800" y="480857"/>
                  <a:pt x="8686800" y="472440"/>
                </a:cubicBezTo>
                <a:cubicBezTo>
                  <a:pt x="8686800" y="464023"/>
                  <a:pt x="8693623" y="457200"/>
                  <a:pt x="8702040" y="457200"/>
                </a:cubicBezTo>
                <a:cubicBezTo>
                  <a:pt x="8710457" y="457200"/>
                  <a:pt x="8717280" y="464023"/>
                  <a:pt x="8717280" y="472440"/>
                </a:cubicBezTo>
                <a:close/>
                <a:moveTo>
                  <a:pt x="8717280" y="624840"/>
                </a:moveTo>
                <a:cubicBezTo>
                  <a:pt x="8717280" y="633257"/>
                  <a:pt x="8710457" y="640080"/>
                  <a:pt x="8702040" y="640080"/>
                </a:cubicBezTo>
                <a:cubicBezTo>
                  <a:pt x="8693623" y="640080"/>
                  <a:pt x="8686800" y="633257"/>
                  <a:pt x="8686800" y="624840"/>
                </a:cubicBezTo>
                <a:cubicBezTo>
                  <a:pt x="8686800" y="616423"/>
                  <a:pt x="8693623" y="609600"/>
                  <a:pt x="8702040" y="609600"/>
                </a:cubicBezTo>
                <a:cubicBezTo>
                  <a:pt x="8710457" y="609600"/>
                  <a:pt x="8717280" y="616423"/>
                  <a:pt x="8717280" y="624840"/>
                </a:cubicBezTo>
                <a:close/>
                <a:moveTo>
                  <a:pt x="8717280" y="777240"/>
                </a:moveTo>
                <a:cubicBezTo>
                  <a:pt x="8717280" y="785657"/>
                  <a:pt x="8710457" y="792480"/>
                  <a:pt x="8702040" y="792480"/>
                </a:cubicBezTo>
                <a:cubicBezTo>
                  <a:pt x="8693623" y="792480"/>
                  <a:pt x="8686800" y="785657"/>
                  <a:pt x="8686800" y="777240"/>
                </a:cubicBezTo>
                <a:cubicBezTo>
                  <a:pt x="8686800" y="768823"/>
                  <a:pt x="8693623" y="762000"/>
                  <a:pt x="8702040" y="762000"/>
                </a:cubicBezTo>
                <a:cubicBezTo>
                  <a:pt x="8710457" y="762000"/>
                  <a:pt x="8717280" y="768823"/>
                  <a:pt x="8717280" y="777240"/>
                </a:cubicBezTo>
                <a:close/>
                <a:moveTo>
                  <a:pt x="8717280" y="929640"/>
                </a:moveTo>
                <a:cubicBezTo>
                  <a:pt x="8717280" y="938057"/>
                  <a:pt x="8710457" y="944880"/>
                  <a:pt x="8702040" y="944880"/>
                </a:cubicBezTo>
                <a:cubicBezTo>
                  <a:pt x="8693623" y="944880"/>
                  <a:pt x="8686800" y="938057"/>
                  <a:pt x="8686800" y="929640"/>
                </a:cubicBezTo>
                <a:cubicBezTo>
                  <a:pt x="8686800" y="921223"/>
                  <a:pt x="8693623" y="914400"/>
                  <a:pt x="8702040" y="914400"/>
                </a:cubicBezTo>
                <a:cubicBezTo>
                  <a:pt x="8710457" y="914400"/>
                  <a:pt x="8717280" y="921223"/>
                  <a:pt x="8717280" y="929640"/>
                </a:cubicBezTo>
                <a:close/>
                <a:moveTo>
                  <a:pt x="8717280" y="1082040"/>
                </a:moveTo>
                <a:cubicBezTo>
                  <a:pt x="8717280" y="1090457"/>
                  <a:pt x="8710457" y="1097280"/>
                  <a:pt x="8702040" y="1097280"/>
                </a:cubicBezTo>
                <a:cubicBezTo>
                  <a:pt x="8693623" y="1097280"/>
                  <a:pt x="8686800" y="1090457"/>
                  <a:pt x="8686800" y="1082040"/>
                </a:cubicBezTo>
                <a:cubicBezTo>
                  <a:pt x="8686800" y="1073623"/>
                  <a:pt x="8693623" y="1066800"/>
                  <a:pt x="8702040" y="1066800"/>
                </a:cubicBezTo>
                <a:cubicBezTo>
                  <a:pt x="8710457" y="1066800"/>
                  <a:pt x="8717280" y="1073623"/>
                  <a:pt x="8717280" y="1082040"/>
                </a:cubicBezTo>
                <a:close/>
                <a:moveTo>
                  <a:pt x="8717280" y="1234440"/>
                </a:moveTo>
                <a:cubicBezTo>
                  <a:pt x="8717280" y="1242857"/>
                  <a:pt x="8710457" y="1249680"/>
                  <a:pt x="8702040" y="1249680"/>
                </a:cubicBezTo>
                <a:cubicBezTo>
                  <a:pt x="8693623" y="1249680"/>
                  <a:pt x="8686800" y="1242857"/>
                  <a:pt x="8686800" y="1234440"/>
                </a:cubicBezTo>
                <a:cubicBezTo>
                  <a:pt x="8686800" y="1226023"/>
                  <a:pt x="8693623" y="1219200"/>
                  <a:pt x="8702040" y="1219200"/>
                </a:cubicBezTo>
                <a:cubicBezTo>
                  <a:pt x="8710457" y="1219200"/>
                  <a:pt x="8717280" y="1226023"/>
                  <a:pt x="8717280" y="1234440"/>
                </a:cubicBezTo>
                <a:close/>
                <a:moveTo>
                  <a:pt x="8717280" y="1386840"/>
                </a:moveTo>
                <a:cubicBezTo>
                  <a:pt x="8717280" y="1395257"/>
                  <a:pt x="8710457" y="1402080"/>
                  <a:pt x="8702040" y="1402080"/>
                </a:cubicBezTo>
                <a:cubicBezTo>
                  <a:pt x="8693623" y="1402080"/>
                  <a:pt x="8686800" y="1395257"/>
                  <a:pt x="8686800" y="1386840"/>
                </a:cubicBezTo>
                <a:cubicBezTo>
                  <a:pt x="8686800" y="1378423"/>
                  <a:pt x="8693623" y="1371600"/>
                  <a:pt x="8702040" y="1371600"/>
                </a:cubicBezTo>
                <a:cubicBezTo>
                  <a:pt x="8710457" y="1371600"/>
                  <a:pt x="8717280" y="1378423"/>
                  <a:pt x="8717280" y="1386840"/>
                </a:cubicBezTo>
                <a:close/>
                <a:moveTo>
                  <a:pt x="8717280" y="1539240"/>
                </a:moveTo>
                <a:cubicBezTo>
                  <a:pt x="8717280" y="1547657"/>
                  <a:pt x="8710457" y="1554480"/>
                  <a:pt x="8702040" y="1554480"/>
                </a:cubicBezTo>
                <a:cubicBezTo>
                  <a:pt x="8693623" y="1554480"/>
                  <a:pt x="8686800" y="1547657"/>
                  <a:pt x="8686800" y="1539240"/>
                </a:cubicBezTo>
                <a:cubicBezTo>
                  <a:pt x="8686800" y="1530823"/>
                  <a:pt x="8693623" y="1524000"/>
                  <a:pt x="8702040" y="1524000"/>
                </a:cubicBezTo>
                <a:cubicBezTo>
                  <a:pt x="8710457" y="1524000"/>
                  <a:pt x="8717280" y="1530823"/>
                  <a:pt x="8717280" y="1539240"/>
                </a:cubicBezTo>
                <a:close/>
                <a:moveTo>
                  <a:pt x="8717280" y="1691640"/>
                </a:moveTo>
                <a:cubicBezTo>
                  <a:pt x="8717280" y="1700057"/>
                  <a:pt x="8710457" y="1706880"/>
                  <a:pt x="8702040" y="1706880"/>
                </a:cubicBezTo>
                <a:cubicBezTo>
                  <a:pt x="8693623" y="1706880"/>
                  <a:pt x="8686800" y="1700057"/>
                  <a:pt x="8686800" y="1691640"/>
                </a:cubicBezTo>
                <a:cubicBezTo>
                  <a:pt x="8686800" y="1683223"/>
                  <a:pt x="8693623" y="1676400"/>
                  <a:pt x="8702040" y="1676400"/>
                </a:cubicBezTo>
                <a:cubicBezTo>
                  <a:pt x="8710457" y="1676400"/>
                  <a:pt x="8717280" y="1683223"/>
                  <a:pt x="8717280" y="1691640"/>
                </a:cubicBezTo>
                <a:close/>
                <a:moveTo>
                  <a:pt x="8717280" y="1844040"/>
                </a:moveTo>
                <a:cubicBezTo>
                  <a:pt x="8717280" y="1852457"/>
                  <a:pt x="8710457" y="1859280"/>
                  <a:pt x="8702040" y="1859280"/>
                </a:cubicBezTo>
                <a:cubicBezTo>
                  <a:pt x="8693623" y="1859280"/>
                  <a:pt x="8686800" y="1852457"/>
                  <a:pt x="8686800" y="1844040"/>
                </a:cubicBezTo>
                <a:cubicBezTo>
                  <a:pt x="8686800" y="1835623"/>
                  <a:pt x="8693623" y="1828800"/>
                  <a:pt x="8702040" y="1828800"/>
                </a:cubicBezTo>
                <a:cubicBezTo>
                  <a:pt x="8710457" y="1828800"/>
                  <a:pt x="8717280" y="1835623"/>
                  <a:pt x="8717280" y="1844040"/>
                </a:cubicBezTo>
                <a:close/>
                <a:moveTo>
                  <a:pt x="8717280" y="1996440"/>
                </a:moveTo>
                <a:cubicBezTo>
                  <a:pt x="8717280" y="2004857"/>
                  <a:pt x="8710457" y="2011680"/>
                  <a:pt x="8702040" y="2011680"/>
                </a:cubicBezTo>
                <a:cubicBezTo>
                  <a:pt x="8693623" y="2011680"/>
                  <a:pt x="8686800" y="2004857"/>
                  <a:pt x="8686800" y="1996440"/>
                </a:cubicBezTo>
                <a:cubicBezTo>
                  <a:pt x="8686800" y="1988023"/>
                  <a:pt x="8693623" y="1981200"/>
                  <a:pt x="8702040" y="1981200"/>
                </a:cubicBezTo>
                <a:cubicBezTo>
                  <a:pt x="8710457" y="1981200"/>
                  <a:pt x="8717280" y="1988023"/>
                  <a:pt x="8717280" y="1996440"/>
                </a:cubicBezTo>
                <a:close/>
                <a:moveTo>
                  <a:pt x="8717280" y="2148840"/>
                </a:moveTo>
                <a:cubicBezTo>
                  <a:pt x="8717280" y="2157257"/>
                  <a:pt x="8710457" y="2164080"/>
                  <a:pt x="8702040" y="2164080"/>
                </a:cubicBezTo>
                <a:cubicBezTo>
                  <a:pt x="8693623" y="2164080"/>
                  <a:pt x="8686800" y="2157257"/>
                  <a:pt x="8686800" y="2148840"/>
                </a:cubicBezTo>
                <a:cubicBezTo>
                  <a:pt x="8686800" y="2140423"/>
                  <a:pt x="8693623" y="2133600"/>
                  <a:pt x="8702040" y="2133600"/>
                </a:cubicBezTo>
                <a:cubicBezTo>
                  <a:pt x="8710457" y="2133600"/>
                  <a:pt x="8717280" y="2140423"/>
                  <a:pt x="8717280" y="2148840"/>
                </a:cubicBezTo>
                <a:close/>
                <a:moveTo>
                  <a:pt x="8717280" y="2301240"/>
                </a:moveTo>
                <a:cubicBezTo>
                  <a:pt x="8717280" y="2309657"/>
                  <a:pt x="8710457" y="2316480"/>
                  <a:pt x="8702040" y="2316480"/>
                </a:cubicBezTo>
                <a:cubicBezTo>
                  <a:pt x="8693623" y="2316480"/>
                  <a:pt x="8686800" y="2309657"/>
                  <a:pt x="8686800" y="2301240"/>
                </a:cubicBezTo>
                <a:cubicBezTo>
                  <a:pt x="8686800" y="2292823"/>
                  <a:pt x="8693623" y="2286000"/>
                  <a:pt x="8702040" y="2286000"/>
                </a:cubicBezTo>
                <a:cubicBezTo>
                  <a:pt x="8710457" y="2286000"/>
                  <a:pt x="8717280" y="2292823"/>
                  <a:pt x="8717280" y="2301240"/>
                </a:cubicBezTo>
                <a:close/>
                <a:moveTo>
                  <a:pt x="8717280" y="2453640"/>
                </a:moveTo>
                <a:cubicBezTo>
                  <a:pt x="8717280" y="2462057"/>
                  <a:pt x="8710457" y="2468880"/>
                  <a:pt x="8702040" y="2468880"/>
                </a:cubicBezTo>
                <a:cubicBezTo>
                  <a:pt x="8693623" y="2468880"/>
                  <a:pt x="8686800" y="2462057"/>
                  <a:pt x="8686800" y="2453640"/>
                </a:cubicBezTo>
                <a:cubicBezTo>
                  <a:pt x="8686800" y="2445223"/>
                  <a:pt x="8693623" y="2438400"/>
                  <a:pt x="8702040" y="2438400"/>
                </a:cubicBezTo>
                <a:cubicBezTo>
                  <a:pt x="8710457" y="2438400"/>
                  <a:pt x="8717280" y="2445223"/>
                  <a:pt x="8717280" y="2453640"/>
                </a:cubicBezTo>
                <a:close/>
                <a:moveTo>
                  <a:pt x="8717280" y="2606040"/>
                </a:moveTo>
                <a:cubicBezTo>
                  <a:pt x="8717280" y="2614457"/>
                  <a:pt x="8710457" y="2621280"/>
                  <a:pt x="8702040" y="2621280"/>
                </a:cubicBezTo>
                <a:cubicBezTo>
                  <a:pt x="8693623" y="2621280"/>
                  <a:pt x="8686800" y="2614457"/>
                  <a:pt x="8686800" y="2606040"/>
                </a:cubicBezTo>
                <a:cubicBezTo>
                  <a:pt x="8686800" y="2597623"/>
                  <a:pt x="8693623" y="2590800"/>
                  <a:pt x="8702040" y="2590800"/>
                </a:cubicBezTo>
                <a:cubicBezTo>
                  <a:pt x="8710457" y="2590800"/>
                  <a:pt x="8717280" y="2597623"/>
                  <a:pt x="8717280" y="2606040"/>
                </a:cubicBezTo>
                <a:close/>
                <a:moveTo>
                  <a:pt x="8717280" y="2758440"/>
                </a:moveTo>
                <a:cubicBezTo>
                  <a:pt x="8717280" y="2766857"/>
                  <a:pt x="8710457" y="2773680"/>
                  <a:pt x="8702040" y="2773680"/>
                </a:cubicBezTo>
                <a:cubicBezTo>
                  <a:pt x="8693623" y="2773680"/>
                  <a:pt x="8686800" y="2766857"/>
                  <a:pt x="8686800" y="2758440"/>
                </a:cubicBezTo>
                <a:cubicBezTo>
                  <a:pt x="8686800" y="2750023"/>
                  <a:pt x="8693623" y="2743200"/>
                  <a:pt x="8702040" y="2743200"/>
                </a:cubicBezTo>
                <a:cubicBezTo>
                  <a:pt x="8710457" y="2743200"/>
                  <a:pt x="8717280" y="2750023"/>
                  <a:pt x="8717280" y="2758440"/>
                </a:cubicBezTo>
                <a:close/>
                <a:moveTo>
                  <a:pt x="8717280" y="2910840"/>
                </a:moveTo>
                <a:cubicBezTo>
                  <a:pt x="8717280" y="2919257"/>
                  <a:pt x="8710457" y="2926080"/>
                  <a:pt x="8702040" y="2926080"/>
                </a:cubicBezTo>
                <a:cubicBezTo>
                  <a:pt x="8693623" y="2926080"/>
                  <a:pt x="8686800" y="2919257"/>
                  <a:pt x="8686800" y="2910840"/>
                </a:cubicBezTo>
                <a:cubicBezTo>
                  <a:pt x="8686800" y="2902423"/>
                  <a:pt x="8693623" y="2895600"/>
                  <a:pt x="8702040" y="2895600"/>
                </a:cubicBezTo>
                <a:cubicBezTo>
                  <a:pt x="8710457" y="2895600"/>
                  <a:pt x="8717280" y="2902423"/>
                  <a:pt x="8717280" y="2910840"/>
                </a:cubicBezTo>
                <a:close/>
                <a:moveTo>
                  <a:pt x="8717280" y="3063240"/>
                </a:moveTo>
                <a:cubicBezTo>
                  <a:pt x="8717280" y="3071657"/>
                  <a:pt x="8710457" y="3078480"/>
                  <a:pt x="8702040" y="3078480"/>
                </a:cubicBezTo>
                <a:cubicBezTo>
                  <a:pt x="8693623" y="3078480"/>
                  <a:pt x="8686800" y="3071657"/>
                  <a:pt x="8686800" y="3063240"/>
                </a:cubicBezTo>
                <a:cubicBezTo>
                  <a:pt x="8686800" y="3054823"/>
                  <a:pt x="8693623" y="3048000"/>
                  <a:pt x="8702040" y="3048000"/>
                </a:cubicBezTo>
                <a:cubicBezTo>
                  <a:pt x="8710457" y="3048000"/>
                  <a:pt x="8717280" y="3054823"/>
                  <a:pt x="8717280" y="3063240"/>
                </a:cubicBezTo>
                <a:close/>
                <a:moveTo>
                  <a:pt x="8717280" y="3215640"/>
                </a:moveTo>
                <a:cubicBezTo>
                  <a:pt x="8717280" y="3224057"/>
                  <a:pt x="8710457" y="3230880"/>
                  <a:pt x="8702040" y="3230880"/>
                </a:cubicBezTo>
                <a:cubicBezTo>
                  <a:pt x="8693623" y="3230880"/>
                  <a:pt x="8686800" y="3224057"/>
                  <a:pt x="8686800" y="3215640"/>
                </a:cubicBezTo>
                <a:cubicBezTo>
                  <a:pt x="8686800" y="3207223"/>
                  <a:pt x="8693623" y="3200400"/>
                  <a:pt x="8702040" y="3200400"/>
                </a:cubicBezTo>
                <a:cubicBezTo>
                  <a:pt x="8710457" y="3200400"/>
                  <a:pt x="8717280" y="3207223"/>
                  <a:pt x="8717280" y="3215640"/>
                </a:cubicBezTo>
                <a:close/>
                <a:moveTo>
                  <a:pt x="8717280" y="3368040"/>
                </a:moveTo>
                <a:cubicBezTo>
                  <a:pt x="8717280" y="3376457"/>
                  <a:pt x="8710457" y="3383280"/>
                  <a:pt x="8702040" y="3383280"/>
                </a:cubicBezTo>
                <a:cubicBezTo>
                  <a:pt x="8693623" y="3383280"/>
                  <a:pt x="8686800" y="3376457"/>
                  <a:pt x="8686800" y="3368040"/>
                </a:cubicBezTo>
                <a:cubicBezTo>
                  <a:pt x="8686800" y="3359623"/>
                  <a:pt x="8693623" y="3352800"/>
                  <a:pt x="8702040" y="3352800"/>
                </a:cubicBezTo>
                <a:cubicBezTo>
                  <a:pt x="8710457" y="3352800"/>
                  <a:pt x="8717280" y="3359623"/>
                  <a:pt x="8717280" y="3368040"/>
                </a:cubicBezTo>
                <a:close/>
                <a:moveTo>
                  <a:pt x="8717280" y="3520440"/>
                </a:moveTo>
                <a:cubicBezTo>
                  <a:pt x="8717280" y="3528857"/>
                  <a:pt x="8710457" y="3535680"/>
                  <a:pt x="8702040" y="3535680"/>
                </a:cubicBezTo>
                <a:cubicBezTo>
                  <a:pt x="8693623" y="3535680"/>
                  <a:pt x="8686800" y="3528857"/>
                  <a:pt x="8686800" y="3520440"/>
                </a:cubicBezTo>
                <a:cubicBezTo>
                  <a:pt x="8686800" y="3512023"/>
                  <a:pt x="8693623" y="3505200"/>
                  <a:pt x="8702040" y="3505200"/>
                </a:cubicBezTo>
                <a:cubicBezTo>
                  <a:pt x="8710457" y="3505200"/>
                  <a:pt x="8717280" y="3512023"/>
                  <a:pt x="8717280" y="3520440"/>
                </a:cubicBezTo>
                <a:close/>
                <a:moveTo>
                  <a:pt x="8717280" y="3672840"/>
                </a:moveTo>
                <a:cubicBezTo>
                  <a:pt x="8717280" y="3681257"/>
                  <a:pt x="8710457" y="3688080"/>
                  <a:pt x="8702040" y="3688080"/>
                </a:cubicBezTo>
                <a:cubicBezTo>
                  <a:pt x="8693623" y="3688080"/>
                  <a:pt x="8686800" y="3681257"/>
                  <a:pt x="8686800" y="3672840"/>
                </a:cubicBezTo>
                <a:cubicBezTo>
                  <a:pt x="8686800" y="3664423"/>
                  <a:pt x="8693623" y="3657600"/>
                  <a:pt x="8702040" y="3657600"/>
                </a:cubicBezTo>
                <a:cubicBezTo>
                  <a:pt x="8710457" y="3657600"/>
                  <a:pt x="8717280" y="3664423"/>
                  <a:pt x="8717280" y="3672840"/>
                </a:cubicBezTo>
                <a:close/>
                <a:moveTo>
                  <a:pt x="8717280" y="3825240"/>
                </a:moveTo>
                <a:cubicBezTo>
                  <a:pt x="8717280" y="3833657"/>
                  <a:pt x="8710457" y="3840480"/>
                  <a:pt x="8702040" y="3840480"/>
                </a:cubicBezTo>
                <a:cubicBezTo>
                  <a:pt x="8693623" y="3840480"/>
                  <a:pt x="8686800" y="3833657"/>
                  <a:pt x="8686800" y="3825240"/>
                </a:cubicBezTo>
                <a:cubicBezTo>
                  <a:pt x="8686800" y="3816823"/>
                  <a:pt x="8693623" y="3810000"/>
                  <a:pt x="8702040" y="3810000"/>
                </a:cubicBezTo>
                <a:cubicBezTo>
                  <a:pt x="8710457" y="3810000"/>
                  <a:pt x="8717280" y="3816823"/>
                  <a:pt x="8717280" y="3825240"/>
                </a:cubicBezTo>
                <a:close/>
                <a:moveTo>
                  <a:pt x="8717280" y="3977640"/>
                </a:moveTo>
                <a:cubicBezTo>
                  <a:pt x="8717280" y="3986057"/>
                  <a:pt x="8710457" y="3992880"/>
                  <a:pt x="8702040" y="3992880"/>
                </a:cubicBezTo>
                <a:cubicBezTo>
                  <a:pt x="8693623" y="3992880"/>
                  <a:pt x="8686800" y="3986057"/>
                  <a:pt x="8686800" y="3977640"/>
                </a:cubicBezTo>
                <a:cubicBezTo>
                  <a:pt x="8686800" y="3969223"/>
                  <a:pt x="8693623" y="3962400"/>
                  <a:pt x="8702040" y="3962400"/>
                </a:cubicBezTo>
                <a:cubicBezTo>
                  <a:pt x="8710457" y="3962400"/>
                  <a:pt x="8717280" y="3969223"/>
                  <a:pt x="8717280" y="3977640"/>
                </a:cubicBezTo>
                <a:close/>
                <a:moveTo>
                  <a:pt x="8717280" y="4130040"/>
                </a:moveTo>
                <a:cubicBezTo>
                  <a:pt x="8717280" y="4138457"/>
                  <a:pt x="8710457" y="4145280"/>
                  <a:pt x="8702040" y="4145280"/>
                </a:cubicBezTo>
                <a:cubicBezTo>
                  <a:pt x="8693623" y="4145280"/>
                  <a:pt x="8686800" y="4138457"/>
                  <a:pt x="8686800" y="4130040"/>
                </a:cubicBezTo>
                <a:cubicBezTo>
                  <a:pt x="8686800" y="4121623"/>
                  <a:pt x="8693623" y="4114800"/>
                  <a:pt x="8702040" y="4114800"/>
                </a:cubicBezTo>
                <a:cubicBezTo>
                  <a:pt x="8710457" y="4114800"/>
                  <a:pt x="8717280" y="4121623"/>
                  <a:pt x="8717280" y="4130040"/>
                </a:cubicBezTo>
                <a:close/>
                <a:moveTo>
                  <a:pt x="8717280" y="4282440"/>
                </a:moveTo>
                <a:cubicBezTo>
                  <a:pt x="8717280" y="4290857"/>
                  <a:pt x="8710457" y="4297680"/>
                  <a:pt x="8702040" y="4297680"/>
                </a:cubicBezTo>
                <a:cubicBezTo>
                  <a:pt x="8693623" y="4297680"/>
                  <a:pt x="8686800" y="4290857"/>
                  <a:pt x="8686800" y="4282440"/>
                </a:cubicBezTo>
                <a:cubicBezTo>
                  <a:pt x="8686800" y="4274023"/>
                  <a:pt x="8693623" y="4267200"/>
                  <a:pt x="8702040" y="4267200"/>
                </a:cubicBezTo>
                <a:cubicBezTo>
                  <a:pt x="8710457" y="4267200"/>
                  <a:pt x="8717280" y="4274023"/>
                  <a:pt x="8717280" y="4282440"/>
                </a:cubicBezTo>
                <a:close/>
                <a:moveTo>
                  <a:pt x="8717280" y="4434840"/>
                </a:moveTo>
                <a:cubicBezTo>
                  <a:pt x="8717280" y="4443257"/>
                  <a:pt x="8710457" y="4450080"/>
                  <a:pt x="8702040" y="4450080"/>
                </a:cubicBezTo>
                <a:cubicBezTo>
                  <a:pt x="8693623" y="4450080"/>
                  <a:pt x="8686800" y="4443257"/>
                  <a:pt x="8686800" y="4434840"/>
                </a:cubicBezTo>
                <a:cubicBezTo>
                  <a:pt x="8686800" y="4426423"/>
                  <a:pt x="8693623" y="4419600"/>
                  <a:pt x="8702040" y="4419600"/>
                </a:cubicBezTo>
                <a:cubicBezTo>
                  <a:pt x="8710457" y="4419600"/>
                  <a:pt x="8717280" y="4426423"/>
                  <a:pt x="8717280" y="4434840"/>
                </a:cubicBezTo>
                <a:close/>
                <a:moveTo>
                  <a:pt x="8869680" y="15240"/>
                </a:moveTo>
                <a:cubicBezTo>
                  <a:pt x="8869680" y="23657"/>
                  <a:pt x="8862857" y="30480"/>
                  <a:pt x="8854440" y="30480"/>
                </a:cubicBezTo>
                <a:cubicBezTo>
                  <a:pt x="8846023" y="30480"/>
                  <a:pt x="8839200" y="23657"/>
                  <a:pt x="8839200" y="15240"/>
                </a:cubicBezTo>
                <a:cubicBezTo>
                  <a:pt x="8839200" y="6823"/>
                  <a:pt x="8846023" y="0"/>
                  <a:pt x="8854440" y="0"/>
                </a:cubicBezTo>
                <a:cubicBezTo>
                  <a:pt x="8862857" y="0"/>
                  <a:pt x="8869680" y="6823"/>
                  <a:pt x="8869680" y="15240"/>
                </a:cubicBezTo>
                <a:close/>
                <a:moveTo>
                  <a:pt x="8869680" y="167640"/>
                </a:moveTo>
                <a:cubicBezTo>
                  <a:pt x="8869680" y="176057"/>
                  <a:pt x="8862857" y="182880"/>
                  <a:pt x="8854440" y="182880"/>
                </a:cubicBezTo>
                <a:cubicBezTo>
                  <a:pt x="8846023" y="182880"/>
                  <a:pt x="8839200" y="176057"/>
                  <a:pt x="8839200" y="167640"/>
                </a:cubicBezTo>
                <a:cubicBezTo>
                  <a:pt x="8839200" y="159223"/>
                  <a:pt x="8846023" y="152400"/>
                  <a:pt x="8854440" y="152400"/>
                </a:cubicBezTo>
                <a:cubicBezTo>
                  <a:pt x="8862857" y="152400"/>
                  <a:pt x="8869680" y="159223"/>
                  <a:pt x="8869680" y="167640"/>
                </a:cubicBezTo>
                <a:close/>
                <a:moveTo>
                  <a:pt x="8869680" y="320040"/>
                </a:moveTo>
                <a:cubicBezTo>
                  <a:pt x="8869680" y="328457"/>
                  <a:pt x="8862857" y="335280"/>
                  <a:pt x="8854440" y="335280"/>
                </a:cubicBezTo>
                <a:cubicBezTo>
                  <a:pt x="8846023" y="335280"/>
                  <a:pt x="8839200" y="328457"/>
                  <a:pt x="8839200" y="320040"/>
                </a:cubicBezTo>
                <a:cubicBezTo>
                  <a:pt x="8839200" y="311623"/>
                  <a:pt x="8846023" y="304800"/>
                  <a:pt x="8854440" y="304800"/>
                </a:cubicBezTo>
                <a:cubicBezTo>
                  <a:pt x="8862857" y="304800"/>
                  <a:pt x="8869680" y="311623"/>
                  <a:pt x="8869680" y="320040"/>
                </a:cubicBezTo>
                <a:close/>
                <a:moveTo>
                  <a:pt x="8869680" y="472440"/>
                </a:moveTo>
                <a:cubicBezTo>
                  <a:pt x="8869680" y="480857"/>
                  <a:pt x="8862857" y="487680"/>
                  <a:pt x="8854440" y="487680"/>
                </a:cubicBezTo>
                <a:cubicBezTo>
                  <a:pt x="8846023" y="487680"/>
                  <a:pt x="8839200" y="480857"/>
                  <a:pt x="8839200" y="472440"/>
                </a:cubicBezTo>
                <a:cubicBezTo>
                  <a:pt x="8839200" y="464023"/>
                  <a:pt x="8846023" y="457200"/>
                  <a:pt x="8854440" y="457200"/>
                </a:cubicBezTo>
                <a:cubicBezTo>
                  <a:pt x="8862857" y="457200"/>
                  <a:pt x="8869680" y="464023"/>
                  <a:pt x="8869680" y="472440"/>
                </a:cubicBezTo>
                <a:close/>
                <a:moveTo>
                  <a:pt x="8869680" y="624840"/>
                </a:moveTo>
                <a:cubicBezTo>
                  <a:pt x="8869680" y="633257"/>
                  <a:pt x="8862857" y="640080"/>
                  <a:pt x="8854440" y="640080"/>
                </a:cubicBezTo>
                <a:cubicBezTo>
                  <a:pt x="8846023" y="640080"/>
                  <a:pt x="8839200" y="633257"/>
                  <a:pt x="8839200" y="624840"/>
                </a:cubicBezTo>
                <a:cubicBezTo>
                  <a:pt x="8839200" y="616423"/>
                  <a:pt x="8846023" y="609600"/>
                  <a:pt x="8854440" y="609600"/>
                </a:cubicBezTo>
                <a:cubicBezTo>
                  <a:pt x="8862857" y="609600"/>
                  <a:pt x="8869680" y="616423"/>
                  <a:pt x="8869680" y="624840"/>
                </a:cubicBezTo>
                <a:close/>
                <a:moveTo>
                  <a:pt x="8869680" y="777240"/>
                </a:moveTo>
                <a:cubicBezTo>
                  <a:pt x="8869680" y="785657"/>
                  <a:pt x="8862857" y="792480"/>
                  <a:pt x="8854440" y="792480"/>
                </a:cubicBezTo>
                <a:cubicBezTo>
                  <a:pt x="8846023" y="792480"/>
                  <a:pt x="8839200" y="785657"/>
                  <a:pt x="8839200" y="777240"/>
                </a:cubicBezTo>
                <a:cubicBezTo>
                  <a:pt x="8839200" y="768823"/>
                  <a:pt x="8846023" y="762000"/>
                  <a:pt x="8854440" y="762000"/>
                </a:cubicBezTo>
                <a:cubicBezTo>
                  <a:pt x="8862857" y="762000"/>
                  <a:pt x="8869680" y="768823"/>
                  <a:pt x="8869680" y="777240"/>
                </a:cubicBezTo>
                <a:close/>
                <a:moveTo>
                  <a:pt x="8869680" y="929640"/>
                </a:moveTo>
                <a:cubicBezTo>
                  <a:pt x="8869680" y="938057"/>
                  <a:pt x="8862857" y="944880"/>
                  <a:pt x="8854440" y="944880"/>
                </a:cubicBezTo>
                <a:cubicBezTo>
                  <a:pt x="8846023" y="944880"/>
                  <a:pt x="8839200" y="938057"/>
                  <a:pt x="8839200" y="929640"/>
                </a:cubicBezTo>
                <a:cubicBezTo>
                  <a:pt x="8839200" y="921223"/>
                  <a:pt x="8846023" y="914400"/>
                  <a:pt x="8854440" y="914400"/>
                </a:cubicBezTo>
                <a:cubicBezTo>
                  <a:pt x="8862857" y="914400"/>
                  <a:pt x="8869680" y="921223"/>
                  <a:pt x="8869680" y="929640"/>
                </a:cubicBezTo>
                <a:close/>
                <a:moveTo>
                  <a:pt x="8869680" y="1082040"/>
                </a:moveTo>
                <a:cubicBezTo>
                  <a:pt x="8869680" y="1090457"/>
                  <a:pt x="8862857" y="1097280"/>
                  <a:pt x="8854440" y="1097280"/>
                </a:cubicBezTo>
                <a:cubicBezTo>
                  <a:pt x="8846023" y="1097280"/>
                  <a:pt x="8839200" y="1090457"/>
                  <a:pt x="8839200" y="1082040"/>
                </a:cubicBezTo>
                <a:cubicBezTo>
                  <a:pt x="8839200" y="1073623"/>
                  <a:pt x="8846023" y="1066800"/>
                  <a:pt x="8854440" y="1066800"/>
                </a:cubicBezTo>
                <a:cubicBezTo>
                  <a:pt x="8862857" y="1066800"/>
                  <a:pt x="8869680" y="1073623"/>
                  <a:pt x="8869680" y="1082040"/>
                </a:cubicBezTo>
                <a:close/>
                <a:moveTo>
                  <a:pt x="8869680" y="1234440"/>
                </a:moveTo>
                <a:cubicBezTo>
                  <a:pt x="8869680" y="1242857"/>
                  <a:pt x="8862857" y="1249680"/>
                  <a:pt x="8854440" y="1249680"/>
                </a:cubicBezTo>
                <a:cubicBezTo>
                  <a:pt x="8846023" y="1249680"/>
                  <a:pt x="8839200" y="1242857"/>
                  <a:pt x="8839200" y="1234440"/>
                </a:cubicBezTo>
                <a:cubicBezTo>
                  <a:pt x="8839200" y="1226023"/>
                  <a:pt x="8846023" y="1219200"/>
                  <a:pt x="8854440" y="1219200"/>
                </a:cubicBezTo>
                <a:cubicBezTo>
                  <a:pt x="8862857" y="1219200"/>
                  <a:pt x="8869680" y="1226023"/>
                  <a:pt x="8869680" y="1234440"/>
                </a:cubicBezTo>
                <a:close/>
                <a:moveTo>
                  <a:pt x="8869680" y="1386840"/>
                </a:moveTo>
                <a:cubicBezTo>
                  <a:pt x="8869680" y="1395257"/>
                  <a:pt x="8862857" y="1402080"/>
                  <a:pt x="8854440" y="1402080"/>
                </a:cubicBezTo>
                <a:cubicBezTo>
                  <a:pt x="8846023" y="1402080"/>
                  <a:pt x="8839200" y="1395257"/>
                  <a:pt x="8839200" y="1386840"/>
                </a:cubicBezTo>
                <a:cubicBezTo>
                  <a:pt x="8839200" y="1378423"/>
                  <a:pt x="8846023" y="1371600"/>
                  <a:pt x="8854440" y="1371600"/>
                </a:cubicBezTo>
                <a:cubicBezTo>
                  <a:pt x="8862857" y="1371600"/>
                  <a:pt x="8869680" y="1378423"/>
                  <a:pt x="8869680" y="1386840"/>
                </a:cubicBezTo>
                <a:close/>
                <a:moveTo>
                  <a:pt x="8869680" y="1539240"/>
                </a:moveTo>
                <a:cubicBezTo>
                  <a:pt x="8869680" y="1547657"/>
                  <a:pt x="8862857" y="1554480"/>
                  <a:pt x="8854440" y="1554480"/>
                </a:cubicBezTo>
                <a:cubicBezTo>
                  <a:pt x="8846023" y="1554480"/>
                  <a:pt x="8839200" y="1547657"/>
                  <a:pt x="8839200" y="1539240"/>
                </a:cubicBezTo>
                <a:cubicBezTo>
                  <a:pt x="8839200" y="1530823"/>
                  <a:pt x="8846023" y="1524000"/>
                  <a:pt x="8854440" y="1524000"/>
                </a:cubicBezTo>
                <a:cubicBezTo>
                  <a:pt x="8862857" y="1524000"/>
                  <a:pt x="8869680" y="1530823"/>
                  <a:pt x="8869680" y="1539240"/>
                </a:cubicBezTo>
                <a:close/>
                <a:moveTo>
                  <a:pt x="8869680" y="1691640"/>
                </a:moveTo>
                <a:cubicBezTo>
                  <a:pt x="8869680" y="1700057"/>
                  <a:pt x="8862857" y="1706880"/>
                  <a:pt x="8854440" y="1706880"/>
                </a:cubicBezTo>
                <a:cubicBezTo>
                  <a:pt x="8846023" y="1706880"/>
                  <a:pt x="8839200" y="1700057"/>
                  <a:pt x="8839200" y="1691640"/>
                </a:cubicBezTo>
                <a:cubicBezTo>
                  <a:pt x="8839200" y="1683223"/>
                  <a:pt x="8846023" y="1676400"/>
                  <a:pt x="8854440" y="1676400"/>
                </a:cubicBezTo>
                <a:cubicBezTo>
                  <a:pt x="8862857" y="1676400"/>
                  <a:pt x="8869680" y="1683223"/>
                  <a:pt x="8869680" y="1691640"/>
                </a:cubicBezTo>
                <a:close/>
                <a:moveTo>
                  <a:pt x="8869680" y="1844040"/>
                </a:moveTo>
                <a:cubicBezTo>
                  <a:pt x="8869680" y="1852457"/>
                  <a:pt x="8862857" y="1859280"/>
                  <a:pt x="8854440" y="1859280"/>
                </a:cubicBezTo>
                <a:cubicBezTo>
                  <a:pt x="8846023" y="1859280"/>
                  <a:pt x="8839200" y="1852457"/>
                  <a:pt x="8839200" y="1844040"/>
                </a:cubicBezTo>
                <a:cubicBezTo>
                  <a:pt x="8839200" y="1835623"/>
                  <a:pt x="8846023" y="1828800"/>
                  <a:pt x="8854440" y="1828800"/>
                </a:cubicBezTo>
                <a:cubicBezTo>
                  <a:pt x="8862857" y="1828800"/>
                  <a:pt x="8869680" y="1835623"/>
                  <a:pt x="8869680" y="1844040"/>
                </a:cubicBezTo>
                <a:close/>
                <a:moveTo>
                  <a:pt x="8869680" y="1996440"/>
                </a:moveTo>
                <a:cubicBezTo>
                  <a:pt x="8869680" y="2004857"/>
                  <a:pt x="8862857" y="2011680"/>
                  <a:pt x="8854440" y="2011680"/>
                </a:cubicBezTo>
                <a:cubicBezTo>
                  <a:pt x="8846023" y="2011680"/>
                  <a:pt x="8839200" y="2004857"/>
                  <a:pt x="8839200" y="1996440"/>
                </a:cubicBezTo>
                <a:cubicBezTo>
                  <a:pt x="8839200" y="1988023"/>
                  <a:pt x="8846023" y="1981200"/>
                  <a:pt x="8854440" y="1981200"/>
                </a:cubicBezTo>
                <a:cubicBezTo>
                  <a:pt x="8862857" y="1981200"/>
                  <a:pt x="8869680" y="1988023"/>
                  <a:pt x="8869680" y="1996440"/>
                </a:cubicBezTo>
                <a:close/>
                <a:moveTo>
                  <a:pt x="8869680" y="2148840"/>
                </a:moveTo>
                <a:cubicBezTo>
                  <a:pt x="8869680" y="2157257"/>
                  <a:pt x="8862857" y="2164080"/>
                  <a:pt x="8854440" y="2164080"/>
                </a:cubicBezTo>
                <a:cubicBezTo>
                  <a:pt x="8846023" y="2164080"/>
                  <a:pt x="8839200" y="2157257"/>
                  <a:pt x="8839200" y="2148840"/>
                </a:cubicBezTo>
                <a:cubicBezTo>
                  <a:pt x="8839200" y="2140423"/>
                  <a:pt x="8846023" y="2133600"/>
                  <a:pt x="8854440" y="2133600"/>
                </a:cubicBezTo>
                <a:cubicBezTo>
                  <a:pt x="8862857" y="2133600"/>
                  <a:pt x="8869680" y="2140423"/>
                  <a:pt x="8869680" y="2148840"/>
                </a:cubicBezTo>
                <a:close/>
                <a:moveTo>
                  <a:pt x="8869680" y="2301240"/>
                </a:moveTo>
                <a:cubicBezTo>
                  <a:pt x="8869680" y="2309657"/>
                  <a:pt x="8862857" y="2316480"/>
                  <a:pt x="8854440" y="2316480"/>
                </a:cubicBezTo>
                <a:cubicBezTo>
                  <a:pt x="8846023" y="2316480"/>
                  <a:pt x="8839200" y="2309657"/>
                  <a:pt x="8839200" y="2301240"/>
                </a:cubicBezTo>
                <a:cubicBezTo>
                  <a:pt x="8839200" y="2292823"/>
                  <a:pt x="8846023" y="2286000"/>
                  <a:pt x="8854440" y="2286000"/>
                </a:cubicBezTo>
                <a:cubicBezTo>
                  <a:pt x="8862857" y="2286000"/>
                  <a:pt x="8869680" y="2292823"/>
                  <a:pt x="8869680" y="2301240"/>
                </a:cubicBezTo>
                <a:close/>
                <a:moveTo>
                  <a:pt x="8869680" y="2453640"/>
                </a:moveTo>
                <a:cubicBezTo>
                  <a:pt x="8869680" y="2462057"/>
                  <a:pt x="8862857" y="2468880"/>
                  <a:pt x="8854440" y="2468880"/>
                </a:cubicBezTo>
                <a:cubicBezTo>
                  <a:pt x="8846023" y="2468880"/>
                  <a:pt x="8839200" y="2462057"/>
                  <a:pt x="8839200" y="2453640"/>
                </a:cubicBezTo>
                <a:cubicBezTo>
                  <a:pt x="8839200" y="2445223"/>
                  <a:pt x="8846023" y="2438400"/>
                  <a:pt x="8854440" y="2438400"/>
                </a:cubicBezTo>
                <a:cubicBezTo>
                  <a:pt x="8862857" y="2438400"/>
                  <a:pt x="8869680" y="2445223"/>
                  <a:pt x="8869680" y="2453640"/>
                </a:cubicBezTo>
                <a:close/>
                <a:moveTo>
                  <a:pt x="8869680" y="2606040"/>
                </a:moveTo>
                <a:cubicBezTo>
                  <a:pt x="8869680" y="2614457"/>
                  <a:pt x="8862857" y="2621280"/>
                  <a:pt x="8854440" y="2621280"/>
                </a:cubicBezTo>
                <a:cubicBezTo>
                  <a:pt x="8846023" y="2621280"/>
                  <a:pt x="8839200" y="2614457"/>
                  <a:pt x="8839200" y="2606040"/>
                </a:cubicBezTo>
                <a:cubicBezTo>
                  <a:pt x="8839200" y="2597623"/>
                  <a:pt x="8846023" y="2590800"/>
                  <a:pt x="8854440" y="2590800"/>
                </a:cubicBezTo>
                <a:cubicBezTo>
                  <a:pt x="8862857" y="2590800"/>
                  <a:pt x="8869680" y="2597623"/>
                  <a:pt x="8869680" y="2606040"/>
                </a:cubicBezTo>
                <a:close/>
                <a:moveTo>
                  <a:pt x="8869680" y="2758440"/>
                </a:moveTo>
                <a:cubicBezTo>
                  <a:pt x="8869680" y="2766857"/>
                  <a:pt x="8862857" y="2773680"/>
                  <a:pt x="8854440" y="2773680"/>
                </a:cubicBezTo>
                <a:cubicBezTo>
                  <a:pt x="8846023" y="2773680"/>
                  <a:pt x="8839200" y="2766857"/>
                  <a:pt x="8839200" y="2758440"/>
                </a:cubicBezTo>
                <a:cubicBezTo>
                  <a:pt x="8839200" y="2750023"/>
                  <a:pt x="8846023" y="2743200"/>
                  <a:pt x="8854440" y="2743200"/>
                </a:cubicBezTo>
                <a:cubicBezTo>
                  <a:pt x="8862857" y="2743200"/>
                  <a:pt x="8869680" y="2750023"/>
                  <a:pt x="8869680" y="2758440"/>
                </a:cubicBezTo>
                <a:close/>
                <a:moveTo>
                  <a:pt x="8869680" y="2910840"/>
                </a:moveTo>
                <a:cubicBezTo>
                  <a:pt x="8869680" y="2919257"/>
                  <a:pt x="8862857" y="2926080"/>
                  <a:pt x="8854440" y="2926080"/>
                </a:cubicBezTo>
                <a:cubicBezTo>
                  <a:pt x="8846023" y="2926080"/>
                  <a:pt x="8839200" y="2919257"/>
                  <a:pt x="8839200" y="2910840"/>
                </a:cubicBezTo>
                <a:cubicBezTo>
                  <a:pt x="8839200" y="2902423"/>
                  <a:pt x="8846023" y="2895600"/>
                  <a:pt x="8854440" y="2895600"/>
                </a:cubicBezTo>
                <a:cubicBezTo>
                  <a:pt x="8862857" y="2895600"/>
                  <a:pt x="8869680" y="2902423"/>
                  <a:pt x="8869680" y="2910840"/>
                </a:cubicBezTo>
                <a:close/>
                <a:moveTo>
                  <a:pt x="8869680" y="3063240"/>
                </a:moveTo>
                <a:cubicBezTo>
                  <a:pt x="8869680" y="3071657"/>
                  <a:pt x="8862857" y="3078480"/>
                  <a:pt x="8854440" y="3078480"/>
                </a:cubicBezTo>
                <a:cubicBezTo>
                  <a:pt x="8846023" y="3078480"/>
                  <a:pt x="8839200" y="3071657"/>
                  <a:pt x="8839200" y="3063240"/>
                </a:cubicBezTo>
                <a:cubicBezTo>
                  <a:pt x="8839200" y="3054823"/>
                  <a:pt x="8846023" y="3048000"/>
                  <a:pt x="8854440" y="3048000"/>
                </a:cubicBezTo>
                <a:cubicBezTo>
                  <a:pt x="8862857" y="3048000"/>
                  <a:pt x="8869680" y="3054823"/>
                  <a:pt x="8869680" y="3063240"/>
                </a:cubicBezTo>
                <a:close/>
                <a:moveTo>
                  <a:pt x="8869680" y="3215640"/>
                </a:moveTo>
                <a:cubicBezTo>
                  <a:pt x="8869680" y="3224057"/>
                  <a:pt x="8862857" y="3230880"/>
                  <a:pt x="8854440" y="3230880"/>
                </a:cubicBezTo>
                <a:cubicBezTo>
                  <a:pt x="8846023" y="3230880"/>
                  <a:pt x="8839200" y="3224057"/>
                  <a:pt x="8839200" y="3215640"/>
                </a:cubicBezTo>
                <a:cubicBezTo>
                  <a:pt x="8839200" y="3207223"/>
                  <a:pt x="8846023" y="3200400"/>
                  <a:pt x="8854440" y="3200400"/>
                </a:cubicBezTo>
                <a:cubicBezTo>
                  <a:pt x="8862857" y="3200400"/>
                  <a:pt x="8869680" y="3207223"/>
                  <a:pt x="8869680" y="3215640"/>
                </a:cubicBezTo>
                <a:close/>
                <a:moveTo>
                  <a:pt x="8869680" y="3368040"/>
                </a:moveTo>
                <a:cubicBezTo>
                  <a:pt x="8869680" y="3376457"/>
                  <a:pt x="8862857" y="3383280"/>
                  <a:pt x="8854440" y="3383280"/>
                </a:cubicBezTo>
                <a:cubicBezTo>
                  <a:pt x="8846023" y="3383280"/>
                  <a:pt x="8839200" y="3376457"/>
                  <a:pt x="8839200" y="3368040"/>
                </a:cubicBezTo>
                <a:cubicBezTo>
                  <a:pt x="8839200" y="3359623"/>
                  <a:pt x="8846023" y="3352800"/>
                  <a:pt x="8854440" y="3352800"/>
                </a:cubicBezTo>
                <a:cubicBezTo>
                  <a:pt x="8862857" y="3352800"/>
                  <a:pt x="8869680" y="3359623"/>
                  <a:pt x="8869680" y="3368040"/>
                </a:cubicBezTo>
                <a:close/>
                <a:moveTo>
                  <a:pt x="8869680" y="3520440"/>
                </a:moveTo>
                <a:cubicBezTo>
                  <a:pt x="8869680" y="3528857"/>
                  <a:pt x="8862857" y="3535680"/>
                  <a:pt x="8854440" y="3535680"/>
                </a:cubicBezTo>
                <a:cubicBezTo>
                  <a:pt x="8846023" y="3535680"/>
                  <a:pt x="8839200" y="3528857"/>
                  <a:pt x="8839200" y="3520440"/>
                </a:cubicBezTo>
                <a:cubicBezTo>
                  <a:pt x="8839200" y="3512023"/>
                  <a:pt x="8846023" y="3505200"/>
                  <a:pt x="8854440" y="3505200"/>
                </a:cubicBezTo>
                <a:cubicBezTo>
                  <a:pt x="8862857" y="3505200"/>
                  <a:pt x="8869680" y="3512023"/>
                  <a:pt x="8869680" y="3520440"/>
                </a:cubicBezTo>
                <a:close/>
                <a:moveTo>
                  <a:pt x="8869680" y="3672840"/>
                </a:moveTo>
                <a:cubicBezTo>
                  <a:pt x="8869680" y="3681257"/>
                  <a:pt x="8862857" y="3688080"/>
                  <a:pt x="8854440" y="3688080"/>
                </a:cubicBezTo>
                <a:cubicBezTo>
                  <a:pt x="8846023" y="3688080"/>
                  <a:pt x="8839200" y="3681257"/>
                  <a:pt x="8839200" y="3672840"/>
                </a:cubicBezTo>
                <a:cubicBezTo>
                  <a:pt x="8839200" y="3664423"/>
                  <a:pt x="8846023" y="3657600"/>
                  <a:pt x="8854440" y="3657600"/>
                </a:cubicBezTo>
                <a:cubicBezTo>
                  <a:pt x="8862857" y="3657600"/>
                  <a:pt x="8869680" y="3664423"/>
                  <a:pt x="8869680" y="3672840"/>
                </a:cubicBezTo>
                <a:close/>
                <a:moveTo>
                  <a:pt x="8869680" y="3825240"/>
                </a:moveTo>
                <a:cubicBezTo>
                  <a:pt x="8869680" y="3833657"/>
                  <a:pt x="8862857" y="3840480"/>
                  <a:pt x="8854440" y="3840480"/>
                </a:cubicBezTo>
                <a:cubicBezTo>
                  <a:pt x="8846023" y="3840480"/>
                  <a:pt x="8839200" y="3833657"/>
                  <a:pt x="8839200" y="3825240"/>
                </a:cubicBezTo>
                <a:cubicBezTo>
                  <a:pt x="8839200" y="3816823"/>
                  <a:pt x="8846023" y="3810000"/>
                  <a:pt x="8854440" y="3810000"/>
                </a:cubicBezTo>
                <a:cubicBezTo>
                  <a:pt x="8862857" y="3810000"/>
                  <a:pt x="8869680" y="3816823"/>
                  <a:pt x="8869680" y="3825240"/>
                </a:cubicBezTo>
                <a:close/>
                <a:moveTo>
                  <a:pt x="8869680" y="3977640"/>
                </a:moveTo>
                <a:cubicBezTo>
                  <a:pt x="8869680" y="3986057"/>
                  <a:pt x="8862857" y="3992880"/>
                  <a:pt x="8854440" y="3992880"/>
                </a:cubicBezTo>
                <a:cubicBezTo>
                  <a:pt x="8846023" y="3992880"/>
                  <a:pt x="8839200" y="3986057"/>
                  <a:pt x="8839200" y="3977640"/>
                </a:cubicBezTo>
                <a:cubicBezTo>
                  <a:pt x="8839200" y="3969223"/>
                  <a:pt x="8846023" y="3962400"/>
                  <a:pt x="8854440" y="3962400"/>
                </a:cubicBezTo>
                <a:cubicBezTo>
                  <a:pt x="8862857" y="3962400"/>
                  <a:pt x="8869680" y="3969223"/>
                  <a:pt x="8869680" y="3977640"/>
                </a:cubicBezTo>
                <a:close/>
                <a:moveTo>
                  <a:pt x="8869680" y="4130040"/>
                </a:moveTo>
                <a:cubicBezTo>
                  <a:pt x="8869680" y="4138457"/>
                  <a:pt x="8862857" y="4145280"/>
                  <a:pt x="8854440" y="4145280"/>
                </a:cubicBezTo>
                <a:cubicBezTo>
                  <a:pt x="8846023" y="4145280"/>
                  <a:pt x="8839200" y="4138457"/>
                  <a:pt x="8839200" y="4130040"/>
                </a:cubicBezTo>
                <a:cubicBezTo>
                  <a:pt x="8839200" y="4121623"/>
                  <a:pt x="8846023" y="4114800"/>
                  <a:pt x="8854440" y="4114800"/>
                </a:cubicBezTo>
                <a:cubicBezTo>
                  <a:pt x="8862857" y="4114800"/>
                  <a:pt x="8869680" y="4121623"/>
                  <a:pt x="8869680" y="4130040"/>
                </a:cubicBezTo>
                <a:close/>
                <a:moveTo>
                  <a:pt x="8869680" y="4282440"/>
                </a:moveTo>
                <a:cubicBezTo>
                  <a:pt x="8869680" y="4290857"/>
                  <a:pt x="8862857" y="4297680"/>
                  <a:pt x="8854440" y="4297680"/>
                </a:cubicBezTo>
                <a:cubicBezTo>
                  <a:pt x="8846023" y="4297680"/>
                  <a:pt x="8839200" y="4290857"/>
                  <a:pt x="8839200" y="4282440"/>
                </a:cubicBezTo>
                <a:cubicBezTo>
                  <a:pt x="8839200" y="4274023"/>
                  <a:pt x="8846023" y="4267200"/>
                  <a:pt x="8854440" y="4267200"/>
                </a:cubicBezTo>
                <a:cubicBezTo>
                  <a:pt x="8862857" y="4267200"/>
                  <a:pt x="8869680" y="4274023"/>
                  <a:pt x="8869680" y="4282440"/>
                </a:cubicBezTo>
                <a:close/>
                <a:moveTo>
                  <a:pt x="8869680" y="4434840"/>
                </a:moveTo>
                <a:cubicBezTo>
                  <a:pt x="8869680" y="4443257"/>
                  <a:pt x="8862857" y="4450080"/>
                  <a:pt x="8854440" y="4450080"/>
                </a:cubicBezTo>
                <a:cubicBezTo>
                  <a:pt x="8846023" y="4450080"/>
                  <a:pt x="8839200" y="4443257"/>
                  <a:pt x="8839200" y="4434840"/>
                </a:cubicBezTo>
                <a:cubicBezTo>
                  <a:pt x="8839200" y="4426423"/>
                  <a:pt x="8846023" y="4419600"/>
                  <a:pt x="8854440" y="4419600"/>
                </a:cubicBezTo>
                <a:cubicBezTo>
                  <a:pt x="8862857" y="4419600"/>
                  <a:pt x="8869680" y="4426423"/>
                  <a:pt x="8869680" y="4434840"/>
                </a:cubicBezTo>
                <a:close/>
                <a:moveTo>
                  <a:pt x="9022080" y="15240"/>
                </a:moveTo>
                <a:cubicBezTo>
                  <a:pt x="9022080" y="23657"/>
                  <a:pt x="9015257" y="30480"/>
                  <a:pt x="9006840" y="30480"/>
                </a:cubicBezTo>
                <a:cubicBezTo>
                  <a:pt x="8998423" y="30480"/>
                  <a:pt x="8991600" y="23657"/>
                  <a:pt x="8991600" y="15240"/>
                </a:cubicBezTo>
                <a:cubicBezTo>
                  <a:pt x="8991600" y="6823"/>
                  <a:pt x="8998423" y="0"/>
                  <a:pt x="9006840" y="0"/>
                </a:cubicBezTo>
                <a:cubicBezTo>
                  <a:pt x="9015257" y="0"/>
                  <a:pt x="9022080" y="6823"/>
                  <a:pt x="9022080" y="15240"/>
                </a:cubicBezTo>
                <a:close/>
                <a:moveTo>
                  <a:pt x="9022080" y="167640"/>
                </a:moveTo>
                <a:cubicBezTo>
                  <a:pt x="9022080" y="176057"/>
                  <a:pt x="9015257" y="182880"/>
                  <a:pt x="9006840" y="182880"/>
                </a:cubicBezTo>
                <a:cubicBezTo>
                  <a:pt x="8998423" y="182880"/>
                  <a:pt x="8991600" y="176057"/>
                  <a:pt x="8991600" y="167640"/>
                </a:cubicBezTo>
                <a:cubicBezTo>
                  <a:pt x="8991600" y="159223"/>
                  <a:pt x="8998423" y="152400"/>
                  <a:pt x="9006840" y="152400"/>
                </a:cubicBezTo>
                <a:cubicBezTo>
                  <a:pt x="9015257" y="152400"/>
                  <a:pt x="9022080" y="159223"/>
                  <a:pt x="9022080" y="167640"/>
                </a:cubicBezTo>
                <a:close/>
                <a:moveTo>
                  <a:pt x="9022080" y="320040"/>
                </a:moveTo>
                <a:cubicBezTo>
                  <a:pt x="9022080" y="328457"/>
                  <a:pt x="9015257" y="335280"/>
                  <a:pt x="9006840" y="335280"/>
                </a:cubicBezTo>
                <a:cubicBezTo>
                  <a:pt x="8998423" y="335280"/>
                  <a:pt x="8991600" y="328457"/>
                  <a:pt x="8991600" y="320040"/>
                </a:cubicBezTo>
                <a:cubicBezTo>
                  <a:pt x="8991600" y="311623"/>
                  <a:pt x="8998423" y="304800"/>
                  <a:pt x="9006840" y="304800"/>
                </a:cubicBezTo>
                <a:cubicBezTo>
                  <a:pt x="9015257" y="304800"/>
                  <a:pt x="9022080" y="311623"/>
                  <a:pt x="9022080" y="320040"/>
                </a:cubicBezTo>
                <a:close/>
                <a:moveTo>
                  <a:pt x="9022080" y="472440"/>
                </a:moveTo>
                <a:cubicBezTo>
                  <a:pt x="9022080" y="480857"/>
                  <a:pt x="9015257" y="487680"/>
                  <a:pt x="9006840" y="487680"/>
                </a:cubicBezTo>
                <a:cubicBezTo>
                  <a:pt x="8998423" y="487680"/>
                  <a:pt x="8991600" y="480857"/>
                  <a:pt x="8991600" y="472440"/>
                </a:cubicBezTo>
                <a:cubicBezTo>
                  <a:pt x="8991600" y="464023"/>
                  <a:pt x="8998423" y="457200"/>
                  <a:pt x="9006840" y="457200"/>
                </a:cubicBezTo>
                <a:cubicBezTo>
                  <a:pt x="9015257" y="457200"/>
                  <a:pt x="9022080" y="464023"/>
                  <a:pt x="9022080" y="472440"/>
                </a:cubicBezTo>
                <a:close/>
                <a:moveTo>
                  <a:pt x="9022080" y="624840"/>
                </a:moveTo>
                <a:cubicBezTo>
                  <a:pt x="9022080" y="633257"/>
                  <a:pt x="9015257" y="640080"/>
                  <a:pt x="9006840" y="640080"/>
                </a:cubicBezTo>
                <a:cubicBezTo>
                  <a:pt x="8998423" y="640080"/>
                  <a:pt x="8991600" y="633257"/>
                  <a:pt x="8991600" y="624840"/>
                </a:cubicBezTo>
                <a:cubicBezTo>
                  <a:pt x="8991600" y="616423"/>
                  <a:pt x="8998423" y="609600"/>
                  <a:pt x="9006840" y="609600"/>
                </a:cubicBezTo>
                <a:cubicBezTo>
                  <a:pt x="9015257" y="609600"/>
                  <a:pt x="9022080" y="616423"/>
                  <a:pt x="9022080" y="624840"/>
                </a:cubicBezTo>
                <a:close/>
                <a:moveTo>
                  <a:pt x="9022080" y="777240"/>
                </a:moveTo>
                <a:cubicBezTo>
                  <a:pt x="9022080" y="785657"/>
                  <a:pt x="9015257" y="792480"/>
                  <a:pt x="9006840" y="792480"/>
                </a:cubicBezTo>
                <a:cubicBezTo>
                  <a:pt x="8998423" y="792480"/>
                  <a:pt x="8991600" y="785657"/>
                  <a:pt x="8991600" y="777240"/>
                </a:cubicBezTo>
                <a:cubicBezTo>
                  <a:pt x="8991600" y="768823"/>
                  <a:pt x="8998423" y="762000"/>
                  <a:pt x="9006840" y="762000"/>
                </a:cubicBezTo>
                <a:cubicBezTo>
                  <a:pt x="9015257" y="762000"/>
                  <a:pt x="9022080" y="768823"/>
                  <a:pt x="9022080" y="777240"/>
                </a:cubicBezTo>
                <a:close/>
                <a:moveTo>
                  <a:pt x="9022080" y="929640"/>
                </a:moveTo>
                <a:cubicBezTo>
                  <a:pt x="9022080" y="938057"/>
                  <a:pt x="9015257" y="944880"/>
                  <a:pt x="9006840" y="944880"/>
                </a:cubicBezTo>
                <a:cubicBezTo>
                  <a:pt x="8998423" y="944880"/>
                  <a:pt x="8991600" y="938057"/>
                  <a:pt x="8991600" y="929640"/>
                </a:cubicBezTo>
                <a:cubicBezTo>
                  <a:pt x="8991600" y="921223"/>
                  <a:pt x="8998423" y="914400"/>
                  <a:pt x="9006840" y="914400"/>
                </a:cubicBezTo>
                <a:cubicBezTo>
                  <a:pt x="9015257" y="914400"/>
                  <a:pt x="9022080" y="921223"/>
                  <a:pt x="9022080" y="929640"/>
                </a:cubicBezTo>
                <a:close/>
                <a:moveTo>
                  <a:pt x="9022080" y="1082040"/>
                </a:moveTo>
                <a:cubicBezTo>
                  <a:pt x="9022080" y="1090457"/>
                  <a:pt x="9015257" y="1097280"/>
                  <a:pt x="9006840" y="1097280"/>
                </a:cubicBezTo>
                <a:cubicBezTo>
                  <a:pt x="8998423" y="1097280"/>
                  <a:pt x="8991600" y="1090457"/>
                  <a:pt x="8991600" y="1082040"/>
                </a:cubicBezTo>
                <a:cubicBezTo>
                  <a:pt x="8991600" y="1073623"/>
                  <a:pt x="8998423" y="1066800"/>
                  <a:pt x="9006840" y="1066800"/>
                </a:cubicBezTo>
                <a:cubicBezTo>
                  <a:pt x="9015257" y="1066800"/>
                  <a:pt x="9022080" y="1073623"/>
                  <a:pt x="9022080" y="1082040"/>
                </a:cubicBezTo>
                <a:close/>
                <a:moveTo>
                  <a:pt x="9022080" y="1234440"/>
                </a:moveTo>
                <a:cubicBezTo>
                  <a:pt x="9022080" y="1242857"/>
                  <a:pt x="9015257" y="1249680"/>
                  <a:pt x="9006840" y="1249680"/>
                </a:cubicBezTo>
                <a:cubicBezTo>
                  <a:pt x="8998423" y="1249680"/>
                  <a:pt x="8991600" y="1242857"/>
                  <a:pt x="8991600" y="1234440"/>
                </a:cubicBezTo>
                <a:cubicBezTo>
                  <a:pt x="8991600" y="1226023"/>
                  <a:pt x="8998423" y="1219200"/>
                  <a:pt x="9006840" y="1219200"/>
                </a:cubicBezTo>
                <a:cubicBezTo>
                  <a:pt x="9015257" y="1219200"/>
                  <a:pt x="9022080" y="1226023"/>
                  <a:pt x="9022080" y="1234440"/>
                </a:cubicBezTo>
                <a:close/>
                <a:moveTo>
                  <a:pt x="9022080" y="1386840"/>
                </a:moveTo>
                <a:cubicBezTo>
                  <a:pt x="9022080" y="1395257"/>
                  <a:pt x="9015257" y="1402080"/>
                  <a:pt x="9006840" y="1402080"/>
                </a:cubicBezTo>
                <a:cubicBezTo>
                  <a:pt x="8998423" y="1402080"/>
                  <a:pt x="8991600" y="1395257"/>
                  <a:pt x="8991600" y="1386840"/>
                </a:cubicBezTo>
                <a:cubicBezTo>
                  <a:pt x="8991600" y="1378423"/>
                  <a:pt x="8998423" y="1371600"/>
                  <a:pt x="9006840" y="1371600"/>
                </a:cubicBezTo>
                <a:cubicBezTo>
                  <a:pt x="9015257" y="1371600"/>
                  <a:pt x="9022080" y="1378423"/>
                  <a:pt x="9022080" y="1386840"/>
                </a:cubicBezTo>
                <a:close/>
                <a:moveTo>
                  <a:pt x="9022080" y="1539240"/>
                </a:moveTo>
                <a:cubicBezTo>
                  <a:pt x="9022080" y="1547657"/>
                  <a:pt x="9015257" y="1554480"/>
                  <a:pt x="9006840" y="1554480"/>
                </a:cubicBezTo>
                <a:cubicBezTo>
                  <a:pt x="8998423" y="1554480"/>
                  <a:pt x="8991600" y="1547657"/>
                  <a:pt x="8991600" y="1539240"/>
                </a:cubicBezTo>
                <a:cubicBezTo>
                  <a:pt x="8991600" y="1530823"/>
                  <a:pt x="8998423" y="1524000"/>
                  <a:pt x="9006840" y="1524000"/>
                </a:cubicBezTo>
                <a:cubicBezTo>
                  <a:pt x="9015257" y="1524000"/>
                  <a:pt x="9022080" y="1530823"/>
                  <a:pt x="9022080" y="1539240"/>
                </a:cubicBezTo>
                <a:close/>
                <a:moveTo>
                  <a:pt x="9022080" y="1691640"/>
                </a:moveTo>
                <a:cubicBezTo>
                  <a:pt x="9022080" y="1700057"/>
                  <a:pt x="9015257" y="1706880"/>
                  <a:pt x="9006840" y="1706880"/>
                </a:cubicBezTo>
                <a:cubicBezTo>
                  <a:pt x="8998423" y="1706880"/>
                  <a:pt x="8991600" y="1700057"/>
                  <a:pt x="8991600" y="1691640"/>
                </a:cubicBezTo>
                <a:cubicBezTo>
                  <a:pt x="8991600" y="1683223"/>
                  <a:pt x="8998423" y="1676400"/>
                  <a:pt x="9006840" y="1676400"/>
                </a:cubicBezTo>
                <a:cubicBezTo>
                  <a:pt x="9015257" y="1676400"/>
                  <a:pt x="9022080" y="1683223"/>
                  <a:pt x="9022080" y="1691640"/>
                </a:cubicBezTo>
                <a:close/>
                <a:moveTo>
                  <a:pt x="9022080" y="1844040"/>
                </a:moveTo>
                <a:cubicBezTo>
                  <a:pt x="9022080" y="1852457"/>
                  <a:pt x="9015257" y="1859280"/>
                  <a:pt x="9006840" y="1859280"/>
                </a:cubicBezTo>
                <a:cubicBezTo>
                  <a:pt x="8998423" y="1859280"/>
                  <a:pt x="8991600" y="1852457"/>
                  <a:pt x="8991600" y="1844040"/>
                </a:cubicBezTo>
                <a:cubicBezTo>
                  <a:pt x="8991600" y="1835623"/>
                  <a:pt x="8998423" y="1828800"/>
                  <a:pt x="9006840" y="1828800"/>
                </a:cubicBezTo>
                <a:cubicBezTo>
                  <a:pt x="9015257" y="1828800"/>
                  <a:pt x="9022080" y="1835623"/>
                  <a:pt x="9022080" y="1844040"/>
                </a:cubicBezTo>
                <a:close/>
                <a:moveTo>
                  <a:pt x="9022080" y="1996440"/>
                </a:moveTo>
                <a:cubicBezTo>
                  <a:pt x="9022080" y="2004857"/>
                  <a:pt x="9015257" y="2011680"/>
                  <a:pt x="9006840" y="2011680"/>
                </a:cubicBezTo>
                <a:cubicBezTo>
                  <a:pt x="8998423" y="2011680"/>
                  <a:pt x="8991600" y="2004857"/>
                  <a:pt x="8991600" y="1996440"/>
                </a:cubicBezTo>
                <a:cubicBezTo>
                  <a:pt x="8991600" y="1988023"/>
                  <a:pt x="8998423" y="1981200"/>
                  <a:pt x="9006840" y="1981200"/>
                </a:cubicBezTo>
                <a:cubicBezTo>
                  <a:pt x="9015257" y="1981200"/>
                  <a:pt x="9022080" y="1988023"/>
                  <a:pt x="9022080" y="1996440"/>
                </a:cubicBezTo>
                <a:close/>
                <a:moveTo>
                  <a:pt x="9022080" y="2148840"/>
                </a:moveTo>
                <a:cubicBezTo>
                  <a:pt x="9022080" y="2157257"/>
                  <a:pt x="9015257" y="2164080"/>
                  <a:pt x="9006840" y="2164080"/>
                </a:cubicBezTo>
                <a:cubicBezTo>
                  <a:pt x="8998423" y="2164080"/>
                  <a:pt x="8991600" y="2157257"/>
                  <a:pt x="8991600" y="2148840"/>
                </a:cubicBezTo>
                <a:cubicBezTo>
                  <a:pt x="8991600" y="2140423"/>
                  <a:pt x="8998423" y="2133600"/>
                  <a:pt x="9006840" y="2133600"/>
                </a:cubicBezTo>
                <a:cubicBezTo>
                  <a:pt x="9015257" y="2133600"/>
                  <a:pt x="9022080" y="2140423"/>
                  <a:pt x="9022080" y="2148840"/>
                </a:cubicBezTo>
                <a:close/>
                <a:moveTo>
                  <a:pt x="9022080" y="2301240"/>
                </a:moveTo>
                <a:cubicBezTo>
                  <a:pt x="9022080" y="2309657"/>
                  <a:pt x="9015257" y="2316480"/>
                  <a:pt x="9006840" y="2316480"/>
                </a:cubicBezTo>
                <a:cubicBezTo>
                  <a:pt x="8998423" y="2316480"/>
                  <a:pt x="8991600" y="2309657"/>
                  <a:pt x="8991600" y="2301240"/>
                </a:cubicBezTo>
                <a:cubicBezTo>
                  <a:pt x="8991600" y="2292823"/>
                  <a:pt x="8998423" y="2286000"/>
                  <a:pt x="9006840" y="2286000"/>
                </a:cubicBezTo>
                <a:cubicBezTo>
                  <a:pt x="9015257" y="2286000"/>
                  <a:pt x="9022080" y="2292823"/>
                  <a:pt x="9022080" y="2301240"/>
                </a:cubicBezTo>
                <a:close/>
                <a:moveTo>
                  <a:pt x="9022080" y="2453640"/>
                </a:moveTo>
                <a:cubicBezTo>
                  <a:pt x="9022080" y="2462057"/>
                  <a:pt x="9015257" y="2468880"/>
                  <a:pt x="9006840" y="2468880"/>
                </a:cubicBezTo>
                <a:cubicBezTo>
                  <a:pt x="8998423" y="2468880"/>
                  <a:pt x="8991600" y="2462057"/>
                  <a:pt x="8991600" y="2453640"/>
                </a:cubicBezTo>
                <a:cubicBezTo>
                  <a:pt x="8991600" y="2445223"/>
                  <a:pt x="8998423" y="2438400"/>
                  <a:pt x="9006840" y="2438400"/>
                </a:cubicBezTo>
                <a:cubicBezTo>
                  <a:pt x="9015257" y="2438400"/>
                  <a:pt x="9022080" y="2445223"/>
                  <a:pt x="9022080" y="2453640"/>
                </a:cubicBezTo>
                <a:close/>
                <a:moveTo>
                  <a:pt x="9022080" y="2606040"/>
                </a:moveTo>
                <a:cubicBezTo>
                  <a:pt x="9022080" y="2614457"/>
                  <a:pt x="9015257" y="2621280"/>
                  <a:pt x="9006840" y="2621280"/>
                </a:cubicBezTo>
                <a:cubicBezTo>
                  <a:pt x="8998423" y="2621280"/>
                  <a:pt x="8991600" y="2614457"/>
                  <a:pt x="8991600" y="2606040"/>
                </a:cubicBezTo>
                <a:cubicBezTo>
                  <a:pt x="8991600" y="2597623"/>
                  <a:pt x="8998423" y="2590800"/>
                  <a:pt x="9006840" y="2590800"/>
                </a:cubicBezTo>
                <a:cubicBezTo>
                  <a:pt x="9015257" y="2590800"/>
                  <a:pt x="9022080" y="2597623"/>
                  <a:pt x="9022080" y="2606040"/>
                </a:cubicBezTo>
                <a:close/>
                <a:moveTo>
                  <a:pt x="9022080" y="2758440"/>
                </a:moveTo>
                <a:cubicBezTo>
                  <a:pt x="9022080" y="2766857"/>
                  <a:pt x="9015257" y="2773680"/>
                  <a:pt x="9006840" y="2773680"/>
                </a:cubicBezTo>
                <a:cubicBezTo>
                  <a:pt x="8998423" y="2773680"/>
                  <a:pt x="8991600" y="2766857"/>
                  <a:pt x="8991600" y="2758440"/>
                </a:cubicBezTo>
                <a:cubicBezTo>
                  <a:pt x="8991600" y="2750023"/>
                  <a:pt x="8998423" y="2743200"/>
                  <a:pt x="9006840" y="2743200"/>
                </a:cubicBezTo>
                <a:cubicBezTo>
                  <a:pt x="9015257" y="2743200"/>
                  <a:pt x="9022080" y="2750023"/>
                  <a:pt x="9022080" y="2758440"/>
                </a:cubicBezTo>
                <a:close/>
                <a:moveTo>
                  <a:pt x="9022080" y="2910840"/>
                </a:moveTo>
                <a:cubicBezTo>
                  <a:pt x="9022080" y="2919257"/>
                  <a:pt x="9015257" y="2926080"/>
                  <a:pt x="9006840" y="2926080"/>
                </a:cubicBezTo>
                <a:cubicBezTo>
                  <a:pt x="8998423" y="2926080"/>
                  <a:pt x="8991600" y="2919257"/>
                  <a:pt x="8991600" y="2910840"/>
                </a:cubicBezTo>
                <a:cubicBezTo>
                  <a:pt x="8991600" y="2902423"/>
                  <a:pt x="8998423" y="2895600"/>
                  <a:pt x="9006840" y="2895600"/>
                </a:cubicBezTo>
                <a:cubicBezTo>
                  <a:pt x="9015257" y="2895600"/>
                  <a:pt x="9022080" y="2902423"/>
                  <a:pt x="9022080" y="2910840"/>
                </a:cubicBezTo>
                <a:close/>
                <a:moveTo>
                  <a:pt x="9022080" y="3063240"/>
                </a:moveTo>
                <a:cubicBezTo>
                  <a:pt x="9022080" y="3071657"/>
                  <a:pt x="9015257" y="3078480"/>
                  <a:pt x="9006840" y="3078480"/>
                </a:cubicBezTo>
                <a:cubicBezTo>
                  <a:pt x="8998423" y="3078480"/>
                  <a:pt x="8991600" y="3071657"/>
                  <a:pt x="8991600" y="3063240"/>
                </a:cubicBezTo>
                <a:cubicBezTo>
                  <a:pt x="8991600" y="3054823"/>
                  <a:pt x="8998423" y="3048000"/>
                  <a:pt x="9006840" y="3048000"/>
                </a:cubicBezTo>
                <a:cubicBezTo>
                  <a:pt x="9015257" y="3048000"/>
                  <a:pt x="9022080" y="3054823"/>
                  <a:pt x="9022080" y="3063240"/>
                </a:cubicBezTo>
                <a:close/>
                <a:moveTo>
                  <a:pt x="9022080" y="3215640"/>
                </a:moveTo>
                <a:cubicBezTo>
                  <a:pt x="9022080" y="3224057"/>
                  <a:pt x="9015257" y="3230880"/>
                  <a:pt x="9006840" y="3230880"/>
                </a:cubicBezTo>
                <a:cubicBezTo>
                  <a:pt x="8998423" y="3230880"/>
                  <a:pt x="8991600" y="3224057"/>
                  <a:pt x="8991600" y="3215640"/>
                </a:cubicBezTo>
                <a:cubicBezTo>
                  <a:pt x="8991600" y="3207223"/>
                  <a:pt x="8998423" y="3200400"/>
                  <a:pt x="9006840" y="3200400"/>
                </a:cubicBezTo>
                <a:cubicBezTo>
                  <a:pt x="9015257" y="3200400"/>
                  <a:pt x="9022080" y="3207223"/>
                  <a:pt x="9022080" y="3215640"/>
                </a:cubicBezTo>
                <a:close/>
                <a:moveTo>
                  <a:pt x="9022080" y="3368040"/>
                </a:moveTo>
                <a:cubicBezTo>
                  <a:pt x="9022080" y="3376457"/>
                  <a:pt x="9015257" y="3383280"/>
                  <a:pt x="9006840" y="3383280"/>
                </a:cubicBezTo>
                <a:cubicBezTo>
                  <a:pt x="8998423" y="3383280"/>
                  <a:pt x="8991600" y="3376457"/>
                  <a:pt x="8991600" y="3368040"/>
                </a:cubicBezTo>
                <a:cubicBezTo>
                  <a:pt x="8991600" y="3359623"/>
                  <a:pt x="8998423" y="3352800"/>
                  <a:pt x="9006840" y="3352800"/>
                </a:cubicBezTo>
                <a:cubicBezTo>
                  <a:pt x="9015257" y="3352800"/>
                  <a:pt x="9022080" y="3359623"/>
                  <a:pt x="9022080" y="3368040"/>
                </a:cubicBezTo>
                <a:close/>
                <a:moveTo>
                  <a:pt x="9022080" y="3520440"/>
                </a:moveTo>
                <a:cubicBezTo>
                  <a:pt x="9022080" y="3528857"/>
                  <a:pt x="9015257" y="3535680"/>
                  <a:pt x="9006840" y="3535680"/>
                </a:cubicBezTo>
                <a:cubicBezTo>
                  <a:pt x="8998423" y="3535680"/>
                  <a:pt x="8991600" y="3528857"/>
                  <a:pt x="8991600" y="3520440"/>
                </a:cubicBezTo>
                <a:cubicBezTo>
                  <a:pt x="8991600" y="3512023"/>
                  <a:pt x="8998423" y="3505200"/>
                  <a:pt x="9006840" y="3505200"/>
                </a:cubicBezTo>
                <a:cubicBezTo>
                  <a:pt x="9015257" y="3505200"/>
                  <a:pt x="9022080" y="3512023"/>
                  <a:pt x="9022080" y="3520440"/>
                </a:cubicBezTo>
                <a:close/>
                <a:moveTo>
                  <a:pt x="9022080" y="3672840"/>
                </a:moveTo>
                <a:cubicBezTo>
                  <a:pt x="9022080" y="3681257"/>
                  <a:pt x="9015257" y="3688080"/>
                  <a:pt x="9006840" y="3688080"/>
                </a:cubicBezTo>
                <a:cubicBezTo>
                  <a:pt x="8998423" y="3688080"/>
                  <a:pt x="8991600" y="3681257"/>
                  <a:pt x="8991600" y="3672840"/>
                </a:cubicBezTo>
                <a:cubicBezTo>
                  <a:pt x="8991600" y="3664423"/>
                  <a:pt x="8998423" y="3657600"/>
                  <a:pt x="9006840" y="3657600"/>
                </a:cubicBezTo>
                <a:cubicBezTo>
                  <a:pt x="9015257" y="3657600"/>
                  <a:pt x="9022080" y="3664423"/>
                  <a:pt x="9022080" y="3672840"/>
                </a:cubicBezTo>
                <a:close/>
                <a:moveTo>
                  <a:pt x="9022080" y="3825240"/>
                </a:moveTo>
                <a:cubicBezTo>
                  <a:pt x="9022080" y="3833657"/>
                  <a:pt x="9015257" y="3840480"/>
                  <a:pt x="9006840" y="3840480"/>
                </a:cubicBezTo>
                <a:cubicBezTo>
                  <a:pt x="8998423" y="3840480"/>
                  <a:pt x="8991600" y="3833657"/>
                  <a:pt x="8991600" y="3825240"/>
                </a:cubicBezTo>
                <a:cubicBezTo>
                  <a:pt x="8991600" y="3816823"/>
                  <a:pt x="8998423" y="3810000"/>
                  <a:pt x="9006840" y="3810000"/>
                </a:cubicBezTo>
                <a:cubicBezTo>
                  <a:pt x="9015257" y="3810000"/>
                  <a:pt x="9022080" y="3816823"/>
                  <a:pt x="9022080" y="3825240"/>
                </a:cubicBezTo>
                <a:close/>
                <a:moveTo>
                  <a:pt x="9022080" y="3977640"/>
                </a:moveTo>
                <a:cubicBezTo>
                  <a:pt x="9022080" y="3986057"/>
                  <a:pt x="9015257" y="3992880"/>
                  <a:pt x="9006840" y="3992880"/>
                </a:cubicBezTo>
                <a:cubicBezTo>
                  <a:pt x="8998423" y="3992880"/>
                  <a:pt x="8991600" y="3986057"/>
                  <a:pt x="8991600" y="3977640"/>
                </a:cubicBezTo>
                <a:cubicBezTo>
                  <a:pt x="8991600" y="3969223"/>
                  <a:pt x="8998423" y="3962400"/>
                  <a:pt x="9006840" y="3962400"/>
                </a:cubicBezTo>
                <a:cubicBezTo>
                  <a:pt x="9015257" y="3962400"/>
                  <a:pt x="9022080" y="3969223"/>
                  <a:pt x="9022080" y="3977640"/>
                </a:cubicBezTo>
                <a:close/>
                <a:moveTo>
                  <a:pt x="9022080" y="4130040"/>
                </a:moveTo>
                <a:cubicBezTo>
                  <a:pt x="9022080" y="4138457"/>
                  <a:pt x="9015257" y="4145280"/>
                  <a:pt x="9006840" y="4145280"/>
                </a:cubicBezTo>
                <a:cubicBezTo>
                  <a:pt x="8998423" y="4145280"/>
                  <a:pt x="8991600" y="4138457"/>
                  <a:pt x="8991600" y="4130040"/>
                </a:cubicBezTo>
                <a:cubicBezTo>
                  <a:pt x="8991600" y="4121623"/>
                  <a:pt x="8998423" y="4114800"/>
                  <a:pt x="9006840" y="4114800"/>
                </a:cubicBezTo>
                <a:cubicBezTo>
                  <a:pt x="9015257" y="4114800"/>
                  <a:pt x="9022080" y="4121623"/>
                  <a:pt x="9022080" y="4130040"/>
                </a:cubicBezTo>
                <a:close/>
                <a:moveTo>
                  <a:pt x="9022080" y="4282440"/>
                </a:moveTo>
                <a:cubicBezTo>
                  <a:pt x="9022080" y="4290857"/>
                  <a:pt x="9015257" y="4297680"/>
                  <a:pt x="9006840" y="4297680"/>
                </a:cubicBezTo>
                <a:cubicBezTo>
                  <a:pt x="8998423" y="4297680"/>
                  <a:pt x="8991600" y="4290857"/>
                  <a:pt x="8991600" y="4282440"/>
                </a:cubicBezTo>
                <a:cubicBezTo>
                  <a:pt x="8991600" y="4274023"/>
                  <a:pt x="8998423" y="4267200"/>
                  <a:pt x="9006840" y="4267200"/>
                </a:cubicBezTo>
                <a:cubicBezTo>
                  <a:pt x="9015257" y="4267200"/>
                  <a:pt x="9022080" y="4274023"/>
                  <a:pt x="9022080" y="4282440"/>
                </a:cubicBezTo>
                <a:close/>
                <a:moveTo>
                  <a:pt x="9022080" y="4434840"/>
                </a:moveTo>
                <a:cubicBezTo>
                  <a:pt x="9022080" y="4443257"/>
                  <a:pt x="9015257" y="4450080"/>
                  <a:pt x="9006840" y="4450080"/>
                </a:cubicBezTo>
                <a:cubicBezTo>
                  <a:pt x="8998423" y="4450080"/>
                  <a:pt x="8991600" y="4443257"/>
                  <a:pt x="8991600" y="4434840"/>
                </a:cubicBezTo>
                <a:cubicBezTo>
                  <a:pt x="8991600" y="4426423"/>
                  <a:pt x="8998423" y="4419600"/>
                  <a:pt x="9006840" y="4419600"/>
                </a:cubicBezTo>
                <a:cubicBezTo>
                  <a:pt x="9015257" y="4419600"/>
                  <a:pt x="9022080" y="4426423"/>
                  <a:pt x="9022080" y="4434840"/>
                </a:cubicBezTo>
                <a:close/>
                <a:moveTo>
                  <a:pt x="9174480" y="15240"/>
                </a:moveTo>
                <a:cubicBezTo>
                  <a:pt x="9174480" y="23657"/>
                  <a:pt x="9167657" y="30480"/>
                  <a:pt x="9159240" y="30480"/>
                </a:cubicBezTo>
                <a:cubicBezTo>
                  <a:pt x="9150823" y="30480"/>
                  <a:pt x="9144000" y="23657"/>
                  <a:pt x="9144000" y="15240"/>
                </a:cubicBezTo>
                <a:cubicBezTo>
                  <a:pt x="9144000" y="6823"/>
                  <a:pt x="9150823" y="0"/>
                  <a:pt x="9159240" y="0"/>
                </a:cubicBezTo>
                <a:cubicBezTo>
                  <a:pt x="9167657" y="0"/>
                  <a:pt x="9174480" y="6823"/>
                  <a:pt x="9174480" y="15240"/>
                </a:cubicBezTo>
                <a:close/>
                <a:moveTo>
                  <a:pt x="9174480" y="167640"/>
                </a:moveTo>
                <a:cubicBezTo>
                  <a:pt x="9174480" y="176057"/>
                  <a:pt x="9167657" y="182880"/>
                  <a:pt x="9159240" y="182880"/>
                </a:cubicBezTo>
                <a:cubicBezTo>
                  <a:pt x="9150823" y="182880"/>
                  <a:pt x="9144000" y="176057"/>
                  <a:pt x="9144000" y="167640"/>
                </a:cubicBezTo>
                <a:cubicBezTo>
                  <a:pt x="9144000" y="159223"/>
                  <a:pt x="9150823" y="152400"/>
                  <a:pt x="9159240" y="152400"/>
                </a:cubicBezTo>
                <a:cubicBezTo>
                  <a:pt x="9167657" y="152400"/>
                  <a:pt x="9174480" y="159223"/>
                  <a:pt x="9174480" y="167640"/>
                </a:cubicBezTo>
                <a:close/>
                <a:moveTo>
                  <a:pt x="9174480" y="320040"/>
                </a:moveTo>
                <a:cubicBezTo>
                  <a:pt x="9174480" y="328457"/>
                  <a:pt x="9167657" y="335280"/>
                  <a:pt x="9159240" y="335280"/>
                </a:cubicBezTo>
                <a:cubicBezTo>
                  <a:pt x="9150823" y="335280"/>
                  <a:pt x="9144000" y="328457"/>
                  <a:pt x="9144000" y="320040"/>
                </a:cubicBezTo>
                <a:cubicBezTo>
                  <a:pt x="9144000" y="311623"/>
                  <a:pt x="9150823" y="304800"/>
                  <a:pt x="9159240" y="304800"/>
                </a:cubicBezTo>
                <a:cubicBezTo>
                  <a:pt x="9167657" y="304800"/>
                  <a:pt x="9174480" y="311623"/>
                  <a:pt x="9174480" y="320040"/>
                </a:cubicBezTo>
                <a:close/>
                <a:moveTo>
                  <a:pt x="9174480" y="472440"/>
                </a:moveTo>
                <a:cubicBezTo>
                  <a:pt x="9174480" y="480857"/>
                  <a:pt x="9167657" y="487680"/>
                  <a:pt x="9159240" y="487680"/>
                </a:cubicBezTo>
                <a:cubicBezTo>
                  <a:pt x="9150823" y="487680"/>
                  <a:pt x="9144000" y="480857"/>
                  <a:pt x="9144000" y="472440"/>
                </a:cubicBezTo>
                <a:cubicBezTo>
                  <a:pt x="9144000" y="464023"/>
                  <a:pt x="9150823" y="457200"/>
                  <a:pt x="9159240" y="457200"/>
                </a:cubicBezTo>
                <a:cubicBezTo>
                  <a:pt x="9167657" y="457200"/>
                  <a:pt x="9174480" y="464023"/>
                  <a:pt x="9174480" y="472440"/>
                </a:cubicBezTo>
                <a:close/>
                <a:moveTo>
                  <a:pt x="9174480" y="624840"/>
                </a:moveTo>
                <a:cubicBezTo>
                  <a:pt x="9174480" y="633257"/>
                  <a:pt x="9167657" y="640080"/>
                  <a:pt x="9159240" y="640080"/>
                </a:cubicBezTo>
                <a:cubicBezTo>
                  <a:pt x="9150823" y="640080"/>
                  <a:pt x="9144000" y="633257"/>
                  <a:pt x="9144000" y="624840"/>
                </a:cubicBezTo>
                <a:cubicBezTo>
                  <a:pt x="9144000" y="616423"/>
                  <a:pt x="9150823" y="609600"/>
                  <a:pt x="9159240" y="609600"/>
                </a:cubicBezTo>
                <a:cubicBezTo>
                  <a:pt x="9167657" y="609600"/>
                  <a:pt x="9174480" y="616423"/>
                  <a:pt x="9174480" y="624840"/>
                </a:cubicBezTo>
                <a:close/>
                <a:moveTo>
                  <a:pt x="9174480" y="777240"/>
                </a:moveTo>
                <a:cubicBezTo>
                  <a:pt x="9174480" y="785657"/>
                  <a:pt x="9167657" y="792480"/>
                  <a:pt x="9159240" y="792480"/>
                </a:cubicBezTo>
                <a:cubicBezTo>
                  <a:pt x="9150823" y="792480"/>
                  <a:pt x="9144000" y="785657"/>
                  <a:pt x="9144000" y="777240"/>
                </a:cubicBezTo>
                <a:cubicBezTo>
                  <a:pt x="9144000" y="768823"/>
                  <a:pt x="9150823" y="762000"/>
                  <a:pt x="9159240" y="762000"/>
                </a:cubicBezTo>
                <a:cubicBezTo>
                  <a:pt x="9167657" y="762000"/>
                  <a:pt x="9174480" y="768823"/>
                  <a:pt x="9174480" y="777240"/>
                </a:cubicBezTo>
                <a:close/>
                <a:moveTo>
                  <a:pt x="9174480" y="929640"/>
                </a:moveTo>
                <a:cubicBezTo>
                  <a:pt x="9174480" y="938057"/>
                  <a:pt x="9167657" y="944880"/>
                  <a:pt x="9159240" y="944880"/>
                </a:cubicBezTo>
                <a:cubicBezTo>
                  <a:pt x="9150823" y="944880"/>
                  <a:pt x="9144000" y="938057"/>
                  <a:pt x="9144000" y="929640"/>
                </a:cubicBezTo>
                <a:cubicBezTo>
                  <a:pt x="9144000" y="921223"/>
                  <a:pt x="9150823" y="914400"/>
                  <a:pt x="9159240" y="914400"/>
                </a:cubicBezTo>
                <a:cubicBezTo>
                  <a:pt x="9167657" y="914400"/>
                  <a:pt x="9174480" y="921223"/>
                  <a:pt x="9174480" y="929640"/>
                </a:cubicBezTo>
                <a:close/>
                <a:moveTo>
                  <a:pt x="9174480" y="1082040"/>
                </a:moveTo>
                <a:cubicBezTo>
                  <a:pt x="9174480" y="1090457"/>
                  <a:pt x="9167657" y="1097280"/>
                  <a:pt x="9159240" y="1097280"/>
                </a:cubicBezTo>
                <a:cubicBezTo>
                  <a:pt x="9150823" y="1097280"/>
                  <a:pt x="9144000" y="1090457"/>
                  <a:pt x="9144000" y="1082040"/>
                </a:cubicBezTo>
                <a:cubicBezTo>
                  <a:pt x="9144000" y="1073623"/>
                  <a:pt x="9150823" y="1066800"/>
                  <a:pt x="9159240" y="1066800"/>
                </a:cubicBezTo>
                <a:cubicBezTo>
                  <a:pt x="9167657" y="1066800"/>
                  <a:pt x="9174480" y="1073623"/>
                  <a:pt x="9174480" y="1082040"/>
                </a:cubicBezTo>
                <a:close/>
                <a:moveTo>
                  <a:pt x="9174480" y="1234440"/>
                </a:moveTo>
                <a:cubicBezTo>
                  <a:pt x="9174480" y="1242857"/>
                  <a:pt x="9167657" y="1249680"/>
                  <a:pt x="9159240" y="1249680"/>
                </a:cubicBezTo>
                <a:cubicBezTo>
                  <a:pt x="9150823" y="1249680"/>
                  <a:pt x="9144000" y="1242857"/>
                  <a:pt x="9144000" y="1234440"/>
                </a:cubicBezTo>
                <a:cubicBezTo>
                  <a:pt x="9144000" y="1226023"/>
                  <a:pt x="9150823" y="1219200"/>
                  <a:pt x="9159240" y="1219200"/>
                </a:cubicBezTo>
                <a:cubicBezTo>
                  <a:pt x="9167657" y="1219200"/>
                  <a:pt x="9174480" y="1226023"/>
                  <a:pt x="9174480" y="1234440"/>
                </a:cubicBezTo>
                <a:close/>
                <a:moveTo>
                  <a:pt x="9174480" y="1386840"/>
                </a:moveTo>
                <a:cubicBezTo>
                  <a:pt x="9174480" y="1395257"/>
                  <a:pt x="9167657" y="1402080"/>
                  <a:pt x="9159240" y="1402080"/>
                </a:cubicBezTo>
                <a:cubicBezTo>
                  <a:pt x="9150823" y="1402080"/>
                  <a:pt x="9144000" y="1395257"/>
                  <a:pt x="9144000" y="1386840"/>
                </a:cubicBezTo>
                <a:cubicBezTo>
                  <a:pt x="9144000" y="1378423"/>
                  <a:pt x="9150823" y="1371600"/>
                  <a:pt x="9159240" y="1371600"/>
                </a:cubicBezTo>
                <a:cubicBezTo>
                  <a:pt x="9167657" y="1371600"/>
                  <a:pt x="9174480" y="1378423"/>
                  <a:pt x="9174480" y="1386840"/>
                </a:cubicBezTo>
                <a:close/>
                <a:moveTo>
                  <a:pt x="9174480" y="1539240"/>
                </a:moveTo>
                <a:cubicBezTo>
                  <a:pt x="9174480" y="1547657"/>
                  <a:pt x="9167657" y="1554480"/>
                  <a:pt x="9159240" y="1554480"/>
                </a:cubicBezTo>
                <a:cubicBezTo>
                  <a:pt x="9150823" y="1554480"/>
                  <a:pt x="9144000" y="1547657"/>
                  <a:pt x="9144000" y="1539240"/>
                </a:cubicBezTo>
                <a:cubicBezTo>
                  <a:pt x="9144000" y="1530823"/>
                  <a:pt x="9150823" y="1524000"/>
                  <a:pt x="9159240" y="1524000"/>
                </a:cubicBezTo>
                <a:cubicBezTo>
                  <a:pt x="9167657" y="1524000"/>
                  <a:pt x="9174480" y="1530823"/>
                  <a:pt x="9174480" y="1539240"/>
                </a:cubicBezTo>
                <a:close/>
                <a:moveTo>
                  <a:pt x="9174480" y="1691640"/>
                </a:moveTo>
                <a:cubicBezTo>
                  <a:pt x="9174480" y="1700057"/>
                  <a:pt x="9167657" y="1706880"/>
                  <a:pt x="9159240" y="1706880"/>
                </a:cubicBezTo>
                <a:cubicBezTo>
                  <a:pt x="9150823" y="1706880"/>
                  <a:pt x="9144000" y="1700057"/>
                  <a:pt x="9144000" y="1691640"/>
                </a:cubicBezTo>
                <a:cubicBezTo>
                  <a:pt x="9144000" y="1683223"/>
                  <a:pt x="9150823" y="1676400"/>
                  <a:pt x="9159240" y="1676400"/>
                </a:cubicBezTo>
                <a:cubicBezTo>
                  <a:pt x="9167657" y="1676400"/>
                  <a:pt x="9174480" y="1683223"/>
                  <a:pt x="9174480" y="1691640"/>
                </a:cubicBezTo>
                <a:close/>
                <a:moveTo>
                  <a:pt x="9174480" y="1844040"/>
                </a:moveTo>
                <a:cubicBezTo>
                  <a:pt x="9174480" y="1852457"/>
                  <a:pt x="9167657" y="1859280"/>
                  <a:pt x="9159240" y="1859280"/>
                </a:cubicBezTo>
                <a:cubicBezTo>
                  <a:pt x="9150823" y="1859280"/>
                  <a:pt x="9144000" y="1852457"/>
                  <a:pt x="9144000" y="1844040"/>
                </a:cubicBezTo>
                <a:cubicBezTo>
                  <a:pt x="9144000" y="1835623"/>
                  <a:pt x="9150823" y="1828800"/>
                  <a:pt x="9159240" y="1828800"/>
                </a:cubicBezTo>
                <a:cubicBezTo>
                  <a:pt x="9167657" y="1828800"/>
                  <a:pt x="9174480" y="1835623"/>
                  <a:pt x="9174480" y="1844040"/>
                </a:cubicBezTo>
                <a:close/>
                <a:moveTo>
                  <a:pt x="9174480" y="1996440"/>
                </a:moveTo>
                <a:cubicBezTo>
                  <a:pt x="9174480" y="2004857"/>
                  <a:pt x="9167657" y="2011680"/>
                  <a:pt x="9159240" y="2011680"/>
                </a:cubicBezTo>
                <a:cubicBezTo>
                  <a:pt x="9150823" y="2011680"/>
                  <a:pt x="9144000" y="2004857"/>
                  <a:pt x="9144000" y="1996440"/>
                </a:cubicBezTo>
                <a:cubicBezTo>
                  <a:pt x="9144000" y="1988023"/>
                  <a:pt x="9150823" y="1981200"/>
                  <a:pt x="9159240" y="1981200"/>
                </a:cubicBezTo>
                <a:cubicBezTo>
                  <a:pt x="9167657" y="1981200"/>
                  <a:pt x="9174480" y="1988023"/>
                  <a:pt x="9174480" y="1996440"/>
                </a:cubicBezTo>
                <a:close/>
                <a:moveTo>
                  <a:pt x="9174480" y="2148840"/>
                </a:moveTo>
                <a:cubicBezTo>
                  <a:pt x="9174480" y="2157257"/>
                  <a:pt x="9167657" y="2164080"/>
                  <a:pt x="9159240" y="2164080"/>
                </a:cubicBezTo>
                <a:cubicBezTo>
                  <a:pt x="9150823" y="2164080"/>
                  <a:pt x="9144000" y="2157257"/>
                  <a:pt x="9144000" y="2148840"/>
                </a:cubicBezTo>
                <a:cubicBezTo>
                  <a:pt x="9144000" y="2140423"/>
                  <a:pt x="9150823" y="2133600"/>
                  <a:pt x="9159240" y="2133600"/>
                </a:cubicBezTo>
                <a:cubicBezTo>
                  <a:pt x="9167657" y="2133600"/>
                  <a:pt x="9174480" y="2140423"/>
                  <a:pt x="9174480" y="2148840"/>
                </a:cubicBezTo>
                <a:close/>
                <a:moveTo>
                  <a:pt x="9174480" y="2301240"/>
                </a:moveTo>
                <a:cubicBezTo>
                  <a:pt x="9174480" y="2309657"/>
                  <a:pt x="9167657" y="2316480"/>
                  <a:pt x="9159240" y="2316480"/>
                </a:cubicBezTo>
                <a:cubicBezTo>
                  <a:pt x="9150823" y="2316480"/>
                  <a:pt x="9144000" y="2309657"/>
                  <a:pt x="9144000" y="2301240"/>
                </a:cubicBezTo>
                <a:cubicBezTo>
                  <a:pt x="9144000" y="2292823"/>
                  <a:pt x="9150823" y="2286000"/>
                  <a:pt x="9159240" y="2286000"/>
                </a:cubicBezTo>
                <a:cubicBezTo>
                  <a:pt x="9167657" y="2286000"/>
                  <a:pt x="9174480" y="2292823"/>
                  <a:pt x="9174480" y="2301240"/>
                </a:cubicBezTo>
                <a:close/>
                <a:moveTo>
                  <a:pt x="9174480" y="2453640"/>
                </a:moveTo>
                <a:cubicBezTo>
                  <a:pt x="9174480" y="2462057"/>
                  <a:pt x="9167657" y="2468880"/>
                  <a:pt x="9159240" y="2468880"/>
                </a:cubicBezTo>
                <a:cubicBezTo>
                  <a:pt x="9150823" y="2468880"/>
                  <a:pt x="9144000" y="2462057"/>
                  <a:pt x="9144000" y="2453640"/>
                </a:cubicBezTo>
                <a:cubicBezTo>
                  <a:pt x="9144000" y="2445223"/>
                  <a:pt x="9150823" y="2438400"/>
                  <a:pt x="9159240" y="2438400"/>
                </a:cubicBezTo>
                <a:cubicBezTo>
                  <a:pt x="9167657" y="2438400"/>
                  <a:pt x="9174480" y="2445223"/>
                  <a:pt x="9174480" y="2453640"/>
                </a:cubicBezTo>
                <a:close/>
                <a:moveTo>
                  <a:pt x="9174480" y="2606040"/>
                </a:moveTo>
                <a:cubicBezTo>
                  <a:pt x="9174480" y="2614457"/>
                  <a:pt x="9167657" y="2621280"/>
                  <a:pt x="9159240" y="2621280"/>
                </a:cubicBezTo>
                <a:cubicBezTo>
                  <a:pt x="9150823" y="2621280"/>
                  <a:pt x="9144000" y="2614457"/>
                  <a:pt x="9144000" y="2606040"/>
                </a:cubicBezTo>
                <a:cubicBezTo>
                  <a:pt x="9144000" y="2597623"/>
                  <a:pt x="9150823" y="2590800"/>
                  <a:pt x="9159240" y="2590800"/>
                </a:cubicBezTo>
                <a:cubicBezTo>
                  <a:pt x="9167657" y="2590800"/>
                  <a:pt x="9174480" y="2597623"/>
                  <a:pt x="9174480" y="2606040"/>
                </a:cubicBezTo>
                <a:close/>
                <a:moveTo>
                  <a:pt x="9174480" y="2758440"/>
                </a:moveTo>
                <a:cubicBezTo>
                  <a:pt x="9174480" y="2766857"/>
                  <a:pt x="9167657" y="2773680"/>
                  <a:pt x="9159240" y="2773680"/>
                </a:cubicBezTo>
                <a:cubicBezTo>
                  <a:pt x="9150823" y="2773680"/>
                  <a:pt x="9144000" y="2766857"/>
                  <a:pt x="9144000" y="2758440"/>
                </a:cubicBezTo>
                <a:cubicBezTo>
                  <a:pt x="9144000" y="2750023"/>
                  <a:pt x="9150823" y="2743200"/>
                  <a:pt x="9159240" y="2743200"/>
                </a:cubicBezTo>
                <a:cubicBezTo>
                  <a:pt x="9167657" y="2743200"/>
                  <a:pt x="9174480" y="2750023"/>
                  <a:pt x="9174480" y="2758440"/>
                </a:cubicBezTo>
                <a:close/>
                <a:moveTo>
                  <a:pt x="9174480" y="2910840"/>
                </a:moveTo>
                <a:cubicBezTo>
                  <a:pt x="9174480" y="2919257"/>
                  <a:pt x="9167657" y="2926080"/>
                  <a:pt x="9159240" y="2926080"/>
                </a:cubicBezTo>
                <a:cubicBezTo>
                  <a:pt x="9150823" y="2926080"/>
                  <a:pt x="9144000" y="2919257"/>
                  <a:pt x="9144000" y="2910840"/>
                </a:cubicBezTo>
                <a:cubicBezTo>
                  <a:pt x="9144000" y="2902423"/>
                  <a:pt x="9150823" y="2895600"/>
                  <a:pt x="9159240" y="2895600"/>
                </a:cubicBezTo>
                <a:cubicBezTo>
                  <a:pt x="9167657" y="2895600"/>
                  <a:pt x="9174480" y="2902423"/>
                  <a:pt x="9174480" y="2910840"/>
                </a:cubicBezTo>
                <a:close/>
                <a:moveTo>
                  <a:pt x="9174480" y="3063240"/>
                </a:moveTo>
                <a:cubicBezTo>
                  <a:pt x="9174480" y="3071657"/>
                  <a:pt x="9167657" y="3078480"/>
                  <a:pt x="9159240" y="3078480"/>
                </a:cubicBezTo>
                <a:cubicBezTo>
                  <a:pt x="9150823" y="3078480"/>
                  <a:pt x="9144000" y="3071657"/>
                  <a:pt x="9144000" y="3063240"/>
                </a:cubicBezTo>
                <a:cubicBezTo>
                  <a:pt x="9144000" y="3054823"/>
                  <a:pt x="9150823" y="3048000"/>
                  <a:pt x="9159240" y="3048000"/>
                </a:cubicBezTo>
                <a:cubicBezTo>
                  <a:pt x="9167657" y="3048000"/>
                  <a:pt x="9174480" y="3054823"/>
                  <a:pt x="9174480" y="3063240"/>
                </a:cubicBezTo>
                <a:close/>
                <a:moveTo>
                  <a:pt x="9174480" y="3215640"/>
                </a:moveTo>
                <a:cubicBezTo>
                  <a:pt x="9174480" y="3224057"/>
                  <a:pt x="9167657" y="3230880"/>
                  <a:pt x="9159240" y="3230880"/>
                </a:cubicBezTo>
                <a:cubicBezTo>
                  <a:pt x="9150823" y="3230880"/>
                  <a:pt x="9144000" y="3224057"/>
                  <a:pt x="9144000" y="3215640"/>
                </a:cubicBezTo>
                <a:cubicBezTo>
                  <a:pt x="9144000" y="3207223"/>
                  <a:pt x="9150823" y="3200400"/>
                  <a:pt x="9159240" y="3200400"/>
                </a:cubicBezTo>
                <a:cubicBezTo>
                  <a:pt x="9167657" y="3200400"/>
                  <a:pt x="9174480" y="3207223"/>
                  <a:pt x="9174480" y="3215640"/>
                </a:cubicBezTo>
                <a:close/>
                <a:moveTo>
                  <a:pt x="9174480" y="3368040"/>
                </a:moveTo>
                <a:cubicBezTo>
                  <a:pt x="9174480" y="3376457"/>
                  <a:pt x="9167657" y="3383280"/>
                  <a:pt x="9159240" y="3383280"/>
                </a:cubicBezTo>
                <a:cubicBezTo>
                  <a:pt x="9150823" y="3383280"/>
                  <a:pt x="9144000" y="3376457"/>
                  <a:pt x="9144000" y="3368040"/>
                </a:cubicBezTo>
                <a:cubicBezTo>
                  <a:pt x="9144000" y="3359623"/>
                  <a:pt x="9150823" y="3352800"/>
                  <a:pt x="9159240" y="3352800"/>
                </a:cubicBezTo>
                <a:cubicBezTo>
                  <a:pt x="9167657" y="3352800"/>
                  <a:pt x="9174480" y="3359623"/>
                  <a:pt x="9174480" y="3368040"/>
                </a:cubicBezTo>
                <a:close/>
                <a:moveTo>
                  <a:pt x="9174480" y="3520440"/>
                </a:moveTo>
                <a:cubicBezTo>
                  <a:pt x="9174480" y="3528857"/>
                  <a:pt x="9167657" y="3535680"/>
                  <a:pt x="9159240" y="3535680"/>
                </a:cubicBezTo>
                <a:cubicBezTo>
                  <a:pt x="9150823" y="3535680"/>
                  <a:pt x="9144000" y="3528857"/>
                  <a:pt x="9144000" y="3520440"/>
                </a:cubicBezTo>
                <a:cubicBezTo>
                  <a:pt x="9144000" y="3512023"/>
                  <a:pt x="9150823" y="3505200"/>
                  <a:pt x="9159240" y="3505200"/>
                </a:cubicBezTo>
                <a:cubicBezTo>
                  <a:pt x="9167657" y="3505200"/>
                  <a:pt x="9174480" y="3512023"/>
                  <a:pt x="9174480" y="3520440"/>
                </a:cubicBezTo>
                <a:close/>
                <a:moveTo>
                  <a:pt x="9174480" y="3672840"/>
                </a:moveTo>
                <a:cubicBezTo>
                  <a:pt x="9174480" y="3681257"/>
                  <a:pt x="9167657" y="3688080"/>
                  <a:pt x="9159240" y="3688080"/>
                </a:cubicBezTo>
                <a:cubicBezTo>
                  <a:pt x="9150823" y="3688080"/>
                  <a:pt x="9144000" y="3681257"/>
                  <a:pt x="9144000" y="3672840"/>
                </a:cubicBezTo>
                <a:cubicBezTo>
                  <a:pt x="9144000" y="3664423"/>
                  <a:pt x="9150823" y="3657600"/>
                  <a:pt x="9159240" y="3657600"/>
                </a:cubicBezTo>
                <a:cubicBezTo>
                  <a:pt x="9167657" y="3657600"/>
                  <a:pt x="9174480" y="3664423"/>
                  <a:pt x="9174480" y="3672840"/>
                </a:cubicBezTo>
                <a:close/>
                <a:moveTo>
                  <a:pt x="9174480" y="3825240"/>
                </a:moveTo>
                <a:cubicBezTo>
                  <a:pt x="9174480" y="3833657"/>
                  <a:pt x="9167657" y="3840480"/>
                  <a:pt x="9159240" y="3840480"/>
                </a:cubicBezTo>
                <a:cubicBezTo>
                  <a:pt x="9150823" y="3840480"/>
                  <a:pt x="9144000" y="3833657"/>
                  <a:pt x="9144000" y="3825240"/>
                </a:cubicBezTo>
                <a:cubicBezTo>
                  <a:pt x="9144000" y="3816823"/>
                  <a:pt x="9150823" y="3810000"/>
                  <a:pt x="9159240" y="3810000"/>
                </a:cubicBezTo>
                <a:cubicBezTo>
                  <a:pt x="9167657" y="3810000"/>
                  <a:pt x="9174480" y="3816823"/>
                  <a:pt x="9174480" y="3825240"/>
                </a:cubicBezTo>
                <a:close/>
                <a:moveTo>
                  <a:pt x="9174480" y="3977640"/>
                </a:moveTo>
                <a:cubicBezTo>
                  <a:pt x="9174480" y="3986057"/>
                  <a:pt x="9167657" y="3992880"/>
                  <a:pt x="9159240" y="3992880"/>
                </a:cubicBezTo>
                <a:cubicBezTo>
                  <a:pt x="9150823" y="3992880"/>
                  <a:pt x="9144000" y="3986057"/>
                  <a:pt x="9144000" y="3977640"/>
                </a:cubicBezTo>
                <a:cubicBezTo>
                  <a:pt x="9144000" y="3969223"/>
                  <a:pt x="9150823" y="3962400"/>
                  <a:pt x="9159240" y="3962400"/>
                </a:cubicBezTo>
                <a:cubicBezTo>
                  <a:pt x="9167657" y="3962400"/>
                  <a:pt x="9174480" y="3969223"/>
                  <a:pt x="9174480" y="3977640"/>
                </a:cubicBezTo>
                <a:close/>
                <a:moveTo>
                  <a:pt x="9174480" y="4130040"/>
                </a:moveTo>
                <a:cubicBezTo>
                  <a:pt x="9174480" y="4138457"/>
                  <a:pt x="9167657" y="4145280"/>
                  <a:pt x="9159240" y="4145280"/>
                </a:cubicBezTo>
                <a:cubicBezTo>
                  <a:pt x="9150823" y="4145280"/>
                  <a:pt x="9144000" y="4138457"/>
                  <a:pt x="9144000" y="4130040"/>
                </a:cubicBezTo>
                <a:cubicBezTo>
                  <a:pt x="9144000" y="4121623"/>
                  <a:pt x="9150823" y="4114800"/>
                  <a:pt x="9159240" y="4114800"/>
                </a:cubicBezTo>
                <a:cubicBezTo>
                  <a:pt x="9167657" y="4114800"/>
                  <a:pt x="9174480" y="4121623"/>
                  <a:pt x="9174480" y="4130040"/>
                </a:cubicBezTo>
                <a:close/>
                <a:moveTo>
                  <a:pt x="9174480" y="4282440"/>
                </a:moveTo>
                <a:cubicBezTo>
                  <a:pt x="9174480" y="4290857"/>
                  <a:pt x="9167657" y="4297680"/>
                  <a:pt x="9159240" y="4297680"/>
                </a:cubicBezTo>
                <a:cubicBezTo>
                  <a:pt x="9150823" y="4297680"/>
                  <a:pt x="9144000" y="4290857"/>
                  <a:pt x="9144000" y="4282440"/>
                </a:cubicBezTo>
                <a:cubicBezTo>
                  <a:pt x="9144000" y="4274023"/>
                  <a:pt x="9150823" y="4267200"/>
                  <a:pt x="9159240" y="4267200"/>
                </a:cubicBezTo>
                <a:cubicBezTo>
                  <a:pt x="9167657" y="4267200"/>
                  <a:pt x="9174480" y="4274023"/>
                  <a:pt x="9174480" y="4282440"/>
                </a:cubicBezTo>
                <a:close/>
                <a:moveTo>
                  <a:pt x="9174480" y="4434840"/>
                </a:moveTo>
                <a:cubicBezTo>
                  <a:pt x="9174480" y="4443257"/>
                  <a:pt x="9167657" y="4450080"/>
                  <a:pt x="9159240" y="4450080"/>
                </a:cubicBezTo>
                <a:cubicBezTo>
                  <a:pt x="9150823" y="4450080"/>
                  <a:pt x="9144000" y="4443257"/>
                  <a:pt x="9144000" y="4434840"/>
                </a:cubicBezTo>
                <a:cubicBezTo>
                  <a:pt x="9144000" y="4426423"/>
                  <a:pt x="9150823" y="4419600"/>
                  <a:pt x="9159240" y="4419600"/>
                </a:cubicBezTo>
                <a:cubicBezTo>
                  <a:pt x="9167657" y="4419600"/>
                  <a:pt x="9174480" y="4426423"/>
                  <a:pt x="9174480" y="4434840"/>
                </a:cubicBezTo>
                <a:close/>
                <a:moveTo>
                  <a:pt x="9326880" y="15240"/>
                </a:moveTo>
                <a:cubicBezTo>
                  <a:pt x="9326880" y="23657"/>
                  <a:pt x="9320057" y="30480"/>
                  <a:pt x="9311640" y="30480"/>
                </a:cubicBezTo>
                <a:cubicBezTo>
                  <a:pt x="9303223" y="30480"/>
                  <a:pt x="9296400" y="23657"/>
                  <a:pt x="9296400" y="15240"/>
                </a:cubicBezTo>
                <a:cubicBezTo>
                  <a:pt x="9296400" y="6823"/>
                  <a:pt x="9303223" y="0"/>
                  <a:pt x="9311640" y="0"/>
                </a:cubicBezTo>
                <a:cubicBezTo>
                  <a:pt x="9320057" y="0"/>
                  <a:pt x="9326880" y="6823"/>
                  <a:pt x="9326880" y="15240"/>
                </a:cubicBezTo>
                <a:close/>
                <a:moveTo>
                  <a:pt x="9326880" y="167640"/>
                </a:moveTo>
                <a:cubicBezTo>
                  <a:pt x="9326880" y="176057"/>
                  <a:pt x="9320057" y="182880"/>
                  <a:pt x="9311640" y="182880"/>
                </a:cubicBezTo>
                <a:cubicBezTo>
                  <a:pt x="9303223" y="182880"/>
                  <a:pt x="9296400" y="176057"/>
                  <a:pt x="9296400" y="167640"/>
                </a:cubicBezTo>
                <a:cubicBezTo>
                  <a:pt x="9296400" y="159223"/>
                  <a:pt x="9303223" y="152400"/>
                  <a:pt x="9311640" y="152400"/>
                </a:cubicBezTo>
                <a:cubicBezTo>
                  <a:pt x="9320057" y="152400"/>
                  <a:pt x="9326880" y="159223"/>
                  <a:pt x="9326880" y="167640"/>
                </a:cubicBezTo>
                <a:close/>
                <a:moveTo>
                  <a:pt x="9326880" y="320040"/>
                </a:moveTo>
                <a:cubicBezTo>
                  <a:pt x="9326880" y="328457"/>
                  <a:pt x="9320057" y="335280"/>
                  <a:pt x="9311640" y="335280"/>
                </a:cubicBezTo>
                <a:cubicBezTo>
                  <a:pt x="9303223" y="335280"/>
                  <a:pt x="9296400" y="328457"/>
                  <a:pt x="9296400" y="320040"/>
                </a:cubicBezTo>
                <a:cubicBezTo>
                  <a:pt x="9296400" y="311623"/>
                  <a:pt x="9303223" y="304800"/>
                  <a:pt x="9311640" y="304800"/>
                </a:cubicBezTo>
                <a:cubicBezTo>
                  <a:pt x="9320057" y="304800"/>
                  <a:pt x="9326880" y="311623"/>
                  <a:pt x="9326880" y="320040"/>
                </a:cubicBezTo>
                <a:close/>
                <a:moveTo>
                  <a:pt x="9326880" y="472440"/>
                </a:moveTo>
                <a:cubicBezTo>
                  <a:pt x="9326880" y="480857"/>
                  <a:pt x="9320057" y="487680"/>
                  <a:pt x="9311640" y="487680"/>
                </a:cubicBezTo>
                <a:cubicBezTo>
                  <a:pt x="9303223" y="487680"/>
                  <a:pt x="9296400" y="480857"/>
                  <a:pt x="9296400" y="472440"/>
                </a:cubicBezTo>
                <a:cubicBezTo>
                  <a:pt x="9296400" y="464023"/>
                  <a:pt x="9303223" y="457200"/>
                  <a:pt x="9311640" y="457200"/>
                </a:cubicBezTo>
                <a:cubicBezTo>
                  <a:pt x="9320057" y="457200"/>
                  <a:pt x="9326880" y="464023"/>
                  <a:pt x="9326880" y="472440"/>
                </a:cubicBezTo>
                <a:close/>
                <a:moveTo>
                  <a:pt x="9326880" y="624840"/>
                </a:moveTo>
                <a:cubicBezTo>
                  <a:pt x="9326880" y="633257"/>
                  <a:pt x="9320057" y="640080"/>
                  <a:pt x="9311640" y="640080"/>
                </a:cubicBezTo>
                <a:cubicBezTo>
                  <a:pt x="9303223" y="640080"/>
                  <a:pt x="9296400" y="633257"/>
                  <a:pt x="9296400" y="624840"/>
                </a:cubicBezTo>
                <a:cubicBezTo>
                  <a:pt x="9296400" y="616423"/>
                  <a:pt x="9303223" y="609600"/>
                  <a:pt x="9311640" y="609600"/>
                </a:cubicBezTo>
                <a:cubicBezTo>
                  <a:pt x="9320057" y="609600"/>
                  <a:pt x="9326880" y="616423"/>
                  <a:pt x="9326880" y="624840"/>
                </a:cubicBezTo>
                <a:close/>
                <a:moveTo>
                  <a:pt x="9326880" y="777240"/>
                </a:moveTo>
                <a:cubicBezTo>
                  <a:pt x="9326880" y="785657"/>
                  <a:pt x="9320057" y="792480"/>
                  <a:pt x="9311640" y="792480"/>
                </a:cubicBezTo>
                <a:cubicBezTo>
                  <a:pt x="9303223" y="792480"/>
                  <a:pt x="9296400" y="785657"/>
                  <a:pt x="9296400" y="777240"/>
                </a:cubicBezTo>
                <a:cubicBezTo>
                  <a:pt x="9296400" y="768823"/>
                  <a:pt x="9303223" y="762000"/>
                  <a:pt x="9311640" y="762000"/>
                </a:cubicBezTo>
                <a:cubicBezTo>
                  <a:pt x="9320057" y="762000"/>
                  <a:pt x="9326880" y="768823"/>
                  <a:pt x="9326880" y="777240"/>
                </a:cubicBezTo>
                <a:close/>
                <a:moveTo>
                  <a:pt x="9326880" y="929640"/>
                </a:moveTo>
                <a:cubicBezTo>
                  <a:pt x="9326880" y="938057"/>
                  <a:pt x="9320057" y="944880"/>
                  <a:pt x="9311640" y="944880"/>
                </a:cubicBezTo>
                <a:cubicBezTo>
                  <a:pt x="9303223" y="944880"/>
                  <a:pt x="9296400" y="938057"/>
                  <a:pt x="9296400" y="929640"/>
                </a:cubicBezTo>
                <a:cubicBezTo>
                  <a:pt x="9296400" y="921223"/>
                  <a:pt x="9303223" y="914400"/>
                  <a:pt x="9311640" y="914400"/>
                </a:cubicBezTo>
                <a:cubicBezTo>
                  <a:pt x="9320057" y="914400"/>
                  <a:pt x="9326880" y="921223"/>
                  <a:pt x="9326880" y="929640"/>
                </a:cubicBezTo>
                <a:close/>
                <a:moveTo>
                  <a:pt x="9326880" y="1082040"/>
                </a:moveTo>
                <a:cubicBezTo>
                  <a:pt x="9326880" y="1090457"/>
                  <a:pt x="9320057" y="1097280"/>
                  <a:pt x="9311640" y="1097280"/>
                </a:cubicBezTo>
                <a:cubicBezTo>
                  <a:pt x="9303223" y="1097280"/>
                  <a:pt x="9296400" y="1090457"/>
                  <a:pt x="9296400" y="1082040"/>
                </a:cubicBezTo>
                <a:cubicBezTo>
                  <a:pt x="9296400" y="1073623"/>
                  <a:pt x="9303223" y="1066800"/>
                  <a:pt x="9311640" y="1066800"/>
                </a:cubicBezTo>
                <a:cubicBezTo>
                  <a:pt x="9320057" y="1066800"/>
                  <a:pt x="9326880" y="1073623"/>
                  <a:pt x="9326880" y="1082040"/>
                </a:cubicBezTo>
                <a:close/>
                <a:moveTo>
                  <a:pt x="9326880" y="1234440"/>
                </a:moveTo>
                <a:cubicBezTo>
                  <a:pt x="9326880" y="1242857"/>
                  <a:pt x="9320057" y="1249680"/>
                  <a:pt x="9311640" y="1249680"/>
                </a:cubicBezTo>
                <a:cubicBezTo>
                  <a:pt x="9303223" y="1249680"/>
                  <a:pt x="9296400" y="1242857"/>
                  <a:pt x="9296400" y="1234440"/>
                </a:cubicBezTo>
                <a:cubicBezTo>
                  <a:pt x="9296400" y="1226023"/>
                  <a:pt x="9303223" y="1219200"/>
                  <a:pt x="9311640" y="1219200"/>
                </a:cubicBezTo>
                <a:cubicBezTo>
                  <a:pt x="9320057" y="1219200"/>
                  <a:pt x="9326880" y="1226023"/>
                  <a:pt x="9326880" y="1234440"/>
                </a:cubicBezTo>
                <a:close/>
                <a:moveTo>
                  <a:pt x="9326880" y="1386840"/>
                </a:moveTo>
                <a:cubicBezTo>
                  <a:pt x="9326880" y="1395257"/>
                  <a:pt x="9320057" y="1402080"/>
                  <a:pt x="9311640" y="1402080"/>
                </a:cubicBezTo>
                <a:cubicBezTo>
                  <a:pt x="9303223" y="1402080"/>
                  <a:pt x="9296400" y="1395257"/>
                  <a:pt x="9296400" y="1386840"/>
                </a:cubicBezTo>
                <a:cubicBezTo>
                  <a:pt x="9296400" y="1378423"/>
                  <a:pt x="9303223" y="1371600"/>
                  <a:pt x="9311640" y="1371600"/>
                </a:cubicBezTo>
                <a:cubicBezTo>
                  <a:pt x="9320057" y="1371600"/>
                  <a:pt x="9326880" y="1378423"/>
                  <a:pt x="9326880" y="1386840"/>
                </a:cubicBezTo>
                <a:close/>
                <a:moveTo>
                  <a:pt x="9326880" y="1539240"/>
                </a:moveTo>
                <a:cubicBezTo>
                  <a:pt x="9326880" y="1547657"/>
                  <a:pt x="9320057" y="1554480"/>
                  <a:pt x="9311640" y="1554480"/>
                </a:cubicBezTo>
                <a:cubicBezTo>
                  <a:pt x="9303223" y="1554480"/>
                  <a:pt x="9296400" y="1547657"/>
                  <a:pt x="9296400" y="1539240"/>
                </a:cubicBezTo>
                <a:cubicBezTo>
                  <a:pt x="9296400" y="1530823"/>
                  <a:pt x="9303223" y="1524000"/>
                  <a:pt x="9311640" y="1524000"/>
                </a:cubicBezTo>
                <a:cubicBezTo>
                  <a:pt x="9320057" y="1524000"/>
                  <a:pt x="9326880" y="1530823"/>
                  <a:pt x="9326880" y="1539240"/>
                </a:cubicBezTo>
                <a:close/>
                <a:moveTo>
                  <a:pt x="9326880" y="1691640"/>
                </a:moveTo>
                <a:cubicBezTo>
                  <a:pt x="9326880" y="1700057"/>
                  <a:pt x="9320057" y="1706880"/>
                  <a:pt x="9311640" y="1706880"/>
                </a:cubicBezTo>
                <a:cubicBezTo>
                  <a:pt x="9303223" y="1706880"/>
                  <a:pt x="9296400" y="1700057"/>
                  <a:pt x="9296400" y="1691640"/>
                </a:cubicBezTo>
                <a:cubicBezTo>
                  <a:pt x="9296400" y="1683223"/>
                  <a:pt x="9303223" y="1676400"/>
                  <a:pt x="9311640" y="1676400"/>
                </a:cubicBezTo>
                <a:cubicBezTo>
                  <a:pt x="9320057" y="1676400"/>
                  <a:pt x="9326880" y="1683223"/>
                  <a:pt x="9326880" y="1691640"/>
                </a:cubicBezTo>
                <a:close/>
                <a:moveTo>
                  <a:pt x="9326880" y="1844040"/>
                </a:moveTo>
                <a:cubicBezTo>
                  <a:pt x="9326880" y="1852457"/>
                  <a:pt x="9320057" y="1859280"/>
                  <a:pt x="9311640" y="1859280"/>
                </a:cubicBezTo>
                <a:cubicBezTo>
                  <a:pt x="9303223" y="1859280"/>
                  <a:pt x="9296400" y="1852457"/>
                  <a:pt x="9296400" y="1844040"/>
                </a:cubicBezTo>
                <a:cubicBezTo>
                  <a:pt x="9296400" y="1835623"/>
                  <a:pt x="9303223" y="1828800"/>
                  <a:pt x="9311640" y="1828800"/>
                </a:cubicBezTo>
                <a:cubicBezTo>
                  <a:pt x="9320057" y="1828800"/>
                  <a:pt x="9326880" y="1835623"/>
                  <a:pt x="9326880" y="1844040"/>
                </a:cubicBezTo>
                <a:close/>
                <a:moveTo>
                  <a:pt x="9326880" y="1996440"/>
                </a:moveTo>
                <a:cubicBezTo>
                  <a:pt x="9326880" y="2004857"/>
                  <a:pt x="9320057" y="2011680"/>
                  <a:pt x="9311640" y="2011680"/>
                </a:cubicBezTo>
                <a:cubicBezTo>
                  <a:pt x="9303223" y="2011680"/>
                  <a:pt x="9296400" y="2004857"/>
                  <a:pt x="9296400" y="1996440"/>
                </a:cubicBezTo>
                <a:cubicBezTo>
                  <a:pt x="9296400" y="1988023"/>
                  <a:pt x="9303223" y="1981200"/>
                  <a:pt x="9311640" y="1981200"/>
                </a:cubicBezTo>
                <a:cubicBezTo>
                  <a:pt x="9320057" y="1981200"/>
                  <a:pt x="9326880" y="1988023"/>
                  <a:pt x="9326880" y="1996440"/>
                </a:cubicBezTo>
                <a:close/>
                <a:moveTo>
                  <a:pt x="9326880" y="2148840"/>
                </a:moveTo>
                <a:cubicBezTo>
                  <a:pt x="9326880" y="2157257"/>
                  <a:pt x="9320057" y="2164080"/>
                  <a:pt x="9311640" y="2164080"/>
                </a:cubicBezTo>
                <a:cubicBezTo>
                  <a:pt x="9303223" y="2164080"/>
                  <a:pt x="9296400" y="2157257"/>
                  <a:pt x="9296400" y="2148840"/>
                </a:cubicBezTo>
                <a:cubicBezTo>
                  <a:pt x="9296400" y="2140423"/>
                  <a:pt x="9303223" y="2133600"/>
                  <a:pt x="9311640" y="2133600"/>
                </a:cubicBezTo>
                <a:cubicBezTo>
                  <a:pt x="9320057" y="2133600"/>
                  <a:pt x="9326880" y="2140423"/>
                  <a:pt x="9326880" y="2148840"/>
                </a:cubicBezTo>
                <a:close/>
                <a:moveTo>
                  <a:pt x="9326880" y="2301240"/>
                </a:moveTo>
                <a:cubicBezTo>
                  <a:pt x="9326880" y="2309657"/>
                  <a:pt x="9320057" y="2316480"/>
                  <a:pt x="9311640" y="2316480"/>
                </a:cubicBezTo>
                <a:cubicBezTo>
                  <a:pt x="9303223" y="2316480"/>
                  <a:pt x="9296400" y="2309657"/>
                  <a:pt x="9296400" y="2301240"/>
                </a:cubicBezTo>
                <a:cubicBezTo>
                  <a:pt x="9296400" y="2292823"/>
                  <a:pt x="9303223" y="2286000"/>
                  <a:pt x="9311640" y="2286000"/>
                </a:cubicBezTo>
                <a:cubicBezTo>
                  <a:pt x="9320057" y="2286000"/>
                  <a:pt x="9326880" y="2292823"/>
                  <a:pt x="9326880" y="2301240"/>
                </a:cubicBezTo>
                <a:close/>
                <a:moveTo>
                  <a:pt x="9326880" y="2453640"/>
                </a:moveTo>
                <a:cubicBezTo>
                  <a:pt x="9326880" y="2462057"/>
                  <a:pt x="9320057" y="2468880"/>
                  <a:pt x="9311640" y="2468880"/>
                </a:cubicBezTo>
                <a:cubicBezTo>
                  <a:pt x="9303223" y="2468880"/>
                  <a:pt x="9296400" y="2462057"/>
                  <a:pt x="9296400" y="2453640"/>
                </a:cubicBezTo>
                <a:cubicBezTo>
                  <a:pt x="9296400" y="2445223"/>
                  <a:pt x="9303223" y="2438400"/>
                  <a:pt x="9311640" y="2438400"/>
                </a:cubicBezTo>
                <a:cubicBezTo>
                  <a:pt x="9320057" y="2438400"/>
                  <a:pt x="9326880" y="2445223"/>
                  <a:pt x="9326880" y="2453640"/>
                </a:cubicBezTo>
                <a:close/>
                <a:moveTo>
                  <a:pt x="9326880" y="2606040"/>
                </a:moveTo>
                <a:cubicBezTo>
                  <a:pt x="9326880" y="2614457"/>
                  <a:pt x="9320057" y="2621280"/>
                  <a:pt x="9311640" y="2621280"/>
                </a:cubicBezTo>
                <a:cubicBezTo>
                  <a:pt x="9303223" y="2621280"/>
                  <a:pt x="9296400" y="2614457"/>
                  <a:pt x="9296400" y="2606040"/>
                </a:cubicBezTo>
                <a:cubicBezTo>
                  <a:pt x="9296400" y="2597623"/>
                  <a:pt x="9303223" y="2590800"/>
                  <a:pt x="9311640" y="2590800"/>
                </a:cubicBezTo>
                <a:cubicBezTo>
                  <a:pt x="9320057" y="2590800"/>
                  <a:pt x="9326880" y="2597623"/>
                  <a:pt x="9326880" y="2606040"/>
                </a:cubicBezTo>
                <a:close/>
                <a:moveTo>
                  <a:pt x="9326880" y="2758440"/>
                </a:moveTo>
                <a:cubicBezTo>
                  <a:pt x="9326880" y="2766857"/>
                  <a:pt x="9320057" y="2773680"/>
                  <a:pt x="9311640" y="2773680"/>
                </a:cubicBezTo>
                <a:cubicBezTo>
                  <a:pt x="9303223" y="2773680"/>
                  <a:pt x="9296400" y="2766857"/>
                  <a:pt x="9296400" y="2758440"/>
                </a:cubicBezTo>
                <a:cubicBezTo>
                  <a:pt x="9296400" y="2750023"/>
                  <a:pt x="9303223" y="2743200"/>
                  <a:pt x="9311640" y="2743200"/>
                </a:cubicBezTo>
                <a:cubicBezTo>
                  <a:pt x="9320057" y="2743200"/>
                  <a:pt x="9326880" y="2750023"/>
                  <a:pt x="9326880" y="2758440"/>
                </a:cubicBezTo>
                <a:close/>
                <a:moveTo>
                  <a:pt x="9326880" y="2910840"/>
                </a:moveTo>
                <a:cubicBezTo>
                  <a:pt x="9326880" y="2919257"/>
                  <a:pt x="9320057" y="2926080"/>
                  <a:pt x="9311640" y="2926080"/>
                </a:cubicBezTo>
                <a:cubicBezTo>
                  <a:pt x="9303223" y="2926080"/>
                  <a:pt x="9296400" y="2919257"/>
                  <a:pt x="9296400" y="2910840"/>
                </a:cubicBezTo>
                <a:cubicBezTo>
                  <a:pt x="9296400" y="2902423"/>
                  <a:pt x="9303223" y="2895600"/>
                  <a:pt x="9311640" y="2895600"/>
                </a:cubicBezTo>
                <a:cubicBezTo>
                  <a:pt x="9320057" y="2895600"/>
                  <a:pt x="9326880" y="2902423"/>
                  <a:pt x="9326880" y="2910840"/>
                </a:cubicBezTo>
                <a:close/>
                <a:moveTo>
                  <a:pt x="9326880" y="3063240"/>
                </a:moveTo>
                <a:cubicBezTo>
                  <a:pt x="9326880" y="3071657"/>
                  <a:pt x="9320057" y="3078480"/>
                  <a:pt x="9311640" y="3078480"/>
                </a:cubicBezTo>
                <a:cubicBezTo>
                  <a:pt x="9303223" y="3078480"/>
                  <a:pt x="9296400" y="3071657"/>
                  <a:pt x="9296400" y="3063240"/>
                </a:cubicBezTo>
                <a:cubicBezTo>
                  <a:pt x="9296400" y="3054823"/>
                  <a:pt x="9303223" y="3048000"/>
                  <a:pt x="9311640" y="3048000"/>
                </a:cubicBezTo>
                <a:cubicBezTo>
                  <a:pt x="9320057" y="3048000"/>
                  <a:pt x="9326880" y="3054823"/>
                  <a:pt x="9326880" y="3063240"/>
                </a:cubicBezTo>
                <a:close/>
                <a:moveTo>
                  <a:pt x="9326880" y="3215640"/>
                </a:moveTo>
                <a:cubicBezTo>
                  <a:pt x="9326880" y="3224057"/>
                  <a:pt x="9320057" y="3230880"/>
                  <a:pt x="9311640" y="3230880"/>
                </a:cubicBezTo>
                <a:cubicBezTo>
                  <a:pt x="9303223" y="3230880"/>
                  <a:pt x="9296400" y="3224057"/>
                  <a:pt x="9296400" y="3215640"/>
                </a:cubicBezTo>
                <a:cubicBezTo>
                  <a:pt x="9296400" y="3207223"/>
                  <a:pt x="9303223" y="3200400"/>
                  <a:pt x="9311640" y="3200400"/>
                </a:cubicBezTo>
                <a:cubicBezTo>
                  <a:pt x="9320057" y="3200400"/>
                  <a:pt x="9326880" y="3207223"/>
                  <a:pt x="9326880" y="3215640"/>
                </a:cubicBezTo>
                <a:close/>
                <a:moveTo>
                  <a:pt x="9326880" y="3368040"/>
                </a:moveTo>
                <a:cubicBezTo>
                  <a:pt x="9326880" y="3376457"/>
                  <a:pt x="9320057" y="3383280"/>
                  <a:pt x="9311640" y="3383280"/>
                </a:cubicBezTo>
                <a:cubicBezTo>
                  <a:pt x="9303223" y="3383280"/>
                  <a:pt x="9296400" y="3376457"/>
                  <a:pt x="9296400" y="3368040"/>
                </a:cubicBezTo>
                <a:cubicBezTo>
                  <a:pt x="9296400" y="3359623"/>
                  <a:pt x="9303223" y="3352800"/>
                  <a:pt x="9311640" y="3352800"/>
                </a:cubicBezTo>
                <a:cubicBezTo>
                  <a:pt x="9320057" y="3352800"/>
                  <a:pt x="9326880" y="3359623"/>
                  <a:pt x="9326880" y="3368040"/>
                </a:cubicBezTo>
                <a:close/>
                <a:moveTo>
                  <a:pt x="9326880" y="3520440"/>
                </a:moveTo>
                <a:cubicBezTo>
                  <a:pt x="9326880" y="3528857"/>
                  <a:pt x="9320057" y="3535680"/>
                  <a:pt x="9311640" y="3535680"/>
                </a:cubicBezTo>
                <a:cubicBezTo>
                  <a:pt x="9303223" y="3535680"/>
                  <a:pt x="9296400" y="3528857"/>
                  <a:pt x="9296400" y="3520440"/>
                </a:cubicBezTo>
                <a:cubicBezTo>
                  <a:pt x="9296400" y="3512023"/>
                  <a:pt x="9303223" y="3505200"/>
                  <a:pt x="9311640" y="3505200"/>
                </a:cubicBezTo>
                <a:cubicBezTo>
                  <a:pt x="9320057" y="3505200"/>
                  <a:pt x="9326880" y="3512023"/>
                  <a:pt x="9326880" y="3520440"/>
                </a:cubicBezTo>
                <a:close/>
                <a:moveTo>
                  <a:pt x="9326880" y="3672840"/>
                </a:moveTo>
                <a:cubicBezTo>
                  <a:pt x="9326880" y="3681257"/>
                  <a:pt x="9320057" y="3688080"/>
                  <a:pt x="9311640" y="3688080"/>
                </a:cubicBezTo>
                <a:cubicBezTo>
                  <a:pt x="9303223" y="3688080"/>
                  <a:pt x="9296400" y="3681257"/>
                  <a:pt x="9296400" y="3672840"/>
                </a:cubicBezTo>
                <a:cubicBezTo>
                  <a:pt x="9296400" y="3664423"/>
                  <a:pt x="9303223" y="3657600"/>
                  <a:pt x="9311640" y="3657600"/>
                </a:cubicBezTo>
                <a:cubicBezTo>
                  <a:pt x="9320057" y="3657600"/>
                  <a:pt x="9326880" y="3664423"/>
                  <a:pt x="9326880" y="3672840"/>
                </a:cubicBezTo>
                <a:close/>
                <a:moveTo>
                  <a:pt x="9326880" y="3825240"/>
                </a:moveTo>
                <a:cubicBezTo>
                  <a:pt x="9326880" y="3833657"/>
                  <a:pt x="9320057" y="3840480"/>
                  <a:pt x="9311640" y="3840480"/>
                </a:cubicBezTo>
                <a:cubicBezTo>
                  <a:pt x="9303223" y="3840480"/>
                  <a:pt x="9296400" y="3833657"/>
                  <a:pt x="9296400" y="3825240"/>
                </a:cubicBezTo>
                <a:cubicBezTo>
                  <a:pt x="9296400" y="3816823"/>
                  <a:pt x="9303223" y="3810000"/>
                  <a:pt x="9311640" y="3810000"/>
                </a:cubicBezTo>
                <a:cubicBezTo>
                  <a:pt x="9320057" y="3810000"/>
                  <a:pt x="9326880" y="3816823"/>
                  <a:pt x="9326880" y="3825240"/>
                </a:cubicBezTo>
                <a:close/>
                <a:moveTo>
                  <a:pt x="9326880" y="3977640"/>
                </a:moveTo>
                <a:cubicBezTo>
                  <a:pt x="9326880" y="3986057"/>
                  <a:pt x="9320057" y="3992880"/>
                  <a:pt x="9311640" y="3992880"/>
                </a:cubicBezTo>
                <a:cubicBezTo>
                  <a:pt x="9303223" y="3992880"/>
                  <a:pt x="9296400" y="3986057"/>
                  <a:pt x="9296400" y="3977640"/>
                </a:cubicBezTo>
                <a:cubicBezTo>
                  <a:pt x="9296400" y="3969223"/>
                  <a:pt x="9303223" y="3962400"/>
                  <a:pt x="9311640" y="3962400"/>
                </a:cubicBezTo>
                <a:cubicBezTo>
                  <a:pt x="9320057" y="3962400"/>
                  <a:pt x="9326880" y="3969223"/>
                  <a:pt x="9326880" y="3977640"/>
                </a:cubicBezTo>
                <a:close/>
                <a:moveTo>
                  <a:pt x="9326880" y="4130040"/>
                </a:moveTo>
                <a:cubicBezTo>
                  <a:pt x="9326880" y="4138457"/>
                  <a:pt x="9320057" y="4145280"/>
                  <a:pt x="9311640" y="4145280"/>
                </a:cubicBezTo>
                <a:cubicBezTo>
                  <a:pt x="9303223" y="4145280"/>
                  <a:pt x="9296400" y="4138457"/>
                  <a:pt x="9296400" y="4130040"/>
                </a:cubicBezTo>
                <a:cubicBezTo>
                  <a:pt x="9296400" y="4121623"/>
                  <a:pt x="9303223" y="4114800"/>
                  <a:pt x="9311640" y="4114800"/>
                </a:cubicBezTo>
                <a:cubicBezTo>
                  <a:pt x="9320057" y="4114800"/>
                  <a:pt x="9326880" y="4121623"/>
                  <a:pt x="9326880" y="4130040"/>
                </a:cubicBezTo>
                <a:close/>
                <a:moveTo>
                  <a:pt x="9326880" y="4282440"/>
                </a:moveTo>
                <a:cubicBezTo>
                  <a:pt x="9326880" y="4290857"/>
                  <a:pt x="9320057" y="4297680"/>
                  <a:pt x="9311640" y="4297680"/>
                </a:cubicBezTo>
                <a:cubicBezTo>
                  <a:pt x="9303223" y="4297680"/>
                  <a:pt x="9296400" y="4290857"/>
                  <a:pt x="9296400" y="4282440"/>
                </a:cubicBezTo>
                <a:cubicBezTo>
                  <a:pt x="9296400" y="4274023"/>
                  <a:pt x="9303223" y="4267200"/>
                  <a:pt x="9311640" y="4267200"/>
                </a:cubicBezTo>
                <a:cubicBezTo>
                  <a:pt x="9320057" y="4267200"/>
                  <a:pt x="9326880" y="4274023"/>
                  <a:pt x="9326880" y="4282440"/>
                </a:cubicBezTo>
                <a:close/>
                <a:moveTo>
                  <a:pt x="9326880" y="4434840"/>
                </a:moveTo>
                <a:cubicBezTo>
                  <a:pt x="9326880" y="4443257"/>
                  <a:pt x="9320057" y="4450080"/>
                  <a:pt x="9311640" y="4450080"/>
                </a:cubicBezTo>
                <a:cubicBezTo>
                  <a:pt x="9303223" y="4450080"/>
                  <a:pt x="9296400" y="4443257"/>
                  <a:pt x="9296400" y="4434840"/>
                </a:cubicBezTo>
                <a:cubicBezTo>
                  <a:pt x="9296400" y="4426423"/>
                  <a:pt x="9303223" y="4419600"/>
                  <a:pt x="9311640" y="4419600"/>
                </a:cubicBezTo>
                <a:cubicBezTo>
                  <a:pt x="9320057" y="4419600"/>
                  <a:pt x="9326880" y="4426423"/>
                  <a:pt x="9326880" y="4434840"/>
                </a:cubicBezTo>
                <a:close/>
                <a:moveTo>
                  <a:pt x="9479280" y="15240"/>
                </a:moveTo>
                <a:cubicBezTo>
                  <a:pt x="9479280" y="23657"/>
                  <a:pt x="9472457" y="30480"/>
                  <a:pt x="9464040" y="30480"/>
                </a:cubicBezTo>
                <a:cubicBezTo>
                  <a:pt x="9455623" y="30480"/>
                  <a:pt x="9448800" y="23657"/>
                  <a:pt x="9448800" y="15240"/>
                </a:cubicBezTo>
                <a:cubicBezTo>
                  <a:pt x="9448800" y="6823"/>
                  <a:pt x="9455623" y="0"/>
                  <a:pt x="9464040" y="0"/>
                </a:cubicBezTo>
                <a:cubicBezTo>
                  <a:pt x="9472457" y="0"/>
                  <a:pt x="9479280" y="6823"/>
                  <a:pt x="9479280" y="15240"/>
                </a:cubicBezTo>
                <a:close/>
                <a:moveTo>
                  <a:pt x="9479280" y="167640"/>
                </a:moveTo>
                <a:cubicBezTo>
                  <a:pt x="9479280" y="176057"/>
                  <a:pt x="9472457" y="182880"/>
                  <a:pt x="9464040" y="182880"/>
                </a:cubicBezTo>
                <a:cubicBezTo>
                  <a:pt x="9455623" y="182880"/>
                  <a:pt x="9448800" y="176057"/>
                  <a:pt x="9448800" y="167640"/>
                </a:cubicBezTo>
                <a:cubicBezTo>
                  <a:pt x="9448800" y="159223"/>
                  <a:pt x="9455623" y="152400"/>
                  <a:pt x="9464040" y="152400"/>
                </a:cubicBezTo>
                <a:cubicBezTo>
                  <a:pt x="9472457" y="152400"/>
                  <a:pt x="9479280" y="159223"/>
                  <a:pt x="9479280" y="167640"/>
                </a:cubicBezTo>
                <a:close/>
                <a:moveTo>
                  <a:pt x="9479280" y="320040"/>
                </a:moveTo>
                <a:cubicBezTo>
                  <a:pt x="9479280" y="328457"/>
                  <a:pt x="9472457" y="335280"/>
                  <a:pt x="9464040" y="335280"/>
                </a:cubicBezTo>
                <a:cubicBezTo>
                  <a:pt x="9455623" y="335280"/>
                  <a:pt x="9448800" y="328457"/>
                  <a:pt x="9448800" y="320040"/>
                </a:cubicBezTo>
                <a:cubicBezTo>
                  <a:pt x="9448800" y="311623"/>
                  <a:pt x="9455623" y="304800"/>
                  <a:pt x="9464040" y="304800"/>
                </a:cubicBezTo>
                <a:cubicBezTo>
                  <a:pt x="9472457" y="304800"/>
                  <a:pt x="9479280" y="311623"/>
                  <a:pt x="9479280" y="320040"/>
                </a:cubicBezTo>
                <a:close/>
                <a:moveTo>
                  <a:pt x="9479280" y="472440"/>
                </a:moveTo>
                <a:cubicBezTo>
                  <a:pt x="9479280" y="480857"/>
                  <a:pt x="9472457" y="487680"/>
                  <a:pt x="9464040" y="487680"/>
                </a:cubicBezTo>
                <a:cubicBezTo>
                  <a:pt x="9455623" y="487680"/>
                  <a:pt x="9448800" y="480857"/>
                  <a:pt x="9448800" y="472440"/>
                </a:cubicBezTo>
                <a:cubicBezTo>
                  <a:pt x="9448800" y="464023"/>
                  <a:pt x="9455623" y="457200"/>
                  <a:pt x="9464040" y="457200"/>
                </a:cubicBezTo>
                <a:cubicBezTo>
                  <a:pt x="9472457" y="457200"/>
                  <a:pt x="9479280" y="464023"/>
                  <a:pt x="9479280" y="472440"/>
                </a:cubicBezTo>
                <a:close/>
                <a:moveTo>
                  <a:pt x="9479280" y="624840"/>
                </a:moveTo>
                <a:cubicBezTo>
                  <a:pt x="9479280" y="633257"/>
                  <a:pt x="9472457" y="640080"/>
                  <a:pt x="9464040" y="640080"/>
                </a:cubicBezTo>
                <a:cubicBezTo>
                  <a:pt x="9455623" y="640080"/>
                  <a:pt x="9448800" y="633257"/>
                  <a:pt x="9448800" y="624840"/>
                </a:cubicBezTo>
                <a:cubicBezTo>
                  <a:pt x="9448800" y="616423"/>
                  <a:pt x="9455623" y="609600"/>
                  <a:pt x="9464040" y="609600"/>
                </a:cubicBezTo>
                <a:cubicBezTo>
                  <a:pt x="9472457" y="609600"/>
                  <a:pt x="9479280" y="616423"/>
                  <a:pt x="9479280" y="624840"/>
                </a:cubicBezTo>
                <a:close/>
                <a:moveTo>
                  <a:pt x="9479280" y="777240"/>
                </a:moveTo>
                <a:cubicBezTo>
                  <a:pt x="9479280" y="785657"/>
                  <a:pt x="9472457" y="792480"/>
                  <a:pt x="9464040" y="792480"/>
                </a:cubicBezTo>
                <a:cubicBezTo>
                  <a:pt x="9455623" y="792480"/>
                  <a:pt x="9448800" y="785657"/>
                  <a:pt x="9448800" y="777240"/>
                </a:cubicBezTo>
                <a:cubicBezTo>
                  <a:pt x="9448800" y="768823"/>
                  <a:pt x="9455623" y="762000"/>
                  <a:pt x="9464040" y="762000"/>
                </a:cubicBezTo>
                <a:cubicBezTo>
                  <a:pt x="9472457" y="762000"/>
                  <a:pt x="9479280" y="768823"/>
                  <a:pt x="9479280" y="777240"/>
                </a:cubicBezTo>
                <a:close/>
                <a:moveTo>
                  <a:pt x="9479280" y="929640"/>
                </a:moveTo>
                <a:cubicBezTo>
                  <a:pt x="9479280" y="938057"/>
                  <a:pt x="9472457" y="944880"/>
                  <a:pt x="9464040" y="944880"/>
                </a:cubicBezTo>
                <a:cubicBezTo>
                  <a:pt x="9455623" y="944880"/>
                  <a:pt x="9448800" y="938057"/>
                  <a:pt x="9448800" y="929640"/>
                </a:cubicBezTo>
                <a:cubicBezTo>
                  <a:pt x="9448800" y="921223"/>
                  <a:pt x="9455623" y="914400"/>
                  <a:pt x="9464040" y="914400"/>
                </a:cubicBezTo>
                <a:cubicBezTo>
                  <a:pt x="9472457" y="914400"/>
                  <a:pt x="9479280" y="921223"/>
                  <a:pt x="9479280" y="929640"/>
                </a:cubicBezTo>
                <a:close/>
                <a:moveTo>
                  <a:pt x="9479280" y="1082040"/>
                </a:moveTo>
                <a:cubicBezTo>
                  <a:pt x="9479280" y="1090457"/>
                  <a:pt x="9472457" y="1097280"/>
                  <a:pt x="9464040" y="1097280"/>
                </a:cubicBezTo>
                <a:cubicBezTo>
                  <a:pt x="9455623" y="1097280"/>
                  <a:pt x="9448800" y="1090457"/>
                  <a:pt x="9448800" y="1082040"/>
                </a:cubicBezTo>
                <a:cubicBezTo>
                  <a:pt x="9448800" y="1073623"/>
                  <a:pt x="9455623" y="1066800"/>
                  <a:pt x="9464040" y="1066800"/>
                </a:cubicBezTo>
                <a:cubicBezTo>
                  <a:pt x="9472457" y="1066800"/>
                  <a:pt x="9479280" y="1073623"/>
                  <a:pt x="9479280" y="1082040"/>
                </a:cubicBezTo>
                <a:close/>
                <a:moveTo>
                  <a:pt x="9479280" y="1234440"/>
                </a:moveTo>
                <a:cubicBezTo>
                  <a:pt x="9479280" y="1242857"/>
                  <a:pt x="9472457" y="1249680"/>
                  <a:pt x="9464040" y="1249680"/>
                </a:cubicBezTo>
                <a:cubicBezTo>
                  <a:pt x="9455623" y="1249680"/>
                  <a:pt x="9448800" y="1242857"/>
                  <a:pt x="9448800" y="1234440"/>
                </a:cubicBezTo>
                <a:cubicBezTo>
                  <a:pt x="9448800" y="1226023"/>
                  <a:pt x="9455623" y="1219200"/>
                  <a:pt x="9464040" y="1219200"/>
                </a:cubicBezTo>
                <a:cubicBezTo>
                  <a:pt x="9472457" y="1219200"/>
                  <a:pt x="9479280" y="1226023"/>
                  <a:pt x="9479280" y="1234440"/>
                </a:cubicBezTo>
                <a:close/>
                <a:moveTo>
                  <a:pt x="9479280" y="1386840"/>
                </a:moveTo>
                <a:cubicBezTo>
                  <a:pt x="9479280" y="1395257"/>
                  <a:pt x="9472457" y="1402080"/>
                  <a:pt x="9464040" y="1402080"/>
                </a:cubicBezTo>
                <a:cubicBezTo>
                  <a:pt x="9455623" y="1402080"/>
                  <a:pt x="9448800" y="1395257"/>
                  <a:pt x="9448800" y="1386840"/>
                </a:cubicBezTo>
                <a:cubicBezTo>
                  <a:pt x="9448800" y="1378423"/>
                  <a:pt x="9455623" y="1371600"/>
                  <a:pt x="9464040" y="1371600"/>
                </a:cubicBezTo>
                <a:cubicBezTo>
                  <a:pt x="9472457" y="1371600"/>
                  <a:pt x="9479280" y="1378423"/>
                  <a:pt x="9479280" y="1386840"/>
                </a:cubicBezTo>
                <a:close/>
                <a:moveTo>
                  <a:pt x="9479280" y="1539240"/>
                </a:moveTo>
                <a:cubicBezTo>
                  <a:pt x="9479280" y="1547657"/>
                  <a:pt x="9472457" y="1554480"/>
                  <a:pt x="9464040" y="1554480"/>
                </a:cubicBezTo>
                <a:cubicBezTo>
                  <a:pt x="9455623" y="1554480"/>
                  <a:pt x="9448800" y="1547657"/>
                  <a:pt x="9448800" y="1539240"/>
                </a:cubicBezTo>
                <a:cubicBezTo>
                  <a:pt x="9448800" y="1530823"/>
                  <a:pt x="9455623" y="1524000"/>
                  <a:pt x="9464040" y="1524000"/>
                </a:cubicBezTo>
                <a:cubicBezTo>
                  <a:pt x="9472457" y="1524000"/>
                  <a:pt x="9479280" y="1530823"/>
                  <a:pt x="9479280" y="1539240"/>
                </a:cubicBezTo>
                <a:close/>
                <a:moveTo>
                  <a:pt x="9479280" y="1691640"/>
                </a:moveTo>
                <a:cubicBezTo>
                  <a:pt x="9479280" y="1700057"/>
                  <a:pt x="9472457" y="1706880"/>
                  <a:pt x="9464040" y="1706880"/>
                </a:cubicBezTo>
                <a:cubicBezTo>
                  <a:pt x="9455623" y="1706880"/>
                  <a:pt x="9448800" y="1700057"/>
                  <a:pt x="9448800" y="1691640"/>
                </a:cubicBezTo>
                <a:cubicBezTo>
                  <a:pt x="9448800" y="1683223"/>
                  <a:pt x="9455623" y="1676400"/>
                  <a:pt x="9464040" y="1676400"/>
                </a:cubicBezTo>
                <a:cubicBezTo>
                  <a:pt x="9472457" y="1676400"/>
                  <a:pt x="9479280" y="1683223"/>
                  <a:pt x="9479280" y="1691640"/>
                </a:cubicBezTo>
                <a:close/>
                <a:moveTo>
                  <a:pt x="9479280" y="1844040"/>
                </a:moveTo>
                <a:cubicBezTo>
                  <a:pt x="9479280" y="1852457"/>
                  <a:pt x="9472457" y="1859280"/>
                  <a:pt x="9464040" y="1859280"/>
                </a:cubicBezTo>
                <a:cubicBezTo>
                  <a:pt x="9455623" y="1859280"/>
                  <a:pt x="9448800" y="1852457"/>
                  <a:pt x="9448800" y="1844040"/>
                </a:cubicBezTo>
                <a:cubicBezTo>
                  <a:pt x="9448800" y="1835623"/>
                  <a:pt x="9455623" y="1828800"/>
                  <a:pt x="9464040" y="1828800"/>
                </a:cubicBezTo>
                <a:cubicBezTo>
                  <a:pt x="9472457" y="1828800"/>
                  <a:pt x="9479280" y="1835623"/>
                  <a:pt x="9479280" y="1844040"/>
                </a:cubicBezTo>
                <a:close/>
                <a:moveTo>
                  <a:pt x="9479280" y="1996440"/>
                </a:moveTo>
                <a:cubicBezTo>
                  <a:pt x="9479280" y="2004857"/>
                  <a:pt x="9472457" y="2011680"/>
                  <a:pt x="9464040" y="2011680"/>
                </a:cubicBezTo>
                <a:cubicBezTo>
                  <a:pt x="9455623" y="2011680"/>
                  <a:pt x="9448800" y="2004857"/>
                  <a:pt x="9448800" y="1996440"/>
                </a:cubicBezTo>
                <a:cubicBezTo>
                  <a:pt x="9448800" y="1988023"/>
                  <a:pt x="9455623" y="1981200"/>
                  <a:pt x="9464040" y="1981200"/>
                </a:cubicBezTo>
                <a:cubicBezTo>
                  <a:pt x="9472457" y="1981200"/>
                  <a:pt x="9479280" y="1988023"/>
                  <a:pt x="9479280" y="1996440"/>
                </a:cubicBezTo>
                <a:close/>
                <a:moveTo>
                  <a:pt x="9479280" y="2148840"/>
                </a:moveTo>
                <a:cubicBezTo>
                  <a:pt x="9479280" y="2157257"/>
                  <a:pt x="9472457" y="2164080"/>
                  <a:pt x="9464040" y="2164080"/>
                </a:cubicBezTo>
                <a:cubicBezTo>
                  <a:pt x="9455623" y="2164080"/>
                  <a:pt x="9448800" y="2157257"/>
                  <a:pt x="9448800" y="2148840"/>
                </a:cubicBezTo>
                <a:cubicBezTo>
                  <a:pt x="9448800" y="2140423"/>
                  <a:pt x="9455623" y="2133600"/>
                  <a:pt x="9464040" y="2133600"/>
                </a:cubicBezTo>
                <a:cubicBezTo>
                  <a:pt x="9472457" y="2133600"/>
                  <a:pt x="9479280" y="2140423"/>
                  <a:pt x="9479280" y="2148840"/>
                </a:cubicBezTo>
                <a:close/>
                <a:moveTo>
                  <a:pt x="9479280" y="2301240"/>
                </a:moveTo>
                <a:cubicBezTo>
                  <a:pt x="9479280" y="2309657"/>
                  <a:pt x="9472457" y="2316480"/>
                  <a:pt x="9464040" y="2316480"/>
                </a:cubicBezTo>
                <a:cubicBezTo>
                  <a:pt x="9455623" y="2316480"/>
                  <a:pt x="9448800" y="2309657"/>
                  <a:pt x="9448800" y="2301240"/>
                </a:cubicBezTo>
                <a:cubicBezTo>
                  <a:pt x="9448800" y="2292823"/>
                  <a:pt x="9455623" y="2286000"/>
                  <a:pt x="9464040" y="2286000"/>
                </a:cubicBezTo>
                <a:cubicBezTo>
                  <a:pt x="9472457" y="2286000"/>
                  <a:pt x="9479280" y="2292823"/>
                  <a:pt x="9479280" y="2301240"/>
                </a:cubicBezTo>
                <a:close/>
                <a:moveTo>
                  <a:pt x="9479280" y="2453640"/>
                </a:moveTo>
                <a:cubicBezTo>
                  <a:pt x="9479280" y="2462057"/>
                  <a:pt x="9472457" y="2468880"/>
                  <a:pt x="9464040" y="2468880"/>
                </a:cubicBezTo>
                <a:cubicBezTo>
                  <a:pt x="9455623" y="2468880"/>
                  <a:pt x="9448800" y="2462057"/>
                  <a:pt x="9448800" y="2453640"/>
                </a:cubicBezTo>
                <a:cubicBezTo>
                  <a:pt x="9448800" y="2445223"/>
                  <a:pt x="9455623" y="2438400"/>
                  <a:pt x="9464040" y="2438400"/>
                </a:cubicBezTo>
                <a:cubicBezTo>
                  <a:pt x="9472457" y="2438400"/>
                  <a:pt x="9479280" y="2445223"/>
                  <a:pt x="9479280" y="2453640"/>
                </a:cubicBezTo>
                <a:close/>
                <a:moveTo>
                  <a:pt x="9479280" y="2606040"/>
                </a:moveTo>
                <a:cubicBezTo>
                  <a:pt x="9479280" y="2614457"/>
                  <a:pt x="9472457" y="2621280"/>
                  <a:pt x="9464040" y="2621280"/>
                </a:cubicBezTo>
                <a:cubicBezTo>
                  <a:pt x="9455623" y="2621280"/>
                  <a:pt x="9448800" y="2614457"/>
                  <a:pt x="9448800" y="2606040"/>
                </a:cubicBezTo>
                <a:cubicBezTo>
                  <a:pt x="9448800" y="2597623"/>
                  <a:pt x="9455623" y="2590800"/>
                  <a:pt x="9464040" y="2590800"/>
                </a:cubicBezTo>
                <a:cubicBezTo>
                  <a:pt x="9472457" y="2590800"/>
                  <a:pt x="9479280" y="2597623"/>
                  <a:pt x="9479280" y="2606040"/>
                </a:cubicBezTo>
                <a:close/>
                <a:moveTo>
                  <a:pt x="9479280" y="2758440"/>
                </a:moveTo>
                <a:cubicBezTo>
                  <a:pt x="9479280" y="2766857"/>
                  <a:pt x="9472457" y="2773680"/>
                  <a:pt x="9464040" y="2773680"/>
                </a:cubicBezTo>
                <a:cubicBezTo>
                  <a:pt x="9455623" y="2773680"/>
                  <a:pt x="9448800" y="2766857"/>
                  <a:pt x="9448800" y="2758440"/>
                </a:cubicBezTo>
                <a:cubicBezTo>
                  <a:pt x="9448800" y="2750023"/>
                  <a:pt x="9455623" y="2743200"/>
                  <a:pt x="9464040" y="2743200"/>
                </a:cubicBezTo>
                <a:cubicBezTo>
                  <a:pt x="9472457" y="2743200"/>
                  <a:pt x="9479280" y="2750023"/>
                  <a:pt x="9479280" y="2758440"/>
                </a:cubicBezTo>
                <a:close/>
                <a:moveTo>
                  <a:pt x="9479280" y="2910840"/>
                </a:moveTo>
                <a:cubicBezTo>
                  <a:pt x="9479280" y="2919257"/>
                  <a:pt x="9472457" y="2926080"/>
                  <a:pt x="9464040" y="2926080"/>
                </a:cubicBezTo>
                <a:cubicBezTo>
                  <a:pt x="9455623" y="2926080"/>
                  <a:pt x="9448800" y="2919257"/>
                  <a:pt x="9448800" y="2910840"/>
                </a:cubicBezTo>
                <a:cubicBezTo>
                  <a:pt x="9448800" y="2902423"/>
                  <a:pt x="9455623" y="2895600"/>
                  <a:pt x="9464040" y="2895600"/>
                </a:cubicBezTo>
                <a:cubicBezTo>
                  <a:pt x="9472457" y="2895600"/>
                  <a:pt x="9479280" y="2902423"/>
                  <a:pt x="9479280" y="2910840"/>
                </a:cubicBezTo>
                <a:close/>
                <a:moveTo>
                  <a:pt x="9479280" y="3063240"/>
                </a:moveTo>
                <a:cubicBezTo>
                  <a:pt x="9479280" y="3071657"/>
                  <a:pt x="9472457" y="3078480"/>
                  <a:pt x="9464040" y="3078480"/>
                </a:cubicBezTo>
                <a:cubicBezTo>
                  <a:pt x="9455623" y="3078480"/>
                  <a:pt x="9448800" y="3071657"/>
                  <a:pt x="9448800" y="3063240"/>
                </a:cubicBezTo>
                <a:cubicBezTo>
                  <a:pt x="9448800" y="3054823"/>
                  <a:pt x="9455623" y="3048000"/>
                  <a:pt x="9464040" y="3048000"/>
                </a:cubicBezTo>
                <a:cubicBezTo>
                  <a:pt x="9472457" y="3048000"/>
                  <a:pt x="9479280" y="3054823"/>
                  <a:pt x="9479280" y="3063240"/>
                </a:cubicBezTo>
                <a:close/>
                <a:moveTo>
                  <a:pt x="9479280" y="3215640"/>
                </a:moveTo>
                <a:cubicBezTo>
                  <a:pt x="9479280" y="3224057"/>
                  <a:pt x="9472457" y="3230880"/>
                  <a:pt x="9464040" y="3230880"/>
                </a:cubicBezTo>
                <a:cubicBezTo>
                  <a:pt x="9455623" y="3230880"/>
                  <a:pt x="9448800" y="3224057"/>
                  <a:pt x="9448800" y="3215640"/>
                </a:cubicBezTo>
                <a:cubicBezTo>
                  <a:pt x="9448800" y="3207223"/>
                  <a:pt x="9455623" y="3200400"/>
                  <a:pt x="9464040" y="3200400"/>
                </a:cubicBezTo>
                <a:cubicBezTo>
                  <a:pt x="9472457" y="3200400"/>
                  <a:pt x="9479280" y="3207223"/>
                  <a:pt x="9479280" y="3215640"/>
                </a:cubicBezTo>
                <a:close/>
                <a:moveTo>
                  <a:pt x="9479280" y="3368040"/>
                </a:moveTo>
                <a:cubicBezTo>
                  <a:pt x="9479280" y="3376457"/>
                  <a:pt x="9472457" y="3383280"/>
                  <a:pt x="9464040" y="3383280"/>
                </a:cubicBezTo>
                <a:cubicBezTo>
                  <a:pt x="9455623" y="3383280"/>
                  <a:pt x="9448800" y="3376457"/>
                  <a:pt x="9448800" y="3368040"/>
                </a:cubicBezTo>
                <a:cubicBezTo>
                  <a:pt x="9448800" y="3359623"/>
                  <a:pt x="9455623" y="3352800"/>
                  <a:pt x="9464040" y="3352800"/>
                </a:cubicBezTo>
                <a:cubicBezTo>
                  <a:pt x="9472457" y="3352800"/>
                  <a:pt x="9479280" y="3359623"/>
                  <a:pt x="9479280" y="3368040"/>
                </a:cubicBezTo>
                <a:close/>
                <a:moveTo>
                  <a:pt x="9479280" y="3520440"/>
                </a:moveTo>
                <a:cubicBezTo>
                  <a:pt x="9479280" y="3528857"/>
                  <a:pt x="9472457" y="3535680"/>
                  <a:pt x="9464040" y="3535680"/>
                </a:cubicBezTo>
                <a:cubicBezTo>
                  <a:pt x="9455623" y="3535680"/>
                  <a:pt x="9448800" y="3528857"/>
                  <a:pt x="9448800" y="3520440"/>
                </a:cubicBezTo>
                <a:cubicBezTo>
                  <a:pt x="9448800" y="3512023"/>
                  <a:pt x="9455623" y="3505200"/>
                  <a:pt x="9464040" y="3505200"/>
                </a:cubicBezTo>
                <a:cubicBezTo>
                  <a:pt x="9472457" y="3505200"/>
                  <a:pt x="9479280" y="3512023"/>
                  <a:pt x="9479280" y="3520440"/>
                </a:cubicBezTo>
                <a:close/>
                <a:moveTo>
                  <a:pt x="9479280" y="3672840"/>
                </a:moveTo>
                <a:cubicBezTo>
                  <a:pt x="9479280" y="3681257"/>
                  <a:pt x="9472457" y="3688080"/>
                  <a:pt x="9464040" y="3688080"/>
                </a:cubicBezTo>
                <a:cubicBezTo>
                  <a:pt x="9455623" y="3688080"/>
                  <a:pt x="9448800" y="3681257"/>
                  <a:pt x="9448800" y="3672840"/>
                </a:cubicBezTo>
                <a:cubicBezTo>
                  <a:pt x="9448800" y="3664423"/>
                  <a:pt x="9455623" y="3657600"/>
                  <a:pt x="9464040" y="3657600"/>
                </a:cubicBezTo>
                <a:cubicBezTo>
                  <a:pt x="9472457" y="3657600"/>
                  <a:pt x="9479280" y="3664423"/>
                  <a:pt x="9479280" y="3672840"/>
                </a:cubicBezTo>
                <a:close/>
                <a:moveTo>
                  <a:pt x="9479280" y="3825240"/>
                </a:moveTo>
                <a:cubicBezTo>
                  <a:pt x="9479280" y="3833657"/>
                  <a:pt x="9472457" y="3840480"/>
                  <a:pt x="9464040" y="3840480"/>
                </a:cubicBezTo>
                <a:cubicBezTo>
                  <a:pt x="9455623" y="3840480"/>
                  <a:pt x="9448800" y="3833657"/>
                  <a:pt x="9448800" y="3825240"/>
                </a:cubicBezTo>
                <a:cubicBezTo>
                  <a:pt x="9448800" y="3816823"/>
                  <a:pt x="9455623" y="3810000"/>
                  <a:pt x="9464040" y="3810000"/>
                </a:cubicBezTo>
                <a:cubicBezTo>
                  <a:pt x="9472457" y="3810000"/>
                  <a:pt x="9479280" y="3816823"/>
                  <a:pt x="9479280" y="3825240"/>
                </a:cubicBezTo>
                <a:close/>
                <a:moveTo>
                  <a:pt x="9479280" y="3977640"/>
                </a:moveTo>
                <a:cubicBezTo>
                  <a:pt x="9479280" y="3986057"/>
                  <a:pt x="9472457" y="3992880"/>
                  <a:pt x="9464040" y="3992880"/>
                </a:cubicBezTo>
                <a:cubicBezTo>
                  <a:pt x="9455623" y="3992880"/>
                  <a:pt x="9448800" y="3986057"/>
                  <a:pt x="9448800" y="3977640"/>
                </a:cubicBezTo>
                <a:cubicBezTo>
                  <a:pt x="9448800" y="3969223"/>
                  <a:pt x="9455623" y="3962400"/>
                  <a:pt x="9464040" y="3962400"/>
                </a:cubicBezTo>
                <a:cubicBezTo>
                  <a:pt x="9472457" y="3962400"/>
                  <a:pt x="9479280" y="3969223"/>
                  <a:pt x="9479280" y="3977640"/>
                </a:cubicBezTo>
                <a:close/>
                <a:moveTo>
                  <a:pt x="9479280" y="4130040"/>
                </a:moveTo>
                <a:cubicBezTo>
                  <a:pt x="9479280" y="4138457"/>
                  <a:pt x="9472457" y="4145280"/>
                  <a:pt x="9464040" y="4145280"/>
                </a:cubicBezTo>
                <a:cubicBezTo>
                  <a:pt x="9455623" y="4145280"/>
                  <a:pt x="9448800" y="4138457"/>
                  <a:pt x="9448800" y="4130040"/>
                </a:cubicBezTo>
                <a:cubicBezTo>
                  <a:pt x="9448800" y="4121623"/>
                  <a:pt x="9455623" y="4114800"/>
                  <a:pt x="9464040" y="4114800"/>
                </a:cubicBezTo>
                <a:cubicBezTo>
                  <a:pt x="9472457" y="4114800"/>
                  <a:pt x="9479280" y="4121623"/>
                  <a:pt x="9479280" y="4130040"/>
                </a:cubicBezTo>
                <a:close/>
                <a:moveTo>
                  <a:pt x="9479280" y="4282440"/>
                </a:moveTo>
                <a:cubicBezTo>
                  <a:pt x="9479280" y="4290857"/>
                  <a:pt x="9472457" y="4297680"/>
                  <a:pt x="9464040" y="4297680"/>
                </a:cubicBezTo>
                <a:cubicBezTo>
                  <a:pt x="9455623" y="4297680"/>
                  <a:pt x="9448800" y="4290857"/>
                  <a:pt x="9448800" y="4282440"/>
                </a:cubicBezTo>
                <a:cubicBezTo>
                  <a:pt x="9448800" y="4274023"/>
                  <a:pt x="9455623" y="4267200"/>
                  <a:pt x="9464040" y="4267200"/>
                </a:cubicBezTo>
                <a:cubicBezTo>
                  <a:pt x="9472457" y="4267200"/>
                  <a:pt x="9479280" y="4274023"/>
                  <a:pt x="9479280" y="4282440"/>
                </a:cubicBezTo>
                <a:close/>
                <a:moveTo>
                  <a:pt x="9479280" y="4434840"/>
                </a:moveTo>
                <a:cubicBezTo>
                  <a:pt x="9479280" y="4443257"/>
                  <a:pt x="9472457" y="4450080"/>
                  <a:pt x="9464040" y="4450080"/>
                </a:cubicBezTo>
                <a:cubicBezTo>
                  <a:pt x="9455623" y="4450080"/>
                  <a:pt x="9448800" y="4443257"/>
                  <a:pt x="9448800" y="4434840"/>
                </a:cubicBezTo>
                <a:cubicBezTo>
                  <a:pt x="9448800" y="4426423"/>
                  <a:pt x="9455623" y="4419600"/>
                  <a:pt x="9464040" y="4419600"/>
                </a:cubicBezTo>
                <a:cubicBezTo>
                  <a:pt x="9472457" y="4419600"/>
                  <a:pt x="9479280" y="4426423"/>
                  <a:pt x="9479280" y="4434840"/>
                </a:cubicBezTo>
                <a:close/>
                <a:moveTo>
                  <a:pt x="9631680" y="15240"/>
                </a:moveTo>
                <a:cubicBezTo>
                  <a:pt x="9631680" y="23657"/>
                  <a:pt x="9624857" y="30480"/>
                  <a:pt x="9616440" y="30480"/>
                </a:cubicBezTo>
                <a:cubicBezTo>
                  <a:pt x="9608023" y="30480"/>
                  <a:pt x="9601200" y="23657"/>
                  <a:pt x="9601200" y="15240"/>
                </a:cubicBezTo>
                <a:cubicBezTo>
                  <a:pt x="9601200" y="6823"/>
                  <a:pt x="9608023" y="0"/>
                  <a:pt x="9616440" y="0"/>
                </a:cubicBezTo>
                <a:cubicBezTo>
                  <a:pt x="9624857" y="0"/>
                  <a:pt x="9631680" y="6823"/>
                  <a:pt x="9631680" y="15240"/>
                </a:cubicBezTo>
                <a:close/>
                <a:moveTo>
                  <a:pt x="9631680" y="167640"/>
                </a:moveTo>
                <a:cubicBezTo>
                  <a:pt x="9631680" y="176057"/>
                  <a:pt x="9624857" y="182880"/>
                  <a:pt x="9616440" y="182880"/>
                </a:cubicBezTo>
                <a:cubicBezTo>
                  <a:pt x="9608023" y="182880"/>
                  <a:pt x="9601200" y="176057"/>
                  <a:pt x="9601200" y="167640"/>
                </a:cubicBezTo>
                <a:cubicBezTo>
                  <a:pt x="9601200" y="159223"/>
                  <a:pt x="9608023" y="152400"/>
                  <a:pt x="9616440" y="152400"/>
                </a:cubicBezTo>
                <a:cubicBezTo>
                  <a:pt x="9624857" y="152400"/>
                  <a:pt x="9631680" y="159223"/>
                  <a:pt x="9631680" y="167640"/>
                </a:cubicBezTo>
                <a:close/>
                <a:moveTo>
                  <a:pt x="9631680" y="320040"/>
                </a:moveTo>
                <a:cubicBezTo>
                  <a:pt x="9631680" y="328457"/>
                  <a:pt x="9624857" y="335280"/>
                  <a:pt x="9616440" y="335280"/>
                </a:cubicBezTo>
                <a:cubicBezTo>
                  <a:pt x="9608023" y="335280"/>
                  <a:pt x="9601200" y="328457"/>
                  <a:pt x="9601200" y="320040"/>
                </a:cubicBezTo>
                <a:cubicBezTo>
                  <a:pt x="9601200" y="311623"/>
                  <a:pt x="9608023" y="304800"/>
                  <a:pt x="9616440" y="304800"/>
                </a:cubicBezTo>
                <a:cubicBezTo>
                  <a:pt x="9624857" y="304800"/>
                  <a:pt x="9631680" y="311623"/>
                  <a:pt x="9631680" y="320040"/>
                </a:cubicBezTo>
                <a:close/>
                <a:moveTo>
                  <a:pt x="9631680" y="472440"/>
                </a:moveTo>
                <a:cubicBezTo>
                  <a:pt x="9631680" y="480857"/>
                  <a:pt x="9624857" y="487680"/>
                  <a:pt x="9616440" y="487680"/>
                </a:cubicBezTo>
                <a:cubicBezTo>
                  <a:pt x="9608023" y="487680"/>
                  <a:pt x="9601200" y="480857"/>
                  <a:pt x="9601200" y="472440"/>
                </a:cubicBezTo>
                <a:cubicBezTo>
                  <a:pt x="9601200" y="464023"/>
                  <a:pt x="9608023" y="457200"/>
                  <a:pt x="9616440" y="457200"/>
                </a:cubicBezTo>
                <a:cubicBezTo>
                  <a:pt x="9624857" y="457200"/>
                  <a:pt x="9631680" y="464023"/>
                  <a:pt x="9631680" y="472440"/>
                </a:cubicBezTo>
                <a:close/>
                <a:moveTo>
                  <a:pt x="9631680" y="624840"/>
                </a:moveTo>
                <a:cubicBezTo>
                  <a:pt x="9631680" y="633257"/>
                  <a:pt x="9624857" y="640080"/>
                  <a:pt x="9616440" y="640080"/>
                </a:cubicBezTo>
                <a:cubicBezTo>
                  <a:pt x="9608023" y="640080"/>
                  <a:pt x="9601200" y="633257"/>
                  <a:pt x="9601200" y="624840"/>
                </a:cubicBezTo>
                <a:cubicBezTo>
                  <a:pt x="9601200" y="616423"/>
                  <a:pt x="9608023" y="609600"/>
                  <a:pt x="9616440" y="609600"/>
                </a:cubicBezTo>
                <a:cubicBezTo>
                  <a:pt x="9624857" y="609600"/>
                  <a:pt x="9631680" y="616423"/>
                  <a:pt x="9631680" y="624840"/>
                </a:cubicBezTo>
                <a:close/>
                <a:moveTo>
                  <a:pt x="9631680" y="777240"/>
                </a:moveTo>
                <a:cubicBezTo>
                  <a:pt x="9631680" y="785657"/>
                  <a:pt x="9624857" y="792480"/>
                  <a:pt x="9616440" y="792480"/>
                </a:cubicBezTo>
                <a:cubicBezTo>
                  <a:pt x="9608023" y="792480"/>
                  <a:pt x="9601200" y="785657"/>
                  <a:pt x="9601200" y="777240"/>
                </a:cubicBezTo>
                <a:cubicBezTo>
                  <a:pt x="9601200" y="768823"/>
                  <a:pt x="9608023" y="762000"/>
                  <a:pt x="9616440" y="762000"/>
                </a:cubicBezTo>
                <a:cubicBezTo>
                  <a:pt x="9624857" y="762000"/>
                  <a:pt x="9631680" y="768823"/>
                  <a:pt x="9631680" y="777240"/>
                </a:cubicBezTo>
                <a:close/>
                <a:moveTo>
                  <a:pt x="9631680" y="929640"/>
                </a:moveTo>
                <a:cubicBezTo>
                  <a:pt x="9631680" y="938057"/>
                  <a:pt x="9624857" y="944880"/>
                  <a:pt x="9616440" y="944880"/>
                </a:cubicBezTo>
                <a:cubicBezTo>
                  <a:pt x="9608023" y="944880"/>
                  <a:pt x="9601200" y="938057"/>
                  <a:pt x="9601200" y="929640"/>
                </a:cubicBezTo>
                <a:cubicBezTo>
                  <a:pt x="9601200" y="921223"/>
                  <a:pt x="9608023" y="914400"/>
                  <a:pt x="9616440" y="914400"/>
                </a:cubicBezTo>
                <a:cubicBezTo>
                  <a:pt x="9624857" y="914400"/>
                  <a:pt x="9631680" y="921223"/>
                  <a:pt x="9631680" y="929640"/>
                </a:cubicBezTo>
                <a:close/>
                <a:moveTo>
                  <a:pt x="9631680" y="1082040"/>
                </a:moveTo>
                <a:cubicBezTo>
                  <a:pt x="9631680" y="1090457"/>
                  <a:pt x="9624857" y="1097280"/>
                  <a:pt x="9616440" y="1097280"/>
                </a:cubicBezTo>
                <a:cubicBezTo>
                  <a:pt x="9608023" y="1097280"/>
                  <a:pt x="9601200" y="1090457"/>
                  <a:pt x="9601200" y="1082040"/>
                </a:cubicBezTo>
                <a:cubicBezTo>
                  <a:pt x="9601200" y="1073623"/>
                  <a:pt x="9608023" y="1066800"/>
                  <a:pt x="9616440" y="1066800"/>
                </a:cubicBezTo>
                <a:cubicBezTo>
                  <a:pt x="9624857" y="1066800"/>
                  <a:pt x="9631680" y="1073623"/>
                  <a:pt x="9631680" y="1082040"/>
                </a:cubicBezTo>
                <a:close/>
                <a:moveTo>
                  <a:pt x="9631680" y="1234440"/>
                </a:moveTo>
                <a:cubicBezTo>
                  <a:pt x="9631680" y="1242857"/>
                  <a:pt x="9624857" y="1249680"/>
                  <a:pt x="9616440" y="1249680"/>
                </a:cubicBezTo>
                <a:cubicBezTo>
                  <a:pt x="9608023" y="1249680"/>
                  <a:pt x="9601200" y="1242857"/>
                  <a:pt x="9601200" y="1234440"/>
                </a:cubicBezTo>
                <a:cubicBezTo>
                  <a:pt x="9601200" y="1226023"/>
                  <a:pt x="9608023" y="1219200"/>
                  <a:pt x="9616440" y="1219200"/>
                </a:cubicBezTo>
                <a:cubicBezTo>
                  <a:pt x="9624857" y="1219200"/>
                  <a:pt x="9631680" y="1226023"/>
                  <a:pt x="9631680" y="1234440"/>
                </a:cubicBezTo>
                <a:close/>
                <a:moveTo>
                  <a:pt x="9631680" y="1386840"/>
                </a:moveTo>
                <a:cubicBezTo>
                  <a:pt x="9631680" y="1395257"/>
                  <a:pt x="9624857" y="1402080"/>
                  <a:pt x="9616440" y="1402080"/>
                </a:cubicBezTo>
                <a:cubicBezTo>
                  <a:pt x="9608023" y="1402080"/>
                  <a:pt x="9601200" y="1395257"/>
                  <a:pt x="9601200" y="1386840"/>
                </a:cubicBezTo>
                <a:cubicBezTo>
                  <a:pt x="9601200" y="1378423"/>
                  <a:pt x="9608023" y="1371600"/>
                  <a:pt x="9616440" y="1371600"/>
                </a:cubicBezTo>
                <a:cubicBezTo>
                  <a:pt x="9624857" y="1371600"/>
                  <a:pt x="9631680" y="1378423"/>
                  <a:pt x="9631680" y="1386840"/>
                </a:cubicBezTo>
                <a:close/>
                <a:moveTo>
                  <a:pt x="9631680" y="1539240"/>
                </a:moveTo>
                <a:cubicBezTo>
                  <a:pt x="9631680" y="1547657"/>
                  <a:pt x="9624857" y="1554480"/>
                  <a:pt x="9616440" y="1554480"/>
                </a:cubicBezTo>
                <a:cubicBezTo>
                  <a:pt x="9608023" y="1554480"/>
                  <a:pt x="9601200" y="1547657"/>
                  <a:pt x="9601200" y="1539240"/>
                </a:cubicBezTo>
                <a:cubicBezTo>
                  <a:pt x="9601200" y="1530823"/>
                  <a:pt x="9608023" y="1524000"/>
                  <a:pt x="9616440" y="1524000"/>
                </a:cubicBezTo>
                <a:cubicBezTo>
                  <a:pt x="9624857" y="1524000"/>
                  <a:pt x="9631680" y="1530823"/>
                  <a:pt x="9631680" y="1539240"/>
                </a:cubicBezTo>
                <a:close/>
                <a:moveTo>
                  <a:pt x="9631680" y="1691640"/>
                </a:moveTo>
                <a:cubicBezTo>
                  <a:pt x="9631680" y="1700057"/>
                  <a:pt x="9624857" y="1706880"/>
                  <a:pt x="9616440" y="1706880"/>
                </a:cubicBezTo>
                <a:cubicBezTo>
                  <a:pt x="9608023" y="1706880"/>
                  <a:pt x="9601200" y="1700057"/>
                  <a:pt x="9601200" y="1691640"/>
                </a:cubicBezTo>
                <a:cubicBezTo>
                  <a:pt x="9601200" y="1683223"/>
                  <a:pt x="9608023" y="1676400"/>
                  <a:pt x="9616440" y="1676400"/>
                </a:cubicBezTo>
                <a:cubicBezTo>
                  <a:pt x="9624857" y="1676400"/>
                  <a:pt x="9631680" y="1683223"/>
                  <a:pt x="9631680" y="1691640"/>
                </a:cubicBezTo>
                <a:close/>
                <a:moveTo>
                  <a:pt x="9631680" y="1844040"/>
                </a:moveTo>
                <a:cubicBezTo>
                  <a:pt x="9631680" y="1852457"/>
                  <a:pt x="9624857" y="1859280"/>
                  <a:pt x="9616440" y="1859280"/>
                </a:cubicBezTo>
                <a:cubicBezTo>
                  <a:pt x="9608023" y="1859280"/>
                  <a:pt x="9601200" y="1852457"/>
                  <a:pt x="9601200" y="1844040"/>
                </a:cubicBezTo>
                <a:cubicBezTo>
                  <a:pt x="9601200" y="1835623"/>
                  <a:pt x="9608023" y="1828800"/>
                  <a:pt x="9616440" y="1828800"/>
                </a:cubicBezTo>
                <a:cubicBezTo>
                  <a:pt x="9624857" y="1828800"/>
                  <a:pt x="9631680" y="1835623"/>
                  <a:pt x="9631680" y="1844040"/>
                </a:cubicBezTo>
                <a:close/>
                <a:moveTo>
                  <a:pt x="9631680" y="1996440"/>
                </a:moveTo>
                <a:cubicBezTo>
                  <a:pt x="9631680" y="2004857"/>
                  <a:pt x="9624857" y="2011680"/>
                  <a:pt x="9616440" y="2011680"/>
                </a:cubicBezTo>
                <a:cubicBezTo>
                  <a:pt x="9608023" y="2011680"/>
                  <a:pt x="9601200" y="2004857"/>
                  <a:pt x="9601200" y="1996440"/>
                </a:cubicBezTo>
                <a:cubicBezTo>
                  <a:pt x="9601200" y="1988023"/>
                  <a:pt x="9608023" y="1981200"/>
                  <a:pt x="9616440" y="1981200"/>
                </a:cubicBezTo>
                <a:cubicBezTo>
                  <a:pt x="9624857" y="1981200"/>
                  <a:pt x="9631680" y="1988023"/>
                  <a:pt x="9631680" y="1996440"/>
                </a:cubicBezTo>
                <a:close/>
                <a:moveTo>
                  <a:pt x="9631680" y="2148840"/>
                </a:moveTo>
                <a:cubicBezTo>
                  <a:pt x="9631680" y="2157257"/>
                  <a:pt x="9624857" y="2164080"/>
                  <a:pt x="9616440" y="2164080"/>
                </a:cubicBezTo>
                <a:cubicBezTo>
                  <a:pt x="9608023" y="2164080"/>
                  <a:pt x="9601200" y="2157257"/>
                  <a:pt x="9601200" y="2148840"/>
                </a:cubicBezTo>
                <a:cubicBezTo>
                  <a:pt x="9601200" y="2140423"/>
                  <a:pt x="9608023" y="2133600"/>
                  <a:pt x="9616440" y="2133600"/>
                </a:cubicBezTo>
                <a:cubicBezTo>
                  <a:pt x="9624857" y="2133600"/>
                  <a:pt x="9631680" y="2140423"/>
                  <a:pt x="9631680" y="2148840"/>
                </a:cubicBezTo>
                <a:close/>
                <a:moveTo>
                  <a:pt x="9631680" y="2301240"/>
                </a:moveTo>
                <a:cubicBezTo>
                  <a:pt x="9631680" y="2309657"/>
                  <a:pt x="9624857" y="2316480"/>
                  <a:pt x="9616440" y="2316480"/>
                </a:cubicBezTo>
                <a:cubicBezTo>
                  <a:pt x="9608023" y="2316480"/>
                  <a:pt x="9601200" y="2309657"/>
                  <a:pt x="9601200" y="2301240"/>
                </a:cubicBezTo>
                <a:cubicBezTo>
                  <a:pt x="9601200" y="2292823"/>
                  <a:pt x="9608023" y="2286000"/>
                  <a:pt x="9616440" y="2286000"/>
                </a:cubicBezTo>
                <a:cubicBezTo>
                  <a:pt x="9624857" y="2286000"/>
                  <a:pt x="9631680" y="2292823"/>
                  <a:pt x="9631680" y="2301240"/>
                </a:cubicBezTo>
                <a:close/>
                <a:moveTo>
                  <a:pt x="9631680" y="2453640"/>
                </a:moveTo>
                <a:cubicBezTo>
                  <a:pt x="9631680" y="2462057"/>
                  <a:pt x="9624857" y="2468880"/>
                  <a:pt x="9616440" y="2468880"/>
                </a:cubicBezTo>
                <a:cubicBezTo>
                  <a:pt x="9608023" y="2468880"/>
                  <a:pt x="9601200" y="2462057"/>
                  <a:pt x="9601200" y="2453640"/>
                </a:cubicBezTo>
                <a:cubicBezTo>
                  <a:pt x="9601200" y="2445223"/>
                  <a:pt x="9608023" y="2438400"/>
                  <a:pt x="9616440" y="2438400"/>
                </a:cubicBezTo>
                <a:cubicBezTo>
                  <a:pt x="9624857" y="2438400"/>
                  <a:pt x="9631680" y="2445223"/>
                  <a:pt x="9631680" y="2453640"/>
                </a:cubicBezTo>
                <a:close/>
                <a:moveTo>
                  <a:pt x="9631680" y="2606040"/>
                </a:moveTo>
                <a:cubicBezTo>
                  <a:pt x="9631680" y="2614457"/>
                  <a:pt x="9624857" y="2621280"/>
                  <a:pt x="9616440" y="2621280"/>
                </a:cubicBezTo>
                <a:cubicBezTo>
                  <a:pt x="9608023" y="2621280"/>
                  <a:pt x="9601200" y="2614457"/>
                  <a:pt x="9601200" y="2606040"/>
                </a:cubicBezTo>
                <a:cubicBezTo>
                  <a:pt x="9601200" y="2597623"/>
                  <a:pt x="9608023" y="2590800"/>
                  <a:pt x="9616440" y="2590800"/>
                </a:cubicBezTo>
                <a:cubicBezTo>
                  <a:pt x="9624857" y="2590800"/>
                  <a:pt x="9631680" y="2597623"/>
                  <a:pt x="9631680" y="2606040"/>
                </a:cubicBezTo>
                <a:close/>
                <a:moveTo>
                  <a:pt x="9631680" y="2758440"/>
                </a:moveTo>
                <a:cubicBezTo>
                  <a:pt x="9631680" y="2766857"/>
                  <a:pt x="9624857" y="2773680"/>
                  <a:pt x="9616440" y="2773680"/>
                </a:cubicBezTo>
                <a:cubicBezTo>
                  <a:pt x="9608023" y="2773680"/>
                  <a:pt x="9601200" y="2766857"/>
                  <a:pt x="9601200" y="2758440"/>
                </a:cubicBezTo>
                <a:cubicBezTo>
                  <a:pt x="9601200" y="2750023"/>
                  <a:pt x="9608023" y="2743200"/>
                  <a:pt x="9616440" y="2743200"/>
                </a:cubicBezTo>
                <a:cubicBezTo>
                  <a:pt x="9624857" y="2743200"/>
                  <a:pt x="9631680" y="2750023"/>
                  <a:pt x="9631680" y="2758440"/>
                </a:cubicBezTo>
                <a:close/>
                <a:moveTo>
                  <a:pt x="9631680" y="2910840"/>
                </a:moveTo>
                <a:cubicBezTo>
                  <a:pt x="9631680" y="2919257"/>
                  <a:pt x="9624857" y="2926080"/>
                  <a:pt x="9616440" y="2926080"/>
                </a:cubicBezTo>
                <a:cubicBezTo>
                  <a:pt x="9608023" y="2926080"/>
                  <a:pt x="9601200" y="2919257"/>
                  <a:pt x="9601200" y="2910840"/>
                </a:cubicBezTo>
                <a:cubicBezTo>
                  <a:pt x="9601200" y="2902423"/>
                  <a:pt x="9608023" y="2895600"/>
                  <a:pt x="9616440" y="2895600"/>
                </a:cubicBezTo>
                <a:cubicBezTo>
                  <a:pt x="9624857" y="2895600"/>
                  <a:pt x="9631680" y="2902423"/>
                  <a:pt x="9631680" y="2910840"/>
                </a:cubicBezTo>
                <a:close/>
                <a:moveTo>
                  <a:pt x="9631680" y="3063240"/>
                </a:moveTo>
                <a:cubicBezTo>
                  <a:pt x="9631680" y="3071657"/>
                  <a:pt x="9624857" y="3078480"/>
                  <a:pt x="9616440" y="3078480"/>
                </a:cubicBezTo>
                <a:cubicBezTo>
                  <a:pt x="9608023" y="3078480"/>
                  <a:pt x="9601200" y="3071657"/>
                  <a:pt x="9601200" y="3063240"/>
                </a:cubicBezTo>
                <a:cubicBezTo>
                  <a:pt x="9601200" y="3054823"/>
                  <a:pt x="9608023" y="3048000"/>
                  <a:pt x="9616440" y="3048000"/>
                </a:cubicBezTo>
                <a:cubicBezTo>
                  <a:pt x="9624857" y="3048000"/>
                  <a:pt x="9631680" y="3054823"/>
                  <a:pt x="9631680" y="3063240"/>
                </a:cubicBezTo>
                <a:close/>
                <a:moveTo>
                  <a:pt x="9631680" y="3215640"/>
                </a:moveTo>
                <a:cubicBezTo>
                  <a:pt x="9631680" y="3224057"/>
                  <a:pt x="9624857" y="3230880"/>
                  <a:pt x="9616440" y="3230880"/>
                </a:cubicBezTo>
                <a:cubicBezTo>
                  <a:pt x="9608023" y="3230880"/>
                  <a:pt x="9601200" y="3224057"/>
                  <a:pt x="9601200" y="3215640"/>
                </a:cubicBezTo>
                <a:cubicBezTo>
                  <a:pt x="9601200" y="3207223"/>
                  <a:pt x="9608023" y="3200400"/>
                  <a:pt x="9616440" y="3200400"/>
                </a:cubicBezTo>
                <a:cubicBezTo>
                  <a:pt x="9624857" y="3200400"/>
                  <a:pt x="9631680" y="3207223"/>
                  <a:pt x="9631680" y="3215640"/>
                </a:cubicBezTo>
                <a:close/>
                <a:moveTo>
                  <a:pt x="9631680" y="3368040"/>
                </a:moveTo>
                <a:cubicBezTo>
                  <a:pt x="9631680" y="3376457"/>
                  <a:pt x="9624857" y="3383280"/>
                  <a:pt x="9616440" y="3383280"/>
                </a:cubicBezTo>
                <a:cubicBezTo>
                  <a:pt x="9608023" y="3383280"/>
                  <a:pt x="9601200" y="3376457"/>
                  <a:pt x="9601200" y="3368040"/>
                </a:cubicBezTo>
                <a:cubicBezTo>
                  <a:pt x="9601200" y="3359623"/>
                  <a:pt x="9608023" y="3352800"/>
                  <a:pt x="9616440" y="3352800"/>
                </a:cubicBezTo>
                <a:cubicBezTo>
                  <a:pt x="9624857" y="3352800"/>
                  <a:pt x="9631680" y="3359623"/>
                  <a:pt x="9631680" y="3368040"/>
                </a:cubicBezTo>
                <a:close/>
                <a:moveTo>
                  <a:pt x="9631680" y="3520440"/>
                </a:moveTo>
                <a:cubicBezTo>
                  <a:pt x="9631680" y="3528857"/>
                  <a:pt x="9624857" y="3535680"/>
                  <a:pt x="9616440" y="3535680"/>
                </a:cubicBezTo>
                <a:cubicBezTo>
                  <a:pt x="9608023" y="3535680"/>
                  <a:pt x="9601200" y="3528857"/>
                  <a:pt x="9601200" y="3520440"/>
                </a:cubicBezTo>
                <a:cubicBezTo>
                  <a:pt x="9601200" y="3512023"/>
                  <a:pt x="9608023" y="3505200"/>
                  <a:pt x="9616440" y="3505200"/>
                </a:cubicBezTo>
                <a:cubicBezTo>
                  <a:pt x="9624857" y="3505200"/>
                  <a:pt x="9631680" y="3512023"/>
                  <a:pt x="9631680" y="3520440"/>
                </a:cubicBezTo>
                <a:close/>
                <a:moveTo>
                  <a:pt x="9631680" y="3672840"/>
                </a:moveTo>
                <a:cubicBezTo>
                  <a:pt x="9631680" y="3681257"/>
                  <a:pt x="9624857" y="3688080"/>
                  <a:pt x="9616440" y="3688080"/>
                </a:cubicBezTo>
                <a:cubicBezTo>
                  <a:pt x="9608023" y="3688080"/>
                  <a:pt x="9601200" y="3681257"/>
                  <a:pt x="9601200" y="3672840"/>
                </a:cubicBezTo>
                <a:cubicBezTo>
                  <a:pt x="9601200" y="3664423"/>
                  <a:pt x="9608023" y="3657600"/>
                  <a:pt x="9616440" y="3657600"/>
                </a:cubicBezTo>
                <a:cubicBezTo>
                  <a:pt x="9624857" y="3657600"/>
                  <a:pt x="9631680" y="3664423"/>
                  <a:pt x="9631680" y="3672840"/>
                </a:cubicBezTo>
                <a:close/>
                <a:moveTo>
                  <a:pt x="9631680" y="3825240"/>
                </a:moveTo>
                <a:cubicBezTo>
                  <a:pt x="9631680" y="3833657"/>
                  <a:pt x="9624857" y="3840480"/>
                  <a:pt x="9616440" y="3840480"/>
                </a:cubicBezTo>
                <a:cubicBezTo>
                  <a:pt x="9608023" y="3840480"/>
                  <a:pt x="9601200" y="3833657"/>
                  <a:pt x="9601200" y="3825240"/>
                </a:cubicBezTo>
                <a:cubicBezTo>
                  <a:pt x="9601200" y="3816823"/>
                  <a:pt x="9608023" y="3810000"/>
                  <a:pt x="9616440" y="3810000"/>
                </a:cubicBezTo>
                <a:cubicBezTo>
                  <a:pt x="9624857" y="3810000"/>
                  <a:pt x="9631680" y="3816823"/>
                  <a:pt x="9631680" y="3825240"/>
                </a:cubicBezTo>
                <a:close/>
                <a:moveTo>
                  <a:pt x="9631680" y="3977640"/>
                </a:moveTo>
                <a:cubicBezTo>
                  <a:pt x="9631680" y="3986057"/>
                  <a:pt x="9624857" y="3992880"/>
                  <a:pt x="9616440" y="3992880"/>
                </a:cubicBezTo>
                <a:cubicBezTo>
                  <a:pt x="9608023" y="3992880"/>
                  <a:pt x="9601200" y="3986057"/>
                  <a:pt x="9601200" y="3977640"/>
                </a:cubicBezTo>
                <a:cubicBezTo>
                  <a:pt x="9601200" y="3969223"/>
                  <a:pt x="9608023" y="3962400"/>
                  <a:pt x="9616440" y="3962400"/>
                </a:cubicBezTo>
                <a:cubicBezTo>
                  <a:pt x="9624857" y="3962400"/>
                  <a:pt x="9631680" y="3969223"/>
                  <a:pt x="9631680" y="3977640"/>
                </a:cubicBezTo>
                <a:close/>
                <a:moveTo>
                  <a:pt x="9631680" y="4130040"/>
                </a:moveTo>
                <a:cubicBezTo>
                  <a:pt x="9631680" y="4138457"/>
                  <a:pt x="9624857" y="4145280"/>
                  <a:pt x="9616440" y="4145280"/>
                </a:cubicBezTo>
                <a:cubicBezTo>
                  <a:pt x="9608023" y="4145280"/>
                  <a:pt x="9601200" y="4138457"/>
                  <a:pt x="9601200" y="4130040"/>
                </a:cubicBezTo>
                <a:cubicBezTo>
                  <a:pt x="9601200" y="4121623"/>
                  <a:pt x="9608023" y="4114800"/>
                  <a:pt x="9616440" y="4114800"/>
                </a:cubicBezTo>
                <a:cubicBezTo>
                  <a:pt x="9624857" y="4114800"/>
                  <a:pt x="9631680" y="4121623"/>
                  <a:pt x="9631680" y="4130040"/>
                </a:cubicBezTo>
                <a:close/>
                <a:moveTo>
                  <a:pt x="9631680" y="4282440"/>
                </a:moveTo>
                <a:cubicBezTo>
                  <a:pt x="9631680" y="4290857"/>
                  <a:pt x="9624857" y="4297680"/>
                  <a:pt x="9616440" y="4297680"/>
                </a:cubicBezTo>
                <a:cubicBezTo>
                  <a:pt x="9608023" y="4297680"/>
                  <a:pt x="9601200" y="4290857"/>
                  <a:pt x="9601200" y="4282440"/>
                </a:cubicBezTo>
                <a:cubicBezTo>
                  <a:pt x="9601200" y="4274023"/>
                  <a:pt x="9608023" y="4267200"/>
                  <a:pt x="9616440" y="4267200"/>
                </a:cubicBezTo>
                <a:cubicBezTo>
                  <a:pt x="9624857" y="4267200"/>
                  <a:pt x="9631680" y="4274023"/>
                  <a:pt x="9631680" y="4282440"/>
                </a:cubicBezTo>
                <a:close/>
                <a:moveTo>
                  <a:pt x="9631680" y="4434840"/>
                </a:moveTo>
                <a:cubicBezTo>
                  <a:pt x="9631680" y="4443257"/>
                  <a:pt x="9624857" y="4450080"/>
                  <a:pt x="9616440" y="4450080"/>
                </a:cubicBezTo>
                <a:cubicBezTo>
                  <a:pt x="9608023" y="4450080"/>
                  <a:pt x="9601200" y="4443257"/>
                  <a:pt x="9601200" y="4434840"/>
                </a:cubicBezTo>
                <a:cubicBezTo>
                  <a:pt x="9601200" y="4426423"/>
                  <a:pt x="9608023" y="4419600"/>
                  <a:pt x="9616440" y="4419600"/>
                </a:cubicBezTo>
                <a:cubicBezTo>
                  <a:pt x="9624857" y="4419600"/>
                  <a:pt x="9631680" y="4426423"/>
                  <a:pt x="9631680" y="4434840"/>
                </a:cubicBezTo>
                <a:close/>
                <a:moveTo>
                  <a:pt x="9784080" y="15240"/>
                </a:moveTo>
                <a:cubicBezTo>
                  <a:pt x="9784080" y="23657"/>
                  <a:pt x="9777257" y="30480"/>
                  <a:pt x="9768840" y="30480"/>
                </a:cubicBezTo>
                <a:cubicBezTo>
                  <a:pt x="9760423" y="30480"/>
                  <a:pt x="9753600" y="23657"/>
                  <a:pt x="9753600" y="15240"/>
                </a:cubicBezTo>
                <a:cubicBezTo>
                  <a:pt x="9753600" y="6823"/>
                  <a:pt x="9760423" y="0"/>
                  <a:pt x="9768840" y="0"/>
                </a:cubicBezTo>
                <a:cubicBezTo>
                  <a:pt x="9777257" y="0"/>
                  <a:pt x="9784080" y="6823"/>
                  <a:pt x="9784080" y="15240"/>
                </a:cubicBezTo>
                <a:close/>
                <a:moveTo>
                  <a:pt x="9784080" y="167640"/>
                </a:moveTo>
                <a:cubicBezTo>
                  <a:pt x="9784080" y="176057"/>
                  <a:pt x="9777257" y="182880"/>
                  <a:pt x="9768840" y="182880"/>
                </a:cubicBezTo>
                <a:cubicBezTo>
                  <a:pt x="9760423" y="182880"/>
                  <a:pt x="9753600" y="176057"/>
                  <a:pt x="9753600" y="167640"/>
                </a:cubicBezTo>
                <a:cubicBezTo>
                  <a:pt x="9753600" y="159223"/>
                  <a:pt x="9760423" y="152400"/>
                  <a:pt x="9768840" y="152400"/>
                </a:cubicBezTo>
                <a:cubicBezTo>
                  <a:pt x="9777257" y="152400"/>
                  <a:pt x="9784080" y="159223"/>
                  <a:pt x="9784080" y="167640"/>
                </a:cubicBezTo>
                <a:close/>
                <a:moveTo>
                  <a:pt x="9784080" y="320040"/>
                </a:moveTo>
                <a:cubicBezTo>
                  <a:pt x="9784080" y="328457"/>
                  <a:pt x="9777257" y="335280"/>
                  <a:pt x="9768840" y="335280"/>
                </a:cubicBezTo>
                <a:cubicBezTo>
                  <a:pt x="9760423" y="335280"/>
                  <a:pt x="9753600" y="328457"/>
                  <a:pt x="9753600" y="320040"/>
                </a:cubicBezTo>
                <a:cubicBezTo>
                  <a:pt x="9753600" y="311623"/>
                  <a:pt x="9760423" y="304800"/>
                  <a:pt x="9768840" y="304800"/>
                </a:cubicBezTo>
                <a:cubicBezTo>
                  <a:pt x="9777257" y="304800"/>
                  <a:pt x="9784080" y="311623"/>
                  <a:pt x="9784080" y="320040"/>
                </a:cubicBezTo>
                <a:close/>
                <a:moveTo>
                  <a:pt x="9784080" y="472440"/>
                </a:moveTo>
                <a:cubicBezTo>
                  <a:pt x="9784080" y="480857"/>
                  <a:pt x="9777257" y="487680"/>
                  <a:pt x="9768840" y="487680"/>
                </a:cubicBezTo>
                <a:cubicBezTo>
                  <a:pt x="9760423" y="487680"/>
                  <a:pt x="9753600" y="480857"/>
                  <a:pt x="9753600" y="472440"/>
                </a:cubicBezTo>
                <a:cubicBezTo>
                  <a:pt x="9753600" y="464023"/>
                  <a:pt x="9760423" y="457200"/>
                  <a:pt x="9768840" y="457200"/>
                </a:cubicBezTo>
                <a:cubicBezTo>
                  <a:pt x="9777257" y="457200"/>
                  <a:pt x="9784080" y="464023"/>
                  <a:pt x="9784080" y="472440"/>
                </a:cubicBezTo>
                <a:close/>
                <a:moveTo>
                  <a:pt x="9784080" y="624840"/>
                </a:moveTo>
                <a:cubicBezTo>
                  <a:pt x="9784080" y="633257"/>
                  <a:pt x="9777257" y="640080"/>
                  <a:pt x="9768840" y="640080"/>
                </a:cubicBezTo>
                <a:cubicBezTo>
                  <a:pt x="9760423" y="640080"/>
                  <a:pt x="9753600" y="633257"/>
                  <a:pt x="9753600" y="624840"/>
                </a:cubicBezTo>
                <a:cubicBezTo>
                  <a:pt x="9753600" y="616423"/>
                  <a:pt x="9760423" y="609600"/>
                  <a:pt x="9768840" y="609600"/>
                </a:cubicBezTo>
                <a:cubicBezTo>
                  <a:pt x="9777257" y="609600"/>
                  <a:pt x="9784080" y="616423"/>
                  <a:pt x="9784080" y="624840"/>
                </a:cubicBezTo>
                <a:close/>
                <a:moveTo>
                  <a:pt x="9784080" y="777240"/>
                </a:moveTo>
                <a:cubicBezTo>
                  <a:pt x="9784080" y="785657"/>
                  <a:pt x="9777257" y="792480"/>
                  <a:pt x="9768840" y="792480"/>
                </a:cubicBezTo>
                <a:cubicBezTo>
                  <a:pt x="9760423" y="792480"/>
                  <a:pt x="9753600" y="785657"/>
                  <a:pt x="9753600" y="777240"/>
                </a:cubicBezTo>
                <a:cubicBezTo>
                  <a:pt x="9753600" y="768823"/>
                  <a:pt x="9760423" y="762000"/>
                  <a:pt x="9768840" y="762000"/>
                </a:cubicBezTo>
                <a:cubicBezTo>
                  <a:pt x="9777257" y="762000"/>
                  <a:pt x="9784080" y="768823"/>
                  <a:pt x="9784080" y="777240"/>
                </a:cubicBezTo>
                <a:close/>
                <a:moveTo>
                  <a:pt x="9784080" y="929640"/>
                </a:moveTo>
                <a:cubicBezTo>
                  <a:pt x="9784080" y="938057"/>
                  <a:pt x="9777257" y="944880"/>
                  <a:pt x="9768840" y="944880"/>
                </a:cubicBezTo>
                <a:cubicBezTo>
                  <a:pt x="9760423" y="944880"/>
                  <a:pt x="9753600" y="938057"/>
                  <a:pt x="9753600" y="929640"/>
                </a:cubicBezTo>
                <a:cubicBezTo>
                  <a:pt x="9753600" y="921223"/>
                  <a:pt x="9760423" y="914400"/>
                  <a:pt x="9768840" y="914400"/>
                </a:cubicBezTo>
                <a:cubicBezTo>
                  <a:pt x="9777257" y="914400"/>
                  <a:pt x="9784080" y="921223"/>
                  <a:pt x="9784080" y="929640"/>
                </a:cubicBezTo>
                <a:close/>
                <a:moveTo>
                  <a:pt x="9784080" y="1082040"/>
                </a:moveTo>
                <a:cubicBezTo>
                  <a:pt x="9784080" y="1090457"/>
                  <a:pt x="9777257" y="1097280"/>
                  <a:pt x="9768840" y="1097280"/>
                </a:cubicBezTo>
                <a:cubicBezTo>
                  <a:pt x="9760423" y="1097280"/>
                  <a:pt x="9753600" y="1090457"/>
                  <a:pt x="9753600" y="1082040"/>
                </a:cubicBezTo>
                <a:cubicBezTo>
                  <a:pt x="9753600" y="1073623"/>
                  <a:pt x="9760423" y="1066800"/>
                  <a:pt x="9768840" y="1066800"/>
                </a:cubicBezTo>
                <a:cubicBezTo>
                  <a:pt x="9777257" y="1066800"/>
                  <a:pt x="9784080" y="1073623"/>
                  <a:pt x="9784080" y="1082040"/>
                </a:cubicBezTo>
                <a:close/>
                <a:moveTo>
                  <a:pt x="9784080" y="1234440"/>
                </a:moveTo>
                <a:cubicBezTo>
                  <a:pt x="9784080" y="1242857"/>
                  <a:pt x="9777257" y="1249680"/>
                  <a:pt x="9768840" y="1249680"/>
                </a:cubicBezTo>
                <a:cubicBezTo>
                  <a:pt x="9760423" y="1249680"/>
                  <a:pt x="9753600" y="1242857"/>
                  <a:pt x="9753600" y="1234440"/>
                </a:cubicBezTo>
                <a:cubicBezTo>
                  <a:pt x="9753600" y="1226023"/>
                  <a:pt x="9760423" y="1219200"/>
                  <a:pt x="9768840" y="1219200"/>
                </a:cubicBezTo>
                <a:cubicBezTo>
                  <a:pt x="9777257" y="1219200"/>
                  <a:pt x="9784080" y="1226023"/>
                  <a:pt x="9784080" y="1234440"/>
                </a:cubicBezTo>
                <a:close/>
                <a:moveTo>
                  <a:pt x="9784080" y="1386840"/>
                </a:moveTo>
                <a:cubicBezTo>
                  <a:pt x="9784080" y="1395257"/>
                  <a:pt x="9777257" y="1402080"/>
                  <a:pt x="9768840" y="1402080"/>
                </a:cubicBezTo>
                <a:cubicBezTo>
                  <a:pt x="9760423" y="1402080"/>
                  <a:pt x="9753600" y="1395257"/>
                  <a:pt x="9753600" y="1386840"/>
                </a:cubicBezTo>
                <a:cubicBezTo>
                  <a:pt x="9753600" y="1378423"/>
                  <a:pt x="9760423" y="1371600"/>
                  <a:pt x="9768840" y="1371600"/>
                </a:cubicBezTo>
                <a:cubicBezTo>
                  <a:pt x="9777257" y="1371600"/>
                  <a:pt x="9784080" y="1378423"/>
                  <a:pt x="9784080" y="1386840"/>
                </a:cubicBezTo>
                <a:close/>
                <a:moveTo>
                  <a:pt x="9784080" y="1539240"/>
                </a:moveTo>
                <a:cubicBezTo>
                  <a:pt x="9784080" y="1547657"/>
                  <a:pt x="9777257" y="1554480"/>
                  <a:pt x="9768840" y="1554480"/>
                </a:cubicBezTo>
                <a:cubicBezTo>
                  <a:pt x="9760423" y="1554480"/>
                  <a:pt x="9753600" y="1547657"/>
                  <a:pt x="9753600" y="1539240"/>
                </a:cubicBezTo>
                <a:cubicBezTo>
                  <a:pt x="9753600" y="1530823"/>
                  <a:pt x="9760423" y="1524000"/>
                  <a:pt x="9768840" y="1524000"/>
                </a:cubicBezTo>
                <a:cubicBezTo>
                  <a:pt x="9777257" y="1524000"/>
                  <a:pt x="9784080" y="1530823"/>
                  <a:pt x="9784080" y="1539240"/>
                </a:cubicBezTo>
                <a:close/>
                <a:moveTo>
                  <a:pt x="9784080" y="1691640"/>
                </a:moveTo>
                <a:cubicBezTo>
                  <a:pt x="9784080" y="1700057"/>
                  <a:pt x="9777257" y="1706880"/>
                  <a:pt x="9768840" y="1706880"/>
                </a:cubicBezTo>
                <a:cubicBezTo>
                  <a:pt x="9760423" y="1706880"/>
                  <a:pt x="9753600" y="1700057"/>
                  <a:pt x="9753600" y="1691640"/>
                </a:cubicBezTo>
                <a:cubicBezTo>
                  <a:pt x="9753600" y="1683223"/>
                  <a:pt x="9760423" y="1676400"/>
                  <a:pt x="9768840" y="1676400"/>
                </a:cubicBezTo>
                <a:cubicBezTo>
                  <a:pt x="9777257" y="1676400"/>
                  <a:pt x="9784080" y="1683223"/>
                  <a:pt x="9784080" y="1691640"/>
                </a:cubicBezTo>
                <a:close/>
                <a:moveTo>
                  <a:pt x="9784080" y="1844040"/>
                </a:moveTo>
                <a:cubicBezTo>
                  <a:pt x="9784080" y="1852457"/>
                  <a:pt x="9777257" y="1859280"/>
                  <a:pt x="9768840" y="1859280"/>
                </a:cubicBezTo>
                <a:cubicBezTo>
                  <a:pt x="9760423" y="1859280"/>
                  <a:pt x="9753600" y="1852457"/>
                  <a:pt x="9753600" y="1844040"/>
                </a:cubicBezTo>
                <a:cubicBezTo>
                  <a:pt x="9753600" y="1835623"/>
                  <a:pt x="9760423" y="1828800"/>
                  <a:pt x="9768840" y="1828800"/>
                </a:cubicBezTo>
                <a:cubicBezTo>
                  <a:pt x="9777257" y="1828800"/>
                  <a:pt x="9784080" y="1835623"/>
                  <a:pt x="9784080" y="1844040"/>
                </a:cubicBezTo>
                <a:close/>
                <a:moveTo>
                  <a:pt x="9784080" y="1996440"/>
                </a:moveTo>
                <a:cubicBezTo>
                  <a:pt x="9784080" y="2004857"/>
                  <a:pt x="9777257" y="2011680"/>
                  <a:pt x="9768840" y="2011680"/>
                </a:cubicBezTo>
                <a:cubicBezTo>
                  <a:pt x="9760423" y="2011680"/>
                  <a:pt x="9753600" y="2004857"/>
                  <a:pt x="9753600" y="1996440"/>
                </a:cubicBezTo>
                <a:cubicBezTo>
                  <a:pt x="9753600" y="1988023"/>
                  <a:pt x="9760423" y="1981200"/>
                  <a:pt x="9768840" y="1981200"/>
                </a:cubicBezTo>
                <a:cubicBezTo>
                  <a:pt x="9777257" y="1981200"/>
                  <a:pt x="9784080" y="1988023"/>
                  <a:pt x="9784080" y="1996440"/>
                </a:cubicBezTo>
                <a:close/>
                <a:moveTo>
                  <a:pt x="9784080" y="2148840"/>
                </a:moveTo>
                <a:cubicBezTo>
                  <a:pt x="9784080" y="2157257"/>
                  <a:pt x="9777257" y="2164080"/>
                  <a:pt x="9768840" y="2164080"/>
                </a:cubicBezTo>
                <a:cubicBezTo>
                  <a:pt x="9760423" y="2164080"/>
                  <a:pt x="9753600" y="2157257"/>
                  <a:pt x="9753600" y="2148840"/>
                </a:cubicBezTo>
                <a:cubicBezTo>
                  <a:pt x="9753600" y="2140423"/>
                  <a:pt x="9760423" y="2133600"/>
                  <a:pt x="9768840" y="2133600"/>
                </a:cubicBezTo>
                <a:cubicBezTo>
                  <a:pt x="9777257" y="2133600"/>
                  <a:pt x="9784080" y="2140423"/>
                  <a:pt x="9784080" y="2148840"/>
                </a:cubicBezTo>
                <a:close/>
                <a:moveTo>
                  <a:pt x="9784080" y="2301240"/>
                </a:moveTo>
                <a:cubicBezTo>
                  <a:pt x="9784080" y="2309657"/>
                  <a:pt x="9777257" y="2316480"/>
                  <a:pt x="9768840" y="2316480"/>
                </a:cubicBezTo>
                <a:cubicBezTo>
                  <a:pt x="9760423" y="2316480"/>
                  <a:pt x="9753600" y="2309657"/>
                  <a:pt x="9753600" y="2301240"/>
                </a:cubicBezTo>
                <a:cubicBezTo>
                  <a:pt x="9753600" y="2292823"/>
                  <a:pt x="9760423" y="2286000"/>
                  <a:pt x="9768840" y="2286000"/>
                </a:cubicBezTo>
                <a:cubicBezTo>
                  <a:pt x="9777257" y="2286000"/>
                  <a:pt x="9784080" y="2292823"/>
                  <a:pt x="9784080" y="2301240"/>
                </a:cubicBezTo>
                <a:close/>
                <a:moveTo>
                  <a:pt x="9784080" y="2453640"/>
                </a:moveTo>
                <a:cubicBezTo>
                  <a:pt x="9784080" y="2462057"/>
                  <a:pt x="9777257" y="2468880"/>
                  <a:pt x="9768840" y="2468880"/>
                </a:cubicBezTo>
                <a:cubicBezTo>
                  <a:pt x="9760423" y="2468880"/>
                  <a:pt x="9753600" y="2462057"/>
                  <a:pt x="9753600" y="2453640"/>
                </a:cubicBezTo>
                <a:cubicBezTo>
                  <a:pt x="9753600" y="2445223"/>
                  <a:pt x="9760423" y="2438400"/>
                  <a:pt x="9768840" y="2438400"/>
                </a:cubicBezTo>
                <a:cubicBezTo>
                  <a:pt x="9777257" y="2438400"/>
                  <a:pt x="9784080" y="2445223"/>
                  <a:pt x="9784080" y="2453640"/>
                </a:cubicBezTo>
                <a:close/>
                <a:moveTo>
                  <a:pt x="9784080" y="2606040"/>
                </a:moveTo>
                <a:cubicBezTo>
                  <a:pt x="9784080" y="2614457"/>
                  <a:pt x="9777257" y="2621280"/>
                  <a:pt x="9768840" y="2621280"/>
                </a:cubicBezTo>
                <a:cubicBezTo>
                  <a:pt x="9760423" y="2621280"/>
                  <a:pt x="9753600" y="2614457"/>
                  <a:pt x="9753600" y="2606040"/>
                </a:cubicBezTo>
                <a:cubicBezTo>
                  <a:pt x="9753600" y="2597623"/>
                  <a:pt x="9760423" y="2590800"/>
                  <a:pt x="9768840" y="2590800"/>
                </a:cubicBezTo>
                <a:cubicBezTo>
                  <a:pt x="9777257" y="2590800"/>
                  <a:pt x="9784080" y="2597623"/>
                  <a:pt x="9784080" y="2606040"/>
                </a:cubicBezTo>
                <a:close/>
                <a:moveTo>
                  <a:pt x="9784080" y="2758440"/>
                </a:moveTo>
                <a:cubicBezTo>
                  <a:pt x="9784080" y="2766857"/>
                  <a:pt x="9777257" y="2773680"/>
                  <a:pt x="9768840" y="2773680"/>
                </a:cubicBezTo>
                <a:cubicBezTo>
                  <a:pt x="9760423" y="2773680"/>
                  <a:pt x="9753600" y="2766857"/>
                  <a:pt x="9753600" y="2758440"/>
                </a:cubicBezTo>
                <a:cubicBezTo>
                  <a:pt x="9753600" y="2750023"/>
                  <a:pt x="9760423" y="2743200"/>
                  <a:pt x="9768840" y="2743200"/>
                </a:cubicBezTo>
                <a:cubicBezTo>
                  <a:pt x="9777257" y="2743200"/>
                  <a:pt x="9784080" y="2750023"/>
                  <a:pt x="9784080" y="2758440"/>
                </a:cubicBezTo>
                <a:close/>
                <a:moveTo>
                  <a:pt x="9784080" y="2910840"/>
                </a:moveTo>
                <a:cubicBezTo>
                  <a:pt x="9784080" y="2919257"/>
                  <a:pt x="9777257" y="2926080"/>
                  <a:pt x="9768840" y="2926080"/>
                </a:cubicBezTo>
                <a:cubicBezTo>
                  <a:pt x="9760423" y="2926080"/>
                  <a:pt x="9753600" y="2919257"/>
                  <a:pt x="9753600" y="2910840"/>
                </a:cubicBezTo>
                <a:cubicBezTo>
                  <a:pt x="9753600" y="2902423"/>
                  <a:pt x="9760423" y="2895600"/>
                  <a:pt x="9768840" y="2895600"/>
                </a:cubicBezTo>
                <a:cubicBezTo>
                  <a:pt x="9777257" y="2895600"/>
                  <a:pt x="9784080" y="2902423"/>
                  <a:pt x="9784080" y="2910840"/>
                </a:cubicBezTo>
                <a:close/>
                <a:moveTo>
                  <a:pt x="9784080" y="3063240"/>
                </a:moveTo>
                <a:cubicBezTo>
                  <a:pt x="9784080" y="3071657"/>
                  <a:pt x="9777257" y="3078480"/>
                  <a:pt x="9768840" y="3078480"/>
                </a:cubicBezTo>
                <a:cubicBezTo>
                  <a:pt x="9760423" y="3078480"/>
                  <a:pt x="9753600" y="3071657"/>
                  <a:pt x="9753600" y="3063240"/>
                </a:cubicBezTo>
                <a:cubicBezTo>
                  <a:pt x="9753600" y="3054823"/>
                  <a:pt x="9760423" y="3048000"/>
                  <a:pt x="9768840" y="3048000"/>
                </a:cubicBezTo>
                <a:cubicBezTo>
                  <a:pt x="9777257" y="3048000"/>
                  <a:pt x="9784080" y="3054823"/>
                  <a:pt x="9784080" y="3063240"/>
                </a:cubicBezTo>
                <a:close/>
                <a:moveTo>
                  <a:pt x="9784080" y="3215640"/>
                </a:moveTo>
                <a:cubicBezTo>
                  <a:pt x="9784080" y="3224057"/>
                  <a:pt x="9777257" y="3230880"/>
                  <a:pt x="9768840" y="3230880"/>
                </a:cubicBezTo>
                <a:cubicBezTo>
                  <a:pt x="9760423" y="3230880"/>
                  <a:pt x="9753600" y="3224057"/>
                  <a:pt x="9753600" y="3215640"/>
                </a:cubicBezTo>
                <a:cubicBezTo>
                  <a:pt x="9753600" y="3207223"/>
                  <a:pt x="9760423" y="3200400"/>
                  <a:pt x="9768840" y="3200400"/>
                </a:cubicBezTo>
                <a:cubicBezTo>
                  <a:pt x="9777257" y="3200400"/>
                  <a:pt x="9784080" y="3207223"/>
                  <a:pt x="9784080" y="3215640"/>
                </a:cubicBezTo>
                <a:close/>
                <a:moveTo>
                  <a:pt x="9784080" y="3368040"/>
                </a:moveTo>
                <a:cubicBezTo>
                  <a:pt x="9784080" y="3376457"/>
                  <a:pt x="9777257" y="3383280"/>
                  <a:pt x="9768840" y="3383280"/>
                </a:cubicBezTo>
                <a:cubicBezTo>
                  <a:pt x="9760423" y="3383280"/>
                  <a:pt x="9753600" y="3376457"/>
                  <a:pt x="9753600" y="3368040"/>
                </a:cubicBezTo>
                <a:cubicBezTo>
                  <a:pt x="9753600" y="3359623"/>
                  <a:pt x="9760423" y="3352800"/>
                  <a:pt x="9768840" y="3352800"/>
                </a:cubicBezTo>
                <a:cubicBezTo>
                  <a:pt x="9777257" y="3352800"/>
                  <a:pt x="9784080" y="3359623"/>
                  <a:pt x="9784080" y="3368040"/>
                </a:cubicBezTo>
                <a:close/>
                <a:moveTo>
                  <a:pt x="9784080" y="3520440"/>
                </a:moveTo>
                <a:cubicBezTo>
                  <a:pt x="9784080" y="3528857"/>
                  <a:pt x="9777257" y="3535680"/>
                  <a:pt x="9768840" y="3535680"/>
                </a:cubicBezTo>
                <a:cubicBezTo>
                  <a:pt x="9760423" y="3535680"/>
                  <a:pt x="9753600" y="3528857"/>
                  <a:pt x="9753600" y="3520440"/>
                </a:cubicBezTo>
                <a:cubicBezTo>
                  <a:pt x="9753600" y="3512023"/>
                  <a:pt x="9760423" y="3505200"/>
                  <a:pt x="9768840" y="3505200"/>
                </a:cubicBezTo>
                <a:cubicBezTo>
                  <a:pt x="9777257" y="3505200"/>
                  <a:pt x="9784080" y="3512023"/>
                  <a:pt x="9784080" y="3520440"/>
                </a:cubicBezTo>
                <a:close/>
                <a:moveTo>
                  <a:pt x="9784080" y="3672840"/>
                </a:moveTo>
                <a:cubicBezTo>
                  <a:pt x="9784080" y="3681257"/>
                  <a:pt x="9777257" y="3688080"/>
                  <a:pt x="9768840" y="3688080"/>
                </a:cubicBezTo>
                <a:cubicBezTo>
                  <a:pt x="9760423" y="3688080"/>
                  <a:pt x="9753600" y="3681257"/>
                  <a:pt x="9753600" y="3672840"/>
                </a:cubicBezTo>
                <a:cubicBezTo>
                  <a:pt x="9753600" y="3664423"/>
                  <a:pt x="9760423" y="3657600"/>
                  <a:pt x="9768840" y="3657600"/>
                </a:cubicBezTo>
                <a:cubicBezTo>
                  <a:pt x="9777257" y="3657600"/>
                  <a:pt x="9784080" y="3664423"/>
                  <a:pt x="9784080" y="3672840"/>
                </a:cubicBezTo>
                <a:close/>
                <a:moveTo>
                  <a:pt x="9784080" y="3825240"/>
                </a:moveTo>
                <a:cubicBezTo>
                  <a:pt x="9784080" y="3833657"/>
                  <a:pt x="9777257" y="3840480"/>
                  <a:pt x="9768840" y="3840480"/>
                </a:cubicBezTo>
                <a:cubicBezTo>
                  <a:pt x="9760423" y="3840480"/>
                  <a:pt x="9753600" y="3833657"/>
                  <a:pt x="9753600" y="3825240"/>
                </a:cubicBezTo>
                <a:cubicBezTo>
                  <a:pt x="9753600" y="3816823"/>
                  <a:pt x="9760423" y="3810000"/>
                  <a:pt x="9768840" y="3810000"/>
                </a:cubicBezTo>
                <a:cubicBezTo>
                  <a:pt x="9777257" y="3810000"/>
                  <a:pt x="9784080" y="3816823"/>
                  <a:pt x="9784080" y="3825240"/>
                </a:cubicBezTo>
                <a:close/>
                <a:moveTo>
                  <a:pt x="9784080" y="3977640"/>
                </a:moveTo>
                <a:cubicBezTo>
                  <a:pt x="9784080" y="3986057"/>
                  <a:pt x="9777257" y="3992880"/>
                  <a:pt x="9768840" y="3992880"/>
                </a:cubicBezTo>
                <a:cubicBezTo>
                  <a:pt x="9760423" y="3992880"/>
                  <a:pt x="9753600" y="3986057"/>
                  <a:pt x="9753600" y="3977640"/>
                </a:cubicBezTo>
                <a:cubicBezTo>
                  <a:pt x="9753600" y="3969223"/>
                  <a:pt x="9760423" y="3962400"/>
                  <a:pt x="9768840" y="3962400"/>
                </a:cubicBezTo>
                <a:cubicBezTo>
                  <a:pt x="9777257" y="3962400"/>
                  <a:pt x="9784080" y="3969223"/>
                  <a:pt x="9784080" y="3977640"/>
                </a:cubicBezTo>
                <a:close/>
                <a:moveTo>
                  <a:pt x="9784080" y="4130040"/>
                </a:moveTo>
                <a:cubicBezTo>
                  <a:pt x="9784080" y="4138457"/>
                  <a:pt x="9777257" y="4145280"/>
                  <a:pt x="9768840" y="4145280"/>
                </a:cubicBezTo>
                <a:cubicBezTo>
                  <a:pt x="9760423" y="4145280"/>
                  <a:pt x="9753600" y="4138457"/>
                  <a:pt x="9753600" y="4130040"/>
                </a:cubicBezTo>
                <a:cubicBezTo>
                  <a:pt x="9753600" y="4121623"/>
                  <a:pt x="9760423" y="4114800"/>
                  <a:pt x="9768840" y="4114800"/>
                </a:cubicBezTo>
                <a:cubicBezTo>
                  <a:pt x="9777257" y="4114800"/>
                  <a:pt x="9784080" y="4121623"/>
                  <a:pt x="9784080" y="4130040"/>
                </a:cubicBezTo>
                <a:close/>
                <a:moveTo>
                  <a:pt x="9784080" y="4282440"/>
                </a:moveTo>
                <a:cubicBezTo>
                  <a:pt x="9784080" y="4290857"/>
                  <a:pt x="9777257" y="4297680"/>
                  <a:pt x="9768840" y="4297680"/>
                </a:cubicBezTo>
                <a:cubicBezTo>
                  <a:pt x="9760423" y="4297680"/>
                  <a:pt x="9753600" y="4290857"/>
                  <a:pt x="9753600" y="4282440"/>
                </a:cubicBezTo>
                <a:cubicBezTo>
                  <a:pt x="9753600" y="4274023"/>
                  <a:pt x="9760423" y="4267200"/>
                  <a:pt x="9768840" y="4267200"/>
                </a:cubicBezTo>
                <a:cubicBezTo>
                  <a:pt x="9777257" y="4267200"/>
                  <a:pt x="9784080" y="4274023"/>
                  <a:pt x="9784080" y="4282440"/>
                </a:cubicBezTo>
                <a:close/>
                <a:moveTo>
                  <a:pt x="9784080" y="4434840"/>
                </a:moveTo>
                <a:cubicBezTo>
                  <a:pt x="9784080" y="4443257"/>
                  <a:pt x="9777257" y="4450080"/>
                  <a:pt x="9768840" y="4450080"/>
                </a:cubicBezTo>
                <a:cubicBezTo>
                  <a:pt x="9760423" y="4450080"/>
                  <a:pt x="9753600" y="4443257"/>
                  <a:pt x="9753600" y="4434840"/>
                </a:cubicBezTo>
                <a:cubicBezTo>
                  <a:pt x="9753600" y="4426423"/>
                  <a:pt x="9760423" y="4419600"/>
                  <a:pt x="9768840" y="4419600"/>
                </a:cubicBezTo>
                <a:cubicBezTo>
                  <a:pt x="9777257" y="4419600"/>
                  <a:pt x="9784080" y="4426423"/>
                  <a:pt x="9784080" y="4434840"/>
                </a:cubicBezTo>
                <a:close/>
                <a:moveTo>
                  <a:pt x="9936480" y="15240"/>
                </a:moveTo>
                <a:cubicBezTo>
                  <a:pt x="9936480" y="23657"/>
                  <a:pt x="9929657" y="30480"/>
                  <a:pt x="9921240" y="30480"/>
                </a:cubicBezTo>
                <a:cubicBezTo>
                  <a:pt x="9912823" y="30480"/>
                  <a:pt x="9906000" y="23657"/>
                  <a:pt x="9906000" y="15240"/>
                </a:cubicBezTo>
                <a:cubicBezTo>
                  <a:pt x="9906000" y="6823"/>
                  <a:pt x="9912823" y="0"/>
                  <a:pt x="9921240" y="0"/>
                </a:cubicBezTo>
                <a:cubicBezTo>
                  <a:pt x="9929657" y="0"/>
                  <a:pt x="9936480" y="6823"/>
                  <a:pt x="9936480" y="15240"/>
                </a:cubicBezTo>
                <a:close/>
                <a:moveTo>
                  <a:pt x="9936480" y="167640"/>
                </a:moveTo>
                <a:cubicBezTo>
                  <a:pt x="9936480" y="176057"/>
                  <a:pt x="9929657" y="182880"/>
                  <a:pt x="9921240" y="182880"/>
                </a:cubicBezTo>
                <a:cubicBezTo>
                  <a:pt x="9912823" y="182880"/>
                  <a:pt x="9906000" y="176057"/>
                  <a:pt x="9906000" y="167640"/>
                </a:cubicBezTo>
                <a:cubicBezTo>
                  <a:pt x="9906000" y="159223"/>
                  <a:pt x="9912823" y="152400"/>
                  <a:pt x="9921240" y="152400"/>
                </a:cubicBezTo>
                <a:cubicBezTo>
                  <a:pt x="9929657" y="152400"/>
                  <a:pt x="9936480" y="159223"/>
                  <a:pt x="9936480" y="167640"/>
                </a:cubicBezTo>
                <a:close/>
                <a:moveTo>
                  <a:pt x="9936480" y="320040"/>
                </a:moveTo>
                <a:cubicBezTo>
                  <a:pt x="9936480" y="328457"/>
                  <a:pt x="9929657" y="335280"/>
                  <a:pt x="9921240" y="335280"/>
                </a:cubicBezTo>
                <a:cubicBezTo>
                  <a:pt x="9912823" y="335280"/>
                  <a:pt x="9906000" y="328457"/>
                  <a:pt x="9906000" y="320040"/>
                </a:cubicBezTo>
                <a:cubicBezTo>
                  <a:pt x="9906000" y="311623"/>
                  <a:pt x="9912823" y="304800"/>
                  <a:pt x="9921240" y="304800"/>
                </a:cubicBezTo>
                <a:cubicBezTo>
                  <a:pt x="9929657" y="304800"/>
                  <a:pt x="9936480" y="311623"/>
                  <a:pt x="9936480" y="320040"/>
                </a:cubicBezTo>
                <a:close/>
                <a:moveTo>
                  <a:pt x="9936480" y="472440"/>
                </a:moveTo>
                <a:cubicBezTo>
                  <a:pt x="9936480" y="480857"/>
                  <a:pt x="9929657" y="487680"/>
                  <a:pt x="9921240" y="487680"/>
                </a:cubicBezTo>
                <a:cubicBezTo>
                  <a:pt x="9912823" y="487680"/>
                  <a:pt x="9906000" y="480857"/>
                  <a:pt x="9906000" y="472440"/>
                </a:cubicBezTo>
                <a:cubicBezTo>
                  <a:pt x="9906000" y="464023"/>
                  <a:pt x="9912823" y="457200"/>
                  <a:pt x="9921240" y="457200"/>
                </a:cubicBezTo>
                <a:cubicBezTo>
                  <a:pt x="9929657" y="457200"/>
                  <a:pt x="9936480" y="464023"/>
                  <a:pt x="9936480" y="472440"/>
                </a:cubicBezTo>
                <a:close/>
                <a:moveTo>
                  <a:pt x="9936480" y="624840"/>
                </a:moveTo>
                <a:cubicBezTo>
                  <a:pt x="9936480" y="633257"/>
                  <a:pt x="9929657" y="640080"/>
                  <a:pt x="9921240" y="640080"/>
                </a:cubicBezTo>
                <a:cubicBezTo>
                  <a:pt x="9912823" y="640080"/>
                  <a:pt x="9906000" y="633257"/>
                  <a:pt x="9906000" y="624840"/>
                </a:cubicBezTo>
                <a:cubicBezTo>
                  <a:pt x="9906000" y="616423"/>
                  <a:pt x="9912823" y="609600"/>
                  <a:pt x="9921240" y="609600"/>
                </a:cubicBezTo>
                <a:cubicBezTo>
                  <a:pt x="9929657" y="609600"/>
                  <a:pt x="9936480" y="616423"/>
                  <a:pt x="9936480" y="624840"/>
                </a:cubicBezTo>
                <a:close/>
                <a:moveTo>
                  <a:pt x="9936480" y="777240"/>
                </a:moveTo>
                <a:cubicBezTo>
                  <a:pt x="9936480" y="785657"/>
                  <a:pt x="9929657" y="792480"/>
                  <a:pt x="9921240" y="792480"/>
                </a:cubicBezTo>
                <a:cubicBezTo>
                  <a:pt x="9912823" y="792480"/>
                  <a:pt x="9906000" y="785657"/>
                  <a:pt x="9906000" y="777240"/>
                </a:cubicBezTo>
                <a:cubicBezTo>
                  <a:pt x="9906000" y="768823"/>
                  <a:pt x="9912823" y="762000"/>
                  <a:pt x="9921240" y="762000"/>
                </a:cubicBezTo>
                <a:cubicBezTo>
                  <a:pt x="9929657" y="762000"/>
                  <a:pt x="9936480" y="768823"/>
                  <a:pt x="9936480" y="777240"/>
                </a:cubicBezTo>
                <a:close/>
                <a:moveTo>
                  <a:pt x="9936480" y="929640"/>
                </a:moveTo>
                <a:cubicBezTo>
                  <a:pt x="9936480" y="938057"/>
                  <a:pt x="9929657" y="944880"/>
                  <a:pt x="9921240" y="944880"/>
                </a:cubicBezTo>
                <a:cubicBezTo>
                  <a:pt x="9912823" y="944880"/>
                  <a:pt x="9906000" y="938057"/>
                  <a:pt x="9906000" y="929640"/>
                </a:cubicBezTo>
                <a:cubicBezTo>
                  <a:pt x="9906000" y="921223"/>
                  <a:pt x="9912823" y="914400"/>
                  <a:pt x="9921240" y="914400"/>
                </a:cubicBezTo>
                <a:cubicBezTo>
                  <a:pt x="9929657" y="914400"/>
                  <a:pt x="9936480" y="921223"/>
                  <a:pt x="9936480" y="929640"/>
                </a:cubicBezTo>
                <a:close/>
                <a:moveTo>
                  <a:pt x="9936480" y="1082040"/>
                </a:moveTo>
                <a:cubicBezTo>
                  <a:pt x="9936480" y="1090457"/>
                  <a:pt x="9929657" y="1097280"/>
                  <a:pt x="9921240" y="1097280"/>
                </a:cubicBezTo>
                <a:cubicBezTo>
                  <a:pt x="9912823" y="1097280"/>
                  <a:pt x="9906000" y="1090457"/>
                  <a:pt x="9906000" y="1082040"/>
                </a:cubicBezTo>
                <a:cubicBezTo>
                  <a:pt x="9906000" y="1073623"/>
                  <a:pt x="9912823" y="1066800"/>
                  <a:pt x="9921240" y="1066800"/>
                </a:cubicBezTo>
                <a:cubicBezTo>
                  <a:pt x="9929657" y="1066800"/>
                  <a:pt x="9936480" y="1073623"/>
                  <a:pt x="9936480" y="1082040"/>
                </a:cubicBezTo>
                <a:close/>
                <a:moveTo>
                  <a:pt x="9936480" y="1234440"/>
                </a:moveTo>
                <a:cubicBezTo>
                  <a:pt x="9936480" y="1242857"/>
                  <a:pt x="9929657" y="1249680"/>
                  <a:pt x="9921240" y="1249680"/>
                </a:cubicBezTo>
                <a:cubicBezTo>
                  <a:pt x="9912823" y="1249680"/>
                  <a:pt x="9906000" y="1242857"/>
                  <a:pt x="9906000" y="1234440"/>
                </a:cubicBezTo>
                <a:cubicBezTo>
                  <a:pt x="9906000" y="1226023"/>
                  <a:pt x="9912823" y="1219200"/>
                  <a:pt x="9921240" y="1219200"/>
                </a:cubicBezTo>
                <a:cubicBezTo>
                  <a:pt x="9929657" y="1219200"/>
                  <a:pt x="9936480" y="1226023"/>
                  <a:pt x="9936480" y="1234440"/>
                </a:cubicBezTo>
                <a:close/>
                <a:moveTo>
                  <a:pt x="9936480" y="1386840"/>
                </a:moveTo>
                <a:cubicBezTo>
                  <a:pt x="9936480" y="1395257"/>
                  <a:pt x="9929657" y="1402080"/>
                  <a:pt x="9921240" y="1402080"/>
                </a:cubicBezTo>
                <a:cubicBezTo>
                  <a:pt x="9912823" y="1402080"/>
                  <a:pt x="9906000" y="1395257"/>
                  <a:pt x="9906000" y="1386840"/>
                </a:cubicBezTo>
                <a:cubicBezTo>
                  <a:pt x="9906000" y="1378423"/>
                  <a:pt x="9912823" y="1371600"/>
                  <a:pt x="9921240" y="1371600"/>
                </a:cubicBezTo>
                <a:cubicBezTo>
                  <a:pt x="9929657" y="1371600"/>
                  <a:pt x="9936480" y="1378423"/>
                  <a:pt x="9936480" y="1386840"/>
                </a:cubicBezTo>
                <a:close/>
                <a:moveTo>
                  <a:pt x="9936480" y="1539240"/>
                </a:moveTo>
                <a:cubicBezTo>
                  <a:pt x="9936480" y="1547657"/>
                  <a:pt x="9929657" y="1554480"/>
                  <a:pt x="9921240" y="1554480"/>
                </a:cubicBezTo>
                <a:cubicBezTo>
                  <a:pt x="9912823" y="1554480"/>
                  <a:pt x="9906000" y="1547657"/>
                  <a:pt x="9906000" y="1539240"/>
                </a:cubicBezTo>
                <a:cubicBezTo>
                  <a:pt x="9906000" y="1530823"/>
                  <a:pt x="9912823" y="1524000"/>
                  <a:pt x="9921240" y="1524000"/>
                </a:cubicBezTo>
                <a:cubicBezTo>
                  <a:pt x="9929657" y="1524000"/>
                  <a:pt x="9936480" y="1530823"/>
                  <a:pt x="9936480" y="1539240"/>
                </a:cubicBezTo>
                <a:close/>
                <a:moveTo>
                  <a:pt x="9936480" y="1691640"/>
                </a:moveTo>
                <a:cubicBezTo>
                  <a:pt x="9936480" y="1700057"/>
                  <a:pt x="9929657" y="1706880"/>
                  <a:pt x="9921240" y="1706880"/>
                </a:cubicBezTo>
                <a:cubicBezTo>
                  <a:pt x="9912823" y="1706880"/>
                  <a:pt x="9906000" y="1700057"/>
                  <a:pt x="9906000" y="1691640"/>
                </a:cubicBezTo>
                <a:cubicBezTo>
                  <a:pt x="9906000" y="1683223"/>
                  <a:pt x="9912823" y="1676400"/>
                  <a:pt x="9921240" y="1676400"/>
                </a:cubicBezTo>
                <a:cubicBezTo>
                  <a:pt x="9929657" y="1676400"/>
                  <a:pt x="9936480" y="1683223"/>
                  <a:pt x="9936480" y="1691640"/>
                </a:cubicBezTo>
                <a:close/>
                <a:moveTo>
                  <a:pt x="9936480" y="1844040"/>
                </a:moveTo>
                <a:cubicBezTo>
                  <a:pt x="9936480" y="1852457"/>
                  <a:pt x="9929657" y="1859280"/>
                  <a:pt x="9921240" y="1859280"/>
                </a:cubicBezTo>
                <a:cubicBezTo>
                  <a:pt x="9912823" y="1859280"/>
                  <a:pt x="9906000" y="1852457"/>
                  <a:pt x="9906000" y="1844040"/>
                </a:cubicBezTo>
                <a:cubicBezTo>
                  <a:pt x="9906000" y="1835623"/>
                  <a:pt x="9912823" y="1828800"/>
                  <a:pt x="9921240" y="1828800"/>
                </a:cubicBezTo>
                <a:cubicBezTo>
                  <a:pt x="9929657" y="1828800"/>
                  <a:pt x="9936480" y="1835623"/>
                  <a:pt x="9936480" y="1844040"/>
                </a:cubicBezTo>
                <a:close/>
                <a:moveTo>
                  <a:pt x="9936480" y="1996440"/>
                </a:moveTo>
                <a:cubicBezTo>
                  <a:pt x="9936480" y="2004857"/>
                  <a:pt x="9929657" y="2011680"/>
                  <a:pt x="9921240" y="2011680"/>
                </a:cubicBezTo>
                <a:cubicBezTo>
                  <a:pt x="9912823" y="2011680"/>
                  <a:pt x="9906000" y="2004857"/>
                  <a:pt x="9906000" y="1996440"/>
                </a:cubicBezTo>
                <a:cubicBezTo>
                  <a:pt x="9906000" y="1988023"/>
                  <a:pt x="9912823" y="1981200"/>
                  <a:pt x="9921240" y="1981200"/>
                </a:cubicBezTo>
                <a:cubicBezTo>
                  <a:pt x="9929657" y="1981200"/>
                  <a:pt x="9936480" y="1988023"/>
                  <a:pt x="9936480" y="1996440"/>
                </a:cubicBezTo>
                <a:close/>
                <a:moveTo>
                  <a:pt x="9936480" y="2148840"/>
                </a:moveTo>
                <a:cubicBezTo>
                  <a:pt x="9936480" y="2157257"/>
                  <a:pt x="9929657" y="2164080"/>
                  <a:pt x="9921240" y="2164080"/>
                </a:cubicBezTo>
                <a:cubicBezTo>
                  <a:pt x="9912823" y="2164080"/>
                  <a:pt x="9906000" y="2157257"/>
                  <a:pt x="9906000" y="2148840"/>
                </a:cubicBezTo>
                <a:cubicBezTo>
                  <a:pt x="9906000" y="2140423"/>
                  <a:pt x="9912823" y="2133600"/>
                  <a:pt x="9921240" y="2133600"/>
                </a:cubicBezTo>
                <a:cubicBezTo>
                  <a:pt x="9929657" y="2133600"/>
                  <a:pt x="9936480" y="2140423"/>
                  <a:pt x="9936480" y="2148840"/>
                </a:cubicBezTo>
                <a:close/>
                <a:moveTo>
                  <a:pt x="9936480" y="2301240"/>
                </a:moveTo>
                <a:cubicBezTo>
                  <a:pt x="9936480" y="2309657"/>
                  <a:pt x="9929657" y="2316480"/>
                  <a:pt x="9921240" y="2316480"/>
                </a:cubicBezTo>
                <a:cubicBezTo>
                  <a:pt x="9912823" y="2316480"/>
                  <a:pt x="9906000" y="2309657"/>
                  <a:pt x="9906000" y="2301240"/>
                </a:cubicBezTo>
                <a:cubicBezTo>
                  <a:pt x="9906000" y="2292823"/>
                  <a:pt x="9912823" y="2286000"/>
                  <a:pt x="9921240" y="2286000"/>
                </a:cubicBezTo>
                <a:cubicBezTo>
                  <a:pt x="9929657" y="2286000"/>
                  <a:pt x="9936480" y="2292823"/>
                  <a:pt x="9936480" y="2301240"/>
                </a:cubicBezTo>
                <a:close/>
                <a:moveTo>
                  <a:pt x="9936480" y="2453640"/>
                </a:moveTo>
                <a:cubicBezTo>
                  <a:pt x="9936480" y="2462057"/>
                  <a:pt x="9929657" y="2468880"/>
                  <a:pt x="9921240" y="2468880"/>
                </a:cubicBezTo>
                <a:cubicBezTo>
                  <a:pt x="9912823" y="2468880"/>
                  <a:pt x="9906000" y="2462057"/>
                  <a:pt x="9906000" y="2453640"/>
                </a:cubicBezTo>
                <a:cubicBezTo>
                  <a:pt x="9906000" y="2445223"/>
                  <a:pt x="9912823" y="2438400"/>
                  <a:pt x="9921240" y="2438400"/>
                </a:cubicBezTo>
                <a:cubicBezTo>
                  <a:pt x="9929657" y="2438400"/>
                  <a:pt x="9936480" y="2445223"/>
                  <a:pt x="9936480" y="2453640"/>
                </a:cubicBezTo>
                <a:close/>
                <a:moveTo>
                  <a:pt x="9936480" y="2606040"/>
                </a:moveTo>
                <a:cubicBezTo>
                  <a:pt x="9936480" y="2614457"/>
                  <a:pt x="9929657" y="2621280"/>
                  <a:pt x="9921240" y="2621280"/>
                </a:cubicBezTo>
                <a:cubicBezTo>
                  <a:pt x="9912823" y="2621280"/>
                  <a:pt x="9906000" y="2614457"/>
                  <a:pt x="9906000" y="2606040"/>
                </a:cubicBezTo>
                <a:cubicBezTo>
                  <a:pt x="9906000" y="2597623"/>
                  <a:pt x="9912823" y="2590800"/>
                  <a:pt x="9921240" y="2590800"/>
                </a:cubicBezTo>
                <a:cubicBezTo>
                  <a:pt x="9929657" y="2590800"/>
                  <a:pt x="9936480" y="2597623"/>
                  <a:pt x="9936480" y="2606040"/>
                </a:cubicBezTo>
                <a:close/>
                <a:moveTo>
                  <a:pt x="9936480" y="2758440"/>
                </a:moveTo>
                <a:cubicBezTo>
                  <a:pt x="9936480" y="2766857"/>
                  <a:pt x="9929657" y="2773680"/>
                  <a:pt x="9921240" y="2773680"/>
                </a:cubicBezTo>
                <a:cubicBezTo>
                  <a:pt x="9912823" y="2773680"/>
                  <a:pt x="9906000" y="2766857"/>
                  <a:pt x="9906000" y="2758440"/>
                </a:cubicBezTo>
                <a:cubicBezTo>
                  <a:pt x="9906000" y="2750023"/>
                  <a:pt x="9912823" y="2743200"/>
                  <a:pt x="9921240" y="2743200"/>
                </a:cubicBezTo>
                <a:cubicBezTo>
                  <a:pt x="9929657" y="2743200"/>
                  <a:pt x="9936480" y="2750023"/>
                  <a:pt x="9936480" y="2758440"/>
                </a:cubicBezTo>
                <a:close/>
                <a:moveTo>
                  <a:pt x="9936480" y="2910840"/>
                </a:moveTo>
                <a:cubicBezTo>
                  <a:pt x="9936480" y="2919257"/>
                  <a:pt x="9929657" y="2926080"/>
                  <a:pt x="9921240" y="2926080"/>
                </a:cubicBezTo>
                <a:cubicBezTo>
                  <a:pt x="9912823" y="2926080"/>
                  <a:pt x="9906000" y="2919257"/>
                  <a:pt x="9906000" y="2910840"/>
                </a:cubicBezTo>
                <a:cubicBezTo>
                  <a:pt x="9906000" y="2902423"/>
                  <a:pt x="9912823" y="2895600"/>
                  <a:pt x="9921240" y="2895600"/>
                </a:cubicBezTo>
                <a:cubicBezTo>
                  <a:pt x="9929657" y="2895600"/>
                  <a:pt x="9936480" y="2902423"/>
                  <a:pt x="9936480" y="2910840"/>
                </a:cubicBezTo>
                <a:close/>
                <a:moveTo>
                  <a:pt x="9936480" y="3063240"/>
                </a:moveTo>
                <a:cubicBezTo>
                  <a:pt x="9936480" y="3071657"/>
                  <a:pt x="9929657" y="3078480"/>
                  <a:pt x="9921240" y="3078480"/>
                </a:cubicBezTo>
                <a:cubicBezTo>
                  <a:pt x="9912823" y="3078480"/>
                  <a:pt x="9906000" y="3071657"/>
                  <a:pt x="9906000" y="3063240"/>
                </a:cubicBezTo>
                <a:cubicBezTo>
                  <a:pt x="9906000" y="3054823"/>
                  <a:pt x="9912823" y="3048000"/>
                  <a:pt x="9921240" y="3048000"/>
                </a:cubicBezTo>
                <a:cubicBezTo>
                  <a:pt x="9929657" y="3048000"/>
                  <a:pt x="9936480" y="3054823"/>
                  <a:pt x="9936480" y="3063240"/>
                </a:cubicBezTo>
                <a:close/>
                <a:moveTo>
                  <a:pt x="9936480" y="3215640"/>
                </a:moveTo>
                <a:cubicBezTo>
                  <a:pt x="9936480" y="3224057"/>
                  <a:pt x="9929657" y="3230880"/>
                  <a:pt x="9921240" y="3230880"/>
                </a:cubicBezTo>
                <a:cubicBezTo>
                  <a:pt x="9912823" y="3230880"/>
                  <a:pt x="9906000" y="3224057"/>
                  <a:pt x="9906000" y="3215640"/>
                </a:cubicBezTo>
                <a:cubicBezTo>
                  <a:pt x="9906000" y="3207223"/>
                  <a:pt x="9912823" y="3200400"/>
                  <a:pt x="9921240" y="3200400"/>
                </a:cubicBezTo>
                <a:cubicBezTo>
                  <a:pt x="9929657" y="3200400"/>
                  <a:pt x="9936480" y="3207223"/>
                  <a:pt x="9936480" y="3215640"/>
                </a:cubicBezTo>
                <a:close/>
                <a:moveTo>
                  <a:pt x="9936480" y="3368040"/>
                </a:moveTo>
                <a:cubicBezTo>
                  <a:pt x="9936480" y="3376457"/>
                  <a:pt x="9929657" y="3383280"/>
                  <a:pt x="9921240" y="3383280"/>
                </a:cubicBezTo>
                <a:cubicBezTo>
                  <a:pt x="9912823" y="3383280"/>
                  <a:pt x="9906000" y="3376457"/>
                  <a:pt x="9906000" y="3368040"/>
                </a:cubicBezTo>
                <a:cubicBezTo>
                  <a:pt x="9906000" y="3359623"/>
                  <a:pt x="9912823" y="3352800"/>
                  <a:pt x="9921240" y="3352800"/>
                </a:cubicBezTo>
                <a:cubicBezTo>
                  <a:pt x="9929657" y="3352800"/>
                  <a:pt x="9936480" y="3359623"/>
                  <a:pt x="9936480" y="3368040"/>
                </a:cubicBezTo>
                <a:close/>
                <a:moveTo>
                  <a:pt x="9936480" y="3520440"/>
                </a:moveTo>
                <a:cubicBezTo>
                  <a:pt x="9936480" y="3528857"/>
                  <a:pt x="9929657" y="3535680"/>
                  <a:pt x="9921240" y="3535680"/>
                </a:cubicBezTo>
                <a:cubicBezTo>
                  <a:pt x="9912823" y="3535680"/>
                  <a:pt x="9906000" y="3528857"/>
                  <a:pt x="9906000" y="3520440"/>
                </a:cubicBezTo>
                <a:cubicBezTo>
                  <a:pt x="9906000" y="3512023"/>
                  <a:pt x="9912823" y="3505200"/>
                  <a:pt x="9921240" y="3505200"/>
                </a:cubicBezTo>
                <a:cubicBezTo>
                  <a:pt x="9929657" y="3505200"/>
                  <a:pt x="9936480" y="3512023"/>
                  <a:pt x="9936480" y="3520440"/>
                </a:cubicBezTo>
                <a:close/>
                <a:moveTo>
                  <a:pt x="9936480" y="3672840"/>
                </a:moveTo>
                <a:cubicBezTo>
                  <a:pt x="9936480" y="3681257"/>
                  <a:pt x="9929657" y="3688080"/>
                  <a:pt x="9921240" y="3688080"/>
                </a:cubicBezTo>
                <a:cubicBezTo>
                  <a:pt x="9912823" y="3688080"/>
                  <a:pt x="9906000" y="3681257"/>
                  <a:pt x="9906000" y="3672840"/>
                </a:cubicBezTo>
                <a:cubicBezTo>
                  <a:pt x="9906000" y="3664423"/>
                  <a:pt x="9912823" y="3657600"/>
                  <a:pt x="9921240" y="3657600"/>
                </a:cubicBezTo>
                <a:cubicBezTo>
                  <a:pt x="9929657" y="3657600"/>
                  <a:pt x="9936480" y="3664423"/>
                  <a:pt x="9936480" y="3672840"/>
                </a:cubicBezTo>
                <a:close/>
                <a:moveTo>
                  <a:pt x="9936480" y="3825240"/>
                </a:moveTo>
                <a:cubicBezTo>
                  <a:pt x="9936480" y="3833657"/>
                  <a:pt x="9929657" y="3840480"/>
                  <a:pt x="9921240" y="3840480"/>
                </a:cubicBezTo>
                <a:cubicBezTo>
                  <a:pt x="9912823" y="3840480"/>
                  <a:pt x="9906000" y="3833657"/>
                  <a:pt x="9906000" y="3825240"/>
                </a:cubicBezTo>
                <a:cubicBezTo>
                  <a:pt x="9906000" y="3816823"/>
                  <a:pt x="9912823" y="3810000"/>
                  <a:pt x="9921240" y="3810000"/>
                </a:cubicBezTo>
                <a:cubicBezTo>
                  <a:pt x="9929657" y="3810000"/>
                  <a:pt x="9936480" y="3816823"/>
                  <a:pt x="9936480" y="3825240"/>
                </a:cubicBezTo>
                <a:close/>
                <a:moveTo>
                  <a:pt x="9936480" y="3977640"/>
                </a:moveTo>
                <a:cubicBezTo>
                  <a:pt x="9936480" y="3986057"/>
                  <a:pt x="9929657" y="3992880"/>
                  <a:pt x="9921240" y="3992880"/>
                </a:cubicBezTo>
                <a:cubicBezTo>
                  <a:pt x="9912823" y="3992880"/>
                  <a:pt x="9906000" y="3986057"/>
                  <a:pt x="9906000" y="3977640"/>
                </a:cubicBezTo>
                <a:cubicBezTo>
                  <a:pt x="9906000" y="3969223"/>
                  <a:pt x="9912823" y="3962400"/>
                  <a:pt x="9921240" y="3962400"/>
                </a:cubicBezTo>
                <a:cubicBezTo>
                  <a:pt x="9929657" y="3962400"/>
                  <a:pt x="9936480" y="3969223"/>
                  <a:pt x="9936480" y="3977640"/>
                </a:cubicBezTo>
                <a:close/>
                <a:moveTo>
                  <a:pt x="9936480" y="4130040"/>
                </a:moveTo>
                <a:cubicBezTo>
                  <a:pt x="9936480" y="4138457"/>
                  <a:pt x="9929657" y="4145280"/>
                  <a:pt x="9921240" y="4145280"/>
                </a:cubicBezTo>
                <a:cubicBezTo>
                  <a:pt x="9912823" y="4145280"/>
                  <a:pt x="9906000" y="4138457"/>
                  <a:pt x="9906000" y="4130040"/>
                </a:cubicBezTo>
                <a:cubicBezTo>
                  <a:pt x="9906000" y="4121623"/>
                  <a:pt x="9912823" y="4114800"/>
                  <a:pt x="9921240" y="4114800"/>
                </a:cubicBezTo>
                <a:cubicBezTo>
                  <a:pt x="9929657" y="4114800"/>
                  <a:pt x="9936480" y="4121623"/>
                  <a:pt x="9936480" y="4130040"/>
                </a:cubicBezTo>
                <a:close/>
                <a:moveTo>
                  <a:pt x="9936480" y="4282440"/>
                </a:moveTo>
                <a:cubicBezTo>
                  <a:pt x="9936480" y="4290857"/>
                  <a:pt x="9929657" y="4297680"/>
                  <a:pt x="9921240" y="4297680"/>
                </a:cubicBezTo>
                <a:cubicBezTo>
                  <a:pt x="9912823" y="4297680"/>
                  <a:pt x="9906000" y="4290857"/>
                  <a:pt x="9906000" y="4282440"/>
                </a:cubicBezTo>
                <a:cubicBezTo>
                  <a:pt x="9906000" y="4274023"/>
                  <a:pt x="9912823" y="4267200"/>
                  <a:pt x="9921240" y="4267200"/>
                </a:cubicBezTo>
                <a:cubicBezTo>
                  <a:pt x="9929657" y="4267200"/>
                  <a:pt x="9936480" y="4274023"/>
                  <a:pt x="9936480" y="4282440"/>
                </a:cubicBezTo>
                <a:close/>
                <a:moveTo>
                  <a:pt x="9936480" y="4434840"/>
                </a:moveTo>
                <a:cubicBezTo>
                  <a:pt x="9936480" y="4443257"/>
                  <a:pt x="9929657" y="4450080"/>
                  <a:pt x="9921240" y="4450080"/>
                </a:cubicBezTo>
                <a:cubicBezTo>
                  <a:pt x="9912823" y="4450080"/>
                  <a:pt x="9906000" y="4443257"/>
                  <a:pt x="9906000" y="4434840"/>
                </a:cubicBezTo>
                <a:cubicBezTo>
                  <a:pt x="9906000" y="4426423"/>
                  <a:pt x="9912823" y="4419600"/>
                  <a:pt x="9921240" y="4419600"/>
                </a:cubicBezTo>
                <a:cubicBezTo>
                  <a:pt x="9929657" y="4419600"/>
                  <a:pt x="9936480" y="4426423"/>
                  <a:pt x="9936480" y="4434840"/>
                </a:cubicBezTo>
                <a:close/>
                <a:moveTo>
                  <a:pt x="10088880" y="15240"/>
                </a:moveTo>
                <a:cubicBezTo>
                  <a:pt x="10088880" y="23657"/>
                  <a:pt x="10082057" y="30480"/>
                  <a:pt x="10073640" y="30480"/>
                </a:cubicBezTo>
                <a:cubicBezTo>
                  <a:pt x="10065223" y="30480"/>
                  <a:pt x="10058400" y="23657"/>
                  <a:pt x="10058400" y="15240"/>
                </a:cubicBezTo>
                <a:cubicBezTo>
                  <a:pt x="10058400" y="6823"/>
                  <a:pt x="10065223" y="0"/>
                  <a:pt x="10073640" y="0"/>
                </a:cubicBezTo>
                <a:cubicBezTo>
                  <a:pt x="10082057" y="0"/>
                  <a:pt x="10088880" y="6823"/>
                  <a:pt x="10088880" y="15240"/>
                </a:cubicBezTo>
                <a:close/>
                <a:moveTo>
                  <a:pt x="10088880" y="167640"/>
                </a:moveTo>
                <a:cubicBezTo>
                  <a:pt x="10088880" y="176057"/>
                  <a:pt x="10082057" y="182880"/>
                  <a:pt x="10073640" y="182880"/>
                </a:cubicBezTo>
                <a:cubicBezTo>
                  <a:pt x="10065223" y="182880"/>
                  <a:pt x="10058400" y="176057"/>
                  <a:pt x="10058400" y="167640"/>
                </a:cubicBezTo>
                <a:cubicBezTo>
                  <a:pt x="10058400" y="159223"/>
                  <a:pt x="10065223" y="152400"/>
                  <a:pt x="10073640" y="152400"/>
                </a:cubicBezTo>
                <a:cubicBezTo>
                  <a:pt x="10082057" y="152400"/>
                  <a:pt x="10088880" y="159223"/>
                  <a:pt x="10088880" y="167640"/>
                </a:cubicBezTo>
                <a:close/>
                <a:moveTo>
                  <a:pt x="10088880" y="320040"/>
                </a:moveTo>
                <a:cubicBezTo>
                  <a:pt x="10088880" y="328457"/>
                  <a:pt x="10082057" y="335280"/>
                  <a:pt x="10073640" y="335280"/>
                </a:cubicBezTo>
                <a:cubicBezTo>
                  <a:pt x="10065223" y="335280"/>
                  <a:pt x="10058400" y="328457"/>
                  <a:pt x="10058400" y="320040"/>
                </a:cubicBezTo>
                <a:cubicBezTo>
                  <a:pt x="10058400" y="311623"/>
                  <a:pt x="10065223" y="304800"/>
                  <a:pt x="10073640" y="304800"/>
                </a:cubicBezTo>
                <a:cubicBezTo>
                  <a:pt x="10082057" y="304800"/>
                  <a:pt x="10088880" y="311623"/>
                  <a:pt x="10088880" y="320040"/>
                </a:cubicBezTo>
                <a:close/>
                <a:moveTo>
                  <a:pt x="10088880" y="472440"/>
                </a:moveTo>
                <a:cubicBezTo>
                  <a:pt x="10088880" y="480857"/>
                  <a:pt x="10082057" y="487680"/>
                  <a:pt x="10073640" y="487680"/>
                </a:cubicBezTo>
                <a:cubicBezTo>
                  <a:pt x="10065223" y="487680"/>
                  <a:pt x="10058400" y="480857"/>
                  <a:pt x="10058400" y="472440"/>
                </a:cubicBezTo>
                <a:cubicBezTo>
                  <a:pt x="10058400" y="464023"/>
                  <a:pt x="10065223" y="457200"/>
                  <a:pt x="10073640" y="457200"/>
                </a:cubicBezTo>
                <a:cubicBezTo>
                  <a:pt x="10082057" y="457200"/>
                  <a:pt x="10088880" y="464023"/>
                  <a:pt x="10088880" y="472440"/>
                </a:cubicBezTo>
                <a:close/>
                <a:moveTo>
                  <a:pt x="10088880" y="624840"/>
                </a:moveTo>
                <a:cubicBezTo>
                  <a:pt x="10088880" y="633257"/>
                  <a:pt x="10082057" y="640080"/>
                  <a:pt x="10073640" y="640080"/>
                </a:cubicBezTo>
                <a:cubicBezTo>
                  <a:pt x="10065223" y="640080"/>
                  <a:pt x="10058400" y="633257"/>
                  <a:pt x="10058400" y="624840"/>
                </a:cubicBezTo>
                <a:cubicBezTo>
                  <a:pt x="10058400" y="616423"/>
                  <a:pt x="10065223" y="609600"/>
                  <a:pt x="10073640" y="609600"/>
                </a:cubicBezTo>
                <a:cubicBezTo>
                  <a:pt x="10082057" y="609600"/>
                  <a:pt x="10088880" y="616423"/>
                  <a:pt x="10088880" y="624840"/>
                </a:cubicBezTo>
                <a:close/>
                <a:moveTo>
                  <a:pt x="10088880" y="777240"/>
                </a:moveTo>
                <a:cubicBezTo>
                  <a:pt x="10088880" y="785657"/>
                  <a:pt x="10082057" y="792480"/>
                  <a:pt x="10073640" y="792480"/>
                </a:cubicBezTo>
                <a:cubicBezTo>
                  <a:pt x="10065223" y="792480"/>
                  <a:pt x="10058400" y="785657"/>
                  <a:pt x="10058400" y="777240"/>
                </a:cubicBezTo>
                <a:cubicBezTo>
                  <a:pt x="10058400" y="768823"/>
                  <a:pt x="10065223" y="762000"/>
                  <a:pt x="10073640" y="762000"/>
                </a:cubicBezTo>
                <a:cubicBezTo>
                  <a:pt x="10082057" y="762000"/>
                  <a:pt x="10088880" y="768823"/>
                  <a:pt x="10088880" y="777240"/>
                </a:cubicBezTo>
                <a:close/>
                <a:moveTo>
                  <a:pt x="10088880" y="929640"/>
                </a:moveTo>
                <a:cubicBezTo>
                  <a:pt x="10088880" y="938057"/>
                  <a:pt x="10082057" y="944880"/>
                  <a:pt x="10073640" y="944880"/>
                </a:cubicBezTo>
                <a:cubicBezTo>
                  <a:pt x="10065223" y="944880"/>
                  <a:pt x="10058400" y="938057"/>
                  <a:pt x="10058400" y="929640"/>
                </a:cubicBezTo>
                <a:cubicBezTo>
                  <a:pt x="10058400" y="921223"/>
                  <a:pt x="10065223" y="914400"/>
                  <a:pt x="10073640" y="914400"/>
                </a:cubicBezTo>
                <a:cubicBezTo>
                  <a:pt x="10082057" y="914400"/>
                  <a:pt x="10088880" y="921223"/>
                  <a:pt x="10088880" y="929640"/>
                </a:cubicBezTo>
                <a:close/>
                <a:moveTo>
                  <a:pt x="10088880" y="1082040"/>
                </a:moveTo>
                <a:cubicBezTo>
                  <a:pt x="10088880" y="1090457"/>
                  <a:pt x="10082057" y="1097280"/>
                  <a:pt x="10073640" y="1097280"/>
                </a:cubicBezTo>
                <a:cubicBezTo>
                  <a:pt x="10065223" y="1097280"/>
                  <a:pt x="10058400" y="1090457"/>
                  <a:pt x="10058400" y="1082040"/>
                </a:cubicBezTo>
                <a:cubicBezTo>
                  <a:pt x="10058400" y="1073623"/>
                  <a:pt x="10065223" y="1066800"/>
                  <a:pt x="10073640" y="1066800"/>
                </a:cubicBezTo>
                <a:cubicBezTo>
                  <a:pt x="10082057" y="1066800"/>
                  <a:pt x="10088880" y="1073623"/>
                  <a:pt x="10088880" y="1082040"/>
                </a:cubicBezTo>
                <a:close/>
                <a:moveTo>
                  <a:pt x="10088880" y="1234440"/>
                </a:moveTo>
                <a:cubicBezTo>
                  <a:pt x="10088880" y="1242857"/>
                  <a:pt x="10082057" y="1249680"/>
                  <a:pt x="10073640" y="1249680"/>
                </a:cubicBezTo>
                <a:cubicBezTo>
                  <a:pt x="10065223" y="1249680"/>
                  <a:pt x="10058400" y="1242857"/>
                  <a:pt x="10058400" y="1234440"/>
                </a:cubicBezTo>
                <a:cubicBezTo>
                  <a:pt x="10058400" y="1226023"/>
                  <a:pt x="10065223" y="1219200"/>
                  <a:pt x="10073640" y="1219200"/>
                </a:cubicBezTo>
                <a:cubicBezTo>
                  <a:pt x="10082057" y="1219200"/>
                  <a:pt x="10088880" y="1226023"/>
                  <a:pt x="10088880" y="1234440"/>
                </a:cubicBezTo>
                <a:close/>
                <a:moveTo>
                  <a:pt x="10088880" y="1386840"/>
                </a:moveTo>
                <a:cubicBezTo>
                  <a:pt x="10088880" y="1395257"/>
                  <a:pt x="10082057" y="1402080"/>
                  <a:pt x="10073640" y="1402080"/>
                </a:cubicBezTo>
                <a:cubicBezTo>
                  <a:pt x="10065223" y="1402080"/>
                  <a:pt x="10058400" y="1395257"/>
                  <a:pt x="10058400" y="1386840"/>
                </a:cubicBezTo>
                <a:cubicBezTo>
                  <a:pt x="10058400" y="1378423"/>
                  <a:pt x="10065223" y="1371600"/>
                  <a:pt x="10073640" y="1371600"/>
                </a:cubicBezTo>
                <a:cubicBezTo>
                  <a:pt x="10082057" y="1371600"/>
                  <a:pt x="10088880" y="1378423"/>
                  <a:pt x="10088880" y="1386840"/>
                </a:cubicBezTo>
                <a:close/>
                <a:moveTo>
                  <a:pt x="10088880" y="1539240"/>
                </a:moveTo>
                <a:cubicBezTo>
                  <a:pt x="10088880" y="1547657"/>
                  <a:pt x="10082057" y="1554480"/>
                  <a:pt x="10073640" y="1554480"/>
                </a:cubicBezTo>
                <a:cubicBezTo>
                  <a:pt x="10065223" y="1554480"/>
                  <a:pt x="10058400" y="1547657"/>
                  <a:pt x="10058400" y="1539240"/>
                </a:cubicBezTo>
                <a:cubicBezTo>
                  <a:pt x="10058400" y="1530823"/>
                  <a:pt x="10065223" y="1524000"/>
                  <a:pt x="10073640" y="1524000"/>
                </a:cubicBezTo>
                <a:cubicBezTo>
                  <a:pt x="10082057" y="1524000"/>
                  <a:pt x="10088880" y="1530823"/>
                  <a:pt x="10088880" y="1539240"/>
                </a:cubicBezTo>
                <a:close/>
                <a:moveTo>
                  <a:pt x="10088880" y="1691640"/>
                </a:moveTo>
                <a:cubicBezTo>
                  <a:pt x="10088880" y="1700057"/>
                  <a:pt x="10082057" y="1706880"/>
                  <a:pt x="10073640" y="1706880"/>
                </a:cubicBezTo>
                <a:cubicBezTo>
                  <a:pt x="10065223" y="1706880"/>
                  <a:pt x="10058400" y="1700057"/>
                  <a:pt x="10058400" y="1691640"/>
                </a:cubicBezTo>
                <a:cubicBezTo>
                  <a:pt x="10058400" y="1683223"/>
                  <a:pt x="10065223" y="1676400"/>
                  <a:pt x="10073640" y="1676400"/>
                </a:cubicBezTo>
                <a:cubicBezTo>
                  <a:pt x="10082057" y="1676400"/>
                  <a:pt x="10088880" y="1683223"/>
                  <a:pt x="10088880" y="1691640"/>
                </a:cubicBezTo>
                <a:close/>
                <a:moveTo>
                  <a:pt x="10088880" y="1844040"/>
                </a:moveTo>
                <a:cubicBezTo>
                  <a:pt x="10088880" y="1852457"/>
                  <a:pt x="10082057" y="1859280"/>
                  <a:pt x="10073640" y="1859280"/>
                </a:cubicBezTo>
                <a:cubicBezTo>
                  <a:pt x="10065223" y="1859280"/>
                  <a:pt x="10058400" y="1852457"/>
                  <a:pt x="10058400" y="1844040"/>
                </a:cubicBezTo>
                <a:cubicBezTo>
                  <a:pt x="10058400" y="1835623"/>
                  <a:pt x="10065223" y="1828800"/>
                  <a:pt x="10073640" y="1828800"/>
                </a:cubicBezTo>
                <a:cubicBezTo>
                  <a:pt x="10082057" y="1828800"/>
                  <a:pt x="10088880" y="1835623"/>
                  <a:pt x="10088880" y="1844040"/>
                </a:cubicBezTo>
                <a:close/>
                <a:moveTo>
                  <a:pt x="10088880" y="1996440"/>
                </a:moveTo>
                <a:cubicBezTo>
                  <a:pt x="10088880" y="2004857"/>
                  <a:pt x="10082057" y="2011680"/>
                  <a:pt x="10073640" y="2011680"/>
                </a:cubicBezTo>
                <a:cubicBezTo>
                  <a:pt x="10065223" y="2011680"/>
                  <a:pt x="10058400" y="2004857"/>
                  <a:pt x="10058400" y="1996440"/>
                </a:cubicBezTo>
                <a:cubicBezTo>
                  <a:pt x="10058400" y="1988023"/>
                  <a:pt x="10065223" y="1981200"/>
                  <a:pt x="10073640" y="1981200"/>
                </a:cubicBezTo>
                <a:cubicBezTo>
                  <a:pt x="10082057" y="1981200"/>
                  <a:pt x="10088880" y="1988023"/>
                  <a:pt x="10088880" y="1996440"/>
                </a:cubicBezTo>
                <a:close/>
                <a:moveTo>
                  <a:pt x="10088880" y="2148840"/>
                </a:moveTo>
                <a:cubicBezTo>
                  <a:pt x="10088880" y="2157257"/>
                  <a:pt x="10082057" y="2164080"/>
                  <a:pt x="10073640" y="2164080"/>
                </a:cubicBezTo>
                <a:cubicBezTo>
                  <a:pt x="10065223" y="2164080"/>
                  <a:pt x="10058400" y="2157257"/>
                  <a:pt x="10058400" y="2148840"/>
                </a:cubicBezTo>
                <a:cubicBezTo>
                  <a:pt x="10058400" y="2140423"/>
                  <a:pt x="10065223" y="2133600"/>
                  <a:pt x="10073640" y="2133600"/>
                </a:cubicBezTo>
                <a:cubicBezTo>
                  <a:pt x="10082057" y="2133600"/>
                  <a:pt x="10088880" y="2140423"/>
                  <a:pt x="10088880" y="2148840"/>
                </a:cubicBezTo>
                <a:close/>
                <a:moveTo>
                  <a:pt x="10088880" y="2301240"/>
                </a:moveTo>
                <a:cubicBezTo>
                  <a:pt x="10088880" y="2309657"/>
                  <a:pt x="10082057" y="2316480"/>
                  <a:pt x="10073640" y="2316480"/>
                </a:cubicBezTo>
                <a:cubicBezTo>
                  <a:pt x="10065223" y="2316480"/>
                  <a:pt x="10058400" y="2309657"/>
                  <a:pt x="10058400" y="2301240"/>
                </a:cubicBezTo>
                <a:cubicBezTo>
                  <a:pt x="10058400" y="2292823"/>
                  <a:pt x="10065223" y="2286000"/>
                  <a:pt x="10073640" y="2286000"/>
                </a:cubicBezTo>
                <a:cubicBezTo>
                  <a:pt x="10082057" y="2286000"/>
                  <a:pt x="10088880" y="2292823"/>
                  <a:pt x="10088880" y="2301240"/>
                </a:cubicBezTo>
                <a:close/>
                <a:moveTo>
                  <a:pt x="10088880" y="2453640"/>
                </a:moveTo>
                <a:cubicBezTo>
                  <a:pt x="10088880" y="2462057"/>
                  <a:pt x="10082057" y="2468880"/>
                  <a:pt x="10073640" y="2468880"/>
                </a:cubicBezTo>
                <a:cubicBezTo>
                  <a:pt x="10065223" y="2468880"/>
                  <a:pt x="10058400" y="2462057"/>
                  <a:pt x="10058400" y="2453640"/>
                </a:cubicBezTo>
                <a:cubicBezTo>
                  <a:pt x="10058400" y="2445223"/>
                  <a:pt x="10065223" y="2438400"/>
                  <a:pt x="10073640" y="2438400"/>
                </a:cubicBezTo>
                <a:cubicBezTo>
                  <a:pt x="10082057" y="2438400"/>
                  <a:pt x="10088880" y="2445223"/>
                  <a:pt x="10088880" y="2453640"/>
                </a:cubicBezTo>
                <a:close/>
                <a:moveTo>
                  <a:pt x="10088880" y="2606040"/>
                </a:moveTo>
                <a:cubicBezTo>
                  <a:pt x="10088880" y="2614457"/>
                  <a:pt x="10082057" y="2621280"/>
                  <a:pt x="10073640" y="2621280"/>
                </a:cubicBezTo>
                <a:cubicBezTo>
                  <a:pt x="10065223" y="2621280"/>
                  <a:pt x="10058400" y="2614457"/>
                  <a:pt x="10058400" y="2606040"/>
                </a:cubicBezTo>
                <a:cubicBezTo>
                  <a:pt x="10058400" y="2597623"/>
                  <a:pt x="10065223" y="2590800"/>
                  <a:pt x="10073640" y="2590800"/>
                </a:cubicBezTo>
                <a:cubicBezTo>
                  <a:pt x="10082057" y="2590800"/>
                  <a:pt x="10088880" y="2597623"/>
                  <a:pt x="10088880" y="2606040"/>
                </a:cubicBezTo>
                <a:close/>
                <a:moveTo>
                  <a:pt x="10088880" y="2758440"/>
                </a:moveTo>
                <a:cubicBezTo>
                  <a:pt x="10088880" y="2766857"/>
                  <a:pt x="10082057" y="2773680"/>
                  <a:pt x="10073640" y="2773680"/>
                </a:cubicBezTo>
                <a:cubicBezTo>
                  <a:pt x="10065223" y="2773680"/>
                  <a:pt x="10058400" y="2766857"/>
                  <a:pt x="10058400" y="2758440"/>
                </a:cubicBezTo>
                <a:cubicBezTo>
                  <a:pt x="10058400" y="2750023"/>
                  <a:pt x="10065223" y="2743200"/>
                  <a:pt x="10073640" y="2743200"/>
                </a:cubicBezTo>
                <a:cubicBezTo>
                  <a:pt x="10082057" y="2743200"/>
                  <a:pt x="10088880" y="2750023"/>
                  <a:pt x="10088880" y="2758440"/>
                </a:cubicBezTo>
                <a:close/>
                <a:moveTo>
                  <a:pt x="10088880" y="2910840"/>
                </a:moveTo>
                <a:cubicBezTo>
                  <a:pt x="10088880" y="2919257"/>
                  <a:pt x="10082057" y="2926080"/>
                  <a:pt x="10073640" y="2926080"/>
                </a:cubicBezTo>
                <a:cubicBezTo>
                  <a:pt x="10065223" y="2926080"/>
                  <a:pt x="10058400" y="2919257"/>
                  <a:pt x="10058400" y="2910840"/>
                </a:cubicBezTo>
                <a:cubicBezTo>
                  <a:pt x="10058400" y="2902423"/>
                  <a:pt x="10065223" y="2895600"/>
                  <a:pt x="10073640" y="2895600"/>
                </a:cubicBezTo>
                <a:cubicBezTo>
                  <a:pt x="10082057" y="2895600"/>
                  <a:pt x="10088880" y="2902423"/>
                  <a:pt x="10088880" y="2910840"/>
                </a:cubicBezTo>
                <a:close/>
                <a:moveTo>
                  <a:pt x="10088880" y="3063240"/>
                </a:moveTo>
                <a:cubicBezTo>
                  <a:pt x="10088880" y="3071657"/>
                  <a:pt x="10082057" y="3078480"/>
                  <a:pt x="10073640" y="3078480"/>
                </a:cubicBezTo>
                <a:cubicBezTo>
                  <a:pt x="10065223" y="3078480"/>
                  <a:pt x="10058400" y="3071657"/>
                  <a:pt x="10058400" y="3063240"/>
                </a:cubicBezTo>
                <a:cubicBezTo>
                  <a:pt x="10058400" y="3054823"/>
                  <a:pt x="10065223" y="3048000"/>
                  <a:pt x="10073640" y="3048000"/>
                </a:cubicBezTo>
                <a:cubicBezTo>
                  <a:pt x="10082057" y="3048000"/>
                  <a:pt x="10088880" y="3054823"/>
                  <a:pt x="10088880" y="3063240"/>
                </a:cubicBezTo>
                <a:close/>
                <a:moveTo>
                  <a:pt x="10088880" y="3215640"/>
                </a:moveTo>
                <a:cubicBezTo>
                  <a:pt x="10088880" y="3224057"/>
                  <a:pt x="10082057" y="3230880"/>
                  <a:pt x="10073640" y="3230880"/>
                </a:cubicBezTo>
                <a:cubicBezTo>
                  <a:pt x="10065223" y="3230880"/>
                  <a:pt x="10058400" y="3224057"/>
                  <a:pt x="10058400" y="3215640"/>
                </a:cubicBezTo>
                <a:cubicBezTo>
                  <a:pt x="10058400" y="3207223"/>
                  <a:pt x="10065223" y="3200400"/>
                  <a:pt x="10073640" y="3200400"/>
                </a:cubicBezTo>
                <a:cubicBezTo>
                  <a:pt x="10082057" y="3200400"/>
                  <a:pt x="10088880" y="3207223"/>
                  <a:pt x="10088880" y="3215640"/>
                </a:cubicBezTo>
                <a:close/>
                <a:moveTo>
                  <a:pt x="10088880" y="3368040"/>
                </a:moveTo>
                <a:cubicBezTo>
                  <a:pt x="10088880" y="3376457"/>
                  <a:pt x="10082057" y="3383280"/>
                  <a:pt x="10073640" y="3383280"/>
                </a:cubicBezTo>
                <a:cubicBezTo>
                  <a:pt x="10065223" y="3383280"/>
                  <a:pt x="10058400" y="3376457"/>
                  <a:pt x="10058400" y="3368040"/>
                </a:cubicBezTo>
                <a:cubicBezTo>
                  <a:pt x="10058400" y="3359623"/>
                  <a:pt x="10065223" y="3352800"/>
                  <a:pt x="10073640" y="3352800"/>
                </a:cubicBezTo>
                <a:cubicBezTo>
                  <a:pt x="10082057" y="3352800"/>
                  <a:pt x="10088880" y="3359623"/>
                  <a:pt x="10088880" y="3368040"/>
                </a:cubicBezTo>
                <a:close/>
                <a:moveTo>
                  <a:pt x="10088880" y="3520440"/>
                </a:moveTo>
                <a:cubicBezTo>
                  <a:pt x="10088880" y="3528857"/>
                  <a:pt x="10082057" y="3535680"/>
                  <a:pt x="10073640" y="3535680"/>
                </a:cubicBezTo>
                <a:cubicBezTo>
                  <a:pt x="10065223" y="3535680"/>
                  <a:pt x="10058400" y="3528857"/>
                  <a:pt x="10058400" y="3520440"/>
                </a:cubicBezTo>
                <a:cubicBezTo>
                  <a:pt x="10058400" y="3512023"/>
                  <a:pt x="10065223" y="3505200"/>
                  <a:pt x="10073640" y="3505200"/>
                </a:cubicBezTo>
                <a:cubicBezTo>
                  <a:pt x="10082057" y="3505200"/>
                  <a:pt x="10088880" y="3512023"/>
                  <a:pt x="10088880" y="3520440"/>
                </a:cubicBezTo>
                <a:close/>
                <a:moveTo>
                  <a:pt x="10088880" y="3672840"/>
                </a:moveTo>
                <a:cubicBezTo>
                  <a:pt x="10088880" y="3681257"/>
                  <a:pt x="10082057" y="3688080"/>
                  <a:pt x="10073640" y="3688080"/>
                </a:cubicBezTo>
                <a:cubicBezTo>
                  <a:pt x="10065223" y="3688080"/>
                  <a:pt x="10058400" y="3681257"/>
                  <a:pt x="10058400" y="3672840"/>
                </a:cubicBezTo>
                <a:cubicBezTo>
                  <a:pt x="10058400" y="3664423"/>
                  <a:pt x="10065223" y="3657600"/>
                  <a:pt x="10073640" y="3657600"/>
                </a:cubicBezTo>
                <a:cubicBezTo>
                  <a:pt x="10082057" y="3657600"/>
                  <a:pt x="10088880" y="3664423"/>
                  <a:pt x="10088880" y="3672840"/>
                </a:cubicBezTo>
                <a:close/>
                <a:moveTo>
                  <a:pt x="10088880" y="3825240"/>
                </a:moveTo>
                <a:cubicBezTo>
                  <a:pt x="10088880" y="3833657"/>
                  <a:pt x="10082057" y="3840480"/>
                  <a:pt x="10073640" y="3840480"/>
                </a:cubicBezTo>
                <a:cubicBezTo>
                  <a:pt x="10065223" y="3840480"/>
                  <a:pt x="10058400" y="3833657"/>
                  <a:pt x="10058400" y="3825240"/>
                </a:cubicBezTo>
                <a:cubicBezTo>
                  <a:pt x="10058400" y="3816823"/>
                  <a:pt x="10065223" y="3810000"/>
                  <a:pt x="10073640" y="3810000"/>
                </a:cubicBezTo>
                <a:cubicBezTo>
                  <a:pt x="10082057" y="3810000"/>
                  <a:pt x="10088880" y="3816823"/>
                  <a:pt x="10088880" y="3825240"/>
                </a:cubicBezTo>
                <a:close/>
                <a:moveTo>
                  <a:pt x="10088880" y="3977640"/>
                </a:moveTo>
                <a:cubicBezTo>
                  <a:pt x="10088880" y="3986057"/>
                  <a:pt x="10082057" y="3992880"/>
                  <a:pt x="10073640" y="3992880"/>
                </a:cubicBezTo>
                <a:cubicBezTo>
                  <a:pt x="10065223" y="3992880"/>
                  <a:pt x="10058400" y="3986057"/>
                  <a:pt x="10058400" y="3977640"/>
                </a:cubicBezTo>
                <a:cubicBezTo>
                  <a:pt x="10058400" y="3969223"/>
                  <a:pt x="10065223" y="3962400"/>
                  <a:pt x="10073640" y="3962400"/>
                </a:cubicBezTo>
                <a:cubicBezTo>
                  <a:pt x="10082057" y="3962400"/>
                  <a:pt x="10088880" y="3969223"/>
                  <a:pt x="10088880" y="3977640"/>
                </a:cubicBezTo>
                <a:close/>
                <a:moveTo>
                  <a:pt x="10088880" y="4130040"/>
                </a:moveTo>
                <a:cubicBezTo>
                  <a:pt x="10088880" y="4138457"/>
                  <a:pt x="10082057" y="4145280"/>
                  <a:pt x="10073640" y="4145280"/>
                </a:cubicBezTo>
                <a:cubicBezTo>
                  <a:pt x="10065223" y="4145280"/>
                  <a:pt x="10058400" y="4138457"/>
                  <a:pt x="10058400" y="4130040"/>
                </a:cubicBezTo>
                <a:cubicBezTo>
                  <a:pt x="10058400" y="4121623"/>
                  <a:pt x="10065223" y="4114800"/>
                  <a:pt x="10073640" y="4114800"/>
                </a:cubicBezTo>
                <a:cubicBezTo>
                  <a:pt x="10082057" y="4114800"/>
                  <a:pt x="10088880" y="4121623"/>
                  <a:pt x="10088880" y="4130040"/>
                </a:cubicBezTo>
                <a:close/>
                <a:moveTo>
                  <a:pt x="10088880" y="4282440"/>
                </a:moveTo>
                <a:cubicBezTo>
                  <a:pt x="10088880" y="4290857"/>
                  <a:pt x="10082057" y="4297680"/>
                  <a:pt x="10073640" y="4297680"/>
                </a:cubicBezTo>
                <a:cubicBezTo>
                  <a:pt x="10065223" y="4297680"/>
                  <a:pt x="10058400" y="4290857"/>
                  <a:pt x="10058400" y="4282440"/>
                </a:cubicBezTo>
                <a:cubicBezTo>
                  <a:pt x="10058400" y="4274023"/>
                  <a:pt x="10065223" y="4267200"/>
                  <a:pt x="10073640" y="4267200"/>
                </a:cubicBezTo>
                <a:cubicBezTo>
                  <a:pt x="10082057" y="4267200"/>
                  <a:pt x="10088880" y="4274023"/>
                  <a:pt x="10088880" y="4282440"/>
                </a:cubicBezTo>
                <a:close/>
                <a:moveTo>
                  <a:pt x="10088880" y="4434840"/>
                </a:moveTo>
                <a:cubicBezTo>
                  <a:pt x="10088880" y="4443257"/>
                  <a:pt x="10082057" y="4450080"/>
                  <a:pt x="10073640" y="4450080"/>
                </a:cubicBezTo>
                <a:cubicBezTo>
                  <a:pt x="10065223" y="4450080"/>
                  <a:pt x="10058400" y="4443257"/>
                  <a:pt x="10058400" y="4434840"/>
                </a:cubicBezTo>
                <a:cubicBezTo>
                  <a:pt x="10058400" y="4426423"/>
                  <a:pt x="10065223" y="4419600"/>
                  <a:pt x="10073640" y="4419600"/>
                </a:cubicBezTo>
                <a:cubicBezTo>
                  <a:pt x="10082057" y="4419600"/>
                  <a:pt x="10088880" y="4426423"/>
                  <a:pt x="10088880" y="4434840"/>
                </a:cubicBezTo>
                <a:close/>
                <a:moveTo>
                  <a:pt x="10241280" y="15240"/>
                </a:moveTo>
                <a:cubicBezTo>
                  <a:pt x="10241280" y="23657"/>
                  <a:pt x="10234457" y="30480"/>
                  <a:pt x="10226040" y="30480"/>
                </a:cubicBezTo>
                <a:cubicBezTo>
                  <a:pt x="10217623" y="30480"/>
                  <a:pt x="10210800" y="23657"/>
                  <a:pt x="10210800" y="15240"/>
                </a:cubicBezTo>
                <a:cubicBezTo>
                  <a:pt x="10210800" y="6823"/>
                  <a:pt x="10217623" y="0"/>
                  <a:pt x="10226040" y="0"/>
                </a:cubicBezTo>
                <a:cubicBezTo>
                  <a:pt x="10234457" y="0"/>
                  <a:pt x="10241280" y="6823"/>
                  <a:pt x="10241280" y="15240"/>
                </a:cubicBezTo>
                <a:close/>
                <a:moveTo>
                  <a:pt x="10241280" y="167640"/>
                </a:moveTo>
                <a:cubicBezTo>
                  <a:pt x="10241280" y="176057"/>
                  <a:pt x="10234457" y="182880"/>
                  <a:pt x="10226040" y="182880"/>
                </a:cubicBezTo>
                <a:cubicBezTo>
                  <a:pt x="10217623" y="182880"/>
                  <a:pt x="10210800" y="176057"/>
                  <a:pt x="10210800" y="167640"/>
                </a:cubicBezTo>
                <a:cubicBezTo>
                  <a:pt x="10210800" y="159223"/>
                  <a:pt x="10217623" y="152400"/>
                  <a:pt x="10226040" y="152400"/>
                </a:cubicBezTo>
                <a:cubicBezTo>
                  <a:pt x="10234457" y="152400"/>
                  <a:pt x="10241280" y="159223"/>
                  <a:pt x="10241280" y="167640"/>
                </a:cubicBezTo>
                <a:close/>
                <a:moveTo>
                  <a:pt x="10241280" y="320040"/>
                </a:moveTo>
                <a:cubicBezTo>
                  <a:pt x="10241280" y="328457"/>
                  <a:pt x="10234457" y="335280"/>
                  <a:pt x="10226040" y="335280"/>
                </a:cubicBezTo>
                <a:cubicBezTo>
                  <a:pt x="10217623" y="335280"/>
                  <a:pt x="10210800" y="328457"/>
                  <a:pt x="10210800" y="320040"/>
                </a:cubicBezTo>
                <a:cubicBezTo>
                  <a:pt x="10210800" y="311623"/>
                  <a:pt x="10217623" y="304800"/>
                  <a:pt x="10226040" y="304800"/>
                </a:cubicBezTo>
                <a:cubicBezTo>
                  <a:pt x="10234457" y="304800"/>
                  <a:pt x="10241280" y="311623"/>
                  <a:pt x="10241280" y="320040"/>
                </a:cubicBezTo>
                <a:close/>
                <a:moveTo>
                  <a:pt x="10241280" y="472440"/>
                </a:moveTo>
                <a:cubicBezTo>
                  <a:pt x="10241280" y="480857"/>
                  <a:pt x="10234457" y="487680"/>
                  <a:pt x="10226040" y="487680"/>
                </a:cubicBezTo>
                <a:cubicBezTo>
                  <a:pt x="10217623" y="487680"/>
                  <a:pt x="10210800" y="480857"/>
                  <a:pt x="10210800" y="472440"/>
                </a:cubicBezTo>
                <a:cubicBezTo>
                  <a:pt x="10210800" y="464023"/>
                  <a:pt x="10217623" y="457200"/>
                  <a:pt x="10226040" y="457200"/>
                </a:cubicBezTo>
                <a:cubicBezTo>
                  <a:pt x="10234457" y="457200"/>
                  <a:pt x="10241280" y="464023"/>
                  <a:pt x="10241280" y="472440"/>
                </a:cubicBezTo>
                <a:close/>
                <a:moveTo>
                  <a:pt x="10241280" y="624840"/>
                </a:moveTo>
                <a:cubicBezTo>
                  <a:pt x="10241280" y="633257"/>
                  <a:pt x="10234457" y="640080"/>
                  <a:pt x="10226040" y="640080"/>
                </a:cubicBezTo>
                <a:cubicBezTo>
                  <a:pt x="10217623" y="640080"/>
                  <a:pt x="10210800" y="633257"/>
                  <a:pt x="10210800" y="624840"/>
                </a:cubicBezTo>
                <a:cubicBezTo>
                  <a:pt x="10210800" y="616423"/>
                  <a:pt x="10217623" y="609600"/>
                  <a:pt x="10226040" y="609600"/>
                </a:cubicBezTo>
                <a:cubicBezTo>
                  <a:pt x="10234457" y="609600"/>
                  <a:pt x="10241280" y="616423"/>
                  <a:pt x="10241280" y="624840"/>
                </a:cubicBezTo>
                <a:close/>
                <a:moveTo>
                  <a:pt x="10241280" y="777240"/>
                </a:moveTo>
                <a:cubicBezTo>
                  <a:pt x="10241280" y="785657"/>
                  <a:pt x="10234457" y="792480"/>
                  <a:pt x="10226040" y="792480"/>
                </a:cubicBezTo>
                <a:cubicBezTo>
                  <a:pt x="10217623" y="792480"/>
                  <a:pt x="10210800" y="785657"/>
                  <a:pt x="10210800" y="777240"/>
                </a:cubicBezTo>
                <a:cubicBezTo>
                  <a:pt x="10210800" y="768823"/>
                  <a:pt x="10217623" y="762000"/>
                  <a:pt x="10226040" y="762000"/>
                </a:cubicBezTo>
                <a:cubicBezTo>
                  <a:pt x="10234457" y="762000"/>
                  <a:pt x="10241280" y="768823"/>
                  <a:pt x="10241280" y="777240"/>
                </a:cubicBezTo>
                <a:close/>
                <a:moveTo>
                  <a:pt x="10241280" y="929640"/>
                </a:moveTo>
                <a:cubicBezTo>
                  <a:pt x="10241280" y="938057"/>
                  <a:pt x="10234457" y="944880"/>
                  <a:pt x="10226040" y="944880"/>
                </a:cubicBezTo>
                <a:cubicBezTo>
                  <a:pt x="10217623" y="944880"/>
                  <a:pt x="10210800" y="938057"/>
                  <a:pt x="10210800" y="929640"/>
                </a:cubicBezTo>
                <a:cubicBezTo>
                  <a:pt x="10210800" y="921223"/>
                  <a:pt x="10217623" y="914400"/>
                  <a:pt x="10226040" y="914400"/>
                </a:cubicBezTo>
                <a:cubicBezTo>
                  <a:pt x="10234457" y="914400"/>
                  <a:pt x="10241280" y="921223"/>
                  <a:pt x="10241280" y="929640"/>
                </a:cubicBezTo>
                <a:close/>
                <a:moveTo>
                  <a:pt x="10241280" y="1082040"/>
                </a:moveTo>
                <a:cubicBezTo>
                  <a:pt x="10241280" y="1090457"/>
                  <a:pt x="10234457" y="1097280"/>
                  <a:pt x="10226040" y="1097280"/>
                </a:cubicBezTo>
                <a:cubicBezTo>
                  <a:pt x="10217623" y="1097280"/>
                  <a:pt x="10210800" y="1090457"/>
                  <a:pt x="10210800" y="1082040"/>
                </a:cubicBezTo>
                <a:cubicBezTo>
                  <a:pt x="10210800" y="1073623"/>
                  <a:pt x="10217623" y="1066800"/>
                  <a:pt x="10226040" y="1066800"/>
                </a:cubicBezTo>
                <a:cubicBezTo>
                  <a:pt x="10234457" y="1066800"/>
                  <a:pt x="10241280" y="1073623"/>
                  <a:pt x="10241280" y="1082040"/>
                </a:cubicBezTo>
                <a:close/>
                <a:moveTo>
                  <a:pt x="10241280" y="1234440"/>
                </a:moveTo>
                <a:cubicBezTo>
                  <a:pt x="10241280" y="1242857"/>
                  <a:pt x="10234457" y="1249680"/>
                  <a:pt x="10226040" y="1249680"/>
                </a:cubicBezTo>
                <a:cubicBezTo>
                  <a:pt x="10217623" y="1249680"/>
                  <a:pt x="10210800" y="1242857"/>
                  <a:pt x="10210800" y="1234440"/>
                </a:cubicBezTo>
                <a:cubicBezTo>
                  <a:pt x="10210800" y="1226023"/>
                  <a:pt x="10217623" y="1219200"/>
                  <a:pt x="10226040" y="1219200"/>
                </a:cubicBezTo>
                <a:cubicBezTo>
                  <a:pt x="10234457" y="1219200"/>
                  <a:pt x="10241280" y="1226023"/>
                  <a:pt x="10241280" y="1234440"/>
                </a:cubicBezTo>
                <a:close/>
                <a:moveTo>
                  <a:pt x="10241280" y="1386840"/>
                </a:moveTo>
                <a:cubicBezTo>
                  <a:pt x="10241280" y="1395257"/>
                  <a:pt x="10234457" y="1402080"/>
                  <a:pt x="10226040" y="1402080"/>
                </a:cubicBezTo>
                <a:cubicBezTo>
                  <a:pt x="10217623" y="1402080"/>
                  <a:pt x="10210800" y="1395257"/>
                  <a:pt x="10210800" y="1386840"/>
                </a:cubicBezTo>
                <a:cubicBezTo>
                  <a:pt x="10210800" y="1378423"/>
                  <a:pt x="10217623" y="1371600"/>
                  <a:pt x="10226040" y="1371600"/>
                </a:cubicBezTo>
                <a:cubicBezTo>
                  <a:pt x="10234457" y="1371600"/>
                  <a:pt x="10241280" y="1378423"/>
                  <a:pt x="10241280" y="1386840"/>
                </a:cubicBezTo>
                <a:close/>
                <a:moveTo>
                  <a:pt x="10241280" y="1539240"/>
                </a:moveTo>
                <a:cubicBezTo>
                  <a:pt x="10241280" y="1547657"/>
                  <a:pt x="10234457" y="1554480"/>
                  <a:pt x="10226040" y="1554480"/>
                </a:cubicBezTo>
                <a:cubicBezTo>
                  <a:pt x="10217623" y="1554480"/>
                  <a:pt x="10210800" y="1547657"/>
                  <a:pt x="10210800" y="1539240"/>
                </a:cubicBezTo>
                <a:cubicBezTo>
                  <a:pt x="10210800" y="1530823"/>
                  <a:pt x="10217623" y="1524000"/>
                  <a:pt x="10226040" y="1524000"/>
                </a:cubicBezTo>
                <a:cubicBezTo>
                  <a:pt x="10234457" y="1524000"/>
                  <a:pt x="10241280" y="1530823"/>
                  <a:pt x="10241280" y="1539240"/>
                </a:cubicBezTo>
                <a:close/>
                <a:moveTo>
                  <a:pt x="10241280" y="1691640"/>
                </a:moveTo>
                <a:cubicBezTo>
                  <a:pt x="10241280" y="1700057"/>
                  <a:pt x="10234457" y="1706880"/>
                  <a:pt x="10226040" y="1706880"/>
                </a:cubicBezTo>
                <a:cubicBezTo>
                  <a:pt x="10217623" y="1706880"/>
                  <a:pt x="10210800" y="1700057"/>
                  <a:pt x="10210800" y="1691640"/>
                </a:cubicBezTo>
                <a:cubicBezTo>
                  <a:pt x="10210800" y="1683223"/>
                  <a:pt x="10217623" y="1676400"/>
                  <a:pt x="10226040" y="1676400"/>
                </a:cubicBezTo>
                <a:cubicBezTo>
                  <a:pt x="10234457" y="1676400"/>
                  <a:pt x="10241280" y="1683223"/>
                  <a:pt x="10241280" y="1691640"/>
                </a:cubicBezTo>
                <a:close/>
                <a:moveTo>
                  <a:pt x="10241280" y="1844040"/>
                </a:moveTo>
                <a:cubicBezTo>
                  <a:pt x="10241280" y="1852457"/>
                  <a:pt x="10234457" y="1859280"/>
                  <a:pt x="10226040" y="1859280"/>
                </a:cubicBezTo>
                <a:cubicBezTo>
                  <a:pt x="10217623" y="1859280"/>
                  <a:pt x="10210800" y="1852457"/>
                  <a:pt x="10210800" y="1844040"/>
                </a:cubicBezTo>
                <a:cubicBezTo>
                  <a:pt x="10210800" y="1835623"/>
                  <a:pt x="10217623" y="1828800"/>
                  <a:pt x="10226040" y="1828800"/>
                </a:cubicBezTo>
                <a:cubicBezTo>
                  <a:pt x="10234457" y="1828800"/>
                  <a:pt x="10241280" y="1835623"/>
                  <a:pt x="10241280" y="1844040"/>
                </a:cubicBezTo>
                <a:close/>
                <a:moveTo>
                  <a:pt x="10241280" y="1996440"/>
                </a:moveTo>
                <a:cubicBezTo>
                  <a:pt x="10241280" y="2004857"/>
                  <a:pt x="10234457" y="2011680"/>
                  <a:pt x="10226040" y="2011680"/>
                </a:cubicBezTo>
                <a:cubicBezTo>
                  <a:pt x="10217623" y="2011680"/>
                  <a:pt x="10210800" y="2004857"/>
                  <a:pt x="10210800" y="1996440"/>
                </a:cubicBezTo>
                <a:cubicBezTo>
                  <a:pt x="10210800" y="1988023"/>
                  <a:pt x="10217623" y="1981200"/>
                  <a:pt x="10226040" y="1981200"/>
                </a:cubicBezTo>
                <a:cubicBezTo>
                  <a:pt x="10234457" y="1981200"/>
                  <a:pt x="10241280" y="1988023"/>
                  <a:pt x="10241280" y="1996440"/>
                </a:cubicBezTo>
                <a:close/>
                <a:moveTo>
                  <a:pt x="10241280" y="2148840"/>
                </a:moveTo>
                <a:cubicBezTo>
                  <a:pt x="10241280" y="2157257"/>
                  <a:pt x="10234457" y="2164080"/>
                  <a:pt x="10226040" y="2164080"/>
                </a:cubicBezTo>
                <a:cubicBezTo>
                  <a:pt x="10217623" y="2164080"/>
                  <a:pt x="10210800" y="2157257"/>
                  <a:pt x="10210800" y="2148840"/>
                </a:cubicBezTo>
                <a:cubicBezTo>
                  <a:pt x="10210800" y="2140423"/>
                  <a:pt x="10217623" y="2133600"/>
                  <a:pt x="10226040" y="2133600"/>
                </a:cubicBezTo>
                <a:cubicBezTo>
                  <a:pt x="10234457" y="2133600"/>
                  <a:pt x="10241280" y="2140423"/>
                  <a:pt x="10241280" y="2148840"/>
                </a:cubicBezTo>
                <a:close/>
                <a:moveTo>
                  <a:pt x="10241280" y="2301240"/>
                </a:moveTo>
                <a:cubicBezTo>
                  <a:pt x="10241280" y="2309657"/>
                  <a:pt x="10234457" y="2316480"/>
                  <a:pt x="10226040" y="2316480"/>
                </a:cubicBezTo>
                <a:cubicBezTo>
                  <a:pt x="10217623" y="2316480"/>
                  <a:pt x="10210800" y="2309657"/>
                  <a:pt x="10210800" y="2301240"/>
                </a:cubicBezTo>
                <a:cubicBezTo>
                  <a:pt x="10210800" y="2292823"/>
                  <a:pt x="10217623" y="2286000"/>
                  <a:pt x="10226040" y="2286000"/>
                </a:cubicBezTo>
                <a:cubicBezTo>
                  <a:pt x="10234457" y="2286000"/>
                  <a:pt x="10241280" y="2292823"/>
                  <a:pt x="10241280" y="2301240"/>
                </a:cubicBezTo>
                <a:close/>
                <a:moveTo>
                  <a:pt x="10241280" y="2453640"/>
                </a:moveTo>
                <a:cubicBezTo>
                  <a:pt x="10241280" y="2462057"/>
                  <a:pt x="10234457" y="2468880"/>
                  <a:pt x="10226040" y="2468880"/>
                </a:cubicBezTo>
                <a:cubicBezTo>
                  <a:pt x="10217623" y="2468880"/>
                  <a:pt x="10210800" y="2462057"/>
                  <a:pt x="10210800" y="2453640"/>
                </a:cubicBezTo>
                <a:cubicBezTo>
                  <a:pt x="10210800" y="2445223"/>
                  <a:pt x="10217623" y="2438400"/>
                  <a:pt x="10226040" y="2438400"/>
                </a:cubicBezTo>
                <a:cubicBezTo>
                  <a:pt x="10234457" y="2438400"/>
                  <a:pt x="10241280" y="2445223"/>
                  <a:pt x="10241280" y="2453640"/>
                </a:cubicBezTo>
                <a:close/>
                <a:moveTo>
                  <a:pt x="10241280" y="2606040"/>
                </a:moveTo>
                <a:cubicBezTo>
                  <a:pt x="10241280" y="2614457"/>
                  <a:pt x="10234457" y="2621280"/>
                  <a:pt x="10226040" y="2621280"/>
                </a:cubicBezTo>
                <a:cubicBezTo>
                  <a:pt x="10217623" y="2621280"/>
                  <a:pt x="10210800" y="2614457"/>
                  <a:pt x="10210800" y="2606040"/>
                </a:cubicBezTo>
                <a:cubicBezTo>
                  <a:pt x="10210800" y="2597623"/>
                  <a:pt x="10217623" y="2590800"/>
                  <a:pt x="10226040" y="2590800"/>
                </a:cubicBezTo>
                <a:cubicBezTo>
                  <a:pt x="10234457" y="2590800"/>
                  <a:pt x="10241280" y="2597623"/>
                  <a:pt x="10241280" y="2606040"/>
                </a:cubicBezTo>
                <a:close/>
                <a:moveTo>
                  <a:pt x="10241280" y="2758440"/>
                </a:moveTo>
                <a:cubicBezTo>
                  <a:pt x="10241280" y="2766857"/>
                  <a:pt x="10234457" y="2773680"/>
                  <a:pt x="10226040" y="2773680"/>
                </a:cubicBezTo>
                <a:cubicBezTo>
                  <a:pt x="10217623" y="2773680"/>
                  <a:pt x="10210800" y="2766857"/>
                  <a:pt x="10210800" y="2758440"/>
                </a:cubicBezTo>
                <a:cubicBezTo>
                  <a:pt x="10210800" y="2750023"/>
                  <a:pt x="10217623" y="2743200"/>
                  <a:pt x="10226040" y="2743200"/>
                </a:cubicBezTo>
                <a:cubicBezTo>
                  <a:pt x="10234457" y="2743200"/>
                  <a:pt x="10241280" y="2750023"/>
                  <a:pt x="10241280" y="2758440"/>
                </a:cubicBezTo>
                <a:close/>
                <a:moveTo>
                  <a:pt x="10241280" y="2910840"/>
                </a:moveTo>
                <a:cubicBezTo>
                  <a:pt x="10241280" y="2919257"/>
                  <a:pt x="10234457" y="2926080"/>
                  <a:pt x="10226040" y="2926080"/>
                </a:cubicBezTo>
                <a:cubicBezTo>
                  <a:pt x="10217623" y="2926080"/>
                  <a:pt x="10210800" y="2919257"/>
                  <a:pt x="10210800" y="2910840"/>
                </a:cubicBezTo>
                <a:cubicBezTo>
                  <a:pt x="10210800" y="2902423"/>
                  <a:pt x="10217623" y="2895600"/>
                  <a:pt x="10226040" y="2895600"/>
                </a:cubicBezTo>
                <a:cubicBezTo>
                  <a:pt x="10234457" y="2895600"/>
                  <a:pt x="10241280" y="2902423"/>
                  <a:pt x="10241280" y="2910840"/>
                </a:cubicBezTo>
                <a:close/>
                <a:moveTo>
                  <a:pt x="10241280" y="3063240"/>
                </a:moveTo>
                <a:cubicBezTo>
                  <a:pt x="10241280" y="3071657"/>
                  <a:pt x="10234457" y="3078480"/>
                  <a:pt x="10226040" y="3078480"/>
                </a:cubicBezTo>
                <a:cubicBezTo>
                  <a:pt x="10217623" y="3078480"/>
                  <a:pt x="10210800" y="3071657"/>
                  <a:pt x="10210800" y="3063240"/>
                </a:cubicBezTo>
                <a:cubicBezTo>
                  <a:pt x="10210800" y="3054823"/>
                  <a:pt x="10217623" y="3048000"/>
                  <a:pt x="10226040" y="3048000"/>
                </a:cubicBezTo>
                <a:cubicBezTo>
                  <a:pt x="10234457" y="3048000"/>
                  <a:pt x="10241280" y="3054823"/>
                  <a:pt x="10241280" y="3063240"/>
                </a:cubicBezTo>
                <a:close/>
                <a:moveTo>
                  <a:pt x="10241280" y="3215640"/>
                </a:moveTo>
                <a:cubicBezTo>
                  <a:pt x="10241280" y="3224057"/>
                  <a:pt x="10234457" y="3230880"/>
                  <a:pt x="10226040" y="3230880"/>
                </a:cubicBezTo>
                <a:cubicBezTo>
                  <a:pt x="10217623" y="3230880"/>
                  <a:pt x="10210800" y="3224057"/>
                  <a:pt x="10210800" y="3215640"/>
                </a:cubicBezTo>
                <a:cubicBezTo>
                  <a:pt x="10210800" y="3207223"/>
                  <a:pt x="10217623" y="3200400"/>
                  <a:pt x="10226040" y="3200400"/>
                </a:cubicBezTo>
                <a:cubicBezTo>
                  <a:pt x="10234457" y="3200400"/>
                  <a:pt x="10241280" y="3207223"/>
                  <a:pt x="10241280" y="3215640"/>
                </a:cubicBezTo>
                <a:close/>
                <a:moveTo>
                  <a:pt x="10241280" y="3368040"/>
                </a:moveTo>
                <a:cubicBezTo>
                  <a:pt x="10241280" y="3376457"/>
                  <a:pt x="10234457" y="3383280"/>
                  <a:pt x="10226040" y="3383280"/>
                </a:cubicBezTo>
                <a:cubicBezTo>
                  <a:pt x="10217623" y="3383280"/>
                  <a:pt x="10210800" y="3376457"/>
                  <a:pt x="10210800" y="3368040"/>
                </a:cubicBezTo>
                <a:cubicBezTo>
                  <a:pt x="10210800" y="3359623"/>
                  <a:pt x="10217623" y="3352800"/>
                  <a:pt x="10226040" y="3352800"/>
                </a:cubicBezTo>
                <a:cubicBezTo>
                  <a:pt x="10234457" y="3352800"/>
                  <a:pt x="10241280" y="3359623"/>
                  <a:pt x="10241280" y="3368040"/>
                </a:cubicBezTo>
                <a:close/>
                <a:moveTo>
                  <a:pt x="10241280" y="3520440"/>
                </a:moveTo>
                <a:cubicBezTo>
                  <a:pt x="10241280" y="3528857"/>
                  <a:pt x="10234457" y="3535680"/>
                  <a:pt x="10226040" y="3535680"/>
                </a:cubicBezTo>
                <a:cubicBezTo>
                  <a:pt x="10217623" y="3535680"/>
                  <a:pt x="10210800" y="3528857"/>
                  <a:pt x="10210800" y="3520440"/>
                </a:cubicBezTo>
                <a:cubicBezTo>
                  <a:pt x="10210800" y="3512023"/>
                  <a:pt x="10217623" y="3505200"/>
                  <a:pt x="10226040" y="3505200"/>
                </a:cubicBezTo>
                <a:cubicBezTo>
                  <a:pt x="10234457" y="3505200"/>
                  <a:pt x="10241280" y="3512023"/>
                  <a:pt x="10241280" y="3520440"/>
                </a:cubicBezTo>
                <a:close/>
                <a:moveTo>
                  <a:pt x="10241280" y="3672840"/>
                </a:moveTo>
                <a:cubicBezTo>
                  <a:pt x="10241280" y="3681257"/>
                  <a:pt x="10234457" y="3688080"/>
                  <a:pt x="10226040" y="3688080"/>
                </a:cubicBezTo>
                <a:cubicBezTo>
                  <a:pt x="10217623" y="3688080"/>
                  <a:pt x="10210800" y="3681257"/>
                  <a:pt x="10210800" y="3672840"/>
                </a:cubicBezTo>
                <a:cubicBezTo>
                  <a:pt x="10210800" y="3664423"/>
                  <a:pt x="10217623" y="3657600"/>
                  <a:pt x="10226040" y="3657600"/>
                </a:cubicBezTo>
                <a:cubicBezTo>
                  <a:pt x="10234457" y="3657600"/>
                  <a:pt x="10241280" y="3664423"/>
                  <a:pt x="10241280" y="3672840"/>
                </a:cubicBezTo>
                <a:close/>
                <a:moveTo>
                  <a:pt x="10241280" y="3825240"/>
                </a:moveTo>
                <a:cubicBezTo>
                  <a:pt x="10241280" y="3833657"/>
                  <a:pt x="10234457" y="3840480"/>
                  <a:pt x="10226040" y="3840480"/>
                </a:cubicBezTo>
                <a:cubicBezTo>
                  <a:pt x="10217623" y="3840480"/>
                  <a:pt x="10210800" y="3833657"/>
                  <a:pt x="10210800" y="3825240"/>
                </a:cubicBezTo>
                <a:cubicBezTo>
                  <a:pt x="10210800" y="3816823"/>
                  <a:pt x="10217623" y="3810000"/>
                  <a:pt x="10226040" y="3810000"/>
                </a:cubicBezTo>
                <a:cubicBezTo>
                  <a:pt x="10234457" y="3810000"/>
                  <a:pt x="10241280" y="3816823"/>
                  <a:pt x="10241280" y="3825240"/>
                </a:cubicBezTo>
                <a:close/>
                <a:moveTo>
                  <a:pt x="10241280" y="3977640"/>
                </a:moveTo>
                <a:cubicBezTo>
                  <a:pt x="10241280" y="3986057"/>
                  <a:pt x="10234457" y="3992880"/>
                  <a:pt x="10226040" y="3992880"/>
                </a:cubicBezTo>
                <a:cubicBezTo>
                  <a:pt x="10217623" y="3992880"/>
                  <a:pt x="10210800" y="3986057"/>
                  <a:pt x="10210800" y="3977640"/>
                </a:cubicBezTo>
                <a:cubicBezTo>
                  <a:pt x="10210800" y="3969223"/>
                  <a:pt x="10217623" y="3962400"/>
                  <a:pt x="10226040" y="3962400"/>
                </a:cubicBezTo>
                <a:cubicBezTo>
                  <a:pt x="10234457" y="3962400"/>
                  <a:pt x="10241280" y="3969223"/>
                  <a:pt x="10241280" y="3977640"/>
                </a:cubicBezTo>
                <a:close/>
                <a:moveTo>
                  <a:pt x="10241280" y="4130040"/>
                </a:moveTo>
                <a:cubicBezTo>
                  <a:pt x="10241280" y="4138457"/>
                  <a:pt x="10234457" y="4145280"/>
                  <a:pt x="10226040" y="4145280"/>
                </a:cubicBezTo>
                <a:cubicBezTo>
                  <a:pt x="10217623" y="4145280"/>
                  <a:pt x="10210800" y="4138457"/>
                  <a:pt x="10210800" y="4130040"/>
                </a:cubicBezTo>
                <a:cubicBezTo>
                  <a:pt x="10210800" y="4121623"/>
                  <a:pt x="10217623" y="4114800"/>
                  <a:pt x="10226040" y="4114800"/>
                </a:cubicBezTo>
                <a:cubicBezTo>
                  <a:pt x="10234457" y="4114800"/>
                  <a:pt x="10241280" y="4121623"/>
                  <a:pt x="10241280" y="4130040"/>
                </a:cubicBezTo>
                <a:close/>
                <a:moveTo>
                  <a:pt x="10241280" y="4282440"/>
                </a:moveTo>
                <a:cubicBezTo>
                  <a:pt x="10241280" y="4290857"/>
                  <a:pt x="10234457" y="4297680"/>
                  <a:pt x="10226040" y="4297680"/>
                </a:cubicBezTo>
                <a:cubicBezTo>
                  <a:pt x="10217623" y="4297680"/>
                  <a:pt x="10210800" y="4290857"/>
                  <a:pt x="10210800" y="4282440"/>
                </a:cubicBezTo>
                <a:cubicBezTo>
                  <a:pt x="10210800" y="4274023"/>
                  <a:pt x="10217623" y="4267200"/>
                  <a:pt x="10226040" y="4267200"/>
                </a:cubicBezTo>
                <a:cubicBezTo>
                  <a:pt x="10234457" y="4267200"/>
                  <a:pt x="10241280" y="4274023"/>
                  <a:pt x="10241280" y="4282440"/>
                </a:cubicBezTo>
                <a:close/>
                <a:moveTo>
                  <a:pt x="10241280" y="4434840"/>
                </a:moveTo>
                <a:cubicBezTo>
                  <a:pt x="10241280" y="4443257"/>
                  <a:pt x="10234457" y="4450080"/>
                  <a:pt x="10226040" y="4450080"/>
                </a:cubicBezTo>
                <a:cubicBezTo>
                  <a:pt x="10217623" y="4450080"/>
                  <a:pt x="10210800" y="4443257"/>
                  <a:pt x="10210800" y="4434840"/>
                </a:cubicBezTo>
                <a:cubicBezTo>
                  <a:pt x="10210800" y="4426423"/>
                  <a:pt x="10217623" y="4419600"/>
                  <a:pt x="10226040" y="4419600"/>
                </a:cubicBezTo>
                <a:cubicBezTo>
                  <a:pt x="10234457" y="4419600"/>
                  <a:pt x="10241280" y="4426423"/>
                  <a:pt x="10241280" y="4434840"/>
                </a:cubicBezTo>
                <a:close/>
                <a:moveTo>
                  <a:pt x="10393680" y="15240"/>
                </a:moveTo>
                <a:cubicBezTo>
                  <a:pt x="10393680" y="23657"/>
                  <a:pt x="10386857" y="30480"/>
                  <a:pt x="10378440" y="30480"/>
                </a:cubicBezTo>
                <a:cubicBezTo>
                  <a:pt x="10370023" y="30480"/>
                  <a:pt x="10363200" y="23657"/>
                  <a:pt x="10363200" y="15240"/>
                </a:cubicBezTo>
                <a:cubicBezTo>
                  <a:pt x="10363200" y="6823"/>
                  <a:pt x="10370023" y="0"/>
                  <a:pt x="10378440" y="0"/>
                </a:cubicBezTo>
                <a:cubicBezTo>
                  <a:pt x="10386857" y="0"/>
                  <a:pt x="10393680" y="6823"/>
                  <a:pt x="10393680" y="15240"/>
                </a:cubicBezTo>
                <a:close/>
                <a:moveTo>
                  <a:pt x="10393680" y="167640"/>
                </a:moveTo>
                <a:cubicBezTo>
                  <a:pt x="10393680" y="176057"/>
                  <a:pt x="10386857" y="182880"/>
                  <a:pt x="10378440" y="182880"/>
                </a:cubicBezTo>
                <a:cubicBezTo>
                  <a:pt x="10370023" y="182880"/>
                  <a:pt x="10363200" y="176057"/>
                  <a:pt x="10363200" y="167640"/>
                </a:cubicBezTo>
                <a:cubicBezTo>
                  <a:pt x="10363200" y="159223"/>
                  <a:pt x="10370023" y="152400"/>
                  <a:pt x="10378440" y="152400"/>
                </a:cubicBezTo>
                <a:cubicBezTo>
                  <a:pt x="10386857" y="152400"/>
                  <a:pt x="10393680" y="159223"/>
                  <a:pt x="10393680" y="167640"/>
                </a:cubicBezTo>
                <a:close/>
                <a:moveTo>
                  <a:pt x="10393680" y="320040"/>
                </a:moveTo>
                <a:cubicBezTo>
                  <a:pt x="10393680" y="328457"/>
                  <a:pt x="10386857" y="335280"/>
                  <a:pt x="10378440" y="335280"/>
                </a:cubicBezTo>
                <a:cubicBezTo>
                  <a:pt x="10370023" y="335280"/>
                  <a:pt x="10363200" y="328457"/>
                  <a:pt x="10363200" y="320040"/>
                </a:cubicBezTo>
                <a:cubicBezTo>
                  <a:pt x="10363200" y="311623"/>
                  <a:pt x="10370023" y="304800"/>
                  <a:pt x="10378440" y="304800"/>
                </a:cubicBezTo>
                <a:cubicBezTo>
                  <a:pt x="10386857" y="304800"/>
                  <a:pt x="10393680" y="311623"/>
                  <a:pt x="10393680" y="320040"/>
                </a:cubicBezTo>
                <a:close/>
                <a:moveTo>
                  <a:pt x="10393680" y="472440"/>
                </a:moveTo>
                <a:cubicBezTo>
                  <a:pt x="10393680" y="480857"/>
                  <a:pt x="10386857" y="487680"/>
                  <a:pt x="10378440" y="487680"/>
                </a:cubicBezTo>
                <a:cubicBezTo>
                  <a:pt x="10370023" y="487680"/>
                  <a:pt x="10363200" y="480857"/>
                  <a:pt x="10363200" y="472440"/>
                </a:cubicBezTo>
                <a:cubicBezTo>
                  <a:pt x="10363200" y="464023"/>
                  <a:pt x="10370023" y="457200"/>
                  <a:pt x="10378440" y="457200"/>
                </a:cubicBezTo>
                <a:cubicBezTo>
                  <a:pt x="10386857" y="457200"/>
                  <a:pt x="10393680" y="464023"/>
                  <a:pt x="10393680" y="472440"/>
                </a:cubicBezTo>
                <a:close/>
                <a:moveTo>
                  <a:pt x="10393680" y="624840"/>
                </a:moveTo>
                <a:cubicBezTo>
                  <a:pt x="10393680" y="633257"/>
                  <a:pt x="10386857" y="640080"/>
                  <a:pt x="10378440" y="640080"/>
                </a:cubicBezTo>
                <a:cubicBezTo>
                  <a:pt x="10370023" y="640080"/>
                  <a:pt x="10363200" y="633257"/>
                  <a:pt x="10363200" y="624840"/>
                </a:cubicBezTo>
                <a:cubicBezTo>
                  <a:pt x="10363200" y="616423"/>
                  <a:pt x="10370023" y="609600"/>
                  <a:pt x="10378440" y="609600"/>
                </a:cubicBezTo>
                <a:cubicBezTo>
                  <a:pt x="10386857" y="609600"/>
                  <a:pt x="10393680" y="616423"/>
                  <a:pt x="10393680" y="624840"/>
                </a:cubicBezTo>
                <a:close/>
                <a:moveTo>
                  <a:pt x="10393680" y="777240"/>
                </a:moveTo>
                <a:cubicBezTo>
                  <a:pt x="10393680" y="785657"/>
                  <a:pt x="10386857" y="792480"/>
                  <a:pt x="10378440" y="792480"/>
                </a:cubicBezTo>
                <a:cubicBezTo>
                  <a:pt x="10370023" y="792480"/>
                  <a:pt x="10363200" y="785657"/>
                  <a:pt x="10363200" y="777240"/>
                </a:cubicBezTo>
                <a:cubicBezTo>
                  <a:pt x="10363200" y="768823"/>
                  <a:pt x="10370023" y="762000"/>
                  <a:pt x="10378440" y="762000"/>
                </a:cubicBezTo>
                <a:cubicBezTo>
                  <a:pt x="10386857" y="762000"/>
                  <a:pt x="10393680" y="768823"/>
                  <a:pt x="10393680" y="777240"/>
                </a:cubicBezTo>
                <a:close/>
                <a:moveTo>
                  <a:pt x="10393680" y="929640"/>
                </a:moveTo>
                <a:cubicBezTo>
                  <a:pt x="10393680" y="938057"/>
                  <a:pt x="10386857" y="944880"/>
                  <a:pt x="10378440" y="944880"/>
                </a:cubicBezTo>
                <a:cubicBezTo>
                  <a:pt x="10370023" y="944880"/>
                  <a:pt x="10363200" y="938057"/>
                  <a:pt x="10363200" y="929640"/>
                </a:cubicBezTo>
                <a:cubicBezTo>
                  <a:pt x="10363200" y="921223"/>
                  <a:pt x="10370023" y="914400"/>
                  <a:pt x="10378440" y="914400"/>
                </a:cubicBezTo>
                <a:cubicBezTo>
                  <a:pt x="10386857" y="914400"/>
                  <a:pt x="10393680" y="921223"/>
                  <a:pt x="10393680" y="929640"/>
                </a:cubicBezTo>
                <a:close/>
                <a:moveTo>
                  <a:pt x="10393680" y="1082040"/>
                </a:moveTo>
                <a:cubicBezTo>
                  <a:pt x="10393680" y="1090457"/>
                  <a:pt x="10386857" y="1097280"/>
                  <a:pt x="10378440" y="1097280"/>
                </a:cubicBezTo>
                <a:cubicBezTo>
                  <a:pt x="10370023" y="1097280"/>
                  <a:pt x="10363200" y="1090457"/>
                  <a:pt x="10363200" y="1082040"/>
                </a:cubicBezTo>
                <a:cubicBezTo>
                  <a:pt x="10363200" y="1073623"/>
                  <a:pt x="10370023" y="1066800"/>
                  <a:pt x="10378440" y="1066800"/>
                </a:cubicBezTo>
                <a:cubicBezTo>
                  <a:pt x="10386857" y="1066800"/>
                  <a:pt x="10393680" y="1073623"/>
                  <a:pt x="10393680" y="1082040"/>
                </a:cubicBezTo>
                <a:close/>
                <a:moveTo>
                  <a:pt x="10393680" y="1234440"/>
                </a:moveTo>
                <a:cubicBezTo>
                  <a:pt x="10393680" y="1242857"/>
                  <a:pt x="10386857" y="1249680"/>
                  <a:pt x="10378440" y="1249680"/>
                </a:cubicBezTo>
                <a:cubicBezTo>
                  <a:pt x="10370023" y="1249680"/>
                  <a:pt x="10363200" y="1242857"/>
                  <a:pt x="10363200" y="1234440"/>
                </a:cubicBezTo>
                <a:cubicBezTo>
                  <a:pt x="10363200" y="1226023"/>
                  <a:pt x="10370023" y="1219200"/>
                  <a:pt x="10378440" y="1219200"/>
                </a:cubicBezTo>
                <a:cubicBezTo>
                  <a:pt x="10386857" y="1219200"/>
                  <a:pt x="10393680" y="1226023"/>
                  <a:pt x="10393680" y="1234440"/>
                </a:cubicBezTo>
                <a:close/>
                <a:moveTo>
                  <a:pt x="10393680" y="1386840"/>
                </a:moveTo>
                <a:cubicBezTo>
                  <a:pt x="10393680" y="1395257"/>
                  <a:pt x="10386857" y="1402080"/>
                  <a:pt x="10378440" y="1402080"/>
                </a:cubicBezTo>
                <a:cubicBezTo>
                  <a:pt x="10370023" y="1402080"/>
                  <a:pt x="10363200" y="1395257"/>
                  <a:pt x="10363200" y="1386840"/>
                </a:cubicBezTo>
                <a:cubicBezTo>
                  <a:pt x="10363200" y="1378423"/>
                  <a:pt x="10370023" y="1371600"/>
                  <a:pt x="10378440" y="1371600"/>
                </a:cubicBezTo>
                <a:cubicBezTo>
                  <a:pt x="10386857" y="1371600"/>
                  <a:pt x="10393680" y="1378423"/>
                  <a:pt x="10393680" y="1386840"/>
                </a:cubicBezTo>
                <a:close/>
                <a:moveTo>
                  <a:pt x="10393680" y="1539240"/>
                </a:moveTo>
                <a:cubicBezTo>
                  <a:pt x="10393680" y="1547657"/>
                  <a:pt x="10386857" y="1554480"/>
                  <a:pt x="10378440" y="1554480"/>
                </a:cubicBezTo>
                <a:cubicBezTo>
                  <a:pt x="10370023" y="1554480"/>
                  <a:pt x="10363200" y="1547657"/>
                  <a:pt x="10363200" y="1539240"/>
                </a:cubicBezTo>
                <a:cubicBezTo>
                  <a:pt x="10363200" y="1530823"/>
                  <a:pt x="10370023" y="1524000"/>
                  <a:pt x="10378440" y="1524000"/>
                </a:cubicBezTo>
                <a:cubicBezTo>
                  <a:pt x="10386857" y="1524000"/>
                  <a:pt x="10393680" y="1530823"/>
                  <a:pt x="10393680" y="1539240"/>
                </a:cubicBezTo>
                <a:close/>
                <a:moveTo>
                  <a:pt x="10393680" y="1691640"/>
                </a:moveTo>
                <a:cubicBezTo>
                  <a:pt x="10393680" y="1700057"/>
                  <a:pt x="10386857" y="1706880"/>
                  <a:pt x="10378440" y="1706880"/>
                </a:cubicBezTo>
                <a:cubicBezTo>
                  <a:pt x="10370023" y="1706880"/>
                  <a:pt x="10363200" y="1700057"/>
                  <a:pt x="10363200" y="1691640"/>
                </a:cubicBezTo>
                <a:cubicBezTo>
                  <a:pt x="10363200" y="1683223"/>
                  <a:pt x="10370023" y="1676400"/>
                  <a:pt x="10378440" y="1676400"/>
                </a:cubicBezTo>
                <a:cubicBezTo>
                  <a:pt x="10386857" y="1676400"/>
                  <a:pt x="10393680" y="1683223"/>
                  <a:pt x="10393680" y="1691640"/>
                </a:cubicBezTo>
                <a:close/>
                <a:moveTo>
                  <a:pt x="10393680" y="1844040"/>
                </a:moveTo>
                <a:cubicBezTo>
                  <a:pt x="10393680" y="1852457"/>
                  <a:pt x="10386857" y="1859280"/>
                  <a:pt x="10378440" y="1859280"/>
                </a:cubicBezTo>
                <a:cubicBezTo>
                  <a:pt x="10370023" y="1859280"/>
                  <a:pt x="10363200" y="1852457"/>
                  <a:pt x="10363200" y="1844040"/>
                </a:cubicBezTo>
                <a:cubicBezTo>
                  <a:pt x="10363200" y="1835623"/>
                  <a:pt x="10370023" y="1828800"/>
                  <a:pt x="10378440" y="1828800"/>
                </a:cubicBezTo>
                <a:cubicBezTo>
                  <a:pt x="10386857" y="1828800"/>
                  <a:pt x="10393680" y="1835623"/>
                  <a:pt x="10393680" y="1844040"/>
                </a:cubicBezTo>
                <a:close/>
                <a:moveTo>
                  <a:pt x="10393680" y="1996440"/>
                </a:moveTo>
                <a:cubicBezTo>
                  <a:pt x="10393680" y="2004857"/>
                  <a:pt x="10386857" y="2011680"/>
                  <a:pt x="10378440" y="2011680"/>
                </a:cubicBezTo>
                <a:cubicBezTo>
                  <a:pt x="10370023" y="2011680"/>
                  <a:pt x="10363200" y="2004857"/>
                  <a:pt x="10363200" y="1996440"/>
                </a:cubicBezTo>
                <a:cubicBezTo>
                  <a:pt x="10363200" y="1988023"/>
                  <a:pt x="10370023" y="1981200"/>
                  <a:pt x="10378440" y="1981200"/>
                </a:cubicBezTo>
                <a:cubicBezTo>
                  <a:pt x="10386857" y="1981200"/>
                  <a:pt x="10393680" y="1988023"/>
                  <a:pt x="10393680" y="1996440"/>
                </a:cubicBezTo>
                <a:close/>
                <a:moveTo>
                  <a:pt x="10393680" y="2148840"/>
                </a:moveTo>
                <a:cubicBezTo>
                  <a:pt x="10393680" y="2157257"/>
                  <a:pt x="10386857" y="2164080"/>
                  <a:pt x="10378440" y="2164080"/>
                </a:cubicBezTo>
                <a:cubicBezTo>
                  <a:pt x="10370023" y="2164080"/>
                  <a:pt x="10363200" y="2157257"/>
                  <a:pt x="10363200" y="2148840"/>
                </a:cubicBezTo>
                <a:cubicBezTo>
                  <a:pt x="10363200" y="2140423"/>
                  <a:pt x="10370023" y="2133600"/>
                  <a:pt x="10378440" y="2133600"/>
                </a:cubicBezTo>
                <a:cubicBezTo>
                  <a:pt x="10386857" y="2133600"/>
                  <a:pt x="10393680" y="2140423"/>
                  <a:pt x="10393680" y="2148840"/>
                </a:cubicBezTo>
                <a:close/>
                <a:moveTo>
                  <a:pt x="10393680" y="2301240"/>
                </a:moveTo>
                <a:cubicBezTo>
                  <a:pt x="10393680" y="2309657"/>
                  <a:pt x="10386857" y="2316480"/>
                  <a:pt x="10378440" y="2316480"/>
                </a:cubicBezTo>
                <a:cubicBezTo>
                  <a:pt x="10370023" y="2316480"/>
                  <a:pt x="10363200" y="2309657"/>
                  <a:pt x="10363200" y="2301240"/>
                </a:cubicBezTo>
                <a:cubicBezTo>
                  <a:pt x="10363200" y="2292823"/>
                  <a:pt x="10370023" y="2286000"/>
                  <a:pt x="10378440" y="2286000"/>
                </a:cubicBezTo>
                <a:cubicBezTo>
                  <a:pt x="10386857" y="2286000"/>
                  <a:pt x="10393680" y="2292823"/>
                  <a:pt x="10393680" y="2301240"/>
                </a:cubicBezTo>
                <a:close/>
                <a:moveTo>
                  <a:pt x="10393680" y="2453640"/>
                </a:moveTo>
                <a:cubicBezTo>
                  <a:pt x="10393680" y="2462057"/>
                  <a:pt x="10386857" y="2468880"/>
                  <a:pt x="10378440" y="2468880"/>
                </a:cubicBezTo>
                <a:cubicBezTo>
                  <a:pt x="10370023" y="2468880"/>
                  <a:pt x="10363200" y="2462057"/>
                  <a:pt x="10363200" y="2453640"/>
                </a:cubicBezTo>
                <a:cubicBezTo>
                  <a:pt x="10363200" y="2445223"/>
                  <a:pt x="10370023" y="2438400"/>
                  <a:pt x="10378440" y="2438400"/>
                </a:cubicBezTo>
                <a:cubicBezTo>
                  <a:pt x="10386857" y="2438400"/>
                  <a:pt x="10393680" y="2445223"/>
                  <a:pt x="10393680" y="2453640"/>
                </a:cubicBezTo>
                <a:close/>
                <a:moveTo>
                  <a:pt x="10393680" y="2606040"/>
                </a:moveTo>
                <a:cubicBezTo>
                  <a:pt x="10393680" y="2614457"/>
                  <a:pt x="10386857" y="2621280"/>
                  <a:pt x="10378440" y="2621280"/>
                </a:cubicBezTo>
                <a:cubicBezTo>
                  <a:pt x="10370023" y="2621280"/>
                  <a:pt x="10363200" y="2614457"/>
                  <a:pt x="10363200" y="2606040"/>
                </a:cubicBezTo>
                <a:cubicBezTo>
                  <a:pt x="10363200" y="2597623"/>
                  <a:pt x="10370023" y="2590800"/>
                  <a:pt x="10378440" y="2590800"/>
                </a:cubicBezTo>
                <a:cubicBezTo>
                  <a:pt x="10386857" y="2590800"/>
                  <a:pt x="10393680" y="2597623"/>
                  <a:pt x="10393680" y="2606040"/>
                </a:cubicBezTo>
                <a:close/>
                <a:moveTo>
                  <a:pt x="10393680" y="2758440"/>
                </a:moveTo>
                <a:cubicBezTo>
                  <a:pt x="10393680" y="2766857"/>
                  <a:pt x="10386857" y="2773680"/>
                  <a:pt x="10378440" y="2773680"/>
                </a:cubicBezTo>
                <a:cubicBezTo>
                  <a:pt x="10370023" y="2773680"/>
                  <a:pt x="10363200" y="2766857"/>
                  <a:pt x="10363200" y="2758440"/>
                </a:cubicBezTo>
                <a:cubicBezTo>
                  <a:pt x="10363200" y="2750023"/>
                  <a:pt x="10370023" y="2743200"/>
                  <a:pt x="10378440" y="2743200"/>
                </a:cubicBezTo>
                <a:cubicBezTo>
                  <a:pt x="10386857" y="2743200"/>
                  <a:pt x="10393680" y="2750023"/>
                  <a:pt x="10393680" y="2758440"/>
                </a:cubicBezTo>
                <a:close/>
                <a:moveTo>
                  <a:pt x="10393680" y="2910840"/>
                </a:moveTo>
                <a:cubicBezTo>
                  <a:pt x="10393680" y="2919257"/>
                  <a:pt x="10386857" y="2926080"/>
                  <a:pt x="10378440" y="2926080"/>
                </a:cubicBezTo>
                <a:cubicBezTo>
                  <a:pt x="10370023" y="2926080"/>
                  <a:pt x="10363200" y="2919257"/>
                  <a:pt x="10363200" y="2910840"/>
                </a:cubicBezTo>
                <a:cubicBezTo>
                  <a:pt x="10363200" y="2902423"/>
                  <a:pt x="10370023" y="2895600"/>
                  <a:pt x="10378440" y="2895600"/>
                </a:cubicBezTo>
                <a:cubicBezTo>
                  <a:pt x="10386857" y="2895600"/>
                  <a:pt x="10393680" y="2902423"/>
                  <a:pt x="10393680" y="2910840"/>
                </a:cubicBezTo>
                <a:close/>
                <a:moveTo>
                  <a:pt x="10393680" y="3063240"/>
                </a:moveTo>
                <a:cubicBezTo>
                  <a:pt x="10393680" y="3071657"/>
                  <a:pt x="10386857" y="3078480"/>
                  <a:pt x="10378440" y="3078480"/>
                </a:cubicBezTo>
                <a:cubicBezTo>
                  <a:pt x="10370023" y="3078480"/>
                  <a:pt x="10363200" y="3071657"/>
                  <a:pt x="10363200" y="3063240"/>
                </a:cubicBezTo>
                <a:cubicBezTo>
                  <a:pt x="10363200" y="3054823"/>
                  <a:pt x="10370023" y="3048000"/>
                  <a:pt x="10378440" y="3048000"/>
                </a:cubicBezTo>
                <a:cubicBezTo>
                  <a:pt x="10386857" y="3048000"/>
                  <a:pt x="10393680" y="3054823"/>
                  <a:pt x="10393680" y="3063240"/>
                </a:cubicBezTo>
                <a:close/>
                <a:moveTo>
                  <a:pt x="10393680" y="3215640"/>
                </a:moveTo>
                <a:cubicBezTo>
                  <a:pt x="10393680" y="3224057"/>
                  <a:pt x="10386857" y="3230880"/>
                  <a:pt x="10378440" y="3230880"/>
                </a:cubicBezTo>
                <a:cubicBezTo>
                  <a:pt x="10370023" y="3230880"/>
                  <a:pt x="10363200" y="3224057"/>
                  <a:pt x="10363200" y="3215640"/>
                </a:cubicBezTo>
                <a:cubicBezTo>
                  <a:pt x="10363200" y="3207223"/>
                  <a:pt x="10370023" y="3200400"/>
                  <a:pt x="10378440" y="3200400"/>
                </a:cubicBezTo>
                <a:cubicBezTo>
                  <a:pt x="10386857" y="3200400"/>
                  <a:pt x="10393680" y="3207223"/>
                  <a:pt x="10393680" y="3215640"/>
                </a:cubicBezTo>
                <a:close/>
                <a:moveTo>
                  <a:pt x="10393680" y="3368040"/>
                </a:moveTo>
                <a:cubicBezTo>
                  <a:pt x="10393680" y="3376457"/>
                  <a:pt x="10386857" y="3383280"/>
                  <a:pt x="10378440" y="3383280"/>
                </a:cubicBezTo>
                <a:cubicBezTo>
                  <a:pt x="10370023" y="3383280"/>
                  <a:pt x="10363200" y="3376457"/>
                  <a:pt x="10363200" y="3368040"/>
                </a:cubicBezTo>
                <a:cubicBezTo>
                  <a:pt x="10363200" y="3359623"/>
                  <a:pt x="10370023" y="3352800"/>
                  <a:pt x="10378440" y="3352800"/>
                </a:cubicBezTo>
                <a:cubicBezTo>
                  <a:pt x="10386857" y="3352800"/>
                  <a:pt x="10393680" y="3359623"/>
                  <a:pt x="10393680" y="3368040"/>
                </a:cubicBezTo>
                <a:close/>
                <a:moveTo>
                  <a:pt x="10393680" y="3520440"/>
                </a:moveTo>
                <a:cubicBezTo>
                  <a:pt x="10393680" y="3528857"/>
                  <a:pt x="10386857" y="3535680"/>
                  <a:pt x="10378440" y="3535680"/>
                </a:cubicBezTo>
                <a:cubicBezTo>
                  <a:pt x="10370023" y="3535680"/>
                  <a:pt x="10363200" y="3528857"/>
                  <a:pt x="10363200" y="3520440"/>
                </a:cubicBezTo>
                <a:cubicBezTo>
                  <a:pt x="10363200" y="3512023"/>
                  <a:pt x="10370023" y="3505200"/>
                  <a:pt x="10378440" y="3505200"/>
                </a:cubicBezTo>
                <a:cubicBezTo>
                  <a:pt x="10386857" y="3505200"/>
                  <a:pt x="10393680" y="3512023"/>
                  <a:pt x="10393680" y="3520440"/>
                </a:cubicBezTo>
                <a:close/>
                <a:moveTo>
                  <a:pt x="10393680" y="3672840"/>
                </a:moveTo>
                <a:cubicBezTo>
                  <a:pt x="10393680" y="3681257"/>
                  <a:pt x="10386857" y="3688080"/>
                  <a:pt x="10378440" y="3688080"/>
                </a:cubicBezTo>
                <a:cubicBezTo>
                  <a:pt x="10370023" y="3688080"/>
                  <a:pt x="10363200" y="3681257"/>
                  <a:pt x="10363200" y="3672840"/>
                </a:cubicBezTo>
                <a:cubicBezTo>
                  <a:pt x="10363200" y="3664423"/>
                  <a:pt x="10370023" y="3657600"/>
                  <a:pt x="10378440" y="3657600"/>
                </a:cubicBezTo>
                <a:cubicBezTo>
                  <a:pt x="10386857" y="3657600"/>
                  <a:pt x="10393680" y="3664423"/>
                  <a:pt x="10393680" y="3672840"/>
                </a:cubicBezTo>
                <a:close/>
                <a:moveTo>
                  <a:pt x="10393680" y="3825240"/>
                </a:moveTo>
                <a:cubicBezTo>
                  <a:pt x="10393680" y="3833657"/>
                  <a:pt x="10386857" y="3840480"/>
                  <a:pt x="10378440" y="3840480"/>
                </a:cubicBezTo>
                <a:cubicBezTo>
                  <a:pt x="10370023" y="3840480"/>
                  <a:pt x="10363200" y="3833657"/>
                  <a:pt x="10363200" y="3825240"/>
                </a:cubicBezTo>
                <a:cubicBezTo>
                  <a:pt x="10363200" y="3816823"/>
                  <a:pt x="10370023" y="3810000"/>
                  <a:pt x="10378440" y="3810000"/>
                </a:cubicBezTo>
                <a:cubicBezTo>
                  <a:pt x="10386857" y="3810000"/>
                  <a:pt x="10393680" y="3816823"/>
                  <a:pt x="10393680" y="3825240"/>
                </a:cubicBezTo>
                <a:close/>
                <a:moveTo>
                  <a:pt x="10393680" y="3977640"/>
                </a:moveTo>
                <a:cubicBezTo>
                  <a:pt x="10393680" y="3986057"/>
                  <a:pt x="10386857" y="3992880"/>
                  <a:pt x="10378440" y="3992880"/>
                </a:cubicBezTo>
                <a:cubicBezTo>
                  <a:pt x="10370023" y="3992880"/>
                  <a:pt x="10363200" y="3986057"/>
                  <a:pt x="10363200" y="3977640"/>
                </a:cubicBezTo>
                <a:cubicBezTo>
                  <a:pt x="10363200" y="3969223"/>
                  <a:pt x="10370023" y="3962400"/>
                  <a:pt x="10378440" y="3962400"/>
                </a:cubicBezTo>
                <a:cubicBezTo>
                  <a:pt x="10386857" y="3962400"/>
                  <a:pt x="10393680" y="3969223"/>
                  <a:pt x="10393680" y="3977640"/>
                </a:cubicBezTo>
                <a:close/>
                <a:moveTo>
                  <a:pt x="10393680" y="4130040"/>
                </a:moveTo>
                <a:cubicBezTo>
                  <a:pt x="10393680" y="4138457"/>
                  <a:pt x="10386857" y="4145280"/>
                  <a:pt x="10378440" y="4145280"/>
                </a:cubicBezTo>
                <a:cubicBezTo>
                  <a:pt x="10370023" y="4145280"/>
                  <a:pt x="10363200" y="4138457"/>
                  <a:pt x="10363200" y="4130040"/>
                </a:cubicBezTo>
                <a:cubicBezTo>
                  <a:pt x="10363200" y="4121623"/>
                  <a:pt x="10370023" y="4114800"/>
                  <a:pt x="10378440" y="4114800"/>
                </a:cubicBezTo>
                <a:cubicBezTo>
                  <a:pt x="10386857" y="4114800"/>
                  <a:pt x="10393680" y="4121623"/>
                  <a:pt x="10393680" y="4130040"/>
                </a:cubicBezTo>
                <a:close/>
                <a:moveTo>
                  <a:pt x="10393680" y="4282440"/>
                </a:moveTo>
                <a:cubicBezTo>
                  <a:pt x="10393680" y="4290857"/>
                  <a:pt x="10386857" y="4297680"/>
                  <a:pt x="10378440" y="4297680"/>
                </a:cubicBezTo>
                <a:cubicBezTo>
                  <a:pt x="10370023" y="4297680"/>
                  <a:pt x="10363200" y="4290857"/>
                  <a:pt x="10363200" y="4282440"/>
                </a:cubicBezTo>
                <a:cubicBezTo>
                  <a:pt x="10363200" y="4274023"/>
                  <a:pt x="10370023" y="4267200"/>
                  <a:pt x="10378440" y="4267200"/>
                </a:cubicBezTo>
                <a:cubicBezTo>
                  <a:pt x="10386857" y="4267200"/>
                  <a:pt x="10393680" y="4274023"/>
                  <a:pt x="10393680" y="4282440"/>
                </a:cubicBezTo>
                <a:close/>
                <a:moveTo>
                  <a:pt x="10393680" y="4434840"/>
                </a:moveTo>
                <a:cubicBezTo>
                  <a:pt x="10393680" y="4443257"/>
                  <a:pt x="10386857" y="4450080"/>
                  <a:pt x="10378440" y="4450080"/>
                </a:cubicBezTo>
                <a:cubicBezTo>
                  <a:pt x="10370023" y="4450080"/>
                  <a:pt x="10363200" y="4443257"/>
                  <a:pt x="10363200" y="4434840"/>
                </a:cubicBezTo>
                <a:cubicBezTo>
                  <a:pt x="10363200" y="4426423"/>
                  <a:pt x="10370023" y="4419600"/>
                  <a:pt x="10378440" y="4419600"/>
                </a:cubicBezTo>
                <a:cubicBezTo>
                  <a:pt x="10386857" y="4419600"/>
                  <a:pt x="10393680" y="4426423"/>
                  <a:pt x="10393680" y="4434840"/>
                </a:cubicBezTo>
                <a:close/>
                <a:moveTo>
                  <a:pt x="10546080" y="15240"/>
                </a:moveTo>
                <a:cubicBezTo>
                  <a:pt x="10546080" y="23657"/>
                  <a:pt x="10539257" y="30480"/>
                  <a:pt x="10530840" y="30480"/>
                </a:cubicBezTo>
                <a:cubicBezTo>
                  <a:pt x="10522423" y="30480"/>
                  <a:pt x="10515600" y="23657"/>
                  <a:pt x="10515600" y="15240"/>
                </a:cubicBezTo>
                <a:cubicBezTo>
                  <a:pt x="10515600" y="6823"/>
                  <a:pt x="10522423" y="0"/>
                  <a:pt x="10530840" y="0"/>
                </a:cubicBezTo>
                <a:cubicBezTo>
                  <a:pt x="10539257" y="0"/>
                  <a:pt x="10546080" y="6823"/>
                  <a:pt x="10546080" y="15240"/>
                </a:cubicBezTo>
                <a:close/>
                <a:moveTo>
                  <a:pt x="10546080" y="167640"/>
                </a:moveTo>
                <a:cubicBezTo>
                  <a:pt x="10546080" y="176057"/>
                  <a:pt x="10539257" y="182880"/>
                  <a:pt x="10530840" y="182880"/>
                </a:cubicBezTo>
                <a:cubicBezTo>
                  <a:pt x="10522423" y="182880"/>
                  <a:pt x="10515600" y="176057"/>
                  <a:pt x="10515600" y="167640"/>
                </a:cubicBezTo>
                <a:cubicBezTo>
                  <a:pt x="10515600" y="159223"/>
                  <a:pt x="10522423" y="152400"/>
                  <a:pt x="10530840" y="152400"/>
                </a:cubicBezTo>
                <a:cubicBezTo>
                  <a:pt x="10539257" y="152400"/>
                  <a:pt x="10546080" y="159223"/>
                  <a:pt x="10546080" y="167640"/>
                </a:cubicBezTo>
                <a:close/>
                <a:moveTo>
                  <a:pt x="10546080" y="320040"/>
                </a:moveTo>
                <a:cubicBezTo>
                  <a:pt x="10546080" y="328457"/>
                  <a:pt x="10539257" y="335280"/>
                  <a:pt x="10530840" y="335280"/>
                </a:cubicBezTo>
                <a:cubicBezTo>
                  <a:pt x="10522423" y="335280"/>
                  <a:pt x="10515600" y="328457"/>
                  <a:pt x="10515600" y="320040"/>
                </a:cubicBezTo>
                <a:cubicBezTo>
                  <a:pt x="10515600" y="311623"/>
                  <a:pt x="10522423" y="304800"/>
                  <a:pt x="10530840" y="304800"/>
                </a:cubicBezTo>
                <a:cubicBezTo>
                  <a:pt x="10539257" y="304800"/>
                  <a:pt x="10546080" y="311623"/>
                  <a:pt x="10546080" y="320040"/>
                </a:cubicBezTo>
                <a:close/>
                <a:moveTo>
                  <a:pt x="10546080" y="472440"/>
                </a:moveTo>
                <a:cubicBezTo>
                  <a:pt x="10546080" y="480857"/>
                  <a:pt x="10539257" y="487680"/>
                  <a:pt x="10530840" y="487680"/>
                </a:cubicBezTo>
                <a:cubicBezTo>
                  <a:pt x="10522423" y="487680"/>
                  <a:pt x="10515600" y="480857"/>
                  <a:pt x="10515600" y="472440"/>
                </a:cubicBezTo>
                <a:cubicBezTo>
                  <a:pt x="10515600" y="464023"/>
                  <a:pt x="10522423" y="457200"/>
                  <a:pt x="10530840" y="457200"/>
                </a:cubicBezTo>
                <a:cubicBezTo>
                  <a:pt x="10539257" y="457200"/>
                  <a:pt x="10546080" y="464023"/>
                  <a:pt x="10546080" y="472440"/>
                </a:cubicBezTo>
                <a:close/>
                <a:moveTo>
                  <a:pt x="10546080" y="624840"/>
                </a:moveTo>
                <a:cubicBezTo>
                  <a:pt x="10546080" y="633257"/>
                  <a:pt x="10539257" y="640080"/>
                  <a:pt x="10530840" y="640080"/>
                </a:cubicBezTo>
                <a:cubicBezTo>
                  <a:pt x="10522423" y="640080"/>
                  <a:pt x="10515600" y="633257"/>
                  <a:pt x="10515600" y="624840"/>
                </a:cubicBezTo>
                <a:cubicBezTo>
                  <a:pt x="10515600" y="616423"/>
                  <a:pt x="10522423" y="609600"/>
                  <a:pt x="10530840" y="609600"/>
                </a:cubicBezTo>
                <a:cubicBezTo>
                  <a:pt x="10539257" y="609600"/>
                  <a:pt x="10546080" y="616423"/>
                  <a:pt x="10546080" y="624840"/>
                </a:cubicBezTo>
                <a:close/>
                <a:moveTo>
                  <a:pt x="10546080" y="777240"/>
                </a:moveTo>
                <a:cubicBezTo>
                  <a:pt x="10546080" y="785657"/>
                  <a:pt x="10539257" y="792480"/>
                  <a:pt x="10530840" y="792480"/>
                </a:cubicBezTo>
                <a:cubicBezTo>
                  <a:pt x="10522423" y="792480"/>
                  <a:pt x="10515600" y="785657"/>
                  <a:pt x="10515600" y="777240"/>
                </a:cubicBezTo>
                <a:cubicBezTo>
                  <a:pt x="10515600" y="768823"/>
                  <a:pt x="10522423" y="762000"/>
                  <a:pt x="10530840" y="762000"/>
                </a:cubicBezTo>
                <a:cubicBezTo>
                  <a:pt x="10539257" y="762000"/>
                  <a:pt x="10546080" y="768823"/>
                  <a:pt x="10546080" y="777240"/>
                </a:cubicBezTo>
                <a:close/>
                <a:moveTo>
                  <a:pt x="10546080" y="929640"/>
                </a:moveTo>
                <a:cubicBezTo>
                  <a:pt x="10546080" y="938057"/>
                  <a:pt x="10539257" y="944880"/>
                  <a:pt x="10530840" y="944880"/>
                </a:cubicBezTo>
                <a:cubicBezTo>
                  <a:pt x="10522423" y="944880"/>
                  <a:pt x="10515600" y="938057"/>
                  <a:pt x="10515600" y="929640"/>
                </a:cubicBezTo>
                <a:cubicBezTo>
                  <a:pt x="10515600" y="921223"/>
                  <a:pt x="10522423" y="914400"/>
                  <a:pt x="10530840" y="914400"/>
                </a:cubicBezTo>
                <a:cubicBezTo>
                  <a:pt x="10539257" y="914400"/>
                  <a:pt x="10546080" y="921223"/>
                  <a:pt x="10546080" y="929640"/>
                </a:cubicBezTo>
                <a:close/>
                <a:moveTo>
                  <a:pt x="10546080" y="1082040"/>
                </a:moveTo>
                <a:cubicBezTo>
                  <a:pt x="10546080" y="1090457"/>
                  <a:pt x="10539257" y="1097280"/>
                  <a:pt x="10530840" y="1097280"/>
                </a:cubicBezTo>
                <a:cubicBezTo>
                  <a:pt x="10522423" y="1097280"/>
                  <a:pt x="10515600" y="1090457"/>
                  <a:pt x="10515600" y="1082040"/>
                </a:cubicBezTo>
                <a:cubicBezTo>
                  <a:pt x="10515600" y="1073623"/>
                  <a:pt x="10522423" y="1066800"/>
                  <a:pt x="10530840" y="1066800"/>
                </a:cubicBezTo>
                <a:cubicBezTo>
                  <a:pt x="10539257" y="1066800"/>
                  <a:pt x="10546080" y="1073623"/>
                  <a:pt x="10546080" y="1082040"/>
                </a:cubicBezTo>
                <a:close/>
                <a:moveTo>
                  <a:pt x="10546080" y="1234440"/>
                </a:moveTo>
                <a:cubicBezTo>
                  <a:pt x="10546080" y="1242857"/>
                  <a:pt x="10539257" y="1249680"/>
                  <a:pt x="10530840" y="1249680"/>
                </a:cubicBezTo>
                <a:cubicBezTo>
                  <a:pt x="10522423" y="1249680"/>
                  <a:pt x="10515600" y="1242857"/>
                  <a:pt x="10515600" y="1234440"/>
                </a:cubicBezTo>
                <a:cubicBezTo>
                  <a:pt x="10515600" y="1226023"/>
                  <a:pt x="10522423" y="1219200"/>
                  <a:pt x="10530840" y="1219200"/>
                </a:cubicBezTo>
                <a:cubicBezTo>
                  <a:pt x="10539257" y="1219200"/>
                  <a:pt x="10546080" y="1226023"/>
                  <a:pt x="10546080" y="1234440"/>
                </a:cubicBezTo>
                <a:close/>
                <a:moveTo>
                  <a:pt x="10546080" y="1386840"/>
                </a:moveTo>
                <a:cubicBezTo>
                  <a:pt x="10546080" y="1395257"/>
                  <a:pt x="10539257" y="1402080"/>
                  <a:pt x="10530840" y="1402080"/>
                </a:cubicBezTo>
                <a:cubicBezTo>
                  <a:pt x="10522423" y="1402080"/>
                  <a:pt x="10515600" y="1395257"/>
                  <a:pt x="10515600" y="1386840"/>
                </a:cubicBezTo>
                <a:cubicBezTo>
                  <a:pt x="10515600" y="1378423"/>
                  <a:pt x="10522423" y="1371600"/>
                  <a:pt x="10530840" y="1371600"/>
                </a:cubicBezTo>
                <a:cubicBezTo>
                  <a:pt x="10539257" y="1371600"/>
                  <a:pt x="10546080" y="1378423"/>
                  <a:pt x="10546080" y="1386840"/>
                </a:cubicBezTo>
                <a:close/>
                <a:moveTo>
                  <a:pt x="10546080" y="1539240"/>
                </a:moveTo>
                <a:cubicBezTo>
                  <a:pt x="10546080" y="1547657"/>
                  <a:pt x="10539257" y="1554480"/>
                  <a:pt x="10530840" y="1554480"/>
                </a:cubicBezTo>
                <a:cubicBezTo>
                  <a:pt x="10522423" y="1554480"/>
                  <a:pt x="10515600" y="1547657"/>
                  <a:pt x="10515600" y="1539240"/>
                </a:cubicBezTo>
                <a:cubicBezTo>
                  <a:pt x="10515600" y="1530823"/>
                  <a:pt x="10522423" y="1524000"/>
                  <a:pt x="10530840" y="1524000"/>
                </a:cubicBezTo>
                <a:cubicBezTo>
                  <a:pt x="10539257" y="1524000"/>
                  <a:pt x="10546080" y="1530823"/>
                  <a:pt x="10546080" y="1539240"/>
                </a:cubicBezTo>
                <a:close/>
                <a:moveTo>
                  <a:pt x="10546080" y="1691640"/>
                </a:moveTo>
                <a:cubicBezTo>
                  <a:pt x="10546080" y="1700057"/>
                  <a:pt x="10539257" y="1706880"/>
                  <a:pt x="10530840" y="1706880"/>
                </a:cubicBezTo>
                <a:cubicBezTo>
                  <a:pt x="10522423" y="1706880"/>
                  <a:pt x="10515600" y="1700057"/>
                  <a:pt x="10515600" y="1691640"/>
                </a:cubicBezTo>
                <a:cubicBezTo>
                  <a:pt x="10515600" y="1683223"/>
                  <a:pt x="10522423" y="1676400"/>
                  <a:pt x="10530840" y="1676400"/>
                </a:cubicBezTo>
                <a:cubicBezTo>
                  <a:pt x="10539257" y="1676400"/>
                  <a:pt x="10546080" y="1683223"/>
                  <a:pt x="10546080" y="1691640"/>
                </a:cubicBezTo>
                <a:close/>
                <a:moveTo>
                  <a:pt x="10546080" y="1844040"/>
                </a:moveTo>
                <a:cubicBezTo>
                  <a:pt x="10546080" y="1852457"/>
                  <a:pt x="10539257" y="1859280"/>
                  <a:pt x="10530840" y="1859280"/>
                </a:cubicBezTo>
                <a:cubicBezTo>
                  <a:pt x="10522423" y="1859280"/>
                  <a:pt x="10515600" y="1852457"/>
                  <a:pt x="10515600" y="1844040"/>
                </a:cubicBezTo>
                <a:cubicBezTo>
                  <a:pt x="10515600" y="1835623"/>
                  <a:pt x="10522423" y="1828800"/>
                  <a:pt x="10530840" y="1828800"/>
                </a:cubicBezTo>
                <a:cubicBezTo>
                  <a:pt x="10539257" y="1828800"/>
                  <a:pt x="10546080" y="1835623"/>
                  <a:pt x="10546080" y="1844040"/>
                </a:cubicBezTo>
                <a:close/>
                <a:moveTo>
                  <a:pt x="10546080" y="1996440"/>
                </a:moveTo>
                <a:cubicBezTo>
                  <a:pt x="10546080" y="2004857"/>
                  <a:pt x="10539257" y="2011680"/>
                  <a:pt x="10530840" y="2011680"/>
                </a:cubicBezTo>
                <a:cubicBezTo>
                  <a:pt x="10522423" y="2011680"/>
                  <a:pt x="10515600" y="2004857"/>
                  <a:pt x="10515600" y="1996440"/>
                </a:cubicBezTo>
                <a:cubicBezTo>
                  <a:pt x="10515600" y="1988023"/>
                  <a:pt x="10522423" y="1981200"/>
                  <a:pt x="10530840" y="1981200"/>
                </a:cubicBezTo>
                <a:cubicBezTo>
                  <a:pt x="10539257" y="1981200"/>
                  <a:pt x="10546080" y="1988023"/>
                  <a:pt x="10546080" y="1996440"/>
                </a:cubicBezTo>
                <a:close/>
                <a:moveTo>
                  <a:pt x="10546080" y="2148840"/>
                </a:moveTo>
                <a:cubicBezTo>
                  <a:pt x="10546080" y="2157257"/>
                  <a:pt x="10539257" y="2164080"/>
                  <a:pt x="10530840" y="2164080"/>
                </a:cubicBezTo>
                <a:cubicBezTo>
                  <a:pt x="10522423" y="2164080"/>
                  <a:pt x="10515600" y="2157257"/>
                  <a:pt x="10515600" y="2148840"/>
                </a:cubicBezTo>
                <a:cubicBezTo>
                  <a:pt x="10515600" y="2140423"/>
                  <a:pt x="10522423" y="2133600"/>
                  <a:pt x="10530840" y="2133600"/>
                </a:cubicBezTo>
                <a:cubicBezTo>
                  <a:pt x="10539257" y="2133600"/>
                  <a:pt x="10546080" y="2140423"/>
                  <a:pt x="10546080" y="2148840"/>
                </a:cubicBezTo>
                <a:close/>
                <a:moveTo>
                  <a:pt x="10546080" y="2301240"/>
                </a:moveTo>
                <a:cubicBezTo>
                  <a:pt x="10546080" y="2309657"/>
                  <a:pt x="10539257" y="2316480"/>
                  <a:pt x="10530840" y="2316480"/>
                </a:cubicBezTo>
                <a:cubicBezTo>
                  <a:pt x="10522423" y="2316480"/>
                  <a:pt x="10515600" y="2309657"/>
                  <a:pt x="10515600" y="2301240"/>
                </a:cubicBezTo>
                <a:cubicBezTo>
                  <a:pt x="10515600" y="2292823"/>
                  <a:pt x="10522423" y="2286000"/>
                  <a:pt x="10530840" y="2286000"/>
                </a:cubicBezTo>
                <a:cubicBezTo>
                  <a:pt x="10539257" y="2286000"/>
                  <a:pt x="10546080" y="2292823"/>
                  <a:pt x="10546080" y="2301240"/>
                </a:cubicBezTo>
                <a:close/>
                <a:moveTo>
                  <a:pt x="10546080" y="2453640"/>
                </a:moveTo>
                <a:cubicBezTo>
                  <a:pt x="10546080" y="2462057"/>
                  <a:pt x="10539257" y="2468880"/>
                  <a:pt x="10530840" y="2468880"/>
                </a:cubicBezTo>
                <a:cubicBezTo>
                  <a:pt x="10522423" y="2468880"/>
                  <a:pt x="10515600" y="2462057"/>
                  <a:pt x="10515600" y="2453640"/>
                </a:cubicBezTo>
                <a:cubicBezTo>
                  <a:pt x="10515600" y="2445223"/>
                  <a:pt x="10522423" y="2438400"/>
                  <a:pt x="10530840" y="2438400"/>
                </a:cubicBezTo>
                <a:cubicBezTo>
                  <a:pt x="10539257" y="2438400"/>
                  <a:pt x="10546080" y="2445223"/>
                  <a:pt x="10546080" y="2453640"/>
                </a:cubicBezTo>
                <a:close/>
                <a:moveTo>
                  <a:pt x="10546080" y="2606040"/>
                </a:moveTo>
                <a:cubicBezTo>
                  <a:pt x="10546080" y="2614457"/>
                  <a:pt x="10539257" y="2621280"/>
                  <a:pt x="10530840" y="2621280"/>
                </a:cubicBezTo>
                <a:cubicBezTo>
                  <a:pt x="10522423" y="2621280"/>
                  <a:pt x="10515600" y="2614457"/>
                  <a:pt x="10515600" y="2606040"/>
                </a:cubicBezTo>
                <a:cubicBezTo>
                  <a:pt x="10515600" y="2597623"/>
                  <a:pt x="10522423" y="2590800"/>
                  <a:pt x="10530840" y="2590800"/>
                </a:cubicBezTo>
                <a:cubicBezTo>
                  <a:pt x="10539257" y="2590800"/>
                  <a:pt x="10546080" y="2597623"/>
                  <a:pt x="10546080" y="2606040"/>
                </a:cubicBezTo>
                <a:close/>
                <a:moveTo>
                  <a:pt x="10546080" y="2758440"/>
                </a:moveTo>
                <a:cubicBezTo>
                  <a:pt x="10546080" y="2766857"/>
                  <a:pt x="10539257" y="2773680"/>
                  <a:pt x="10530840" y="2773680"/>
                </a:cubicBezTo>
                <a:cubicBezTo>
                  <a:pt x="10522423" y="2773680"/>
                  <a:pt x="10515600" y="2766857"/>
                  <a:pt x="10515600" y="2758440"/>
                </a:cubicBezTo>
                <a:cubicBezTo>
                  <a:pt x="10515600" y="2750023"/>
                  <a:pt x="10522423" y="2743200"/>
                  <a:pt x="10530840" y="2743200"/>
                </a:cubicBezTo>
                <a:cubicBezTo>
                  <a:pt x="10539257" y="2743200"/>
                  <a:pt x="10546080" y="2750023"/>
                  <a:pt x="10546080" y="2758440"/>
                </a:cubicBezTo>
                <a:close/>
                <a:moveTo>
                  <a:pt x="10546080" y="2910840"/>
                </a:moveTo>
                <a:cubicBezTo>
                  <a:pt x="10546080" y="2919257"/>
                  <a:pt x="10539257" y="2926080"/>
                  <a:pt x="10530840" y="2926080"/>
                </a:cubicBezTo>
                <a:cubicBezTo>
                  <a:pt x="10522423" y="2926080"/>
                  <a:pt x="10515600" y="2919257"/>
                  <a:pt x="10515600" y="2910840"/>
                </a:cubicBezTo>
                <a:cubicBezTo>
                  <a:pt x="10515600" y="2902423"/>
                  <a:pt x="10522423" y="2895600"/>
                  <a:pt x="10530840" y="2895600"/>
                </a:cubicBezTo>
                <a:cubicBezTo>
                  <a:pt x="10539257" y="2895600"/>
                  <a:pt x="10546080" y="2902423"/>
                  <a:pt x="10546080" y="2910840"/>
                </a:cubicBezTo>
                <a:close/>
                <a:moveTo>
                  <a:pt x="10546080" y="3063240"/>
                </a:moveTo>
                <a:cubicBezTo>
                  <a:pt x="10546080" y="3071657"/>
                  <a:pt x="10539257" y="3078480"/>
                  <a:pt x="10530840" y="3078480"/>
                </a:cubicBezTo>
                <a:cubicBezTo>
                  <a:pt x="10522423" y="3078480"/>
                  <a:pt x="10515600" y="3071657"/>
                  <a:pt x="10515600" y="3063240"/>
                </a:cubicBezTo>
                <a:cubicBezTo>
                  <a:pt x="10515600" y="3054823"/>
                  <a:pt x="10522423" y="3048000"/>
                  <a:pt x="10530840" y="3048000"/>
                </a:cubicBezTo>
                <a:cubicBezTo>
                  <a:pt x="10539257" y="3048000"/>
                  <a:pt x="10546080" y="3054823"/>
                  <a:pt x="10546080" y="3063240"/>
                </a:cubicBezTo>
                <a:close/>
                <a:moveTo>
                  <a:pt x="10546080" y="3215640"/>
                </a:moveTo>
                <a:cubicBezTo>
                  <a:pt x="10546080" y="3224057"/>
                  <a:pt x="10539257" y="3230880"/>
                  <a:pt x="10530840" y="3230880"/>
                </a:cubicBezTo>
                <a:cubicBezTo>
                  <a:pt x="10522423" y="3230880"/>
                  <a:pt x="10515600" y="3224057"/>
                  <a:pt x="10515600" y="3215640"/>
                </a:cubicBezTo>
                <a:cubicBezTo>
                  <a:pt x="10515600" y="3207223"/>
                  <a:pt x="10522423" y="3200400"/>
                  <a:pt x="10530840" y="3200400"/>
                </a:cubicBezTo>
                <a:cubicBezTo>
                  <a:pt x="10539257" y="3200400"/>
                  <a:pt x="10546080" y="3207223"/>
                  <a:pt x="10546080" y="3215640"/>
                </a:cubicBezTo>
                <a:close/>
                <a:moveTo>
                  <a:pt x="10546080" y="3368040"/>
                </a:moveTo>
                <a:cubicBezTo>
                  <a:pt x="10546080" y="3376457"/>
                  <a:pt x="10539257" y="3383280"/>
                  <a:pt x="10530840" y="3383280"/>
                </a:cubicBezTo>
                <a:cubicBezTo>
                  <a:pt x="10522423" y="3383280"/>
                  <a:pt x="10515600" y="3376457"/>
                  <a:pt x="10515600" y="3368040"/>
                </a:cubicBezTo>
                <a:cubicBezTo>
                  <a:pt x="10515600" y="3359623"/>
                  <a:pt x="10522423" y="3352800"/>
                  <a:pt x="10530840" y="3352800"/>
                </a:cubicBezTo>
                <a:cubicBezTo>
                  <a:pt x="10539257" y="3352800"/>
                  <a:pt x="10546080" y="3359623"/>
                  <a:pt x="10546080" y="3368040"/>
                </a:cubicBezTo>
                <a:close/>
                <a:moveTo>
                  <a:pt x="10546080" y="3520440"/>
                </a:moveTo>
                <a:cubicBezTo>
                  <a:pt x="10546080" y="3528857"/>
                  <a:pt x="10539257" y="3535680"/>
                  <a:pt x="10530840" y="3535680"/>
                </a:cubicBezTo>
                <a:cubicBezTo>
                  <a:pt x="10522423" y="3535680"/>
                  <a:pt x="10515600" y="3528857"/>
                  <a:pt x="10515600" y="3520440"/>
                </a:cubicBezTo>
                <a:cubicBezTo>
                  <a:pt x="10515600" y="3512023"/>
                  <a:pt x="10522423" y="3505200"/>
                  <a:pt x="10530840" y="3505200"/>
                </a:cubicBezTo>
                <a:cubicBezTo>
                  <a:pt x="10539257" y="3505200"/>
                  <a:pt x="10546080" y="3512023"/>
                  <a:pt x="10546080" y="3520440"/>
                </a:cubicBezTo>
                <a:close/>
                <a:moveTo>
                  <a:pt x="10546080" y="3672840"/>
                </a:moveTo>
                <a:cubicBezTo>
                  <a:pt x="10546080" y="3681257"/>
                  <a:pt x="10539257" y="3688080"/>
                  <a:pt x="10530840" y="3688080"/>
                </a:cubicBezTo>
                <a:cubicBezTo>
                  <a:pt x="10522423" y="3688080"/>
                  <a:pt x="10515600" y="3681257"/>
                  <a:pt x="10515600" y="3672840"/>
                </a:cubicBezTo>
                <a:cubicBezTo>
                  <a:pt x="10515600" y="3664423"/>
                  <a:pt x="10522423" y="3657600"/>
                  <a:pt x="10530840" y="3657600"/>
                </a:cubicBezTo>
                <a:cubicBezTo>
                  <a:pt x="10539257" y="3657600"/>
                  <a:pt x="10546080" y="3664423"/>
                  <a:pt x="10546080" y="3672840"/>
                </a:cubicBezTo>
                <a:close/>
                <a:moveTo>
                  <a:pt x="10546080" y="3825240"/>
                </a:moveTo>
                <a:cubicBezTo>
                  <a:pt x="10546080" y="3833657"/>
                  <a:pt x="10539257" y="3840480"/>
                  <a:pt x="10530840" y="3840480"/>
                </a:cubicBezTo>
                <a:cubicBezTo>
                  <a:pt x="10522423" y="3840480"/>
                  <a:pt x="10515600" y="3833657"/>
                  <a:pt x="10515600" y="3825240"/>
                </a:cubicBezTo>
                <a:cubicBezTo>
                  <a:pt x="10515600" y="3816823"/>
                  <a:pt x="10522423" y="3810000"/>
                  <a:pt x="10530840" y="3810000"/>
                </a:cubicBezTo>
                <a:cubicBezTo>
                  <a:pt x="10539257" y="3810000"/>
                  <a:pt x="10546080" y="3816823"/>
                  <a:pt x="10546080" y="3825240"/>
                </a:cubicBezTo>
                <a:close/>
                <a:moveTo>
                  <a:pt x="10546080" y="3977640"/>
                </a:moveTo>
                <a:cubicBezTo>
                  <a:pt x="10546080" y="3986057"/>
                  <a:pt x="10539257" y="3992880"/>
                  <a:pt x="10530840" y="3992880"/>
                </a:cubicBezTo>
                <a:cubicBezTo>
                  <a:pt x="10522423" y="3992880"/>
                  <a:pt x="10515600" y="3986057"/>
                  <a:pt x="10515600" y="3977640"/>
                </a:cubicBezTo>
                <a:cubicBezTo>
                  <a:pt x="10515600" y="3969223"/>
                  <a:pt x="10522423" y="3962400"/>
                  <a:pt x="10530840" y="3962400"/>
                </a:cubicBezTo>
                <a:cubicBezTo>
                  <a:pt x="10539257" y="3962400"/>
                  <a:pt x="10546080" y="3969223"/>
                  <a:pt x="10546080" y="3977640"/>
                </a:cubicBezTo>
                <a:close/>
                <a:moveTo>
                  <a:pt x="10546080" y="4130040"/>
                </a:moveTo>
                <a:cubicBezTo>
                  <a:pt x="10546080" y="4138457"/>
                  <a:pt x="10539257" y="4145280"/>
                  <a:pt x="10530840" y="4145280"/>
                </a:cubicBezTo>
                <a:cubicBezTo>
                  <a:pt x="10522423" y="4145280"/>
                  <a:pt x="10515600" y="4138457"/>
                  <a:pt x="10515600" y="4130040"/>
                </a:cubicBezTo>
                <a:cubicBezTo>
                  <a:pt x="10515600" y="4121623"/>
                  <a:pt x="10522423" y="4114800"/>
                  <a:pt x="10530840" y="4114800"/>
                </a:cubicBezTo>
                <a:cubicBezTo>
                  <a:pt x="10539257" y="4114800"/>
                  <a:pt x="10546080" y="4121623"/>
                  <a:pt x="10546080" y="4130040"/>
                </a:cubicBezTo>
                <a:close/>
                <a:moveTo>
                  <a:pt x="10546080" y="4282440"/>
                </a:moveTo>
                <a:cubicBezTo>
                  <a:pt x="10546080" y="4290857"/>
                  <a:pt x="10539257" y="4297680"/>
                  <a:pt x="10530840" y="4297680"/>
                </a:cubicBezTo>
                <a:cubicBezTo>
                  <a:pt x="10522423" y="4297680"/>
                  <a:pt x="10515600" y="4290857"/>
                  <a:pt x="10515600" y="4282440"/>
                </a:cubicBezTo>
                <a:cubicBezTo>
                  <a:pt x="10515600" y="4274023"/>
                  <a:pt x="10522423" y="4267200"/>
                  <a:pt x="10530840" y="4267200"/>
                </a:cubicBezTo>
                <a:cubicBezTo>
                  <a:pt x="10539257" y="4267200"/>
                  <a:pt x="10546080" y="4274023"/>
                  <a:pt x="10546080" y="4282440"/>
                </a:cubicBezTo>
                <a:close/>
                <a:moveTo>
                  <a:pt x="10546080" y="4434840"/>
                </a:moveTo>
                <a:cubicBezTo>
                  <a:pt x="10546080" y="4443257"/>
                  <a:pt x="10539257" y="4450080"/>
                  <a:pt x="10530840" y="4450080"/>
                </a:cubicBezTo>
                <a:cubicBezTo>
                  <a:pt x="10522423" y="4450080"/>
                  <a:pt x="10515600" y="4443257"/>
                  <a:pt x="10515600" y="4434840"/>
                </a:cubicBezTo>
                <a:cubicBezTo>
                  <a:pt x="10515600" y="4426423"/>
                  <a:pt x="10522423" y="4419600"/>
                  <a:pt x="10530840" y="4419600"/>
                </a:cubicBezTo>
                <a:cubicBezTo>
                  <a:pt x="10539257" y="4419600"/>
                  <a:pt x="10546080" y="4426423"/>
                  <a:pt x="10546080" y="4434840"/>
                </a:cubicBezTo>
                <a:close/>
                <a:moveTo>
                  <a:pt x="10698480" y="15240"/>
                </a:moveTo>
                <a:cubicBezTo>
                  <a:pt x="10698480" y="23657"/>
                  <a:pt x="10691657" y="30480"/>
                  <a:pt x="10683240" y="30480"/>
                </a:cubicBezTo>
                <a:cubicBezTo>
                  <a:pt x="10674823" y="30480"/>
                  <a:pt x="10668000" y="23657"/>
                  <a:pt x="10668000" y="15240"/>
                </a:cubicBezTo>
                <a:cubicBezTo>
                  <a:pt x="10668000" y="6823"/>
                  <a:pt x="10674823" y="0"/>
                  <a:pt x="10683240" y="0"/>
                </a:cubicBezTo>
                <a:cubicBezTo>
                  <a:pt x="10691657" y="0"/>
                  <a:pt x="10698480" y="6823"/>
                  <a:pt x="10698480" y="15240"/>
                </a:cubicBezTo>
                <a:close/>
                <a:moveTo>
                  <a:pt x="10698480" y="167640"/>
                </a:moveTo>
                <a:cubicBezTo>
                  <a:pt x="10698480" y="176057"/>
                  <a:pt x="10691657" y="182880"/>
                  <a:pt x="10683240" y="182880"/>
                </a:cubicBezTo>
                <a:cubicBezTo>
                  <a:pt x="10674823" y="182880"/>
                  <a:pt x="10668000" y="176057"/>
                  <a:pt x="10668000" y="167640"/>
                </a:cubicBezTo>
                <a:cubicBezTo>
                  <a:pt x="10668000" y="159223"/>
                  <a:pt x="10674823" y="152400"/>
                  <a:pt x="10683240" y="152400"/>
                </a:cubicBezTo>
                <a:cubicBezTo>
                  <a:pt x="10691657" y="152400"/>
                  <a:pt x="10698480" y="159223"/>
                  <a:pt x="10698480" y="167640"/>
                </a:cubicBezTo>
                <a:close/>
                <a:moveTo>
                  <a:pt x="10698480" y="320040"/>
                </a:moveTo>
                <a:cubicBezTo>
                  <a:pt x="10698480" y="328457"/>
                  <a:pt x="10691657" y="335280"/>
                  <a:pt x="10683240" y="335280"/>
                </a:cubicBezTo>
                <a:cubicBezTo>
                  <a:pt x="10674823" y="335280"/>
                  <a:pt x="10668000" y="328457"/>
                  <a:pt x="10668000" y="320040"/>
                </a:cubicBezTo>
                <a:cubicBezTo>
                  <a:pt x="10668000" y="311623"/>
                  <a:pt x="10674823" y="304800"/>
                  <a:pt x="10683240" y="304800"/>
                </a:cubicBezTo>
                <a:cubicBezTo>
                  <a:pt x="10691657" y="304800"/>
                  <a:pt x="10698480" y="311623"/>
                  <a:pt x="10698480" y="320040"/>
                </a:cubicBezTo>
                <a:close/>
                <a:moveTo>
                  <a:pt x="10698480" y="472440"/>
                </a:moveTo>
                <a:cubicBezTo>
                  <a:pt x="10698480" y="480857"/>
                  <a:pt x="10691657" y="487680"/>
                  <a:pt x="10683240" y="487680"/>
                </a:cubicBezTo>
                <a:cubicBezTo>
                  <a:pt x="10674823" y="487680"/>
                  <a:pt x="10668000" y="480857"/>
                  <a:pt x="10668000" y="472440"/>
                </a:cubicBezTo>
                <a:cubicBezTo>
                  <a:pt x="10668000" y="464023"/>
                  <a:pt x="10674823" y="457200"/>
                  <a:pt x="10683240" y="457200"/>
                </a:cubicBezTo>
                <a:cubicBezTo>
                  <a:pt x="10691657" y="457200"/>
                  <a:pt x="10698480" y="464023"/>
                  <a:pt x="10698480" y="472440"/>
                </a:cubicBezTo>
                <a:close/>
                <a:moveTo>
                  <a:pt x="10698480" y="624840"/>
                </a:moveTo>
                <a:cubicBezTo>
                  <a:pt x="10698480" y="633257"/>
                  <a:pt x="10691657" y="640080"/>
                  <a:pt x="10683240" y="640080"/>
                </a:cubicBezTo>
                <a:cubicBezTo>
                  <a:pt x="10674823" y="640080"/>
                  <a:pt x="10668000" y="633257"/>
                  <a:pt x="10668000" y="624840"/>
                </a:cubicBezTo>
                <a:cubicBezTo>
                  <a:pt x="10668000" y="616423"/>
                  <a:pt x="10674823" y="609600"/>
                  <a:pt x="10683240" y="609600"/>
                </a:cubicBezTo>
                <a:cubicBezTo>
                  <a:pt x="10691657" y="609600"/>
                  <a:pt x="10698480" y="616423"/>
                  <a:pt x="10698480" y="624840"/>
                </a:cubicBezTo>
                <a:close/>
                <a:moveTo>
                  <a:pt x="10698480" y="777240"/>
                </a:moveTo>
                <a:cubicBezTo>
                  <a:pt x="10698480" y="785657"/>
                  <a:pt x="10691657" y="792480"/>
                  <a:pt x="10683240" y="792480"/>
                </a:cubicBezTo>
                <a:cubicBezTo>
                  <a:pt x="10674823" y="792480"/>
                  <a:pt x="10668000" y="785657"/>
                  <a:pt x="10668000" y="777240"/>
                </a:cubicBezTo>
                <a:cubicBezTo>
                  <a:pt x="10668000" y="768823"/>
                  <a:pt x="10674823" y="762000"/>
                  <a:pt x="10683240" y="762000"/>
                </a:cubicBezTo>
                <a:cubicBezTo>
                  <a:pt x="10691657" y="762000"/>
                  <a:pt x="10698480" y="768823"/>
                  <a:pt x="10698480" y="777240"/>
                </a:cubicBezTo>
                <a:close/>
                <a:moveTo>
                  <a:pt x="10698480" y="929640"/>
                </a:moveTo>
                <a:cubicBezTo>
                  <a:pt x="10698480" y="938057"/>
                  <a:pt x="10691657" y="944880"/>
                  <a:pt x="10683240" y="944880"/>
                </a:cubicBezTo>
                <a:cubicBezTo>
                  <a:pt x="10674823" y="944880"/>
                  <a:pt x="10668000" y="938057"/>
                  <a:pt x="10668000" y="929640"/>
                </a:cubicBezTo>
                <a:cubicBezTo>
                  <a:pt x="10668000" y="921223"/>
                  <a:pt x="10674823" y="914400"/>
                  <a:pt x="10683240" y="914400"/>
                </a:cubicBezTo>
                <a:cubicBezTo>
                  <a:pt x="10691657" y="914400"/>
                  <a:pt x="10698480" y="921223"/>
                  <a:pt x="10698480" y="929640"/>
                </a:cubicBezTo>
                <a:close/>
                <a:moveTo>
                  <a:pt x="10698480" y="1082040"/>
                </a:moveTo>
                <a:cubicBezTo>
                  <a:pt x="10698480" y="1090457"/>
                  <a:pt x="10691657" y="1097280"/>
                  <a:pt x="10683240" y="1097280"/>
                </a:cubicBezTo>
                <a:cubicBezTo>
                  <a:pt x="10674823" y="1097280"/>
                  <a:pt x="10668000" y="1090457"/>
                  <a:pt x="10668000" y="1082040"/>
                </a:cubicBezTo>
                <a:cubicBezTo>
                  <a:pt x="10668000" y="1073623"/>
                  <a:pt x="10674823" y="1066800"/>
                  <a:pt x="10683240" y="1066800"/>
                </a:cubicBezTo>
                <a:cubicBezTo>
                  <a:pt x="10691657" y="1066800"/>
                  <a:pt x="10698480" y="1073623"/>
                  <a:pt x="10698480" y="1082040"/>
                </a:cubicBezTo>
                <a:close/>
                <a:moveTo>
                  <a:pt x="10698480" y="1234440"/>
                </a:moveTo>
                <a:cubicBezTo>
                  <a:pt x="10698480" y="1242857"/>
                  <a:pt x="10691657" y="1249680"/>
                  <a:pt x="10683240" y="1249680"/>
                </a:cubicBezTo>
                <a:cubicBezTo>
                  <a:pt x="10674823" y="1249680"/>
                  <a:pt x="10668000" y="1242857"/>
                  <a:pt x="10668000" y="1234440"/>
                </a:cubicBezTo>
                <a:cubicBezTo>
                  <a:pt x="10668000" y="1226023"/>
                  <a:pt x="10674823" y="1219200"/>
                  <a:pt x="10683240" y="1219200"/>
                </a:cubicBezTo>
                <a:cubicBezTo>
                  <a:pt x="10691657" y="1219200"/>
                  <a:pt x="10698480" y="1226023"/>
                  <a:pt x="10698480" y="1234440"/>
                </a:cubicBezTo>
                <a:close/>
                <a:moveTo>
                  <a:pt x="10698480" y="1386840"/>
                </a:moveTo>
                <a:cubicBezTo>
                  <a:pt x="10698480" y="1395257"/>
                  <a:pt x="10691657" y="1402080"/>
                  <a:pt x="10683240" y="1402080"/>
                </a:cubicBezTo>
                <a:cubicBezTo>
                  <a:pt x="10674823" y="1402080"/>
                  <a:pt x="10668000" y="1395257"/>
                  <a:pt x="10668000" y="1386840"/>
                </a:cubicBezTo>
                <a:cubicBezTo>
                  <a:pt x="10668000" y="1378423"/>
                  <a:pt x="10674823" y="1371600"/>
                  <a:pt x="10683240" y="1371600"/>
                </a:cubicBezTo>
                <a:cubicBezTo>
                  <a:pt x="10691657" y="1371600"/>
                  <a:pt x="10698480" y="1378423"/>
                  <a:pt x="10698480" y="1386840"/>
                </a:cubicBezTo>
                <a:close/>
                <a:moveTo>
                  <a:pt x="10698480" y="1539240"/>
                </a:moveTo>
                <a:cubicBezTo>
                  <a:pt x="10698480" y="1547657"/>
                  <a:pt x="10691657" y="1554480"/>
                  <a:pt x="10683240" y="1554480"/>
                </a:cubicBezTo>
                <a:cubicBezTo>
                  <a:pt x="10674823" y="1554480"/>
                  <a:pt x="10668000" y="1547657"/>
                  <a:pt x="10668000" y="1539240"/>
                </a:cubicBezTo>
                <a:cubicBezTo>
                  <a:pt x="10668000" y="1530823"/>
                  <a:pt x="10674823" y="1524000"/>
                  <a:pt x="10683240" y="1524000"/>
                </a:cubicBezTo>
                <a:cubicBezTo>
                  <a:pt x="10691657" y="1524000"/>
                  <a:pt x="10698480" y="1530823"/>
                  <a:pt x="10698480" y="1539240"/>
                </a:cubicBezTo>
                <a:close/>
                <a:moveTo>
                  <a:pt x="10698480" y="1691640"/>
                </a:moveTo>
                <a:cubicBezTo>
                  <a:pt x="10698480" y="1700057"/>
                  <a:pt x="10691657" y="1706880"/>
                  <a:pt x="10683240" y="1706880"/>
                </a:cubicBezTo>
                <a:cubicBezTo>
                  <a:pt x="10674823" y="1706880"/>
                  <a:pt x="10668000" y="1700057"/>
                  <a:pt x="10668000" y="1691640"/>
                </a:cubicBezTo>
                <a:cubicBezTo>
                  <a:pt x="10668000" y="1683223"/>
                  <a:pt x="10674823" y="1676400"/>
                  <a:pt x="10683240" y="1676400"/>
                </a:cubicBezTo>
                <a:cubicBezTo>
                  <a:pt x="10691657" y="1676400"/>
                  <a:pt x="10698480" y="1683223"/>
                  <a:pt x="10698480" y="1691640"/>
                </a:cubicBezTo>
                <a:close/>
                <a:moveTo>
                  <a:pt x="10698480" y="1844040"/>
                </a:moveTo>
                <a:cubicBezTo>
                  <a:pt x="10698480" y="1852457"/>
                  <a:pt x="10691657" y="1859280"/>
                  <a:pt x="10683240" y="1859280"/>
                </a:cubicBezTo>
                <a:cubicBezTo>
                  <a:pt x="10674823" y="1859280"/>
                  <a:pt x="10668000" y="1852457"/>
                  <a:pt x="10668000" y="1844040"/>
                </a:cubicBezTo>
                <a:cubicBezTo>
                  <a:pt x="10668000" y="1835623"/>
                  <a:pt x="10674823" y="1828800"/>
                  <a:pt x="10683240" y="1828800"/>
                </a:cubicBezTo>
                <a:cubicBezTo>
                  <a:pt x="10691657" y="1828800"/>
                  <a:pt x="10698480" y="1835623"/>
                  <a:pt x="10698480" y="1844040"/>
                </a:cubicBezTo>
                <a:close/>
                <a:moveTo>
                  <a:pt x="10698480" y="1996440"/>
                </a:moveTo>
                <a:cubicBezTo>
                  <a:pt x="10698480" y="2004857"/>
                  <a:pt x="10691657" y="2011680"/>
                  <a:pt x="10683240" y="2011680"/>
                </a:cubicBezTo>
                <a:cubicBezTo>
                  <a:pt x="10674823" y="2011680"/>
                  <a:pt x="10668000" y="2004857"/>
                  <a:pt x="10668000" y="1996440"/>
                </a:cubicBezTo>
                <a:cubicBezTo>
                  <a:pt x="10668000" y="1988023"/>
                  <a:pt x="10674823" y="1981200"/>
                  <a:pt x="10683240" y="1981200"/>
                </a:cubicBezTo>
                <a:cubicBezTo>
                  <a:pt x="10691657" y="1981200"/>
                  <a:pt x="10698480" y="1988023"/>
                  <a:pt x="10698480" y="1996440"/>
                </a:cubicBezTo>
                <a:close/>
                <a:moveTo>
                  <a:pt x="10698480" y="2148840"/>
                </a:moveTo>
                <a:cubicBezTo>
                  <a:pt x="10698480" y="2157257"/>
                  <a:pt x="10691657" y="2164080"/>
                  <a:pt x="10683240" y="2164080"/>
                </a:cubicBezTo>
                <a:cubicBezTo>
                  <a:pt x="10674823" y="2164080"/>
                  <a:pt x="10668000" y="2157257"/>
                  <a:pt x="10668000" y="2148840"/>
                </a:cubicBezTo>
                <a:cubicBezTo>
                  <a:pt x="10668000" y="2140423"/>
                  <a:pt x="10674823" y="2133600"/>
                  <a:pt x="10683240" y="2133600"/>
                </a:cubicBezTo>
                <a:cubicBezTo>
                  <a:pt x="10691657" y="2133600"/>
                  <a:pt x="10698480" y="2140423"/>
                  <a:pt x="10698480" y="2148840"/>
                </a:cubicBezTo>
                <a:close/>
                <a:moveTo>
                  <a:pt x="10698480" y="2301240"/>
                </a:moveTo>
                <a:cubicBezTo>
                  <a:pt x="10698480" y="2309657"/>
                  <a:pt x="10691657" y="2316480"/>
                  <a:pt x="10683240" y="2316480"/>
                </a:cubicBezTo>
                <a:cubicBezTo>
                  <a:pt x="10674823" y="2316480"/>
                  <a:pt x="10668000" y="2309657"/>
                  <a:pt x="10668000" y="2301240"/>
                </a:cubicBezTo>
                <a:cubicBezTo>
                  <a:pt x="10668000" y="2292823"/>
                  <a:pt x="10674823" y="2286000"/>
                  <a:pt x="10683240" y="2286000"/>
                </a:cubicBezTo>
                <a:cubicBezTo>
                  <a:pt x="10691657" y="2286000"/>
                  <a:pt x="10698480" y="2292823"/>
                  <a:pt x="10698480" y="2301240"/>
                </a:cubicBezTo>
                <a:close/>
                <a:moveTo>
                  <a:pt x="10698480" y="2453640"/>
                </a:moveTo>
                <a:cubicBezTo>
                  <a:pt x="10698480" y="2462057"/>
                  <a:pt x="10691657" y="2468880"/>
                  <a:pt x="10683240" y="2468880"/>
                </a:cubicBezTo>
                <a:cubicBezTo>
                  <a:pt x="10674823" y="2468880"/>
                  <a:pt x="10668000" y="2462057"/>
                  <a:pt x="10668000" y="2453640"/>
                </a:cubicBezTo>
                <a:cubicBezTo>
                  <a:pt x="10668000" y="2445223"/>
                  <a:pt x="10674823" y="2438400"/>
                  <a:pt x="10683240" y="2438400"/>
                </a:cubicBezTo>
                <a:cubicBezTo>
                  <a:pt x="10691657" y="2438400"/>
                  <a:pt x="10698480" y="2445223"/>
                  <a:pt x="10698480" y="2453640"/>
                </a:cubicBezTo>
                <a:close/>
                <a:moveTo>
                  <a:pt x="10698480" y="2606040"/>
                </a:moveTo>
                <a:cubicBezTo>
                  <a:pt x="10698480" y="2614457"/>
                  <a:pt x="10691657" y="2621280"/>
                  <a:pt x="10683240" y="2621280"/>
                </a:cubicBezTo>
                <a:cubicBezTo>
                  <a:pt x="10674823" y="2621280"/>
                  <a:pt x="10668000" y="2614457"/>
                  <a:pt x="10668000" y="2606040"/>
                </a:cubicBezTo>
                <a:cubicBezTo>
                  <a:pt x="10668000" y="2597623"/>
                  <a:pt x="10674823" y="2590800"/>
                  <a:pt x="10683240" y="2590800"/>
                </a:cubicBezTo>
                <a:cubicBezTo>
                  <a:pt x="10691657" y="2590800"/>
                  <a:pt x="10698480" y="2597623"/>
                  <a:pt x="10698480" y="2606040"/>
                </a:cubicBezTo>
                <a:close/>
                <a:moveTo>
                  <a:pt x="10698480" y="2758440"/>
                </a:moveTo>
                <a:cubicBezTo>
                  <a:pt x="10698480" y="2766857"/>
                  <a:pt x="10691657" y="2773680"/>
                  <a:pt x="10683240" y="2773680"/>
                </a:cubicBezTo>
                <a:cubicBezTo>
                  <a:pt x="10674823" y="2773680"/>
                  <a:pt x="10668000" y="2766857"/>
                  <a:pt x="10668000" y="2758440"/>
                </a:cubicBezTo>
                <a:cubicBezTo>
                  <a:pt x="10668000" y="2750023"/>
                  <a:pt x="10674823" y="2743200"/>
                  <a:pt x="10683240" y="2743200"/>
                </a:cubicBezTo>
                <a:cubicBezTo>
                  <a:pt x="10691657" y="2743200"/>
                  <a:pt x="10698480" y="2750023"/>
                  <a:pt x="10698480" y="2758440"/>
                </a:cubicBezTo>
                <a:close/>
                <a:moveTo>
                  <a:pt x="10698480" y="2910840"/>
                </a:moveTo>
                <a:cubicBezTo>
                  <a:pt x="10698480" y="2919257"/>
                  <a:pt x="10691657" y="2926080"/>
                  <a:pt x="10683240" y="2926080"/>
                </a:cubicBezTo>
                <a:cubicBezTo>
                  <a:pt x="10674823" y="2926080"/>
                  <a:pt x="10668000" y="2919257"/>
                  <a:pt x="10668000" y="2910840"/>
                </a:cubicBezTo>
                <a:cubicBezTo>
                  <a:pt x="10668000" y="2902423"/>
                  <a:pt x="10674823" y="2895600"/>
                  <a:pt x="10683240" y="2895600"/>
                </a:cubicBezTo>
                <a:cubicBezTo>
                  <a:pt x="10691657" y="2895600"/>
                  <a:pt x="10698480" y="2902423"/>
                  <a:pt x="10698480" y="2910840"/>
                </a:cubicBezTo>
                <a:close/>
                <a:moveTo>
                  <a:pt x="10698480" y="3063240"/>
                </a:moveTo>
                <a:cubicBezTo>
                  <a:pt x="10698480" y="3071657"/>
                  <a:pt x="10691657" y="3078480"/>
                  <a:pt x="10683240" y="3078480"/>
                </a:cubicBezTo>
                <a:cubicBezTo>
                  <a:pt x="10674823" y="3078480"/>
                  <a:pt x="10668000" y="3071657"/>
                  <a:pt x="10668000" y="3063240"/>
                </a:cubicBezTo>
                <a:cubicBezTo>
                  <a:pt x="10668000" y="3054823"/>
                  <a:pt x="10674823" y="3048000"/>
                  <a:pt x="10683240" y="3048000"/>
                </a:cubicBezTo>
                <a:cubicBezTo>
                  <a:pt x="10691657" y="3048000"/>
                  <a:pt x="10698480" y="3054823"/>
                  <a:pt x="10698480" y="3063240"/>
                </a:cubicBezTo>
                <a:close/>
                <a:moveTo>
                  <a:pt x="10698480" y="3215640"/>
                </a:moveTo>
                <a:cubicBezTo>
                  <a:pt x="10698480" y="3224057"/>
                  <a:pt x="10691657" y="3230880"/>
                  <a:pt x="10683240" y="3230880"/>
                </a:cubicBezTo>
                <a:cubicBezTo>
                  <a:pt x="10674823" y="3230880"/>
                  <a:pt x="10668000" y="3224057"/>
                  <a:pt x="10668000" y="3215640"/>
                </a:cubicBezTo>
                <a:cubicBezTo>
                  <a:pt x="10668000" y="3207223"/>
                  <a:pt x="10674823" y="3200400"/>
                  <a:pt x="10683240" y="3200400"/>
                </a:cubicBezTo>
                <a:cubicBezTo>
                  <a:pt x="10691657" y="3200400"/>
                  <a:pt x="10698480" y="3207223"/>
                  <a:pt x="10698480" y="3215640"/>
                </a:cubicBezTo>
                <a:close/>
                <a:moveTo>
                  <a:pt x="10698480" y="3368040"/>
                </a:moveTo>
                <a:cubicBezTo>
                  <a:pt x="10698480" y="3376457"/>
                  <a:pt x="10691657" y="3383280"/>
                  <a:pt x="10683240" y="3383280"/>
                </a:cubicBezTo>
                <a:cubicBezTo>
                  <a:pt x="10674823" y="3383280"/>
                  <a:pt x="10668000" y="3376457"/>
                  <a:pt x="10668000" y="3368040"/>
                </a:cubicBezTo>
                <a:cubicBezTo>
                  <a:pt x="10668000" y="3359623"/>
                  <a:pt x="10674823" y="3352800"/>
                  <a:pt x="10683240" y="3352800"/>
                </a:cubicBezTo>
                <a:cubicBezTo>
                  <a:pt x="10691657" y="3352800"/>
                  <a:pt x="10698480" y="3359623"/>
                  <a:pt x="10698480" y="3368040"/>
                </a:cubicBezTo>
                <a:close/>
                <a:moveTo>
                  <a:pt x="10698480" y="3520440"/>
                </a:moveTo>
                <a:cubicBezTo>
                  <a:pt x="10698480" y="3528857"/>
                  <a:pt x="10691657" y="3535680"/>
                  <a:pt x="10683240" y="3535680"/>
                </a:cubicBezTo>
                <a:cubicBezTo>
                  <a:pt x="10674823" y="3535680"/>
                  <a:pt x="10668000" y="3528857"/>
                  <a:pt x="10668000" y="3520440"/>
                </a:cubicBezTo>
                <a:cubicBezTo>
                  <a:pt x="10668000" y="3512023"/>
                  <a:pt x="10674823" y="3505200"/>
                  <a:pt x="10683240" y="3505200"/>
                </a:cubicBezTo>
                <a:cubicBezTo>
                  <a:pt x="10691657" y="3505200"/>
                  <a:pt x="10698480" y="3512023"/>
                  <a:pt x="10698480" y="3520440"/>
                </a:cubicBezTo>
                <a:close/>
                <a:moveTo>
                  <a:pt x="10698480" y="3672840"/>
                </a:moveTo>
                <a:cubicBezTo>
                  <a:pt x="10698480" y="3681257"/>
                  <a:pt x="10691657" y="3688080"/>
                  <a:pt x="10683240" y="3688080"/>
                </a:cubicBezTo>
                <a:cubicBezTo>
                  <a:pt x="10674823" y="3688080"/>
                  <a:pt x="10668000" y="3681257"/>
                  <a:pt x="10668000" y="3672840"/>
                </a:cubicBezTo>
                <a:cubicBezTo>
                  <a:pt x="10668000" y="3664423"/>
                  <a:pt x="10674823" y="3657600"/>
                  <a:pt x="10683240" y="3657600"/>
                </a:cubicBezTo>
                <a:cubicBezTo>
                  <a:pt x="10691657" y="3657600"/>
                  <a:pt x="10698480" y="3664423"/>
                  <a:pt x="10698480" y="3672840"/>
                </a:cubicBezTo>
                <a:close/>
                <a:moveTo>
                  <a:pt x="10698480" y="3825240"/>
                </a:moveTo>
                <a:cubicBezTo>
                  <a:pt x="10698480" y="3833657"/>
                  <a:pt x="10691657" y="3840480"/>
                  <a:pt x="10683240" y="3840480"/>
                </a:cubicBezTo>
                <a:cubicBezTo>
                  <a:pt x="10674823" y="3840480"/>
                  <a:pt x="10668000" y="3833657"/>
                  <a:pt x="10668000" y="3825240"/>
                </a:cubicBezTo>
                <a:cubicBezTo>
                  <a:pt x="10668000" y="3816823"/>
                  <a:pt x="10674823" y="3810000"/>
                  <a:pt x="10683240" y="3810000"/>
                </a:cubicBezTo>
                <a:cubicBezTo>
                  <a:pt x="10691657" y="3810000"/>
                  <a:pt x="10698480" y="3816823"/>
                  <a:pt x="10698480" y="3825240"/>
                </a:cubicBezTo>
                <a:close/>
                <a:moveTo>
                  <a:pt x="10698480" y="3977640"/>
                </a:moveTo>
                <a:cubicBezTo>
                  <a:pt x="10698480" y="3986057"/>
                  <a:pt x="10691657" y="3992880"/>
                  <a:pt x="10683240" y="3992880"/>
                </a:cubicBezTo>
                <a:cubicBezTo>
                  <a:pt x="10674823" y="3992880"/>
                  <a:pt x="10668000" y="3986057"/>
                  <a:pt x="10668000" y="3977640"/>
                </a:cubicBezTo>
                <a:cubicBezTo>
                  <a:pt x="10668000" y="3969223"/>
                  <a:pt x="10674823" y="3962400"/>
                  <a:pt x="10683240" y="3962400"/>
                </a:cubicBezTo>
                <a:cubicBezTo>
                  <a:pt x="10691657" y="3962400"/>
                  <a:pt x="10698480" y="3969223"/>
                  <a:pt x="10698480" y="3977640"/>
                </a:cubicBezTo>
                <a:close/>
                <a:moveTo>
                  <a:pt x="10698480" y="4130040"/>
                </a:moveTo>
                <a:cubicBezTo>
                  <a:pt x="10698480" y="4138457"/>
                  <a:pt x="10691657" y="4145280"/>
                  <a:pt x="10683240" y="4145280"/>
                </a:cubicBezTo>
                <a:cubicBezTo>
                  <a:pt x="10674823" y="4145280"/>
                  <a:pt x="10668000" y="4138457"/>
                  <a:pt x="10668000" y="4130040"/>
                </a:cubicBezTo>
                <a:cubicBezTo>
                  <a:pt x="10668000" y="4121623"/>
                  <a:pt x="10674823" y="4114800"/>
                  <a:pt x="10683240" y="4114800"/>
                </a:cubicBezTo>
                <a:cubicBezTo>
                  <a:pt x="10691657" y="4114800"/>
                  <a:pt x="10698480" y="4121623"/>
                  <a:pt x="10698480" y="4130040"/>
                </a:cubicBezTo>
                <a:close/>
                <a:moveTo>
                  <a:pt x="10698480" y="4282440"/>
                </a:moveTo>
                <a:cubicBezTo>
                  <a:pt x="10698480" y="4290857"/>
                  <a:pt x="10691657" y="4297680"/>
                  <a:pt x="10683240" y="4297680"/>
                </a:cubicBezTo>
                <a:cubicBezTo>
                  <a:pt x="10674823" y="4297680"/>
                  <a:pt x="10668000" y="4290857"/>
                  <a:pt x="10668000" y="4282440"/>
                </a:cubicBezTo>
                <a:cubicBezTo>
                  <a:pt x="10668000" y="4274023"/>
                  <a:pt x="10674823" y="4267200"/>
                  <a:pt x="10683240" y="4267200"/>
                </a:cubicBezTo>
                <a:cubicBezTo>
                  <a:pt x="10691657" y="4267200"/>
                  <a:pt x="10698480" y="4274023"/>
                  <a:pt x="10698480" y="4282440"/>
                </a:cubicBezTo>
                <a:close/>
                <a:moveTo>
                  <a:pt x="10698480" y="4434840"/>
                </a:moveTo>
                <a:cubicBezTo>
                  <a:pt x="10698480" y="4443257"/>
                  <a:pt x="10691657" y="4450080"/>
                  <a:pt x="10683240" y="4450080"/>
                </a:cubicBezTo>
                <a:cubicBezTo>
                  <a:pt x="10674823" y="4450080"/>
                  <a:pt x="10668000" y="4443257"/>
                  <a:pt x="10668000" y="4434840"/>
                </a:cubicBezTo>
                <a:cubicBezTo>
                  <a:pt x="10668000" y="4426423"/>
                  <a:pt x="10674823" y="4419600"/>
                  <a:pt x="10683240" y="4419600"/>
                </a:cubicBezTo>
                <a:cubicBezTo>
                  <a:pt x="10691657" y="4419600"/>
                  <a:pt x="10698480" y="4426423"/>
                  <a:pt x="10698480" y="4434840"/>
                </a:cubicBezTo>
                <a:close/>
                <a:moveTo>
                  <a:pt x="10850880" y="15240"/>
                </a:moveTo>
                <a:cubicBezTo>
                  <a:pt x="10850880" y="23657"/>
                  <a:pt x="10844057" y="30480"/>
                  <a:pt x="10835640" y="30480"/>
                </a:cubicBezTo>
                <a:cubicBezTo>
                  <a:pt x="10827223" y="30480"/>
                  <a:pt x="10820400" y="23657"/>
                  <a:pt x="10820400" y="15240"/>
                </a:cubicBezTo>
                <a:cubicBezTo>
                  <a:pt x="10820400" y="6823"/>
                  <a:pt x="10827223" y="0"/>
                  <a:pt x="10835640" y="0"/>
                </a:cubicBezTo>
                <a:cubicBezTo>
                  <a:pt x="10844057" y="0"/>
                  <a:pt x="10850880" y="6823"/>
                  <a:pt x="10850880" y="15240"/>
                </a:cubicBezTo>
                <a:close/>
                <a:moveTo>
                  <a:pt x="10850880" y="167640"/>
                </a:moveTo>
                <a:cubicBezTo>
                  <a:pt x="10850880" y="176057"/>
                  <a:pt x="10844057" y="182880"/>
                  <a:pt x="10835640" y="182880"/>
                </a:cubicBezTo>
                <a:cubicBezTo>
                  <a:pt x="10827223" y="182880"/>
                  <a:pt x="10820400" y="176057"/>
                  <a:pt x="10820400" y="167640"/>
                </a:cubicBezTo>
                <a:cubicBezTo>
                  <a:pt x="10820400" y="159223"/>
                  <a:pt x="10827223" y="152400"/>
                  <a:pt x="10835640" y="152400"/>
                </a:cubicBezTo>
                <a:cubicBezTo>
                  <a:pt x="10844057" y="152400"/>
                  <a:pt x="10850880" y="159223"/>
                  <a:pt x="10850880" y="167640"/>
                </a:cubicBezTo>
                <a:close/>
                <a:moveTo>
                  <a:pt x="10850880" y="320040"/>
                </a:moveTo>
                <a:cubicBezTo>
                  <a:pt x="10850880" y="328457"/>
                  <a:pt x="10844057" y="335280"/>
                  <a:pt x="10835640" y="335280"/>
                </a:cubicBezTo>
                <a:cubicBezTo>
                  <a:pt x="10827223" y="335280"/>
                  <a:pt x="10820400" y="328457"/>
                  <a:pt x="10820400" y="320040"/>
                </a:cubicBezTo>
                <a:cubicBezTo>
                  <a:pt x="10820400" y="311623"/>
                  <a:pt x="10827223" y="304800"/>
                  <a:pt x="10835640" y="304800"/>
                </a:cubicBezTo>
                <a:cubicBezTo>
                  <a:pt x="10844057" y="304800"/>
                  <a:pt x="10850880" y="311623"/>
                  <a:pt x="10850880" y="320040"/>
                </a:cubicBezTo>
                <a:close/>
                <a:moveTo>
                  <a:pt x="10850880" y="472440"/>
                </a:moveTo>
                <a:cubicBezTo>
                  <a:pt x="10850880" y="480857"/>
                  <a:pt x="10844057" y="487680"/>
                  <a:pt x="10835640" y="487680"/>
                </a:cubicBezTo>
                <a:cubicBezTo>
                  <a:pt x="10827223" y="487680"/>
                  <a:pt x="10820400" y="480857"/>
                  <a:pt x="10820400" y="472440"/>
                </a:cubicBezTo>
                <a:cubicBezTo>
                  <a:pt x="10820400" y="464023"/>
                  <a:pt x="10827223" y="457200"/>
                  <a:pt x="10835640" y="457200"/>
                </a:cubicBezTo>
                <a:cubicBezTo>
                  <a:pt x="10844057" y="457200"/>
                  <a:pt x="10850880" y="464023"/>
                  <a:pt x="10850880" y="472440"/>
                </a:cubicBezTo>
                <a:close/>
                <a:moveTo>
                  <a:pt x="10850880" y="624840"/>
                </a:moveTo>
                <a:cubicBezTo>
                  <a:pt x="10850880" y="633257"/>
                  <a:pt x="10844057" y="640080"/>
                  <a:pt x="10835640" y="640080"/>
                </a:cubicBezTo>
                <a:cubicBezTo>
                  <a:pt x="10827223" y="640080"/>
                  <a:pt x="10820400" y="633257"/>
                  <a:pt x="10820400" y="624840"/>
                </a:cubicBezTo>
                <a:cubicBezTo>
                  <a:pt x="10820400" y="616423"/>
                  <a:pt x="10827223" y="609600"/>
                  <a:pt x="10835640" y="609600"/>
                </a:cubicBezTo>
                <a:cubicBezTo>
                  <a:pt x="10844057" y="609600"/>
                  <a:pt x="10850880" y="616423"/>
                  <a:pt x="10850880" y="624840"/>
                </a:cubicBezTo>
                <a:close/>
                <a:moveTo>
                  <a:pt x="10850880" y="777240"/>
                </a:moveTo>
                <a:cubicBezTo>
                  <a:pt x="10850880" y="785657"/>
                  <a:pt x="10844057" y="792480"/>
                  <a:pt x="10835640" y="792480"/>
                </a:cubicBezTo>
                <a:cubicBezTo>
                  <a:pt x="10827223" y="792480"/>
                  <a:pt x="10820400" y="785657"/>
                  <a:pt x="10820400" y="777240"/>
                </a:cubicBezTo>
                <a:cubicBezTo>
                  <a:pt x="10820400" y="768823"/>
                  <a:pt x="10827223" y="762000"/>
                  <a:pt x="10835640" y="762000"/>
                </a:cubicBezTo>
                <a:cubicBezTo>
                  <a:pt x="10844057" y="762000"/>
                  <a:pt x="10850880" y="768823"/>
                  <a:pt x="10850880" y="777240"/>
                </a:cubicBezTo>
                <a:close/>
                <a:moveTo>
                  <a:pt x="10850880" y="929640"/>
                </a:moveTo>
                <a:cubicBezTo>
                  <a:pt x="10850880" y="938057"/>
                  <a:pt x="10844057" y="944880"/>
                  <a:pt x="10835640" y="944880"/>
                </a:cubicBezTo>
                <a:cubicBezTo>
                  <a:pt x="10827223" y="944880"/>
                  <a:pt x="10820400" y="938057"/>
                  <a:pt x="10820400" y="929640"/>
                </a:cubicBezTo>
                <a:cubicBezTo>
                  <a:pt x="10820400" y="921223"/>
                  <a:pt x="10827223" y="914400"/>
                  <a:pt x="10835640" y="914400"/>
                </a:cubicBezTo>
                <a:cubicBezTo>
                  <a:pt x="10844057" y="914400"/>
                  <a:pt x="10850880" y="921223"/>
                  <a:pt x="10850880" y="929640"/>
                </a:cubicBezTo>
                <a:close/>
                <a:moveTo>
                  <a:pt x="10850880" y="1082040"/>
                </a:moveTo>
                <a:cubicBezTo>
                  <a:pt x="10850880" y="1090457"/>
                  <a:pt x="10844057" y="1097280"/>
                  <a:pt x="10835640" y="1097280"/>
                </a:cubicBezTo>
                <a:cubicBezTo>
                  <a:pt x="10827223" y="1097280"/>
                  <a:pt x="10820400" y="1090457"/>
                  <a:pt x="10820400" y="1082040"/>
                </a:cubicBezTo>
                <a:cubicBezTo>
                  <a:pt x="10820400" y="1073623"/>
                  <a:pt x="10827223" y="1066800"/>
                  <a:pt x="10835640" y="1066800"/>
                </a:cubicBezTo>
                <a:cubicBezTo>
                  <a:pt x="10844057" y="1066800"/>
                  <a:pt x="10850880" y="1073623"/>
                  <a:pt x="10850880" y="1082040"/>
                </a:cubicBezTo>
                <a:close/>
                <a:moveTo>
                  <a:pt x="10850880" y="1234440"/>
                </a:moveTo>
                <a:cubicBezTo>
                  <a:pt x="10850880" y="1242857"/>
                  <a:pt x="10844057" y="1249680"/>
                  <a:pt x="10835640" y="1249680"/>
                </a:cubicBezTo>
                <a:cubicBezTo>
                  <a:pt x="10827223" y="1249680"/>
                  <a:pt x="10820400" y="1242857"/>
                  <a:pt x="10820400" y="1234440"/>
                </a:cubicBezTo>
                <a:cubicBezTo>
                  <a:pt x="10820400" y="1226023"/>
                  <a:pt x="10827223" y="1219200"/>
                  <a:pt x="10835640" y="1219200"/>
                </a:cubicBezTo>
                <a:cubicBezTo>
                  <a:pt x="10844057" y="1219200"/>
                  <a:pt x="10850880" y="1226023"/>
                  <a:pt x="10850880" y="1234440"/>
                </a:cubicBezTo>
                <a:close/>
                <a:moveTo>
                  <a:pt x="10850880" y="1386840"/>
                </a:moveTo>
                <a:cubicBezTo>
                  <a:pt x="10850880" y="1395257"/>
                  <a:pt x="10844057" y="1402080"/>
                  <a:pt x="10835640" y="1402080"/>
                </a:cubicBezTo>
                <a:cubicBezTo>
                  <a:pt x="10827223" y="1402080"/>
                  <a:pt x="10820400" y="1395257"/>
                  <a:pt x="10820400" y="1386840"/>
                </a:cubicBezTo>
                <a:cubicBezTo>
                  <a:pt x="10820400" y="1378423"/>
                  <a:pt x="10827223" y="1371600"/>
                  <a:pt x="10835640" y="1371600"/>
                </a:cubicBezTo>
                <a:cubicBezTo>
                  <a:pt x="10844057" y="1371600"/>
                  <a:pt x="10850880" y="1378423"/>
                  <a:pt x="10850880" y="1386840"/>
                </a:cubicBezTo>
                <a:close/>
                <a:moveTo>
                  <a:pt x="10850880" y="1539240"/>
                </a:moveTo>
                <a:cubicBezTo>
                  <a:pt x="10850880" y="1547657"/>
                  <a:pt x="10844057" y="1554480"/>
                  <a:pt x="10835640" y="1554480"/>
                </a:cubicBezTo>
                <a:cubicBezTo>
                  <a:pt x="10827223" y="1554480"/>
                  <a:pt x="10820400" y="1547657"/>
                  <a:pt x="10820400" y="1539240"/>
                </a:cubicBezTo>
                <a:cubicBezTo>
                  <a:pt x="10820400" y="1530823"/>
                  <a:pt x="10827223" y="1524000"/>
                  <a:pt x="10835640" y="1524000"/>
                </a:cubicBezTo>
                <a:cubicBezTo>
                  <a:pt x="10844057" y="1524000"/>
                  <a:pt x="10850880" y="1530823"/>
                  <a:pt x="10850880" y="1539240"/>
                </a:cubicBezTo>
                <a:close/>
                <a:moveTo>
                  <a:pt x="10850880" y="1691640"/>
                </a:moveTo>
                <a:cubicBezTo>
                  <a:pt x="10850880" y="1700057"/>
                  <a:pt x="10844057" y="1706880"/>
                  <a:pt x="10835640" y="1706880"/>
                </a:cubicBezTo>
                <a:cubicBezTo>
                  <a:pt x="10827223" y="1706880"/>
                  <a:pt x="10820400" y="1700057"/>
                  <a:pt x="10820400" y="1691640"/>
                </a:cubicBezTo>
                <a:cubicBezTo>
                  <a:pt x="10820400" y="1683223"/>
                  <a:pt x="10827223" y="1676400"/>
                  <a:pt x="10835640" y="1676400"/>
                </a:cubicBezTo>
                <a:cubicBezTo>
                  <a:pt x="10844057" y="1676400"/>
                  <a:pt x="10850880" y="1683223"/>
                  <a:pt x="10850880" y="1691640"/>
                </a:cubicBezTo>
                <a:close/>
                <a:moveTo>
                  <a:pt x="10850880" y="1844040"/>
                </a:moveTo>
                <a:cubicBezTo>
                  <a:pt x="10850880" y="1852457"/>
                  <a:pt x="10844057" y="1859280"/>
                  <a:pt x="10835640" y="1859280"/>
                </a:cubicBezTo>
                <a:cubicBezTo>
                  <a:pt x="10827223" y="1859280"/>
                  <a:pt x="10820400" y="1852457"/>
                  <a:pt x="10820400" y="1844040"/>
                </a:cubicBezTo>
                <a:cubicBezTo>
                  <a:pt x="10820400" y="1835623"/>
                  <a:pt x="10827223" y="1828800"/>
                  <a:pt x="10835640" y="1828800"/>
                </a:cubicBezTo>
                <a:cubicBezTo>
                  <a:pt x="10844057" y="1828800"/>
                  <a:pt x="10850880" y="1835623"/>
                  <a:pt x="10850880" y="1844040"/>
                </a:cubicBezTo>
                <a:close/>
                <a:moveTo>
                  <a:pt x="10850880" y="1996440"/>
                </a:moveTo>
                <a:cubicBezTo>
                  <a:pt x="10850880" y="2004857"/>
                  <a:pt x="10844057" y="2011680"/>
                  <a:pt x="10835640" y="2011680"/>
                </a:cubicBezTo>
                <a:cubicBezTo>
                  <a:pt x="10827223" y="2011680"/>
                  <a:pt x="10820400" y="2004857"/>
                  <a:pt x="10820400" y="1996440"/>
                </a:cubicBezTo>
                <a:cubicBezTo>
                  <a:pt x="10820400" y="1988023"/>
                  <a:pt x="10827223" y="1981200"/>
                  <a:pt x="10835640" y="1981200"/>
                </a:cubicBezTo>
                <a:cubicBezTo>
                  <a:pt x="10844057" y="1981200"/>
                  <a:pt x="10850880" y="1988023"/>
                  <a:pt x="10850880" y="1996440"/>
                </a:cubicBezTo>
                <a:close/>
                <a:moveTo>
                  <a:pt x="10850880" y="2148840"/>
                </a:moveTo>
                <a:cubicBezTo>
                  <a:pt x="10850880" y="2157257"/>
                  <a:pt x="10844057" y="2164080"/>
                  <a:pt x="10835640" y="2164080"/>
                </a:cubicBezTo>
                <a:cubicBezTo>
                  <a:pt x="10827223" y="2164080"/>
                  <a:pt x="10820400" y="2157257"/>
                  <a:pt x="10820400" y="2148840"/>
                </a:cubicBezTo>
                <a:cubicBezTo>
                  <a:pt x="10820400" y="2140423"/>
                  <a:pt x="10827223" y="2133600"/>
                  <a:pt x="10835640" y="2133600"/>
                </a:cubicBezTo>
                <a:cubicBezTo>
                  <a:pt x="10844057" y="2133600"/>
                  <a:pt x="10850880" y="2140423"/>
                  <a:pt x="10850880" y="2148840"/>
                </a:cubicBezTo>
                <a:close/>
                <a:moveTo>
                  <a:pt x="10850880" y="2301240"/>
                </a:moveTo>
                <a:cubicBezTo>
                  <a:pt x="10850880" y="2309657"/>
                  <a:pt x="10844057" y="2316480"/>
                  <a:pt x="10835640" y="2316480"/>
                </a:cubicBezTo>
                <a:cubicBezTo>
                  <a:pt x="10827223" y="2316480"/>
                  <a:pt x="10820400" y="2309657"/>
                  <a:pt x="10820400" y="2301240"/>
                </a:cubicBezTo>
                <a:cubicBezTo>
                  <a:pt x="10820400" y="2292823"/>
                  <a:pt x="10827223" y="2286000"/>
                  <a:pt x="10835640" y="2286000"/>
                </a:cubicBezTo>
                <a:cubicBezTo>
                  <a:pt x="10844057" y="2286000"/>
                  <a:pt x="10850880" y="2292823"/>
                  <a:pt x="10850880" y="2301240"/>
                </a:cubicBezTo>
                <a:close/>
                <a:moveTo>
                  <a:pt x="10850880" y="2453640"/>
                </a:moveTo>
                <a:cubicBezTo>
                  <a:pt x="10850880" y="2462057"/>
                  <a:pt x="10844057" y="2468880"/>
                  <a:pt x="10835640" y="2468880"/>
                </a:cubicBezTo>
                <a:cubicBezTo>
                  <a:pt x="10827223" y="2468880"/>
                  <a:pt x="10820400" y="2462057"/>
                  <a:pt x="10820400" y="2453640"/>
                </a:cubicBezTo>
                <a:cubicBezTo>
                  <a:pt x="10820400" y="2445223"/>
                  <a:pt x="10827223" y="2438400"/>
                  <a:pt x="10835640" y="2438400"/>
                </a:cubicBezTo>
                <a:cubicBezTo>
                  <a:pt x="10844057" y="2438400"/>
                  <a:pt x="10850880" y="2445223"/>
                  <a:pt x="10850880" y="2453640"/>
                </a:cubicBezTo>
                <a:close/>
                <a:moveTo>
                  <a:pt x="10850880" y="2606040"/>
                </a:moveTo>
                <a:cubicBezTo>
                  <a:pt x="10850880" y="2614457"/>
                  <a:pt x="10844057" y="2621280"/>
                  <a:pt x="10835640" y="2621280"/>
                </a:cubicBezTo>
                <a:cubicBezTo>
                  <a:pt x="10827223" y="2621280"/>
                  <a:pt x="10820400" y="2614457"/>
                  <a:pt x="10820400" y="2606040"/>
                </a:cubicBezTo>
                <a:cubicBezTo>
                  <a:pt x="10820400" y="2597623"/>
                  <a:pt x="10827223" y="2590800"/>
                  <a:pt x="10835640" y="2590800"/>
                </a:cubicBezTo>
                <a:cubicBezTo>
                  <a:pt x="10844057" y="2590800"/>
                  <a:pt x="10850880" y="2597623"/>
                  <a:pt x="10850880" y="2606040"/>
                </a:cubicBezTo>
                <a:close/>
                <a:moveTo>
                  <a:pt x="10850880" y="2758440"/>
                </a:moveTo>
                <a:cubicBezTo>
                  <a:pt x="10850880" y="2766857"/>
                  <a:pt x="10844057" y="2773680"/>
                  <a:pt x="10835640" y="2773680"/>
                </a:cubicBezTo>
                <a:cubicBezTo>
                  <a:pt x="10827223" y="2773680"/>
                  <a:pt x="10820400" y="2766857"/>
                  <a:pt x="10820400" y="2758440"/>
                </a:cubicBezTo>
                <a:cubicBezTo>
                  <a:pt x="10820400" y="2750023"/>
                  <a:pt x="10827223" y="2743200"/>
                  <a:pt x="10835640" y="2743200"/>
                </a:cubicBezTo>
                <a:cubicBezTo>
                  <a:pt x="10844057" y="2743200"/>
                  <a:pt x="10850880" y="2750023"/>
                  <a:pt x="10850880" y="2758440"/>
                </a:cubicBezTo>
                <a:close/>
                <a:moveTo>
                  <a:pt x="10850880" y="2910840"/>
                </a:moveTo>
                <a:cubicBezTo>
                  <a:pt x="10850880" y="2919257"/>
                  <a:pt x="10844057" y="2926080"/>
                  <a:pt x="10835640" y="2926080"/>
                </a:cubicBezTo>
                <a:cubicBezTo>
                  <a:pt x="10827223" y="2926080"/>
                  <a:pt x="10820400" y="2919257"/>
                  <a:pt x="10820400" y="2910840"/>
                </a:cubicBezTo>
                <a:cubicBezTo>
                  <a:pt x="10820400" y="2902423"/>
                  <a:pt x="10827223" y="2895600"/>
                  <a:pt x="10835640" y="2895600"/>
                </a:cubicBezTo>
                <a:cubicBezTo>
                  <a:pt x="10844057" y="2895600"/>
                  <a:pt x="10850880" y="2902423"/>
                  <a:pt x="10850880" y="2910840"/>
                </a:cubicBezTo>
                <a:close/>
                <a:moveTo>
                  <a:pt x="10850880" y="3063240"/>
                </a:moveTo>
                <a:cubicBezTo>
                  <a:pt x="10850880" y="3071657"/>
                  <a:pt x="10844057" y="3078480"/>
                  <a:pt x="10835640" y="3078480"/>
                </a:cubicBezTo>
                <a:cubicBezTo>
                  <a:pt x="10827223" y="3078480"/>
                  <a:pt x="10820400" y="3071657"/>
                  <a:pt x="10820400" y="3063240"/>
                </a:cubicBezTo>
                <a:cubicBezTo>
                  <a:pt x="10820400" y="3054823"/>
                  <a:pt x="10827223" y="3048000"/>
                  <a:pt x="10835640" y="3048000"/>
                </a:cubicBezTo>
                <a:cubicBezTo>
                  <a:pt x="10844057" y="3048000"/>
                  <a:pt x="10850880" y="3054823"/>
                  <a:pt x="10850880" y="3063240"/>
                </a:cubicBezTo>
                <a:close/>
                <a:moveTo>
                  <a:pt x="10850880" y="3215640"/>
                </a:moveTo>
                <a:cubicBezTo>
                  <a:pt x="10850880" y="3224057"/>
                  <a:pt x="10844057" y="3230880"/>
                  <a:pt x="10835640" y="3230880"/>
                </a:cubicBezTo>
                <a:cubicBezTo>
                  <a:pt x="10827223" y="3230880"/>
                  <a:pt x="10820400" y="3224057"/>
                  <a:pt x="10820400" y="3215640"/>
                </a:cubicBezTo>
                <a:cubicBezTo>
                  <a:pt x="10820400" y="3207223"/>
                  <a:pt x="10827223" y="3200400"/>
                  <a:pt x="10835640" y="3200400"/>
                </a:cubicBezTo>
                <a:cubicBezTo>
                  <a:pt x="10844057" y="3200400"/>
                  <a:pt x="10850880" y="3207223"/>
                  <a:pt x="10850880" y="3215640"/>
                </a:cubicBezTo>
                <a:close/>
                <a:moveTo>
                  <a:pt x="10850880" y="3368040"/>
                </a:moveTo>
                <a:cubicBezTo>
                  <a:pt x="10850880" y="3376457"/>
                  <a:pt x="10844057" y="3383280"/>
                  <a:pt x="10835640" y="3383280"/>
                </a:cubicBezTo>
                <a:cubicBezTo>
                  <a:pt x="10827223" y="3383280"/>
                  <a:pt x="10820400" y="3376457"/>
                  <a:pt x="10820400" y="3368040"/>
                </a:cubicBezTo>
                <a:cubicBezTo>
                  <a:pt x="10820400" y="3359623"/>
                  <a:pt x="10827223" y="3352800"/>
                  <a:pt x="10835640" y="3352800"/>
                </a:cubicBezTo>
                <a:cubicBezTo>
                  <a:pt x="10844057" y="3352800"/>
                  <a:pt x="10850880" y="3359623"/>
                  <a:pt x="10850880" y="3368040"/>
                </a:cubicBezTo>
                <a:close/>
                <a:moveTo>
                  <a:pt x="10850880" y="3520440"/>
                </a:moveTo>
                <a:cubicBezTo>
                  <a:pt x="10850880" y="3528857"/>
                  <a:pt x="10844057" y="3535680"/>
                  <a:pt x="10835640" y="3535680"/>
                </a:cubicBezTo>
                <a:cubicBezTo>
                  <a:pt x="10827223" y="3535680"/>
                  <a:pt x="10820400" y="3528857"/>
                  <a:pt x="10820400" y="3520440"/>
                </a:cubicBezTo>
                <a:cubicBezTo>
                  <a:pt x="10820400" y="3512023"/>
                  <a:pt x="10827223" y="3505200"/>
                  <a:pt x="10835640" y="3505200"/>
                </a:cubicBezTo>
                <a:cubicBezTo>
                  <a:pt x="10844057" y="3505200"/>
                  <a:pt x="10850880" y="3512023"/>
                  <a:pt x="10850880" y="3520440"/>
                </a:cubicBezTo>
                <a:close/>
                <a:moveTo>
                  <a:pt x="10850880" y="3672840"/>
                </a:moveTo>
                <a:cubicBezTo>
                  <a:pt x="10850880" y="3681257"/>
                  <a:pt x="10844057" y="3688080"/>
                  <a:pt x="10835640" y="3688080"/>
                </a:cubicBezTo>
                <a:cubicBezTo>
                  <a:pt x="10827223" y="3688080"/>
                  <a:pt x="10820400" y="3681257"/>
                  <a:pt x="10820400" y="3672840"/>
                </a:cubicBezTo>
                <a:cubicBezTo>
                  <a:pt x="10820400" y="3664423"/>
                  <a:pt x="10827223" y="3657600"/>
                  <a:pt x="10835640" y="3657600"/>
                </a:cubicBezTo>
                <a:cubicBezTo>
                  <a:pt x="10844057" y="3657600"/>
                  <a:pt x="10850880" y="3664423"/>
                  <a:pt x="10850880" y="3672840"/>
                </a:cubicBezTo>
                <a:close/>
                <a:moveTo>
                  <a:pt x="10850880" y="3825240"/>
                </a:moveTo>
                <a:cubicBezTo>
                  <a:pt x="10850880" y="3833657"/>
                  <a:pt x="10844057" y="3840480"/>
                  <a:pt x="10835640" y="3840480"/>
                </a:cubicBezTo>
                <a:cubicBezTo>
                  <a:pt x="10827223" y="3840480"/>
                  <a:pt x="10820400" y="3833657"/>
                  <a:pt x="10820400" y="3825240"/>
                </a:cubicBezTo>
                <a:cubicBezTo>
                  <a:pt x="10820400" y="3816823"/>
                  <a:pt x="10827223" y="3810000"/>
                  <a:pt x="10835640" y="3810000"/>
                </a:cubicBezTo>
                <a:cubicBezTo>
                  <a:pt x="10844057" y="3810000"/>
                  <a:pt x="10850880" y="3816823"/>
                  <a:pt x="10850880" y="3825240"/>
                </a:cubicBezTo>
                <a:close/>
                <a:moveTo>
                  <a:pt x="10850880" y="3977640"/>
                </a:moveTo>
                <a:cubicBezTo>
                  <a:pt x="10850880" y="3986057"/>
                  <a:pt x="10844057" y="3992880"/>
                  <a:pt x="10835640" y="3992880"/>
                </a:cubicBezTo>
                <a:cubicBezTo>
                  <a:pt x="10827223" y="3992880"/>
                  <a:pt x="10820400" y="3986057"/>
                  <a:pt x="10820400" y="3977640"/>
                </a:cubicBezTo>
                <a:cubicBezTo>
                  <a:pt x="10820400" y="3969223"/>
                  <a:pt x="10827223" y="3962400"/>
                  <a:pt x="10835640" y="3962400"/>
                </a:cubicBezTo>
                <a:cubicBezTo>
                  <a:pt x="10844057" y="3962400"/>
                  <a:pt x="10850880" y="3969223"/>
                  <a:pt x="10850880" y="3977640"/>
                </a:cubicBezTo>
                <a:close/>
                <a:moveTo>
                  <a:pt x="10850880" y="4130040"/>
                </a:moveTo>
                <a:cubicBezTo>
                  <a:pt x="10850880" y="4138457"/>
                  <a:pt x="10844057" y="4145280"/>
                  <a:pt x="10835640" y="4145280"/>
                </a:cubicBezTo>
                <a:cubicBezTo>
                  <a:pt x="10827223" y="4145280"/>
                  <a:pt x="10820400" y="4138457"/>
                  <a:pt x="10820400" y="4130040"/>
                </a:cubicBezTo>
                <a:cubicBezTo>
                  <a:pt x="10820400" y="4121623"/>
                  <a:pt x="10827223" y="4114800"/>
                  <a:pt x="10835640" y="4114800"/>
                </a:cubicBezTo>
                <a:cubicBezTo>
                  <a:pt x="10844057" y="4114800"/>
                  <a:pt x="10850880" y="4121623"/>
                  <a:pt x="10850880" y="4130040"/>
                </a:cubicBezTo>
                <a:close/>
                <a:moveTo>
                  <a:pt x="10850880" y="4282440"/>
                </a:moveTo>
                <a:cubicBezTo>
                  <a:pt x="10850880" y="4290857"/>
                  <a:pt x="10844057" y="4297680"/>
                  <a:pt x="10835640" y="4297680"/>
                </a:cubicBezTo>
                <a:cubicBezTo>
                  <a:pt x="10827223" y="4297680"/>
                  <a:pt x="10820400" y="4290857"/>
                  <a:pt x="10820400" y="4282440"/>
                </a:cubicBezTo>
                <a:cubicBezTo>
                  <a:pt x="10820400" y="4274023"/>
                  <a:pt x="10827223" y="4267200"/>
                  <a:pt x="10835640" y="4267200"/>
                </a:cubicBezTo>
                <a:cubicBezTo>
                  <a:pt x="10844057" y="4267200"/>
                  <a:pt x="10850880" y="4274023"/>
                  <a:pt x="10850880" y="4282440"/>
                </a:cubicBezTo>
                <a:close/>
                <a:moveTo>
                  <a:pt x="10850880" y="4434840"/>
                </a:moveTo>
                <a:cubicBezTo>
                  <a:pt x="10850880" y="4443257"/>
                  <a:pt x="10844057" y="4450080"/>
                  <a:pt x="10835640" y="4450080"/>
                </a:cubicBezTo>
                <a:cubicBezTo>
                  <a:pt x="10827223" y="4450080"/>
                  <a:pt x="10820400" y="4443257"/>
                  <a:pt x="10820400" y="4434840"/>
                </a:cubicBezTo>
                <a:cubicBezTo>
                  <a:pt x="10820400" y="4426423"/>
                  <a:pt x="10827223" y="4419600"/>
                  <a:pt x="10835640" y="4419600"/>
                </a:cubicBezTo>
                <a:cubicBezTo>
                  <a:pt x="10844057" y="4419600"/>
                  <a:pt x="10850880" y="4426423"/>
                  <a:pt x="10850880" y="4434840"/>
                </a:cubicBezTo>
                <a:close/>
              </a:path>
            </a:pathLst>
          </a:custGeom>
          <a:solidFill xmlns:a="http://schemas.openxmlformats.org/drawingml/2006/main">
            <a:srgbClr val="D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Traditional background face 0">
            <a:extLst xmlns:a="http://schemas.openxmlformats.org/drawingml/2006/main">
              <a:ext uri="{FF2B5EF4-FFF2-40B4-BE49-F238E27FC236}">
                <a16:creationId xmlns:a16="http://schemas.microsoft.com/office/drawing/2014/main" id="{F0E12450-687B-4D47-9C9A-A1691A1E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43175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DEDD"/>
            </a:solidFill>
            <a:prstDash val="solid"/>
          </a:ln>
        </p:spPr>
      </p:sp>
      <p:sp>
        <p:nvSpPr>
          <p:cNvPr id="63" name="Traditional background face eye left 0">
            <a:extLst xmlns:a="http://schemas.openxmlformats.org/drawingml/2006/main">
              <a:ext uri="{FF2B5EF4-FFF2-40B4-BE49-F238E27FC236}">
                <a16:creationId xmlns:a16="http://schemas.microsoft.com/office/drawing/2014/main" id="{A8BE557B-5CEC-4E02-9E48-4793B7CA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667000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19050"/>
                </a:moveTo>
                <a:cubicBezTo>
                  <a:pt x="28575" y="29571"/>
                  <a:pt x="22178" y="38100"/>
                  <a:pt x="14288" y="38100"/>
                </a:cubicBezTo>
                <a:cubicBezTo>
                  <a:pt x="6397" y="38100"/>
                  <a:pt x="0" y="29571"/>
                  <a:pt x="0" y="19050"/>
                </a:cubicBezTo>
                <a:cubicBezTo>
                  <a:pt x="0" y="8529"/>
                  <a:pt x="6397" y="0"/>
                  <a:pt x="14288" y="0"/>
                </a:cubicBezTo>
                <a:cubicBezTo>
                  <a:pt x="22178" y="0"/>
                  <a:pt x="28575" y="8529"/>
                  <a:pt x="28575" y="19050"/>
                </a:cubicBezTo>
                <a:close/>
              </a:path>
            </a:pathLst>
          </a:custGeom>
          <a:solidFill xmlns:a="http://schemas.openxmlformats.org/drawingml/2006/main">
            <a:srgbClr val="F8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Traditional background face eye right 0">
            <a:extLst xmlns:a="http://schemas.openxmlformats.org/drawingml/2006/main">
              <a:ext uri="{FF2B5EF4-FFF2-40B4-BE49-F238E27FC236}">
                <a16:creationId xmlns:a16="http://schemas.microsoft.com/office/drawing/2014/main" id="{EA7A0186-9C93-48C0-AE1F-FA5CA203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667000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19050"/>
                </a:moveTo>
                <a:cubicBezTo>
                  <a:pt x="28575" y="29571"/>
                  <a:pt x="22178" y="38100"/>
                  <a:pt x="14288" y="38100"/>
                </a:cubicBezTo>
                <a:cubicBezTo>
                  <a:pt x="6397" y="38100"/>
                  <a:pt x="0" y="29571"/>
                  <a:pt x="0" y="19050"/>
                </a:cubicBezTo>
                <a:cubicBezTo>
                  <a:pt x="0" y="8529"/>
                  <a:pt x="6397" y="0"/>
                  <a:pt x="14288" y="0"/>
                </a:cubicBezTo>
                <a:cubicBezTo>
                  <a:pt x="22178" y="0"/>
                  <a:pt x="28575" y="8529"/>
                  <a:pt x="28575" y="19050"/>
                </a:cubicBezTo>
                <a:close/>
              </a:path>
            </a:pathLst>
          </a:custGeom>
          <a:solidFill xmlns:a="http://schemas.openxmlformats.org/drawingml/2006/main">
            <a:srgbClr val="F8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raditional background face frown 0">
            <a:extLst xmlns:a="http://schemas.openxmlformats.org/drawingml/2006/main">
              <a:ext uri="{FF2B5EF4-FFF2-40B4-BE49-F238E27FC236}">
                <a16:creationId xmlns:a16="http://schemas.microsoft.com/office/drawing/2014/main" id="{73FFD390-298F-4A7B-8579-1A549778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33675"/>
            <a:ext cx="133350" cy="57150"/>
          </a:xfrm>
          <a:custGeom xmlns:a="http://schemas.openxmlformats.org/drawingml/2006/main">
            <a:pathLst>
              <a:path w="133350" h="57150">
                <a:moveTo>
                  <a:pt x="0" y="57150"/>
                </a:moveTo>
                <a:cubicBezTo>
                  <a:pt x="28575" y="0"/>
                  <a:pt x="104775" y="0"/>
                  <a:pt x="13335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DEDD"/>
            </a:solidFill>
            <a:prstDash val="solid"/>
          </a:ln>
        </p:spPr>
      </p:sp>
      <p:sp>
        <p:nvSpPr>
          <p:cNvPr id="66" name="Traditional background face 1">
            <a:extLst xmlns:a="http://schemas.openxmlformats.org/drawingml/2006/main">
              <a:ext uri="{FF2B5EF4-FFF2-40B4-BE49-F238E27FC236}">
                <a16:creationId xmlns:a16="http://schemas.microsoft.com/office/drawing/2014/main" id="{8E189AAA-FE77-4938-A3DB-5FA367BB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381000" cy="381000"/>
          </a:xfrm>
          <a:custGeom xmlns:a="http://schemas.openxmlformats.org/drawingml/2006/main">
            <a:pathLst>
              <a:path w="381000" h="381000">
                <a:moveTo>
                  <a:pt x="381000" y="190500"/>
                </a:moveTo>
                <a:cubicBezTo>
                  <a:pt x="381000" y="295710"/>
                  <a:pt x="295710" y="381000"/>
                  <a:pt x="190500" y="381000"/>
                </a:cubicBezTo>
                <a:cubicBezTo>
                  <a:pt x="85290" y="381000"/>
                  <a:pt x="0" y="295710"/>
                  <a:pt x="0" y="190500"/>
                </a:cubicBezTo>
                <a:cubicBezTo>
                  <a:pt x="0" y="85290"/>
                  <a:pt x="85290" y="0"/>
                  <a:pt x="190500" y="0"/>
                </a:cubicBezTo>
                <a:cubicBezTo>
                  <a:pt x="295710" y="0"/>
                  <a:pt x="381000" y="85290"/>
                  <a:pt x="381000" y="1905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DEDD"/>
            </a:solidFill>
            <a:prstDash val="solid"/>
          </a:ln>
        </p:spPr>
      </p:sp>
      <p:sp>
        <p:nvSpPr>
          <p:cNvPr id="67" name="Traditional background face eye left 1">
            <a:extLst xmlns:a="http://schemas.openxmlformats.org/drawingml/2006/main">
              <a:ext uri="{FF2B5EF4-FFF2-40B4-BE49-F238E27FC236}">
                <a16:creationId xmlns:a16="http://schemas.microsoft.com/office/drawing/2014/main" id="{3D172580-EAF7-4068-A7C0-4C4C3FEE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913" y="3038475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19050"/>
                </a:moveTo>
                <a:cubicBezTo>
                  <a:pt x="28575" y="29571"/>
                  <a:pt x="22178" y="38100"/>
                  <a:pt x="14288" y="38100"/>
                </a:cubicBezTo>
                <a:cubicBezTo>
                  <a:pt x="6397" y="38100"/>
                  <a:pt x="0" y="29571"/>
                  <a:pt x="0" y="19050"/>
                </a:cubicBezTo>
                <a:cubicBezTo>
                  <a:pt x="0" y="8529"/>
                  <a:pt x="6397" y="0"/>
                  <a:pt x="14288" y="0"/>
                </a:cubicBezTo>
                <a:cubicBezTo>
                  <a:pt x="22178" y="0"/>
                  <a:pt x="28575" y="8529"/>
                  <a:pt x="28575" y="19050"/>
                </a:cubicBezTo>
                <a:close/>
              </a:path>
            </a:pathLst>
          </a:custGeom>
          <a:solidFill xmlns:a="http://schemas.openxmlformats.org/drawingml/2006/main">
            <a:srgbClr val="F8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Traditional background face eye right 1">
            <a:extLst xmlns:a="http://schemas.openxmlformats.org/drawingml/2006/main">
              <a:ext uri="{FF2B5EF4-FFF2-40B4-BE49-F238E27FC236}">
                <a16:creationId xmlns:a16="http://schemas.microsoft.com/office/drawing/2014/main" id="{EDD81ADF-ABE5-407D-A3AB-4117C20D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3038475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19050"/>
                </a:moveTo>
                <a:cubicBezTo>
                  <a:pt x="28575" y="29571"/>
                  <a:pt x="22178" y="38100"/>
                  <a:pt x="14288" y="38100"/>
                </a:cubicBezTo>
                <a:cubicBezTo>
                  <a:pt x="6397" y="38100"/>
                  <a:pt x="0" y="29571"/>
                  <a:pt x="0" y="19050"/>
                </a:cubicBezTo>
                <a:cubicBezTo>
                  <a:pt x="0" y="8529"/>
                  <a:pt x="6397" y="0"/>
                  <a:pt x="14288" y="0"/>
                </a:cubicBezTo>
                <a:cubicBezTo>
                  <a:pt x="22178" y="0"/>
                  <a:pt x="28575" y="8529"/>
                  <a:pt x="28575" y="19050"/>
                </a:cubicBezTo>
                <a:close/>
              </a:path>
            </a:pathLst>
          </a:custGeom>
          <a:solidFill xmlns:a="http://schemas.openxmlformats.org/drawingml/2006/main">
            <a:srgbClr val="F8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Traditional background face frown 1">
            <a:extLst xmlns:a="http://schemas.openxmlformats.org/drawingml/2006/main">
              <a:ext uri="{FF2B5EF4-FFF2-40B4-BE49-F238E27FC236}">
                <a16:creationId xmlns:a16="http://schemas.microsoft.com/office/drawing/2014/main" id="{A8F67B52-AF3A-48A3-B597-9B6FB377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05150"/>
            <a:ext cx="133350" cy="57150"/>
          </a:xfrm>
          <a:custGeom xmlns:a="http://schemas.openxmlformats.org/drawingml/2006/main">
            <a:pathLst>
              <a:path w="133350" h="57150">
                <a:moveTo>
                  <a:pt x="0" y="57150"/>
                </a:moveTo>
                <a:cubicBezTo>
                  <a:pt x="28575" y="0"/>
                  <a:pt x="104775" y="0"/>
                  <a:pt x="13335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DEDD"/>
            </a:solidFill>
            <a:prstDash val="solid"/>
          </a:ln>
        </p:spPr>
      </p:sp>
      <p:sp>
        <p:nvSpPr>
          <p:cNvPr id="70" name="Traditional background face 2">
            <a:extLst xmlns:a="http://schemas.openxmlformats.org/drawingml/2006/main">
              <a:ext uri="{FF2B5EF4-FFF2-40B4-BE49-F238E27FC236}">
                <a16:creationId xmlns:a16="http://schemas.microsoft.com/office/drawing/2014/main" id="{F3E6A05D-C11A-4495-9523-B6F244AB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305800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DEDD"/>
            </a:solidFill>
            <a:prstDash val="solid"/>
          </a:ln>
        </p:spPr>
      </p:sp>
      <p:sp>
        <p:nvSpPr>
          <p:cNvPr id="71" name="Traditional background face eye left 2">
            <a:extLst xmlns:a="http://schemas.openxmlformats.org/drawingml/2006/main">
              <a:ext uri="{FF2B5EF4-FFF2-40B4-BE49-F238E27FC236}">
                <a16:creationId xmlns:a16="http://schemas.microsoft.com/office/drawing/2014/main" id="{F7215AF7-A0AC-437F-BF2D-2A1F14C0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488" y="8420100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19050"/>
                </a:moveTo>
                <a:cubicBezTo>
                  <a:pt x="28575" y="29571"/>
                  <a:pt x="22178" y="38100"/>
                  <a:pt x="14288" y="38100"/>
                </a:cubicBezTo>
                <a:cubicBezTo>
                  <a:pt x="6397" y="38100"/>
                  <a:pt x="0" y="29571"/>
                  <a:pt x="0" y="19050"/>
                </a:cubicBezTo>
                <a:cubicBezTo>
                  <a:pt x="0" y="8529"/>
                  <a:pt x="6397" y="0"/>
                  <a:pt x="14288" y="0"/>
                </a:cubicBezTo>
                <a:cubicBezTo>
                  <a:pt x="22178" y="0"/>
                  <a:pt x="28575" y="8529"/>
                  <a:pt x="28575" y="19050"/>
                </a:cubicBezTo>
                <a:close/>
              </a:path>
            </a:pathLst>
          </a:custGeom>
          <a:solidFill xmlns:a="http://schemas.openxmlformats.org/drawingml/2006/main">
            <a:srgbClr val="F8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Traditional background face eye right 2">
            <a:extLst xmlns:a="http://schemas.openxmlformats.org/drawingml/2006/main">
              <a:ext uri="{FF2B5EF4-FFF2-40B4-BE49-F238E27FC236}">
                <a16:creationId xmlns:a16="http://schemas.microsoft.com/office/drawing/2014/main" id="{68AFC269-177F-4799-AF9A-81B89CCA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8" y="8420100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19050"/>
                </a:moveTo>
                <a:cubicBezTo>
                  <a:pt x="28575" y="29571"/>
                  <a:pt x="22178" y="38100"/>
                  <a:pt x="14288" y="38100"/>
                </a:cubicBezTo>
                <a:cubicBezTo>
                  <a:pt x="6397" y="38100"/>
                  <a:pt x="0" y="29571"/>
                  <a:pt x="0" y="19050"/>
                </a:cubicBezTo>
                <a:cubicBezTo>
                  <a:pt x="0" y="8529"/>
                  <a:pt x="6397" y="0"/>
                  <a:pt x="14288" y="0"/>
                </a:cubicBezTo>
                <a:cubicBezTo>
                  <a:pt x="22178" y="0"/>
                  <a:pt x="28575" y="8529"/>
                  <a:pt x="28575" y="19050"/>
                </a:cubicBezTo>
                <a:close/>
              </a:path>
            </a:pathLst>
          </a:custGeom>
          <a:solidFill xmlns:a="http://schemas.openxmlformats.org/drawingml/2006/main">
            <a:srgbClr val="F8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raditional background face frown 2">
            <a:extLst xmlns:a="http://schemas.openxmlformats.org/drawingml/2006/main">
              <a:ext uri="{FF2B5EF4-FFF2-40B4-BE49-F238E27FC236}">
                <a16:creationId xmlns:a16="http://schemas.microsoft.com/office/drawing/2014/main" id="{C8D3892F-BB1D-4FDD-85E9-B2065E95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486775"/>
            <a:ext cx="133350" cy="57150"/>
          </a:xfrm>
          <a:custGeom xmlns:a="http://schemas.openxmlformats.org/drawingml/2006/main">
            <a:pathLst>
              <a:path w="133350" h="57150">
                <a:moveTo>
                  <a:pt x="0" y="57150"/>
                </a:moveTo>
                <a:cubicBezTo>
                  <a:pt x="28575" y="0"/>
                  <a:pt x="104775" y="0"/>
                  <a:pt x="13335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DEDD"/>
            </a:solidFill>
            <a:prstDash val="solid"/>
          </a:ln>
        </p:spPr>
      </p:sp>
      <p:sp>
        <p:nvSpPr>
          <p:cNvPr id="74" name="Faint binary ornament line 1">
            <a:extLst xmlns:a="http://schemas.openxmlformats.org/drawingml/2006/main">
              <a:ext uri="{FF2B5EF4-FFF2-40B4-BE49-F238E27FC236}">
                <a16:creationId xmlns:a16="http://schemas.microsoft.com/office/drawing/2014/main" id="{6292EE16-A78D-4B82-B20D-C7ED9623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2286000"/>
            <a:ext cx="495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75" name="Faint binary ornament line 2">
            <a:extLst xmlns:a="http://schemas.openxmlformats.org/drawingml/2006/main">
              <a:ext uri="{FF2B5EF4-FFF2-40B4-BE49-F238E27FC236}">
                <a16:creationId xmlns:a16="http://schemas.microsoft.com/office/drawing/2014/main" id="{75F7EF6B-D6D5-4D7A-894C-9013FCB8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2409825"/>
            <a:ext cx="495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rPr>
              <a:t>1010</a:t>
            </a:r>
          </a:p>
        </p:txBody>
      </p:sp>
      <p:sp>
        <p:nvSpPr>
          <p:cNvPr id="76" name="Faint binary ornament line 3">
            <a:extLst xmlns:a="http://schemas.openxmlformats.org/drawingml/2006/main">
              <a:ext uri="{FF2B5EF4-FFF2-40B4-BE49-F238E27FC236}">
                <a16:creationId xmlns:a16="http://schemas.microsoft.com/office/drawing/2014/main" id="{4D16F2B9-87B9-470E-B194-9F023B33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2533650"/>
            <a:ext cx="495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77" name="Faint pencil ornament">
            <a:extLst xmlns:a="http://schemas.openxmlformats.org/drawingml/2006/main">
              <a:ext uri="{FF2B5EF4-FFF2-40B4-BE49-F238E27FC236}">
                <a16:creationId xmlns:a16="http://schemas.microsoft.com/office/drawing/2014/main" id="{649C951F-EDDC-4E8B-AC45-DD752B94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2371725"/>
            <a:ext cx="266700" cy="276225"/>
          </a:xfrm>
          <a:custGeom xmlns:a="http://schemas.openxmlformats.org/drawingml/2006/main">
            <a:pathLst>
              <a:path w="266700" h="276225">
                <a:moveTo>
                  <a:pt x="38100" y="0"/>
                </a:moveTo>
                <a:lnTo>
                  <a:pt x="247650" y="190500"/>
                </a:lnTo>
                <a:lnTo>
                  <a:pt x="266700" y="276225"/>
                </a:lnTo>
                <a:lnTo>
                  <a:pt x="180975" y="257175"/>
                </a:lnTo>
                <a:lnTo>
                  <a:pt x="0" y="476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E7F7"/>
            </a:solidFill>
            <a:prstDash val="solid"/>
          </a:ln>
        </p:spPr>
      </p:sp>
      <p:sp>
        <p:nvSpPr>
          <p:cNvPr id="78" name="Faint sparkle ornament">
            <a:extLst xmlns:a="http://schemas.openxmlformats.org/drawingml/2006/main">
              <a:ext uri="{FF2B5EF4-FFF2-40B4-BE49-F238E27FC236}">
                <a16:creationId xmlns:a16="http://schemas.microsoft.com/office/drawing/2014/main" id="{8A567096-6518-4D6D-B1DD-EB1197C0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714625"/>
            <a:ext cx="381000" cy="447675"/>
          </a:xfrm>
          <a:custGeom xmlns:a="http://schemas.openxmlformats.org/drawingml/2006/main">
            <a:pathLst>
              <a:path w="381000" h="447675">
                <a:moveTo>
                  <a:pt x="190500" y="0"/>
                </a:moveTo>
                <a:cubicBezTo>
                  <a:pt x="209550" y="152400"/>
                  <a:pt x="228600" y="200025"/>
                  <a:pt x="381000" y="219075"/>
                </a:cubicBezTo>
                <a:cubicBezTo>
                  <a:pt x="228600" y="238125"/>
                  <a:pt x="209550" y="285750"/>
                  <a:pt x="190500" y="447675"/>
                </a:cubicBezTo>
                <a:cubicBezTo>
                  <a:pt x="171450" y="285750"/>
                  <a:pt x="152400" y="238125"/>
                  <a:pt x="0" y="219075"/>
                </a:cubicBezTo>
                <a:cubicBezTo>
                  <a:pt x="152400" y="200025"/>
                  <a:pt x="171450" y="152400"/>
                  <a:pt x="1905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E7F7"/>
            </a:solidFill>
            <a:prstDash val="solid"/>
          </a:ln>
        </p:spPr>
      </p:sp>
      <p:sp>
        <p:nvSpPr>
          <p:cNvPr id="79" name="Faint code bracket left">
            <a:extLst xmlns:a="http://schemas.openxmlformats.org/drawingml/2006/main">
              <a:ext uri="{FF2B5EF4-FFF2-40B4-BE49-F238E27FC236}">
                <a16:creationId xmlns:a16="http://schemas.microsoft.com/office/drawing/2014/main" id="{BA88AE20-06B5-45A5-8821-60FFD8EC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248025"/>
            <a:ext cx="85725" cy="190500"/>
          </a:xfrm>
          <a:custGeom xmlns:a="http://schemas.openxmlformats.org/drawingml/2006/main">
            <a:pathLst>
              <a:path w="85725" h="190500">
                <a:moveTo>
                  <a:pt x="85725" y="0"/>
                </a:moveTo>
                <a:lnTo>
                  <a:pt x="0" y="95250"/>
                </a:lnTo>
                <a:lnTo>
                  <a:pt x="8572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E7F7"/>
            </a:solidFill>
            <a:prstDash val="solid"/>
          </a:ln>
        </p:spPr>
      </p:sp>
      <p:sp>
        <p:nvSpPr>
          <p:cNvPr id="80" name="Faint code bracket right">
            <a:extLst xmlns:a="http://schemas.openxmlformats.org/drawingml/2006/main">
              <a:ext uri="{FF2B5EF4-FFF2-40B4-BE49-F238E27FC236}">
                <a16:creationId xmlns:a16="http://schemas.microsoft.com/office/drawing/2014/main" id="{E4D5149E-309A-4F84-8736-2D3EB41E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3248025"/>
            <a:ext cx="85725" cy="190500"/>
          </a:xfrm>
          <a:custGeom xmlns:a="http://schemas.openxmlformats.org/drawingml/2006/main">
            <a:pathLst>
              <a:path w="85725" h="190500">
                <a:moveTo>
                  <a:pt x="0" y="0"/>
                </a:moveTo>
                <a:lnTo>
                  <a:pt x="85725" y="95250"/>
                </a:ln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E7F7"/>
            </a:solidFill>
            <a:prstDash val="solid"/>
          </a:ln>
        </p:spPr>
      </p:sp>
      <p:sp>
        <p:nvSpPr>
          <p:cNvPr id="81" name="Traditional brush-lettered headline dark">
            <a:extLst xmlns:a="http://schemas.openxmlformats.org/drawingml/2006/main">
              <a:ext uri="{FF2B5EF4-FFF2-40B4-BE49-F238E27FC236}">
                <a16:creationId xmlns:a16="http://schemas.microsoft.com/office/drawing/2014/main" id="{8D28F576-6DC3-4AE8-9615-B1E96249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975" y="869950"/>
            <a:ext cx="1238250" cy="476250"/>
          </a:xfrm>
          <a:custGeom xmlns:a="http://schemas.openxmlformats.org/drawingml/2006/main">
            <a:pathLst>
              <a:path w="1238250" h="476250">
                <a:moveTo>
                  <a:pt x="1238250" y="400050"/>
                </a:moveTo>
                <a:lnTo>
                  <a:pt x="1231900" y="406400"/>
                </a:lnTo>
                <a:lnTo>
                  <a:pt x="1212850" y="406400"/>
                </a:lnTo>
                <a:lnTo>
                  <a:pt x="1219200" y="412750"/>
                </a:lnTo>
                <a:lnTo>
                  <a:pt x="1219200" y="419100"/>
                </a:lnTo>
                <a:lnTo>
                  <a:pt x="1206500" y="431800"/>
                </a:lnTo>
                <a:lnTo>
                  <a:pt x="1193800" y="431800"/>
                </a:lnTo>
                <a:lnTo>
                  <a:pt x="1187450" y="425450"/>
                </a:lnTo>
                <a:lnTo>
                  <a:pt x="1187450" y="406400"/>
                </a:lnTo>
                <a:lnTo>
                  <a:pt x="1187450" y="412750"/>
                </a:lnTo>
                <a:lnTo>
                  <a:pt x="1181100" y="419100"/>
                </a:lnTo>
                <a:lnTo>
                  <a:pt x="1174750" y="419100"/>
                </a:lnTo>
                <a:lnTo>
                  <a:pt x="1193800" y="431800"/>
                </a:lnTo>
                <a:lnTo>
                  <a:pt x="1206500" y="431800"/>
                </a:lnTo>
                <a:lnTo>
                  <a:pt x="1212850" y="425450"/>
                </a:lnTo>
                <a:lnTo>
                  <a:pt x="1219200" y="425450"/>
                </a:lnTo>
                <a:lnTo>
                  <a:pt x="1238250" y="406400"/>
                </a:lnTo>
                <a:close/>
                <a:moveTo>
                  <a:pt x="971550" y="336550"/>
                </a:moveTo>
                <a:lnTo>
                  <a:pt x="965200" y="336550"/>
                </a:lnTo>
                <a:lnTo>
                  <a:pt x="939800" y="361950"/>
                </a:lnTo>
                <a:lnTo>
                  <a:pt x="933450" y="361950"/>
                </a:lnTo>
                <a:lnTo>
                  <a:pt x="920750" y="374650"/>
                </a:lnTo>
                <a:lnTo>
                  <a:pt x="914400" y="374650"/>
                </a:lnTo>
                <a:lnTo>
                  <a:pt x="901700" y="387350"/>
                </a:lnTo>
                <a:lnTo>
                  <a:pt x="863600" y="387350"/>
                </a:lnTo>
                <a:lnTo>
                  <a:pt x="857250" y="381000"/>
                </a:lnTo>
                <a:lnTo>
                  <a:pt x="850900" y="387350"/>
                </a:lnTo>
                <a:lnTo>
                  <a:pt x="857250" y="381000"/>
                </a:lnTo>
                <a:lnTo>
                  <a:pt x="876300" y="400050"/>
                </a:lnTo>
                <a:lnTo>
                  <a:pt x="869950" y="406400"/>
                </a:lnTo>
                <a:lnTo>
                  <a:pt x="863600" y="406400"/>
                </a:lnTo>
                <a:lnTo>
                  <a:pt x="863600" y="412750"/>
                </a:lnTo>
                <a:lnTo>
                  <a:pt x="876300" y="425450"/>
                </a:lnTo>
                <a:lnTo>
                  <a:pt x="869950" y="431800"/>
                </a:lnTo>
                <a:lnTo>
                  <a:pt x="850900" y="431800"/>
                </a:lnTo>
                <a:lnTo>
                  <a:pt x="844550" y="425450"/>
                </a:lnTo>
                <a:lnTo>
                  <a:pt x="831850" y="425450"/>
                </a:lnTo>
                <a:lnTo>
                  <a:pt x="812800" y="406400"/>
                </a:lnTo>
                <a:lnTo>
                  <a:pt x="812800" y="400050"/>
                </a:lnTo>
                <a:lnTo>
                  <a:pt x="806450" y="393700"/>
                </a:lnTo>
                <a:lnTo>
                  <a:pt x="806450" y="400050"/>
                </a:lnTo>
                <a:lnTo>
                  <a:pt x="819150" y="412750"/>
                </a:lnTo>
                <a:lnTo>
                  <a:pt x="819150" y="419100"/>
                </a:lnTo>
                <a:lnTo>
                  <a:pt x="825500" y="419100"/>
                </a:lnTo>
                <a:lnTo>
                  <a:pt x="844550" y="431800"/>
                </a:lnTo>
                <a:lnTo>
                  <a:pt x="882650" y="431800"/>
                </a:lnTo>
                <a:lnTo>
                  <a:pt x="901700" y="419100"/>
                </a:lnTo>
                <a:lnTo>
                  <a:pt x="895350" y="425450"/>
                </a:lnTo>
                <a:lnTo>
                  <a:pt x="889000" y="425450"/>
                </a:lnTo>
                <a:lnTo>
                  <a:pt x="876300" y="412750"/>
                </a:lnTo>
                <a:lnTo>
                  <a:pt x="876300" y="406400"/>
                </a:lnTo>
                <a:lnTo>
                  <a:pt x="882650" y="400050"/>
                </a:lnTo>
                <a:lnTo>
                  <a:pt x="889000" y="400050"/>
                </a:lnTo>
                <a:lnTo>
                  <a:pt x="895350" y="406400"/>
                </a:lnTo>
                <a:lnTo>
                  <a:pt x="908050" y="406400"/>
                </a:lnTo>
                <a:lnTo>
                  <a:pt x="914400" y="400050"/>
                </a:lnTo>
                <a:lnTo>
                  <a:pt x="908050" y="393700"/>
                </a:lnTo>
                <a:lnTo>
                  <a:pt x="914400" y="387350"/>
                </a:lnTo>
                <a:lnTo>
                  <a:pt x="920750" y="387350"/>
                </a:lnTo>
                <a:lnTo>
                  <a:pt x="933450" y="400050"/>
                </a:lnTo>
                <a:lnTo>
                  <a:pt x="933450" y="406400"/>
                </a:lnTo>
                <a:lnTo>
                  <a:pt x="927100" y="412750"/>
                </a:lnTo>
                <a:lnTo>
                  <a:pt x="946150" y="400050"/>
                </a:lnTo>
                <a:lnTo>
                  <a:pt x="946150" y="387350"/>
                </a:lnTo>
                <a:lnTo>
                  <a:pt x="952500" y="381000"/>
                </a:lnTo>
                <a:lnTo>
                  <a:pt x="958850" y="387350"/>
                </a:lnTo>
                <a:lnTo>
                  <a:pt x="977900" y="368300"/>
                </a:lnTo>
                <a:lnTo>
                  <a:pt x="977900" y="361950"/>
                </a:lnTo>
                <a:lnTo>
                  <a:pt x="965200" y="374650"/>
                </a:lnTo>
                <a:lnTo>
                  <a:pt x="958850" y="374650"/>
                </a:lnTo>
                <a:lnTo>
                  <a:pt x="952500" y="368300"/>
                </a:lnTo>
                <a:lnTo>
                  <a:pt x="958850" y="361950"/>
                </a:lnTo>
                <a:lnTo>
                  <a:pt x="958850" y="355600"/>
                </a:lnTo>
                <a:lnTo>
                  <a:pt x="971550" y="342900"/>
                </a:lnTo>
                <a:close/>
                <a:moveTo>
                  <a:pt x="901700" y="387350"/>
                </a:moveTo>
                <a:lnTo>
                  <a:pt x="908050" y="381000"/>
                </a:lnTo>
                <a:lnTo>
                  <a:pt x="914400" y="387350"/>
                </a:lnTo>
                <a:lnTo>
                  <a:pt x="908050" y="393700"/>
                </a:lnTo>
                <a:close/>
                <a:moveTo>
                  <a:pt x="971550" y="234950"/>
                </a:moveTo>
                <a:lnTo>
                  <a:pt x="971550" y="241300"/>
                </a:lnTo>
                <a:lnTo>
                  <a:pt x="958850" y="254000"/>
                </a:lnTo>
                <a:lnTo>
                  <a:pt x="952500" y="247650"/>
                </a:lnTo>
                <a:lnTo>
                  <a:pt x="946150" y="247650"/>
                </a:lnTo>
                <a:lnTo>
                  <a:pt x="939800" y="254000"/>
                </a:lnTo>
                <a:lnTo>
                  <a:pt x="939800" y="260350"/>
                </a:lnTo>
                <a:lnTo>
                  <a:pt x="920750" y="273050"/>
                </a:lnTo>
                <a:lnTo>
                  <a:pt x="946150" y="273050"/>
                </a:lnTo>
                <a:lnTo>
                  <a:pt x="939800" y="266700"/>
                </a:lnTo>
                <a:lnTo>
                  <a:pt x="939800" y="260350"/>
                </a:lnTo>
                <a:lnTo>
                  <a:pt x="952500" y="247650"/>
                </a:lnTo>
                <a:lnTo>
                  <a:pt x="958850" y="254000"/>
                </a:lnTo>
                <a:lnTo>
                  <a:pt x="971550" y="241300"/>
                </a:lnTo>
                <a:close/>
                <a:moveTo>
                  <a:pt x="869950" y="222250"/>
                </a:moveTo>
                <a:lnTo>
                  <a:pt x="863600" y="228600"/>
                </a:lnTo>
                <a:lnTo>
                  <a:pt x="838200" y="228600"/>
                </a:lnTo>
                <a:lnTo>
                  <a:pt x="831850" y="234950"/>
                </a:lnTo>
                <a:lnTo>
                  <a:pt x="825500" y="234950"/>
                </a:lnTo>
                <a:lnTo>
                  <a:pt x="819150" y="228600"/>
                </a:lnTo>
                <a:lnTo>
                  <a:pt x="806450" y="247650"/>
                </a:lnTo>
                <a:lnTo>
                  <a:pt x="806450" y="260350"/>
                </a:lnTo>
                <a:lnTo>
                  <a:pt x="800100" y="266700"/>
                </a:lnTo>
                <a:lnTo>
                  <a:pt x="800100" y="279400"/>
                </a:lnTo>
                <a:lnTo>
                  <a:pt x="781050" y="292100"/>
                </a:lnTo>
                <a:lnTo>
                  <a:pt x="781050" y="304800"/>
                </a:lnTo>
                <a:lnTo>
                  <a:pt x="787400" y="304800"/>
                </a:lnTo>
                <a:lnTo>
                  <a:pt x="793750" y="311150"/>
                </a:lnTo>
                <a:lnTo>
                  <a:pt x="793750" y="355600"/>
                </a:lnTo>
                <a:lnTo>
                  <a:pt x="793750" y="336550"/>
                </a:lnTo>
                <a:lnTo>
                  <a:pt x="806450" y="323850"/>
                </a:lnTo>
                <a:lnTo>
                  <a:pt x="831850" y="323850"/>
                </a:lnTo>
                <a:lnTo>
                  <a:pt x="838200" y="330200"/>
                </a:lnTo>
                <a:lnTo>
                  <a:pt x="838200" y="336550"/>
                </a:lnTo>
                <a:lnTo>
                  <a:pt x="831850" y="342900"/>
                </a:lnTo>
                <a:lnTo>
                  <a:pt x="825500" y="342900"/>
                </a:lnTo>
                <a:lnTo>
                  <a:pt x="812800" y="355600"/>
                </a:lnTo>
                <a:lnTo>
                  <a:pt x="812800" y="381000"/>
                </a:lnTo>
                <a:lnTo>
                  <a:pt x="812800" y="361950"/>
                </a:lnTo>
                <a:lnTo>
                  <a:pt x="819150" y="355600"/>
                </a:lnTo>
                <a:lnTo>
                  <a:pt x="838200" y="355600"/>
                </a:lnTo>
                <a:lnTo>
                  <a:pt x="844550" y="361950"/>
                </a:lnTo>
                <a:lnTo>
                  <a:pt x="844550" y="342900"/>
                </a:lnTo>
                <a:lnTo>
                  <a:pt x="838200" y="336550"/>
                </a:lnTo>
                <a:lnTo>
                  <a:pt x="838200" y="330200"/>
                </a:lnTo>
                <a:lnTo>
                  <a:pt x="857250" y="311150"/>
                </a:lnTo>
                <a:lnTo>
                  <a:pt x="889000" y="311150"/>
                </a:lnTo>
                <a:lnTo>
                  <a:pt x="895350" y="304800"/>
                </a:lnTo>
                <a:lnTo>
                  <a:pt x="901700" y="304800"/>
                </a:lnTo>
                <a:lnTo>
                  <a:pt x="908050" y="298450"/>
                </a:lnTo>
                <a:lnTo>
                  <a:pt x="914400" y="298450"/>
                </a:lnTo>
                <a:lnTo>
                  <a:pt x="927100" y="285750"/>
                </a:lnTo>
                <a:lnTo>
                  <a:pt x="920750" y="292100"/>
                </a:lnTo>
                <a:lnTo>
                  <a:pt x="908050" y="292100"/>
                </a:lnTo>
                <a:lnTo>
                  <a:pt x="901700" y="285750"/>
                </a:lnTo>
                <a:lnTo>
                  <a:pt x="901700" y="279400"/>
                </a:lnTo>
                <a:lnTo>
                  <a:pt x="908050" y="273050"/>
                </a:lnTo>
                <a:lnTo>
                  <a:pt x="908050" y="266700"/>
                </a:lnTo>
                <a:lnTo>
                  <a:pt x="901700" y="266700"/>
                </a:lnTo>
                <a:lnTo>
                  <a:pt x="882650" y="279400"/>
                </a:lnTo>
                <a:lnTo>
                  <a:pt x="857250" y="279400"/>
                </a:lnTo>
                <a:lnTo>
                  <a:pt x="850900" y="273050"/>
                </a:lnTo>
                <a:lnTo>
                  <a:pt x="850900" y="260350"/>
                </a:lnTo>
                <a:lnTo>
                  <a:pt x="831850" y="273050"/>
                </a:lnTo>
                <a:lnTo>
                  <a:pt x="831850" y="285750"/>
                </a:lnTo>
                <a:lnTo>
                  <a:pt x="825500" y="292100"/>
                </a:lnTo>
                <a:lnTo>
                  <a:pt x="819150" y="292100"/>
                </a:lnTo>
                <a:lnTo>
                  <a:pt x="812800" y="285750"/>
                </a:lnTo>
                <a:lnTo>
                  <a:pt x="812800" y="273050"/>
                </a:lnTo>
                <a:lnTo>
                  <a:pt x="806450" y="266700"/>
                </a:lnTo>
                <a:lnTo>
                  <a:pt x="806450" y="254000"/>
                </a:lnTo>
                <a:lnTo>
                  <a:pt x="825500" y="241300"/>
                </a:lnTo>
                <a:lnTo>
                  <a:pt x="838200" y="241300"/>
                </a:lnTo>
                <a:lnTo>
                  <a:pt x="844550" y="247650"/>
                </a:lnTo>
                <a:lnTo>
                  <a:pt x="857250" y="247650"/>
                </a:lnTo>
                <a:lnTo>
                  <a:pt x="863600" y="241300"/>
                </a:lnTo>
                <a:lnTo>
                  <a:pt x="863600" y="234950"/>
                </a:lnTo>
                <a:lnTo>
                  <a:pt x="869950" y="228600"/>
                </a:lnTo>
                <a:close/>
                <a:moveTo>
                  <a:pt x="787400" y="304800"/>
                </a:moveTo>
                <a:lnTo>
                  <a:pt x="806450" y="292100"/>
                </a:lnTo>
                <a:lnTo>
                  <a:pt x="819150" y="292100"/>
                </a:lnTo>
                <a:lnTo>
                  <a:pt x="825500" y="298450"/>
                </a:lnTo>
                <a:lnTo>
                  <a:pt x="825500" y="311150"/>
                </a:lnTo>
                <a:lnTo>
                  <a:pt x="819150" y="317500"/>
                </a:lnTo>
                <a:lnTo>
                  <a:pt x="800100" y="317500"/>
                </a:lnTo>
                <a:close/>
                <a:moveTo>
                  <a:pt x="825500" y="292100"/>
                </a:moveTo>
                <a:lnTo>
                  <a:pt x="831850" y="285750"/>
                </a:lnTo>
                <a:lnTo>
                  <a:pt x="850900" y="285750"/>
                </a:lnTo>
                <a:lnTo>
                  <a:pt x="857250" y="292100"/>
                </a:lnTo>
                <a:lnTo>
                  <a:pt x="857250" y="298450"/>
                </a:lnTo>
                <a:lnTo>
                  <a:pt x="844550" y="311150"/>
                </a:lnTo>
                <a:lnTo>
                  <a:pt x="838200" y="311150"/>
                </a:lnTo>
                <a:lnTo>
                  <a:pt x="825500" y="298450"/>
                </a:lnTo>
                <a:close/>
                <a:moveTo>
                  <a:pt x="876300" y="279400"/>
                </a:moveTo>
                <a:lnTo>
                  <a:pt x="882650" y="279400"/>
                </a:lnTo>
                <a:lnTo>
                  <a:pt x="889000" y="285750"/>
                </a:lnTo>
                <a:lnTo>
                  <a:pt x="889000" y="292100"/>
                </a:lnTo>
                <a:lnTo>
                  <a:pt x="895350" y="292100"/>
                </a:lnTo>
                <a:lnTo>
                  <a:pt x="901700" y="298450"/>
                </a:lnTo>
                <a:lnTo>
                  <a:pt x="882650" y="311150"/>
                </a:lnTo>
                <a:lnTo>
                  <a:pt x="869950" y="311150"/>
                </a:lnTo>
                <a:lnTo>
                  <a:pt x="863600" y="304800"/>
                </a:lnTo>
                <a:lnTo>
                  <a:pt x="863600" y="292100"/>
                </a:lnTo>
                <a:close/>
                <a:moveTo>
                  <a:pt x="330200" y="171450"/>
                </a:moveTo>
                <a:lnTo>
                  <a:pt x="317500" y="184150"/>
                </a:lnTo>
                <a:lnTo>
                  <a:pt x="317500" y="190500"/>
                </a:lnTo>
                <a:lnTo>
                  <a:pt x="311150" y="196850"/>
                </a:lnTo>
                <a:lnTo>
                  <a:pt x="311150" y="228600"/>
                </a:lnTo>
                <a:lnTo>
                  <a:pt x="304800" y="234950"/>
                </a:lnTo>
                <a:lnTo>
                  <a:pt x="304800" y="273050"/>
                </a:lnTo>
                <a:lnTo>
                  <a:pt x="298450" y="279400"/>
                </a:lnTo>
                <a:lnTo>
                  <a:pt x="298450" y="304800"/>
                </a:lnTo>
                <a:lnTo>
                  <a:pt x="292100" y="311150"/>
                </a:lnTo>
                <a:lnTo>
                  <a:pt x="292100" y="349250"/>
                </a:lnTo>
                <a:lnTo>
                  <a:pt x="285750" y="355600"/>
                </a:lnTo>
                <a:lnTo>
                  <a:pt x="285750" y="419100"/>
                </a:lnTo>
                <a:lnTo>
                  <a:pt x="292100" y="425450"/>
                </a:lnTo>
                <a:lnTo>
                  <a:pt x="292100" y="431800"/>
                </a:lnTo>
                <a:lnTo>
                  <a:pt x="304800" y="444500"/>
                </a:lnTo>
                <a:lnTo>
                  <a:pt x="311150" y="444500"/>
                </a:lnTo>
                <a:lnTo>
                  <a:pt x="317500" y="438150"/>
                </a:lnTo>
                <a:lnTo>
                  <a:pt x="323850" y="438150"/>
                </a:lnTo>
                <a:lnTo>
                  <a:pt x="330200" y="444500"/>
                </a:lnTo>
                <a:lnTo>
                  <a:pt x="336550" y="438150"/>
                </a:lnTo>
                <a:lnTo>
                  <a:pt x="336550" y="425450"/>
                </a:lnTo>
                <a:lnTo>
                  <a:pt x="342900" y="419100"/>
                </a:lnTo>
                <a:lnTo>
                  <a:pt x="342900" y="412750"/>
                </a:lnTo>
                <a:lnTo>
                  <a:pt x="336550" y="406400"/>
                </a:lnTo>
                <a:lnTo>
                  <a:pt x="336550" y="400050"/>
                </a:lnTo>
                <a:lnTo>
                  <a:pt x="342900" y="393700"/>
                </a:lnTo>
                <a:lnTo>
                  <a:pt x="342900" y="349250"/>
                </a:lnTo>
                <a:lnTo>
                  <a:pt x="342900" y="374650"/>
                </a:lnTo>
                <a:lnTo>
                  <a:pt x="336550" y="381000"/>
                </a:lnTo>
                <a:lnTo>
                  <a:pt x="330200" y="374650"/>
                </a:lnTo>
                <a:lnTo>
                  <a:pt x="330200" y="317500"/>
                </a:lnTo>
                <a:lnTo>
                  <a:pt x="336550" y="311150"/>
                </a:lnTo>
                <a:lnTo>
                  <a:pt x="336550" y="298450"/>
                </a:lnTo>
                <a:lnTo>
                  <a:pt x="342900" y="292100"/>
                </a:lnTo>
                <a:lnTo>
                  <a:pt x="349250" y="298450"/>
                </a:lnTo>
                <a:lnTo>
                  <a:pt x="355600" y="292100"/>
                </a:lnTo>
                <a:lnTo>
                  <a:pt x="355600" y="241300"/>
                </a:lnTo>
                <a:lnTo>
                  <a:pt x="355600" y="247650"/>
                </a:lnTo>
                <a:lnTo>
                  <a:pt x="342900" y="260350"/>
                </a:lnTo>
                <a:lnTo>
                  <a:pt x="342900" y="266700"/>
                </a:lnTo>
                <a:lnTo>
                  <a:pt x="336550" y="273050"/>
                </a:lnTo>
                <a:lnTo>
                  <a:pt x="330200" y="266700"/>
                </a:lnTo>
                <a:lnTo>
                  <a:pt x="330200" y="260350"/>
                </a:lnTo>
                <a:lnTo>
                  <a:pt x="317500" y="247650"/>
                </a:lnTo>
                <a:lnTo>
                  <a:pt x="317500" y="228600"/>
                </a:lnTo>
                <a:lnTo>
                  <a:pt x="336550" y="215900"/>
                </a:lnTo>
                <a:lnTo>
                  <a:pt x="342900" y="222250"/>
                </a:lnTo>
                <a:lnTo>
                  <a:pt x="355600" y="222250"/>
                </a:lnTo>
                <a:lnTo>
                  <a:pt x="361950" y="215900"/>
                </a:lnTo>
                <a:lnTo>
                  <a:pt x="361950" y="184150"/>
                </a:lnTo>
                <a:lnTo>
                  <a:pt x="355600" y="177800"/>
                </a:lnTo>
                <a:lnTo>
                  <a:pt x="349250" y="177800"/>
                </a:lnTo>
                <a:lnTo>
                  <a:pt x="342900" y="184150"/>
                </a:lnTo>
                <a:close/>
                <a:moveTo>
                  <a:pt x="323850" y="298450"/>
                </a:moveTo>
                <a:lnTo>
                  <a:pt x="330200" y="304800"/>
                </a:lnTo>
                <a:lnTo>
                  <a:pt x="330200" y="323850"/>
                </a:lnTo>
                <a:lnTo>
                  <a:pt x="323850" y="330200"/>
                </a:lnTo>
                <a:lnTo>
                  <a:pt x="323850" y="342900"/>
                </a:lnTo>
                <a:lnTo>
                  <a:pt x="311150" y="355600"/>
                </a:lnTo>
                <a:lnTo>
                  <a:pt x="304800" y="349250"/>
                </a:lnTo>
                <a:lnTo>
                  <a:pt x="304800" y="317500"/>
                </a:lnTo>
                <a:lnTo>
                  <a:pt x="311150" y="311150"/>
                </a:lnTo>
                <a:lnTo>
                  <a:pt x="311150" y="304800"/>
                </a:lnTo>
                <a:lnTo>
                  <a:pt x="317500" y="298450"/>
                </a:lnTo>
                <a:close/>
                <a:moveTo>
                  <a:pt x="349250" y="209550"/>
                </a:moveTo>
                <a:lnTo>
                  <a:pt x="355600" y="203200"/>
                </a:lnTo>
                <a:lnTo>
                  <a:pt x="361950" y="209550"/>
                </a:lnTo>
                <a:lnTo>
                  <a:pt x="355600" y="215900"/>
                </a:lnTo>
                <a:close/>
                <a:moveTo>
                  <a:pt x="349250" y="184150"/>
                </a:moveTo>
                <a:lnTo>
                  <a:pt x="355600" y="177800"/>
                </a:lnTo>
                <a:lnTo>
                  <a:pt x="361950" y="184150"/>
                </a:lnTo>
                <a:lnTo>
                  <a:pt x="355600" y="190500"/>
                </a:lnTo>
                <a:close/>
                <a:moveTo>
                  <a:pt x="330200" y="177800"/>
                </a:moveTo>
                <a:lnTo>
                  <a:pt x="336550" y="184150"/>
                </a:lnTo>
                <a:lnTo>
                  <a:pt x="336550" y="196850"/>
                </a:lnTo>
                <a:lnTo>
                  <a:pt x="342900" y="203200"/>
                </a:lnTo>
                <a:lnTo>
                  <a:pt x="336550" y="209550"/>
                </a:lnTo>
                <a:lnTo>
                  <a:pt x="323850" y="209550"/>
                </a:lnTo>
                <a:lnTo>
                  <a:pt x="317500" y="203200"/>
                </a:lnTo>
                <a:lnTo>
                  <a:pt x="317500" y="196850"/>
                </a:lnTo>
                <a:close/>
                <a:moveTo>
                  <a:pt x="939800" y="165100"/>
                </a:moveTo>
                <a:lnTo>
                  <a:pt x="946150" y="171450"/>
                </a:lnTo>
                <a:lnTo>
                  <a:pt x="952500" y="171450"/>
                </a:lnTo>
                <a:lnTo>
                  <a:pt x="958850" y="165100"/>
                </a:lnTo>
                <a:lnTo>
                  <a:pt x="977900" y="184150"/>
                </a:lnTo>
                <a:lnTo>
                  <a:pt x="977900" y="196850"/>
                </a:lnTo>
                <a:lnTo>
                  <a:pt x="977900" y="184150"/>
                </a:lnTo>
                <a:lnTo>
                  <a:pt x="971550" y="177800"/>
                </a:lnTo>
                <a:lnTo>
                  <a:pt x="971550" y="171450"/>
                </a:lnTo>
                <a:lnTo>
                  <a:pt x="965200" y="171450"/>
                </a:lnTo>
                <a:lnTo>
                  <a:pt x="958850" y="165100"/>
                </a:lnTo>
                <a:lnTo>
                  <a:pt x="958850" y="158750"/>
                </a:lnTo>
                <a:lnTo>
                  <a:pt x="952500" y="165100"/>
                </a:lnTo>
                <a:close/>
                <a:moveTo>
                  <a:pt x="876300" y="152400"/>
                </a:moveTo>
                <a:lnTo>
                  <a:pt x="869950" y="152400"/>
                </a:lnTo>
                <a:lnTo>
                  <a:pt x="863600" y="158750"/>
                </a:lnTo>
                <a:lnTo>
                  <a:pt x="863600" y="165100"/>
                </a:lnTo>
                <a:lnTo>
                  <a:pt x="838200" y="190500"/>
                </a:lnTo>
                <a:lnTo>
                  <a:pt x="838200" y="196850"/>
                </a:lnTo>
                <a:lnTo>
                  <a:pt x="825500" y="209550"/>
                </a:lnTo>
                <a:lnTo>
                  <a:pt x="825500" y="215900"/>
                </a:lnTo>
                <a:lnTo>
                  <a:pt x="838200" y="203200"/>
                </a:lnTo>
                <a:lnTo>
                  <a:pt x="857250" y="203200"/>
                </a:lnTo>
                <a:lnTo>
                  <a:pt x="863600" y="209550"/>
                </a:lnTo>
                <a:lnTo>
                  <a:pt x="869950" y="203200"/>
                </a:lnTo>
                <a:lnTo>
                  <a:pt x="889000" y="203200"/>
                </a:lnTo>
                <a:lnTo>
                  <a:pt x="901700" y="190500"/>
                </a:lnTo>
                <a:lnTo>
                  <a:pt x="895350" y="184150"/>
                </a:lnTo>
                <a:lnTo>
                  <a:pt x="895350" y="190500"/>
                </a:lnTo>
                <a:lnTo>
                  <a:pt x="882650" y="203200"/>
                </a:lnTo>
                <a:lnTo>
                  <a:pt x="876300" y="203200"/>
                </a:lnTo>
                <a:lnTo>
                  <a:pt x="850900" y="177800"/>
                </a:lnTo>
                <a:close/>
                <a:moveTo>
                  <a:pt x="838200" y="196850"/>
                </a:moveTo>
                <a:lnTo>
                  <a:pt x="844550" y="190500"/>
                </a:lnTo>
                <a:lnTo>
                  <a:pt x="850900" y="196850"/>
                </a:lnTo>
                <a:lnTo>
                  <a:pt x="844550" y="203200"/>
                </a:lnTo>
                <a:close/>
                <a:moveTo>
                  <a:pt x="254000" y="171450"/>
                </a:moveTo>
                <a:lnTo>
                  <a:pt x="234950" y="171450"/>
                </a:lnTo>
                <a:lnTo>
                  <a:pt x="228600" y="165100"/>
                </a:lnTo>
                <a:lnTo>
                  <a:pt x="228600" y="158750"/>
                </a:lnTo>
                <a:lnTo>
                  <a:pt x="222250" y="152400"/>
                </a:lnTo>
                <a:lnTo>
                  <a:pt x="215900" y="152400"/>
                </a:lnTo>
                <a:lnTo>
                  <a:pt x="184150" y="184150"/>
                </a:lnTo>
                <a:lnTo>
                  <a:pt x="184150" y="190500"/>
                </a:lnTo>
                <a:lnTo>
                  <a:pt x="165100" y="209550"/>
                </a:lnTo>
                <a:lnTo>
                  <a:pt x="165100" y="215900"/>
                </a:lnTo>
                <a:lnTo>
                  <a:pt x="139700" y="241300"/>
                </a:lnTo>
                <a:lnTo>
                  <a:pt x="133350" y="241300"/>
                </a:lnTo>
                <a:lnTo>
                  <a:pt x="127000" y="234950"/>
                </a:lnTo>
                <a:lnTo>
                  <a:pt x="127000" y="228600"/>
                </a:lnTo>
                <a:lnTo>
                  <a:pt x="114300" y="209550"/>
                </a:lnTo>
                <a:lnTo>
                  <a:pt x="114300" y="196850"/>
                </a:lnTo>
                <a:lnTo>
                  <a:pt x="107950" y="190500"/>
                </a:lnTo>
                <a:lnTo>
                  <a:pt x="107950" y="184150"/>
                </a:lnTo>
                <a:lnTo>
                  <a:pt x="101600" y="177800"/>
                </a:lnTo>
                <a:lnTo>
                  <a:pt x="101600" y="171450"/>
                </a:lnTo>
                <a:lnTo>
                  <a:pt x="88900" y="158750"/>
                </a:lnTo>
                <a:lnTo>
                  <a:pt x="82550" y="158750"/>
                </a:lnTo>
                <a:lnTo>
                  <a:pt x="69850" y="171450"/>
                </a:lnTo>
                <a:lnTo>
                  <a:pt x="63500" y="171450"/>
                </a:lnTo>
                <a:lnTo>
                  <a:pt x="57150" y="165100"/>
                </a:lnTo>
                <a:lnTo>
                  <a:pt x="44450" y="177800"/>
                </a:lnTo>
                <a:lnTo>
                  <a:pt x="44450" y="196850"/>
                </a:lnTo>
                <a:lnTo>
                  <a:pt x="50800" y="203200"/>
                </a:lnTo>
                <a:lnTo>
                  <a:pt x="50800" y="209550"/>
                </a:lnTo>
                <a:lnTo>
                  <a:pt x="57150" y="215900"/>
                </a:lnTo>
                <a:lnTo>
                  <a:pt x="57150" y="222250"/>
                </a:lnTo>
                <a:lnTo>
                  <a:pt x="69850" y="234950"/>
                </a:lnTo>
                <a:lnTo>
                  <a:pt x="69850" y="247650"/>
                </a:lnTo>
                <a:lnTo>
                  <a:pt x="76200" y="254000"/>
                </a:lnTo>
                <a:lnTo>
                  <a:pt x="76200" y="260350"/>
                </a:lnTo>
                <a:lnTo>
                  <a:pt x="82550" y="266700"/>
                </a:lnTo>
                <a:lnTo>
                  <a:pt x="82550" y="273050"/>
                </a:lnTo>
                <a:lnTo>
                  <a:pt x="88900" y="279400"/>
                </a:lnTo>
                <a:lnTo>
                  <a:pt x="88900" y="285750"/>
                </a:lnTo>
                <a:lnTo>
                  <a:pt x="95250" y="292100"/>
                </a:lnTo>
                <a:lnTo>
                  <a:pt x="95250" y="298450"/>
                </a:lnTo>
                <a:lnTo>
                  <a:pt x="88900" y="304800"/>
                </a:lnTo>
                <a:lnTo>
                  <a:pt x="88900" y="311150"/>
                </a:lnTo>
                <a:lnTo>
                  <a:pt x="76200" y="323850"/>
                </a:lnTo>
                <a:lnTo>
                  <a:pt x="76200" y="330200"/>
                </a:lnTo>
                <a:lnTo>
                  <a:pt x="57150" y="349250"/>
                </a:lnTo>
                <a:lnTo>
                  <a:pt x="57150" y="355600"/>
                </a:lnTo>
                <a:lnTo>
                  <a:pt x="44450" y="368300"/>
                </a:lnTo>
                <a:lnTo>
                  <a:pt x="44450" y="374650"/>
                </a:lnTo>
                <a:lnTo>
                  <a:pt x="38100" y="381000"/>
                </a:lnTo>
                <a:lnTo>
                  <a:pt x="38100" y="387350"/>
                </a:lnTo>
                <a:lnTo>
                  <a:pt x="25400" y="400050"/>
                </a:lnTo>
                <a:lnTo>
                  <a:pt x="25400" y="406400"/>
                </a:lnTo>
                <a:lnTo>
                  <a:pt x="12700" y="419100"/>
                </a:lnTo>
                <a:lnTo>
                  <a:pt x="12700" y="425450"/>
                </a:lnTo>
                <a:lnTo>
                  <a:pt x="6350" y="431800"/>
                </a:lnTo>
                <a:lnTo>
                  <a:pt x="6350" y="444500"/>
                </a:lnTo>
                <a:lnTo>
                  <a:pt x="0" y="450850"/>
                </a:lnTo>
                <a:lnTo>
                  <a:pt x="6350" y="450850"/>
                </a:lnTo>
                <a:lnTo>
                  <a:pt x="19050" y="469900"/>
                </a:lnTo>
                <a:lnTo>
                  <a:pt x="31750" y="457200"/>
                </a:lnTo>
                <a:lnTo>
                  <a:pt x="44450" y="469900"/>
                </a:lnTo>
                <a:lnTo>
                  <a:pt x="38100" y="476250"/>
                </a:lnTo>
                <a:lnTo>
                  <a:pt x="44450" y="476250"/>
                </a:lnTo>
                <a:lnTo>
                  <a:pt x="69850" y="450850"/>
                </a:lnTo>
                <a:lnTo>
                  <a:pt x="69850" y="444500"/>
                </a:lnTo>
                <a:lnTo>
                  <a:pt x="76200" y="438150"/>
                </a:lnTo>
                <a:lnTo>
                  <a:pt x="76200" y="431800"/>
                </a:lnTo>
                <a:lnTo>
                  <a:pt x="82550" y="425450"/>
                </a:lnTo>
                <a:lnTo>
                  <a:pt x="82550" y="419100"/>
                </a:lnTo>
                <a:lnTo>
                  <a:pt x="88900" y="412750"/>
                </a:lnTo>
                <a:lnTo>
                  <a:pt x="88900" y="406400"/>
                </a:lnTo>
                <a:lnTo>
                  <a:pt x="101600" y="393700"/>
                </a:lnTo>
                <a:lnTo>
                  <a:pt x="101600" y="387350"/>
                </a:lnTo>
                <a:lnTo>
                  <a:pt x="107950" y="381000"/>
                </a:lnTo>
                <a:lnTo>
                  <a:pt x="107950" y="374650"/>
                </a:lnTo>
                <a:lnTo>
                  <a:pt x="120650" y="361950"/>
                </a:lnTo>
                <a:lnTo>
                  <a:pt x="139700" y="381000"/>
                </a:lnTo>
                <a:lnTo>
                  <a:pt x="139700" y="387350"/>
                </a:lnTo>
                <a:lnTo>
                  <a:pt x="146050" y="393700"/>
                </a:lnTo>
                <a:lnTo>
                  <a:pt x="146050" y="400050"/>
                </a:lnTo>
                <a:lnTo>
                  <a:pt x="152400" y="406400"/>
                </a:lnTo>
                <a:lnTo>
                  <a:pt x="152400" y="412750"/>
                </a:lnTo>
                <a:lnTo>
                  <a:pt x="165100" y="425450"/>
                </a:lnTo>
                <a:lnTo>
                  <a:pt x="165100" y="431800"/>
                </a:lnTo>
                <a:lnTo>
                  <a:pt x="177800" y="444500"/>
                </a:lnTo>
                <a:lnTo>
                  <a:pt x="184150" y="444500"/>
                </a:lnTo>
                <a:lnTo>
                  <a:pt x="203200" y="457200"/>
                </a:lnTo>
                <a:lnTo>
                  <a:pt x="203200" y="444500"/>
                </a:lnTo>
                <a:lnTo>
                  <a:pt x="209550" y="438150"/>
                </a:lnTo>
                <a:lnTo>
                  <a:pt x="215900" y="438150"/>
                </a:lnTo>
                <a:lnTo>
                  <a:pt x="222250" y="444500"/>
                </a:lnTo>
                <a:lnTo>
                  <a:pt x="222250" y="438150"/>
                </a:lnTo>
                <a:lnTo>
                  <a:pt x="234950" y="425450"/>
                </a:lnTo>
                <a:lnTo>
                  <a:pt x="234950" y="419100"/>
                </a:lnTo>
                <a:lnTo>
                  <a:pt x="209550" y="393700"/>
                </a:lnTo>
                <a:lnTo>
                  <a:pt x="209550" y="387350"/>
                </a:lnTo>
                <a:lnTo>
                  <a:pt x="196850" y="374650"/>
                </a:lnTo>
                <a:lnTo>
                  <a:pt x="196850" y="368300"/>
                </a:lnTo>
                <a:lnTo>
                  <a:pt x="184150" y="355600"/>
                </a:lnTo>
                <a:lnTo>
                  <a:pt x="184150" y="349250"/>
                </a:lnTo>
                <a:lnTo>
                  <a:pt x="177800" y="342900"/>
                </a:lnTo>
                <a:lnTo>
                  <a:pt x="177800" y="336550"/>
                </a:lnTo>
                <a:lnTo>
                  <a:pt x="171450" y="330200"/>
                </a:lnTo>
                <a:lnTo>
                  <a:pt x="171450" y="323850"/>
                </a:lnTo>
                <a:lnTo>
                  <a:pt x="158750" y="311150"/>
                </a:lnTo>
                <a:lnTo>
                  <a:pt x="158750" y="298450"/>
                </a:lnTo>
                <a:lnTo>
                  <a:pt x="165100" y="292100"/>
                </a:lnTo>
                <a:lnTo>
                  <a:pt x="158750" y="292100"/>
                </a:lnTo>
                <a:lnTo>
                  <a:pt x="152400" y="285750"/>
                </a:lnTo>
                <a:lnTo>
                  <a:pt x="177800" y="247650"/>
                </a:lnTo>
                <a:lnTo>
                  <a:pt x="196850" y="247650"/>
                </a:lnTo>
                <a:lnTo>
                  <a:pt x="209550" y="234950"/>
                </a:lnTo>
                <a:lnTo>
                  <a:pt x="209550" y="228600"/>
                </a:lnTo>
                <a:lnTo>
                  <a:pt x="241300" y="196850"/>
                </a:lnTo>
                <a:lnTo>
                  <a:pt x="247650" y="196850"/>
                </a:lnTo>
                <a:lnTo>
                  <a:pt x="254000" y="203200"/>
                </a:lnTo>
                <a:lnTo>
                  <a:pt x="260350" y="196850"/>
                </a:lnTo>
                <a:lnTo>
                  <a:pt x="260350" y="177800"/>
                </a:lnTo>
                <a:close/>
                <a:moveTo>
                  <a:pt x="177800" y="355600"/>
                </a:moveTo>
                <a:lnTo>
                  <a:pt x="184150" y="355600"/>
                </a:lnTo>
                <a:lnTo>
                  <a:pt x="190500" y="361950"/>
                </a:lnTo>
                <a:lnTo>
                  <a:pt x="190500" y="368300"/>
                </a:lnTo>
                <a:lnTo>
                  <a:pt x="196850" y="374650"/>
                </a:lnTo>
                <a:lnTo>
                  <a:pt x="196850" y="381000"/>
                </a:lnTo>
                <a:lnTo>
                  <a:pt x="209550" y="393700"/>
                </a:lnTo>
                <a:lnTo>
                  <a:pt x="209550" y="406400"/>
                </a:lnTo>
                <a:lnTo>
                  <a:pt x="203200" y="412750"/>
                </a:lnTo>
                <a:lnTo>
                  <a:pt x="190500" y="400050"/>
                </a:lnTo>
                <a:lnTo>
                  <a:pt x="190500" y="393700"/>
                </a:lnTo>
                <a:lnTo>
                  <a:pt x="177800" y="381000"/>
                </a:lnTo>
                <a:lnTo>
                  <a:pt x="177800" y="374650"/>
                </a:lnTo>
                <a:lnTo>
                  <a:pt x="171450" y="368300"/>
                </a:lnTo>
                <a:lnTo>
                  <a:pt x="171450" y="361950"/>
                </a:lnTo>
                <a:close/>
                <a:moveTo>
                  <a:pt x="101600" y="355600"/>
                </a:moveTo>
                <a:lnTo>
                  <a:pt x="107950" y="361950"/>
                </a:lnTo>
                <a:lnTo>
                  <a:pt x="107950" y="368300"/>
                </a:lnTo>
                <a:lnTo>
                  <a:pt x="101600" y="374650"/>
                </a:lnTo>
                <a:lnTo>
                  <a:pt x="101600" y="381000"/>
                </a:lnTo>
                <a:lnTo>
                  <a:pt x="95250" y="387350"/>
                </a:lnTo>
                <a:lnTo>
                  <a:pt x="95250" y="393700"/>
                </a:lnTo>
                <a:lnTo>
                  <a:pt x="88900" y="400050"/>
                </a:lnTo>
                <a:lnTo>
                  <a:pt x="82550" y="400050"/>
                </a:lnTo>
                <a:lnTo>
                  <a:pt x="76200" y="393700"/>
                </a:lnTo>
                <a:lnTo>
                  <a:pt x="76200" y="387350"/>
                </a:lnTo>
                <a:lnTo>
                  <a:pt x="82550" y="381000"/>
                </a:lnTo>
                <a:lnTo>
                  <a:pt x="82550" y="374650"/>
                </a:lnTo>
                <a:close/>
                <a:moveTo>
                  <a:pt x="114300" y="279400"/>
                </a:moveTo>
                <a:lnTo>
                  <a:pt x="120650" y="273050"/>
                </a:lnTo>
                <a:lnTo>
                  <a:pt x="127000" y="279400"/>
                </a:lnTo>
                <a:lnTo>
                  <a:pt x="127000" y="285750"/>
                </a:lnTo>
                <a:lnTo>
                  <a:pt x="120650" y="292100"/>
                </a:lnTo>
                <a:lnTo>
                  <a:pt x="114300" y="285750"/>
                </a:lnTo>
                <a:close/>
                <a:moveTo>
                  <a:pt x="158750" y="254000"/>
                </a:moveTo>
                <a:lnTo>
                  <a:pt x="165100" y="247650"/>
                </a:lnTo>
                <a:lnTo>
                  <a:pt x="171450" y="254000"/>
                </a:lnTo>
                <a:lnTo>
                  <a:pt x="171450" y="260350"/>
                </a:lnTo>
                <a:lnTo>
                  <a:pt x="165100" y="266700"/>
                </a:lnTo>
                <a:lnTo>
                  <a:pt x="158750" y="260350"/>
                </a:lnTo>
                <a:close/>
                <a:moveTo>
                  <a:pt x="76200" y="241300"/>
                </a:moveTo>
                <a:lnTo>
                  <a:pt x="82550" y="234950"/>
                </a:lnTo>
                <a:lnTo>
                  <a:pt x="88900" y="241300"/>
                </a:lnTo>
                <a:lnTo>
                  <a:pt x="82550" y="247650"/>
                </a:lnTo>
                <a:close/>
                <a:moveTo>
                  <a:pt x="69850" y="177800"/>
                </a:moveTo>
                <a:lnTo>
                  <a:pt x="76200" y="171450"/>
                </a:lnTo>
                <a:lnTo>
                  <a:pt x="88900" y="171450"/>
                </a:lnTo>
                <a:lnTo>
                  <a:pt x="95250" y="177800"/>
                </a:lnTo>
                <a:lnTo>
                  <a:pt x="95250" y="184150"/>
                </a:lnTo>
                <a:lnTo>
                  <a:pt x="88900" y="190500"/>
                </a:lnTo>
                <a:lnTo>
                  <a:pt x="82550" y="190500"/>
                </a:lnTo>
                <a:close/>
                <a:moveTo>
                  <a:pt x="546100" y="146050"/>
                </a:moveTo>
                <a:lnTo>
                  <a:pt x="514350" y="146050"/>
                </a:lnTo>
                <a:lnTo>
                  <a:pt x="546100" y="146050"/>
                </a:lnTo>
                <a:lnTo>
                  <a:pt x="565150" y="165100"/>
                </a:lnTo>
                <a:lnTo>
                  <a:pt x="565150" y="171450"/>
                </a:lnTo>
                <a:lnTo>
                  <a:pt x="558800" y="177800"/>
                </a:lnTo>
                <a:lnTo>
                  <a:pt x="546100" y="177800"/>
                </a:lnTo>
                <a:lnTo>
                  <a:pt x="539750" y="171450"/>
                </a:lnTo>
                <a:lnTo>
                  <a:pt x="533400" y="171450"/>
                </a:lnTo>
                <a:lnTo>
                  <a:pt x="520700" y="158750"/>
                </a:lnTo>
                <a:lnTo>
                  <a:pt x="514350" y="158750"/>
                </a:lnTo>
                <a:lnTo>
                  <a:pt x="501650" y="171450"/>
                </a:lnTo>
                <a:lnTo>
                  <a:pt x="495300" y="171450"/>
                </a:lnTo>
                <a:lnTo>
                  <a:pt x="488950" y="177800"/>
                </a:lnTo>
                <a:lnTo>
                  <a:pt x="469900" y="165100"/>
                </a:lnTo>
                <a:lnTo>
                  <a:pt x="488950" y="152400"/>
                </a:lnTo>
                <a:lnTo>
                  <a:pt x="501650" y="152400"/>
                </a:lnTo>
                <a:lnTo>
                  <a:pt x="488950" y="152400"/>
                </a:lnTo>
                <a:lnTo>
                  <a:pt x="482600" y="158750"/>
                </a:lnTo>
                <a:lnTo>
                  <a:pt x="476250" y="158750"/>
                </a:lnTo>
                <a:lnTo>
                  <a:pt x="463550" y="171450"/>
                </a:lnTo>
                <a:lnTo>
                  <a:pt x="457200" y="171450"/>
                </a:lnTo>
                <a:lnTo>
                  <a:pt x="444500" y="184150"/>
                </a:lnTo>
                <a:lnTo>
                  <a:pt x="444500" y="190500"/>
                </a:lnTo>
                <a:lnTo>
                  <a:pt x="431800" y="203200"/>
                </a:lnTo>
                <a:lnTo>
                  <a:pt x="463550" y="203200"/>
                </a:lnTo>
                <a:lnTo>
                  <a:pt x="469900" y="209550"/>
                </a:lnTo>
                <a:lnTo>
                  <a:pt x="469900" y="222250"/>
                </a:lnTo>
                <a:lnTo>
                  <a:pt x="463550" y="228600"/>
                </a:lnTo>
                <a:lnTo>
                  <a:pt x="431800" y="228600"/>
                </a:lnTo>
                <a:lnTo>
                  <a:pt x="425450" y="222250"/>
                </a:lnTo>
                <a:lnTo>
                  <a:pt x="425450" y="215900"/>
                </a:lnTo>
                <a:lnTo>
                  <a:pt x="425450" y="241300"/>
                </a:lnTo>
                <a:lnTo>
                  <a:pt x="419100" y="247650"/>
                </a:lnTo>
                <a:lnTo>
                  <a:pt x="419100" y="254000"/>
                </a:lnTo>
                <a:lnTo>
                  <a:pt x="425450" y="260350"/>
                </a:lnTo>
                <a:lnTo>
                  <a:pt x="425450" y="273050"/>
                </a:lnTo>
                <a:lnTo>
                  <a:pt x="431800" y="279400"/>
                </a:lnTo>
                <a:lnTo>
                  <a:pt x="431800" y="285750"/>
                </a:lnTo>
                <a:lnTo>
                  <a:pt x="444500" y="298450"/>
                </a:lnTo>
                <a:lnTo>
                  <a:pt x="450850" y="298450"/>
                </a:lnTo>
                <a:lnTo>
                  <a:pt x="463550" y="311150"/>
                </a:lnTo>
                <a:lnTo>
                  <a:pt x="469900" y="311150"/>
                </a:lnTo>
                <a:lnTo>
                  <a:pt x="476250" y="317500"/>
                </a:lnTo>
                <a:lnTo>
                  <a:pt x="482600" y="317500"/>
                </a:lnTo>
                <a:lnTo>
                  <a:pt x="508000" y="342900"/>
                </a:lnTo>
                <a:lnTo>
                  <a:pt x="508000" y="349250"/>
                </a:lnTo>
                <a:lnTo>
                  <a:pt x="514350" y="355600"/>
                </a:lnTo>
                <a:lnTo>
                  <a:pt x="514350" y="361950"/>
                </a:lnTo>
                <a:lnTo>
                  <a:pt x="488950" y="387350"/>
                </a:lnTo>
                <a:lnTo>
                  <a:pt x="476250" y="387350"/>
                </a:lnTo>
                <a:lnTo>
                  <a:pt x="469900" y="393700"/>
                </a:lnTo>
                <a:lnTo>
                  <a:pt x="444500" y="393700"/>
                </a:lnTo>
                <a:lnTo>
                  <a:pt x="438150" y="387350"/>
                </a:lnTo>
                <a:lnTo>
                  <a:pt x="431800" y="387350"/>
                </a:lnTo>
                <a:lnTo>
                  <a:pt x="419100" y="368300"/>
                </a:lnTo>
                <a:lnTo>
                  <a:pt x="412750" y="368300"/>
                </a:lnTo>
                <a:lnTo>
                  <a:pt x="393700" y="387350"/>
                </a:lnTo>
                <a:lnTo>
                  <a:pt x="393700" y="412750"/>
                </a:lnTo>
                <a:lnTo>
                  <a:pt x="412750" y="431800"/>
                </a:lnTo>
                <a:lnTo>
                  <a:pt x="419100" y="431800"/>
                </a:lnTo>
                <a:lnTo>
                  <a:pt x="425450" y="438150"/>
                </a:lnTo>
                <a:lnTo>
                  <a:pt x="444500" y="438150"/>
                </a:lnTo>
                <a:lnTo>
                  <a:pt x="450850" y="444500"/>
                </a:lnTo>
                <a:lnTo>
                  <a:pt x="469900" y="444500"/>
                </a:lnTo>
                <a:lnTo>
                  <a:pt x="476250" y="438150"/>
                </a:lnTo>
                <a:lnTo>
                  <a:pt x="495300" y="438150"/>
                </a:lnTo>
                <a:lnTo>
                  <a:pt x="501650" y="431800"/>
                </a:lnTo>
                <a:lnTo>
                  <a:pt x="514350" y="431800"/>
                </a:lnTo>
                <a:lnTo>
                  <a:pt x="520700" y="425450"/>
                </a:lnTo>
                <a:lnTo>
                  <a:pt x="527050" y="425450"/>
                </a:lnTo>
                <a:lnTo>
                  <a:pt x="558800" y="393700"/>
                </a:lnTo>
                <a:lnTo>
                  <a:pt x="558800" y="387350"/>
                </a:lnTo>
                <a:lnTo>
                  <a:pt x="565150" y="381000"/>
                </a:lnTo>
                <a:lnTo>
                  <a:pt x="565150" y="336550"/>
                </a:lnTo>
                <a:lnTo>
                  <a:pt x="558800" y="330200"/>
                </a:lnTo>
                <a:lnTo>
                  <a:pt x="558800" y="323850"/>
                </a:lnTo>
                <a:lnTo>
                  <a:pt x="552450" y="317500"/>
                </a:lnTo>
                <a:lnTo>
                  <a:pt x="552450" y="311150"/>
                </a:lnTo>
                <a:lnTo>
                  <a:pt x="533400" y="292100"/>
                </a:lnTo>
                <a:lnTo>
                  <a:pt x="527050" y="292100"/>
                </a:lnTo>
                <a:lnTo>
                  <a:pt x="520700" y="285750"/>
                </a:lnTo>
                <a:lnTo>
                  <a:pt x="514350" y="285750"/>
                </a:lnTo>
                <a:lnTo>
                  <a:pt x="508000" y="279400"/>
                </a:lnTo>
                <a:lnTo>
                  <a:pt x="501650" y="279400"/>
                </a:lnTo>
                <a:lnTo>
                  <a:pt x="488950" y="266700"/>
                </a:lnTo>
                <a:lnTo>
                  <a:pt x="482600" y="266700"/>
                </a:lnTo>
                <a:lnTo>
                  <a:pt x="469900" y="247650"/>
                </a:lnTo>
                <a:lnTo>
                  <a:pt x="469900" y="228600"/>
                </a:lnTo>
                <a:lnTo>
                  <a:pt x="501650" y="196850"/>
                </a:lnTo>
                <a:lnTo>
                  <a:pt x="508000" y="196850"/>
                </a:lnTo>
                <a:lnTo>
                  <a:pt x="514350" y="190500"/>
                </a:lnTo>
                <a:lnTo>
                  <a:pt x="508000" y="190500"/>
                </a:lnTo>
                <a:lnTo>
                  <a:pt x="488950" y="209550"/>
                </a:lnTo>
                <a:lnTo>
                  <a:pt x="482600" y="203200"/>
                </a:lnTo>
                <a:lnTo>
                  <a:pt x="482600" y="196850"/>
                </a:lnTo>
                <a:lnTo>
                  <a:pt x="495300" y="184150"/>
                </a:lnTo>
                <a:lnTo>
                  <a:pt x="495300" y="177800"/>
                </a:lnTo>
                <a:lnTo>
                  <a:pt x="501650" y="171450"/>
                </a:lnTo>
                <a:lnTo>
                  <a:pt x="527050" y="171450"/>
                </a:lnTo>
                <a:lnTo>
                  <a:pt x="539750" y="184150"/>
                </a:lnTo>
                <a:lnTo>
                  <a:pt x="533400" y="190500"/>
                </a:lnTo>
                <a:lnTo>
                  <a:pt x="539750" y="190500"/>
                </a:lnTo>
                <a:lnTo>
                  <a:pt x="546100" y="196850"/>
                </a:lnTo>
                <a:lnTo>
                  <a:pt x="546100" y="203200"/>
                </a:lnTo>
                <a:lnTo>
                  <a:pt x="552450" y="203200"/>
                </a:lnTo>
                <a:lnTo>
                  <a:pt x="558800" y="209550"/>
                </a:lnTo>
                <a:lnTo>
                  <a:pt x="565150" y="203200"/>
                </a:lnTo>
                <a:lnTo>
                  <a:pt x="565150" y="190500"/>
                </a:lnTo>
                <a:lnTo>
                  <a:pt x="571500" y="184150"/>
                </a:lnTo>
                <a:lnTo>
                  <a:pt x="565150" y="177800"/>
                </a:lnTo>
                <a:lnTo>
                  <a:pt x="565150" y="165100"/>
                </a:lnTo>
                <a:lnTo>
                  <a:pt x="558800" y="158750"/>
                </a:lnTo>
                <a:lnTo>
                  <a:pt x="558800" y="152400"/>
                </a:lnTo>
                <a:lnTo>
                  <a:pt x="552450" y="152400"/>
                </a:lnTo>
                <a:close/>
                <a:moveTo>
                  <a:pt x="450850" y="431800"/>
                </a:moveTo>
                <a:lnTo>
                  <a:pt x="457200" y="425450"/>
                </a:lnTo>
                <a:lnTo>
                  <a:pt x="463550" y="425450"/>
                </a:lnTo>
                <a:lnTo>
                  <a:pt x="476250" y="438150"/>
                </a:lnTo>
                <a:lnTo>
                  <a:pt x="469900" y="444500"/>
                </a:lnTo>
                <a:lnTo>
                  <a:pt x="457200" y="444500"/>
                </a:lnTo>
                <a:lnTo>
                  <a:pt x="450850" y="438150"/>
                </a:lnTo>
                <a:close/>
                <a:moveTo>
                  <a:pt x="514350" y="419100"/>
                </a:moveTo>
                <a:lnTo>
                  <a:pt x="520700" y="412750"/>
                </a:lnTo>
                <a:lnTo>
                  <a:pt x="527050" y="419100"/>
                </a:lnTo>
                <a:lnTo>
                  <a:pt x="520700" y="425450"/>
                </a:lnTo>
                <a:close/>
                <a:moveTo>
                  <a:pt x="495300" y="419100"/>
                </a:moveTo>
                <a:lnTo>
                  <a:pt x="501650" y="412750"/>
                </a:lnTo>
                <a:lnTo>
                  <a:pt x="508000" y="412750"/>
                </a:lnTo>
                <a:lnTo>
                  <a:pt x="514350" y="419100"/>
                </a:lnTo>
                <a:lnTo>
                  <a:pt x="514350" y="425450"/>
                </a:lnTo>
                <a:lnTo>
                  <a:pt x="508000" y="431800"/>
                </a:lnTo>
                <a:lnTo>
                  <a:pt x="501650" y="431800"/>
                </a:lnTo>
                <a:lnTo>
                  <a:pt x="495300" y="425450"/>
                </a:lnTo>
                <a:close/>
                <a:moveTo>
                  <a:pt x="457200" y="406400"/>
                </a:moveTo>
                <a:lnTo>
                  <a:pt x="463550" y="400050"/>
                </a:lnTo>
                <a:lnTo>
                  <a:pt x="469900" y="400050"/>
                </a:lnTo>
                <a:lnTo>
                  <a:pt x="476250" y="406400"/>
                </a:lnTo>
                <a:lnTo>
                  <a:pt x="469900" y="412750"/>
                </a:lnTo>
                <a:lnTo>
                  <a:pt x="463550" y="412750"/>
                </a:lnTo>
                <a:close/>
                <a:moveTo>
                  <a:pt x="419100" y="393700"/>
                </a:moveTo>
                <a:lnTo>
                  <a:pt x="425450" y="387350"/>
                </a:lnTo>
                <a:lnTo>
                  <a:pt x="431800" y="387350"/>
                </a:lnTo>
                <a:lnTo>
                  <a:pt x="444500" y="400050"/>
                </a:lnTo>
                <a:lnTo>
                  <a:pt x="438150" y="406400"/>
                </a:lnTo>
                <a:lnTo>
                  <a:pt x="431800" y="406400"/>
                </a:lnTo>
                <a:close/>
                <a:moveTo>
                  <a:pt x="546100" y="374650"/>
                </a:moveTo>
                <a:lnTo>
                  <a:pt x="552450" y="368300"/>
                </a:lnTo>
                <a:lnTo>
                  <a:pt x="558800" y="374650"/>
                </a:lnTo>
                <a:lnTo>
                  <a:pt x="552450" y="381000"/>
                </a:lnTo>
                <a:close/>
                <a:moveTo>
                  <a:pt x="508000" y="323850"/>
                </a:moveTo>
                <a:lnTo>
                  <a:pt x="514350" y="317500"/>
                </a:lnTo>
                <a:lnTo>
                  <a:pt x="520700" y="317500"/>
                </a:lnTo>
                <a:lnTo>
                  <a:pt x="527050" y="323850"/>
                </a:lnTo>
                <a:lnTo>
                  <a:pt x="527050" y="330200"/>
                </a:lnTo>
                <a:lnTo>
                  <a:pt x="520700" y="336550"/>
                </a:lnTo>
                <a:close/>
                <a:moveTo>
                  <a:pt x="431800" y="279400"/>
                </a:moveTo>
                <a:lnTo>
                  <a:pt x="438150" y="273050"/>
                </a:lnTo>
                <a:lnTo>
                  <a:pt x="444500" y="279400"/>
                </a:lnTo>
                <a:lnTo>
                  <a:pt x="438150" y="285750"/>
                </a:lnTo>
                <a:close/>
                <a:moveTo>
                  <a:pt x="552450" y="190500"/>
                </a:moveTo>
                <a:lnTo>
                  <a:pt x="558800" y="184150"/>
                </a:lnTo>
                <a:lnTo>
                  <a:pt x="565150" y="190500"/>
                </a:lnTo>
                <a:lnTo>
                  <a:pt x="565150" y="196850"/>
                </a:lnTo>
                <a:lnTo>
                  <a:pt x="558800" y="203200"/>
                </a:lnTo>
                <a:lnTo>
                  <a:pt x="552450" y="196850"/>
                </a:lnTo>
                <a:close/>
                <a:moveTo>
                  <a:pt x="476250" y="190500"/>
                </a:moveTo>
                <a:lnTo>
                  <a:pt x="482600" y="184150"/>
                </a:lnTo>
                <a:lnTo>
                  <a:pt x="488950" y="190500"/>
                </a:lnTo>
                <a:lnTo>
                  <a:pt x="482600" y="196850"/>
                </a:lnTo>
                <a:close/>
                <a:moveTo>
                  <a:pt x="476250" y="171450"/>
                </a:moveTo>
                <a:lnTo>
                  <a:pt x="482600" y="177800"/>
                </a:lnTo>
                <a:lnTo>
                  <a:pt x="482600" y="184150"/>
                </a:lnTo>
                <a:lnTo>
                  <a:pt x="469900" y="196850"/>
                </a:lnTo>
                <a:lnTo>
                  <a:pt x="463550" y="190500"/>
                </a:lnTo>
                <a:lnTo>
                  <a:pt x="463550" y="184150"/>
                </a:lnTo>
                <a:close/>
                <a:moveTo>
                  <a:pt x="374650" y="95250"/>
                </a:moveTo>
                <a:lnTo>
                  <a:pt x="361950" y="107950"/>
                </a:lnTo>
                <a:lnTo>
                  <a:pt x="355600" y="107950"/>
                </a:lnTo>
                <a:lnTo>
                  <a:pt x="349250" y="101600"/>
                </a:lnTo>
                <a:lnTo>
                  <a:pt x="336550" y="101600"/>
                </a:lnTo>
                <a:lnTo>
                  <a:pt x="342900" y="107950"/>
                </a:lnTo>
                <a:lnTo>
                  <a:pt x="361950" y="107950"/>
                </a:lnTo>
                <a:lnTo>
                  <a:pt x="368300" y="101600"/>
                </a:lnTo>
                <a:lnTo>
                  <a:pt x="374650" y="101600"/>
                </a:lnTo>
                <a:close/>
                <a:moveTo>
                  <a:pt x="1187450" y="38100"/>
                </a:moveTo>
                <a:lnTo>
                  <a:pt x="1187450" y="50800"/>
                </a:lnTo>
                <a:lnTo>
                  <a:pt x="1181100" y="57150"/>
                </a:lnTo>
                <a:lnTo>
                  <a:pt x="1181100" y="76200"/>
                </a:lnTo>
                <a:lnTo>
                  <a:pt x="1174750" y="82550"/>
                </a:lnTo>
                <a:lnTo>
                  <a:pt x="1174750" y="107950"/>
                </a:lnTo>
                <a:lnTo>
                  <a:pt x="1168400" y="114300"/>
                </a:lnTo>
                <a:lnTo>
                  <a:pt x="1168400" y="146050"/>
                </a:lnTo>
                <a:lnTo>
                  <a:pt x="1162050" y="152400"/>
                </a:lnTo>
                <a:lnTo>
                  <a:pt x="1149350" y="152400"/>
                </a:lnTo>
                <a:lnTo>
                  <a:pt x="1143000" y="146050"/>
                </a:lnTo>
                <a:lnTo>
                  <a:pt x="1136650" y="146050"/>
                </a:lnTo>
                <a:lnTo>
                  <a:pt x="1143000" y="152400"/>
                </a:lnTo>
                <a:lnTo>
                  <a:pt x="1130300" y="165100"/>
                </a:lnTo>
                <a:lnTo>
                  <a:pt x="1123950" y="158750"/>
                </a:lnTo>
                <a:lnTo>
                  <a:pt x="1111250" y="158750"/>
                </a:lnTo>
                <a:lnTo>
                  <a:pt x="1092200" y="171450"/>
                </a:lnTo>
                <a:lnTo>
                  <a:pt x="1079500" y="158750"/>
                </a:lnTo>
                <a:lnTo>
                  <a:pt x="1085850" y="152400"/>
                </a:lnTo>
                <a:lnTo>
                  <a:pt x="1092200" y="152400"/>
                </a:lnTo>
                <a:lnTo>
                  <a:pt x="1104900" y="139700"/>
                </a:lnTo>
                <a:lnTo>
                  <a:pt x="1123950" y="139700"/>
                </a:lnTo>
                <a:lnTo>
                  <a:pt x="1104900" y="139700"/>
                </a:lnTo>
                <a:lnTo>
                  <a:pt x="1098550" y="146050"/>
                </a:lnTo>
                <a:lnTo>
                  <a:pt x="1092200" y="146050"/>
                </a:lnTo>
                <a:lnTo>
                  <a:pt x="1060450" y="177800"/>
                </a:lnTo>
                <a:lnTo>
                  <a:pt x="1060450" y="184150"/>
                </a:lnTo>
                <a:lnTo>
                  <a:pt x="1047750" y="196850"/>
                </a:lnTo>
                <a:lnTo>
                  <a:pt x="1047750" y="203200"/>
                </a:lnTo>
                <a:lnTo>
                  <a:pt x="1041400" y="209550"/>
                </a:lnTo>
                <a:lnTo>
                  <a:pt x="1041400" y="215900"/>
                </a:lnTo>
                <a:lnTo>
                  <a:pt x="1035050" y="222250"/>
                </a:lnTo>
                <a:lnTo>
                  <a:pt x="1035050" y="228600"/>
                </a:lnTo>
                <a:lnTo>
                  <a:pt x="1028700" y="234950"/>
                </a:lnTo>
                <a:lnTo>
                  <a:pt x="1028700" y="241300"/>
                </a:lnTo>
                <a:lnTo>
                  <a:pt x="1016000" y="260350"/>
                </a:lnTo>
                <a:lnTo>
                  <a:pt x="1016000" y="273050"/>
                </a:lnTo>
                <a:lnTo>
                  <a:pt x="1009650" y="279400"/>
                </a:lnTo>
                <a:lnTo>
                  <a:pt x="1009650" y="311150"/>
                </a:lnTo>
                <a:lnTo>
                  <a:pt x="1003300" y="317500"/>
                </a:lnTo>
                <a:lnTo>
                  <a:pt x="1003300" y="336550"/>
                </a:lnTo>
                <a:lnTo>
                  <a:pt x="1028700" y="336550"/>
                </a:lnTo>
                <a:lnTo>
                  <a:pt x="1035050" y="342900"/>
                </a:lnTo>
                <a:lnTo>
                  <a:pt x="1035050" y="361950"/>
                </a:lnTo>
                <a:lnTo>
                  <a:pt x="1028700" y="368300"/>
                </a:lnTo>
                <a:lnTo>
                  <a:pt x="1022350" y="361950"/>
                </a:lnTo>
                <a:lnTo>
                  <a:pt x="1009650" y="361950"/>
                </a:lnTo>
                <a:lnTo>
                  <a:pt x="1003300" y="355600"/>
                </a:lnTo>
                <a:lnTo>
                  <a:pt x="1009650" y="361950"/>
                </a:lnTo>
                <a:lnTo>
                  <a:pt x="1009650" y="387350"/>
                </a:lnTo>
                <a:lnTo>
                  <a:pt x="1035050" y="412750"/>
                </a:lnTo>
                <a:lnTo>
                  <a:pt x="1041400" y="412750"/>
                </a:lnTo>
                <a:lnTo>
                  <a:pt x="1054100" y="425450"/>
                </a:lnTo>
                <a:lnTo>
                  <a:pt x="1060450" y="425450"/>
                </a:lnTo>
                <a:lnTo>
                  <a:pt x="1066800" y="419100"/>
                </a:lnTo>
                <a:lnTo>
                  <a:pt x="1073150" y="419100"/>
                </a:lnTo>
                <a:lnTo>
                  <a:pt x="1079500" y="412750"/>
                </a:lnTo>
                <a:lnTo>
                  <a:pt x="1085850" y="412750"/>
                </a:lnTo>
                <a:lnTo>
                  <a:pt x="1098550" y="400050"/>
                </a:lnTo>
                <a:lnTo>
                  <a:pt x="1104900" y="400050"/>
                </a:lnTo>
                <a:lnTo>
                  <a:pt x="1130300" y="374650"/>
                </a:lnTo>
                <a:lnTo>
                  <a:pt x="1130300" y="368300"/>
                </a:lnTo>
                <a:lnTo>
                  <a:pt x="1143000" y="355600"/>
                </a:lnTo>
                <a:lnTo>
                  <a:pt x="1155700" y="368300"/>
                </a:lnTo>
                <a:lnTo>
                  <a:pt x="1155700" y="387350"/>
                </a:lnTo>
                <a:lnTo>
                  <a:pt x="1162050" y="393700"/>
                </a:lnTo>
                <a:lnTo>
                  <a:pt x="1162050" y="400050"/>
                </a:lnTo>
                <a:lnTo>
                  <a:pt x="1162050" y="387350"/>
                </a:lnTo>
                <a:lnTo>
                  <a:pt x="1155700" y="381000"/>
                </a:lnTo>
                <a:lnTo>
                  <a:pt x="1162050" y="374650"/>
                </a:lnTo>
                <a:lnTo>
                  <a:pt x="1155700" y="368300"/>
                </a:lnTo>
                <a:lnTo>
                  <a:pt x="1155700" y="355600"/>
                </a:lnTo>
                <a:lnTo>
                  <a:pt x="1168400" y="342900"/>
                </a:lnTo>
                <a:lnTo>
                  <a:pt x="1181100" y="361950"/>
                </a:lnTo>
                <a:lnTo>
                  <a:pt x="1174750" y="368300"/>
                </a:lnTo>
                <a:lnTo>
                  <a:pt x="1174750" y="374650"/>
                </a:lnTo>
                <a:lnTo>
                  <a:pt x="1181100" y="368300"/>
                </a:lnTo>
                <a:lnTo>
                  <a:pt x="1193800" y="368300"/>
                </a:lnTo>
                <a:lnTo>
                  <a:pt x="1200150" y="374650"/>
                </a:lnTo>
                <a:lnTo>
                  <a:pt x="1193800" y="368300"/>
                </a:lnTo>
                <a:lnTo>
                  <a:pt x="1193800" y="304800"/>
                </a:lnTo>
                <a:lnTo>
                  <a:pt x="1187450" y="298450"/>
                </a:lnTo>
                <a:lnTo>
                  <a:pt x="1187450" y="260350"/>
                </a:lnTo>
                <a:lnTo>
                  <a:pt x="1206500" y="241300"/>
                </a:lnTo>
                <a:lnTo>
                  <a:pt x="1206500" y="215900"/>
                </a:lnTo>
                <a:lnTo>
                  <a:pt x="1219200" y="196850"/>
                </a:lnTo>
                <a:lnTo>
                  <a:pt x="1219200" y="184150"/>
                </a:lnTo>
                <a:lnTo>
                  <a:pt x="1212850" y="177800"/>
                </a:lnTo>
                <a:lnTo>
                  <a:pt x="1219200" y="171450"/>
                </a:lnTo>
                <a:lnTo>
                  <a:pt x="1219200" y="165100"/>
                </a:lnTo>
                <a:lnTo>
                  <a:pt x="1212850" y="158750"/>
                </a:lnTo>
                <a:lnTo>
                  <a:pt x="1212850" y="139700"/>
                </a:lnTo>
                <a:lnTo>
                  <a:pt x="1206500" y="146050"/>
                </a:lnTo>
                <a:lnTo>
                  <a:pt x="1187450" y="146050"/>
                </a:lnTo>
                <a:lnTo>
                  <a:pt x="1174750" y="133350"/>
                </a:lnTo>
                <a:lnTo>
                  <a:pt x="1174750" y="95250"/>
                </a:lnTo>
                <a:lnTo>
                  <a:pt x="1181100" y="88900"/>
                </a:lnTo>
                <a:lnTo>
                  <a:pt x="1181100" y="57150"/>
                </a:lnTo>
                <a:lnTo>
                  <a:pt x="1187450" y="50800"/>
                </a:lnTo>
                <a:close/>
                <a:moveTo>
                  <a:pt x="1047750" y="406400"/>
                </a:moveTo>
                <a:lnTo>
                  <a:pt x="1060450" y="393700"/>
                </a:lnTo>
                <a:lnTo>
                  <a:pt x="1079500" y="393700"/>
                </a:lnTo>
                <a:lnTo>
                  <a:pt x="1092200" y="406400"/>
                </a:lnTo>
                <a:lnTo>
                  <a:pt x="1073150" y="419100"/>
                </a:lnTo>
                <a:lnTo>
                  <a:pt x="1060450" y="419100"/>
                </a:lnTo>
                <a:close/>
                <a:moveTo>
                  <a:pt x="1028700" y="393700"/>
                </a:moveTo>
                <a:lnTo>
                  <a:pt x="1041400" y="381000"/>
                </a:lnTo>
                <a:lnTo>
                  <a:pt x="1060450" y="381000"/>
                </a:lnTo>
                <a:lnTo>
                  <a:pt x="1066800" y="387350"/>
                </a:lnTo>
                <a:lnTo>
                  <a:pt x="1054100" y="400050"/>
                </a:lnTo>
                <a:lnTo>
                  <a:pt x="1035050" y="400050"/>
                </a:lnTo>
                <a:close/>
                <a:moveTo>
                  <a:pt x="1016000" y="387350"/>
                </a:moveTo>
                <a:lnTo>
                  <a:pt x="1022350" y="381000"/>
                </a:lnTo>
                <a:lnTo>
                  <a:pt x="1028700" y="381000"/>
                </a:lnTo>
                <a:lnTo>
                  <a:pt x="1035050" y="387350"/>
                </a:lnTo>
                <a:lnTo>
                  <a:pt x="1028700" y="393700"/>
                </a:lnTo>
                <a:lnTo>
                  <a:pt x="1022350" y="393700"/>
                </a:lnTo>
                <a:close/>
                <a:moveTo>
                  <a:pt x="1130300" y="361950"/>
                </a:moveTo>
                <a:lnTo>
                  <a:pt x="1130300" y="374650"/>
                </a:lnTo>
                <a:lnTo>
                  <a:pt x="1123950" y="381000"/>
                </a:lnTo>
                <a:lnTo>
                  <a:pt x="1079500" y="381000"/>
                </a:lnTo>
                <a:lnTo>
                  <a:pt x="1073150" y="374650"/>
                </a:lnTo>
                <a:lnTo>
                  <a:pt x="1079500" y="368300"/>
                </a:lnTo>
                <a:lnTo>
                  <a:pt x="1098550" y="368300"/>
                </a:lnTo>
                <a:lnTo>
                  <a:pt x="1104900" y="361950"/>
                </a:lnTo>
                <a:lnTo>
                  <a:pt x="1117600" y="361950"/>
                </a:lnTo>
                <a:lnTo>
                  <a:pt x="1123950" y="355600"/>
                </a:lnTo>
                <a:close/>
                <a:moveTo>
                  <a:pt x="1117600" y="336550"/>
                </a:moveTo>
                <a:lnTo>
                  <a:pt x="1123950" y="330200"/>
                </a:lnTo>
                <a:lnTo>
                  <a:pt x="1130300" y="330200"/>
                </a:lnTo>
                <a:lnTo>
                  <a:pt x="1136650" y="336550"/>
                </a:lnTo>
                <a:lnTo>
                  <a:pt x="1136650" y="349250"/>
                </a:lnTo>
                <a:lnTo>
                  <a:pt x="1130300" y="355600"/>
                </a:lnTo>
                <a:lnTo>
                  <a:pt x="1117600" y="342900"/>
                </a:lnTo>
                <a:close/>
                <a:moveTo>
                  <a:pt x="1149350" y="304800"/>
                </a:moveTo>
                <a:lnTo>
                  <a:pt x="1155700" y="298450"/>
                </a:lnTo>
                <a:lnTo>
                  <a:pt x="1162050" y="304800"/>
                </a:lnTo>
                <a:lnTo>
                  <a:pt x="1155700" y="311150"/>
                </a:lnTo>
                <a:close/>
                <a:moveTo>
                  <a:pt x="1009650" y="304800"/>
                </a:moveTo>
                <a:lnTo>
                  <a:pt x="1016000" y="298450"/>
                </a:lnTo>
                <a:lnTo>
                  <a:pt x="1022350" y="304800"/>
                </a:lnTo>
                <a:lnTo>
                  <a:pt x="1022350" y="311150"/>
                </a:lnTo>
                <a:lnTo>
                  <a:pt x="1016000" y="317500"/>
                </a:lnTo>
                <a:lnTo>
                  <a:pt x="1009650" y="311150"/>
                </a:lnTo>
                <a:close/>
                <a:moveTo>
                  <a:pt x="1162050" y="298450"/>
                </a:moveTo>
                <a:lnTo>
                  <a:pt x="1168400" y="292100"/>
                </a:lnTo>
                <a:lnTo>
                  <a:pt x="1174750" y="298450"/>
                </a:lnTo>
                <a:lnTo>
                  <a:pt x="1168400" y="304800"/>
                </a:lnTo>
                <a:close/>
                <a:moveTo>
                  <a:pt x="1022350" y="298450"/>
                </a:moveTo>
                <a:lnTo>
                  <a:pt x="1028700" y="292100"/>
                </a:lnTo>
                <a:lnTo>
                  <a:pt x="1035050" y="298450"/>
                </a:lnTo>
                <a:lnTo>
                  <a:pt x="1035050" y="304800"/>
                </a:lnTo>
                <a:lnTo>
                  <a:pt x="1028700" y="311150"/>
                </a:lnTo>
                <a:lnTo>
                  <a:pt x="1022350" y="304800"/>
                </a:lnTo>
                <a:close/>
                <a:moveTo>
                  <a:pt x="1168400" y="292100"/>
                </a:moveTo>
                <a:lnTo>
                  <a:pt x="1174750" y="285750"/>
                </a:lnTo>
                <a:lnTo>
                  <a:pt x="1181100" y="285750"/>
                </a:lnTo>
                <a:lnTo>
                  <a:pt x="1187450" y="292100"/>
                </a:lnTo>
                <a:lnTo>
                  <a:pt x="1181100" y="298450"/>
                </a:lnTo>
                <a:lnTo>
                  <a:pt x="1174750" y="298450"/>
                </a:lnTo>
                <a:close/>
                <a:moveTo>
                  <a:pt x="1149350" y="292100"/>
                </a:moveTo>
                <a:lnTo>
                  <a:pt x="1155700" y="285750"/>
                </a:lnTo>
                <a:lnTo>
                  <a:pt x="1162050" y="292100"/>
                </a:lnTo>
                <a:lnTo>
                  <a:pt x="1155700" y="298450"/>
                </a:lnTo>
                <a:close/>
                <a:moveTo>
                  <a:pt x="1085850" y="203200"/>
                </a:moveTo>
                <a:lnTo>
                  <a:pt x="1092200" y="209550"/>
                </a:lnTo>
                <a:lnTo>
                  <a:pt x="1092200" y="215900"/>
                </a:lnTo>
                <a:lnTo>
                  <a:pt x="1079500" y="228600"/>
                </a:lnTo>
                <a:lnTo>
                  <a:pt x="1073150" y="222250"/>
                </a:lnTo>
                <a:lnTo>
                  <a:pt x="1066800" y="228600"/>
                </a:lnTo>
                <a:lnTo>
                  <a:pt x="1066800" y="234950"/>
                </a:lnTo>
                <a:lnTo>
                  <a:pt x="1054100" y="254000"/>
                </a:lnTo>
                <a:lnTo>
                  <a:pt x="1066800" y="234950"/>
                </a:lnTo>
                <a:lnTo>
                  <a:pt x="1073150" y="241300"/>
                </a:lnTo>
                <a:lnTo>
                  <a:pt x="1073150" y="254000"/>
                </a:lnTo>
                <a:lnTo>
                  <a:pt x="1060450" y="273050"/>
                </a:lnTo>
                <a:lnTo>
                  <a:pt x="1060450" y="285750"/>
                </a:lnTo>
                <a:lnTo>
                  <a:pt x="1054100" y="292100"/>
                </a:lnTo>
                <a:lnTo>
                  <a:pt x="1047750" y="285750"/>
                </a:lnTo>
                <a:lnTo>
                  <a:pt x="1047750" y="266700"/>
                </a:lnTo>
                <a:lnTo>
                  <a:pt x="1041400" y="266700"/>
                </a:lnTo>
                <a:lnTo>
                  <a:pt x="1028700" y="279400"/>
                </a:lnTo>
                <a:lnTo>
                  <a:pt x="1022350" y="279400"/>
                </a:lnTo>
                <a:lnTo>
                  <a:pt x="1016000" y="273050"/>
                </a:lnTo>
                <a:lnTo>
                  <a:pt x="1016000" y="266700"/>
                </a:lnTo>
                <a:lnTo>
                  <a:pt x="1022350" y="260350"/>
                </a:lnTo>
                <a:lnTo>
                  <a:pt x="1022350" y="254000"/>
                </a:lnTo>
                <a:lnTo>
                  <a:pt x="1041400" y="234950"/>
                </a:lnTo>
                <a:lnTo>
                  <a:pt x="1041400" y="228600"/>
                </a:lnTo>
                <a:lnTo>
                  <a:pt x="1047750" y="222250"/>
                </a:lnTo>
                <a:lnTo>
                  <a:pt x="1041400" y="215900"/>
                </a:lnTo>
                <a:lnTo>
                  <a:pt x="1047750" y="209550"/>
                </a:lnTo>
                <a:lnTo>
                  <a:pt x="1060450" y="209550"/>
                </a:lnTo>
                <a:lnTo>
                  <a:pt x="1066800" y="203200"/>
                </a:lnTo>
                <a:lnTo>
                  <a:pt x="1073150" y="203200"/>
                </a:lnTo>
                <a:lnTo>
                  <a:pt x="1079500" y="209550"/>
                </a:lnTo>
                <a:close/>
                <a:moveTo>
                  <a:pt x="1193800" y="190500"/>
                </a:moveTo>
                <a:lnTo>
                  <a:pt x="1200150" y="196850"/>
                </a:lnTo>
                <a:lnTo>
                  <a:pt x="1200150" y="203200"/>
                </a:lnTo>
                <a:lnTo>
                  <a:pt x="1193800" y="209550"/>
                </a:lnTo>
                <a:lnTo>
                  <a:pt x="1193800" y="241300"/>
                </a:lnTo>
                <a:lnTo>
                  <a:pt x="1187450" y="247650"/>
                </a:lnTo>
                <a:lnTo>
                  <a:pt x="1187450" y="273050"/>
                </a:lnTo>
                <a:lnTo>
                  <a:pt x="1168400" y="292100"/>
                </a:lnTo>
                <a:lnTo>
                  <a:pt x="1162050" y="292100"/>
                </a:lnTo>
                <a:lnTo>
                  <a:pt x="1149350" y="273050"/>
                </a:lnTo>
                <a:lnTo>
                  <a:pt x="1149350" y="254000"/>
                </a:lnTo>
                <a:lnTo>
                  <a:pt x="1168400" y="234950"/>
                </a:lnTo>
                <a:lnTo>
                  <a:pt x="1168400" y="215900"/>
                </a:lnTo>
                <a:lnTo>
                  <a:pt x="1162050" y="222250"/>
                </a:lnTo>
                <a:lnTo>
                  <a:pt x="1149350" y="209550"/>
                </a:lnTo>
                <a:lnTo>
                  <a:pt x="1149350" y="203200"/>
                </a:lnTo>
                <a:lnTo>
                  <a:pt x="1155700" y="196850"/>
                </a:lnTo>
                <a:lnTo>
                  <a:pt x="1168400" y="196850"/>
                </a:lnTo>
                <a:lnTo>
                  <a:pt x="1174750" y="190500"/>
                </a:lnTo>
                <a:close/>
                <a:moveTo>
                  <a:pt x="1130300" y="190500"/>
                </a:moveTo>
                <a:lnTo>
                  <a:pt x="1143000" y="203200"/>
                </a:lnTo>
                <a:lnTo>
                  <a:pt x="1143000" y="209550"/>
                </a:lnTo>
                <a:lnTo>
                  <a:pt x="1155700" y="222250"/>
                </a:lnTo>
                <a:lnTo>
                  <a:pt x="1155700" y="234950"/>
                </a:lnTo>
                <a:lnTo>
                  <a:pt x="1149350" y="241300"/>
                </a:lnTo>
                <a:lnTo>
                  <a:pt x="1149350" y="285750"/>
                </a:lnTo>
                <a:lnTo>
                  <a:pt x="1136650" y="298450"/>
                </a:lnTo>
                <a:lnTo>
                  <a:pt x="1136650" y="304800"/>
                </a:lnTo>
                <a:lnTo>
                  <a:pt x="1130300" y="311150"/>
                </a:lnTo>
                <a:lnTo>
                  <a:pt x="1130300" y="317500"/>
                </a:lnTo>
                <a:lnTo>
                  <a:pt x="1117600" y="330200"/>
                </a:lnTo>
                <a:lnTo>
                  <a:pt x="1117600" y="336550"/>
                </a:lnTo>
                <a:lnTo>
                  <a:pt x="1111250" y="342900"/>
                </a:lnTo>
                <a:lnTo>
                  <a:pt x="1104900" y="342900"/>
                </a:lnTo>
                <a:lnTo>
                  <a:pt x="1085850" y="361950"/>
                </a:lnTo>
                <a:lnTo>
                  <a:pt x="1079500" y="361950"/>
                </a:lnTo>
                <a:lnTo>
                  <a:pt x="1073150" y="368300"/>
                </a:lnTo>
                <a:lnTo>
                  <a:pt x="1060450" y="355600"/>
                </a:lnTo>
                <a:lnTo>
                  <a:pt x="1060450" y="342900"/>
                </a:lnTo>
                <a:lnTo>
                  <a:pt x="1054100" y="336550"/>
                </a:lnTo>
                <a:lnTo>
                  <a:pt x="1054100" y="323850"/>
                </a:lnTo>
                <a:lnTo>
                  <a:pt x="1060450" y="317500"/>
                </a:lnTo>
                <a:lnTo>
                  <a:pt x="1060450" y="292100"/>
                </a:lnTo>
                <a:lnTo>
                  <a:pt x="1066800" y="285750"/>
                </a:lnTo>
                <a:lnTo>
                  <a:pt x="1066800" y="266700"/>
                </a:lnTo>
                <a:lnTo>
                  <a:pt x="1073150" y="260350"/>
                </a:lnTo>
                <a:lnTo>
                  <a:pt x="1073150" y="254000"/>
                </a:lnTo>
                <a:lnTo>
                  <a:pt x="1079500" y="247650"/>
                </a:lnTo>
                <a:lnTo>
                  <a:pt x="1079500" y="234950"/>
                </a:lnTo>
                <a:lnTo>
                  <a:pt x="1092200" y="222250"/>
                </a:lnTo>
                <a:lnTo>
                  <a:pt x="1092200" y="215900"/>
                </a:lnTo>
                <a:lnTo>
                  <a:pt x="1117600" y="190500"/>
                </a:lnTo>
                <a:close/>
                <a:moveTo>
                  <a:pt x="1060450" y="190500"/>
                </a:moveTo>
                <a:lnTo>
                  <a:pt x="1066800" y="184150"/>
                </a:lnTo>
                <a:lnTo>
                  <a:pt x="1079500" y="184150"/>
                </a:lnTo>
                <a:lnTo>
                  <a:pt x="1085850" y="190500"/>
                </a:lnTo>
                <a:lnTo>
                  <a:pt x="1085850" y="203200"/>
                </a:lnTo>
                <a:lnTo>
                  <a:pt x="1079500" y="209550"/>
                </a:lnTo>
                <a:lnTo>
                  <a:pt x="1073150" y="203200"/>
                </a:lnTo>
                <a:lnTo>
                  <a:pt x="1073150" y="196850"/>
                </a:lnTo>
                <a:lnTo>
                  <a:pt x="1066800" y="196850"/>
                </a:lnTo>
                <a:close/>
                <a:moveTo>
                  <a:pt x="1098550" y="184150"/>
                </a:moveTo>
                <a:lnTo>
                  <a:pt x="1111250" y="171450"/>
                </a:lnTo>
                <a:lnTo>
                  <a:pt x="1123950" y="171450"/>
                </a:lnTo>
                <a:lnTo>
                  <a:pt x="1130300" y="177800"/>
                </a:lnTo>
                <a:lnTo>
                  <a:pt x="1117600" y="190500"/>
                </a:lnTo>
                <a:lnTo>
                  <a:pt x="1104900" y="190500"/>
                </a:lnTo>
                <a:close/>
                <a:moveTo>
                  <a:pt x="1066800" y="177800"/>
                </a:moveTo>
                <a:lnTo>
                  <a:pt x="1073150" y="171450"/>
                </a:lnTo>
                <a:lnTo>
                  <a:pt x="1079500" y="177800"/>
                </a:lnTo>
                <a:lnTo>
                  <a:pt x="1073150" y="184150"/>
                </a:lnTo>
                <a:close/>
                <a:moveTo>
                  <a:pt x="1143000" y="165100"/>
                </a:moveTo>
                <a:lnTo>
                  <a:pt x="1149350" y="158750"/>
                </a:lnTo>
                <a:lnTo>
                  <a:pt x="1155700" y="158750"/>
                </a:lnTo>
                <a:lnTo>
                  <a:pt x="1162050" y="165100"/>
                </a:lnTo>
                <a:lnTo>
                  <a:pt x="1155700" y="171450"/>
                </a:lnTo>
                <a:lnTo>
                  <a:pt x="1149350" y="171450"/>
                </a:lnTo>
                <a:close/>
                <a:moveTo>
                  <a:pt x="1073150" y="165100"/>
                </a:moveTo>
                <a:lnTo>
                  <a:pt x="1079500" y="158750"/>
                </a:lnTo>
                <a:lnTo>
                  <a:pt x="1085850" y="165100"/>
                </a:lnTo>
                <a:lnTo>
                  <a:pt x="1079500" y="171450"/>
                </a:lnTo>
                <a:close/>
                <a:moveTo>
                  <a:pt x="1181100" y="152400"/>
                </a:moveTo>
                <a:lnTo>
                  <a:pt x="1187450" y="158750"/>
                </a:lnTo>
                <a:lnTo>
                  <a:pt x="1187450" y="165100"/>
                </a:lnTo>
                <a:lnTo>
                  <a:pt x="1174750" y="177800"/>
                </a:lnTo>
                <a:lnTo>
                  <a:pt x="1162050" y="177800"/>
                </a:lnTo>
                <a:lnTo>
                  <a:pt x="1155700" y="171450"/>
                </a:lnTo>
                <a:lnTo>
                  <a:pt x="1174750" y="152400"/>
                </a:lnTo>
                <a:close/>
                <a:moveTo>
                  <a:pt x="1187450" y="152400"/>
                </a:moveTo>
                <a:lnTo>
                  <a:pt x="1193800" y="146050"/>
                </a:lnTo>
                <a:lnTo>
                  <a:pt x="1200150" y="152400"/>
                </a:lnTo>
                <a:lnTo>
                  <a:pt x="1193800" y="158750"/>
                </a:lnTo>
                <a:close/>
                <a:moveTo>
                  <a:pt x="698500" y="0"/>
                </a:moveTo>
                <a:lnTo>
                  <a:pt x="679450" y="12700"/>
                </a:lnTo>
                <a:lnTo>
                  <a:pt x="679450" y="31750"/>
                </a:lnTo>
                <a:lnTo>
                  <a:pt x="673100" y="38100"/>
                </a:lnTo>
                <a:lnTo>
                  <a:pt x="673100" y="57150"/>
                </a:lnTo>
                <a:lnTo>
                  <a:pt x="666750" y="63500"/>
                </a:lnTo>
                <a:lnTo>
                  <a:pt x="666750" y="88900"/>
                </a:lnTo>
                <a:lnTo>
                  <a:pt x="660400" y="95250"/>
                </a:lnTo>
                <a:lnTo>
                  <a:pt x="660400" y="114300"/>
                </a:lnTo>
                <a:lnTo>
                  <a:pt x="647700" y="127000"/>
                </a:lnTo>
                <a:lnTo>
                  <a:pt x="641350" y="127000"/>
                </a:lnTo>
                <a:lnTo>
                  <a:pt x="635000" y="133350"/>
                </a:lnTo>
                <a:lnTo>
                  <a:pt x="596900" y="133350"/>
                </a:lnTo>
                <a:lnTo>
                  <a:pt x="596900" y="139700"/>
                </a:lnTo>
                <a:lnTo>
                  <a:pt x="590550" y="146050"/>
                </a:lnTo>
                <a:lnTo>
                  <a:pt x="590550" y="158750"/>
                </a:lnTo>
                <a:lnTo>
                  <a:pt x="596900" y="165100"/>
                </a:lnTo>
                <a:lnTo>
                  <a:pt x="590550" y="171450"/>
                </a:lnTo>
                <a:lnTo>
                  <a:pt x="590550" y="177800"/>
                </a:lnTo>
                <a:lnTo>
                  <a:pt x="596900" y="184150"/>
                </a:lnTo>
                <a:lnTo>
                  <a:pt x="615950" y="184150"/>
                </a:lnTo>
                <a:lnTo>
                  <a:pt x="603250" y="184150"/>
                </a:lnTo>
                <a:lnTo>
                  <a:pt x="596900" y="177800"/>
                </a:lnTo>
                <a:lnTo>
                  <a:pt x="596900" y="165100"/>
                </a:lnTo>
                <a:lnTo>
                  <a:pt x="603250" y="158750"/>
                </a:lnTo>
                <a:lnTo>
                  <a:pt x="615950" y="158750"/>
                </a:lnTo>
                <a:lnTo>
                  <a:pt x="628650" y="171450"/>
                </a:lnTo>
                <a:lnTo>
                  <a:pt x="628650" y="177800"/>
                </a:lnTo>
                <a:lnTo>
                  <a:pt x="635000" y="177800"/>
                </a:lnTo>
                <a:lnTo>
                  <a:pt x="647700" y="190500"/>
                </a:lnTo>
                <a:lnTo>
                  <a:pt x="641350" y="196850"/>
                </a:lnTo>
                <a:lnTo>
                  <a:pt x="641350" y="228600"/>
                </a:lnTo>
                <a:lnTo>
                  <a:pt x="635000" y="234950"/>
                </a:lnTo>
                <a:lnTo>
                  <a:pt x="635000" y="279400"/>
                </a:lnTo>
                <a:lnTo>
                  <a:pt x="628650" y="285750"/>
                </a:lnTo>
                <a:lnTo>
                  <a:pt x="628650" y="400050"/>
                </a:lnTo>
                <a:lnTo>
                  <a:pt x="654050" y="438150"/>
                </a:lnTo>
                <a:lnTo>
                  <a:pt x="660400" y="438150"/>
                </a:lnTo>
                <a:lnTo>
                  <a:pt x="666750" y="444500"/>
                </a:lnTo>
                <a:lnTo>
                  <a:pt x="679450" y="444500"/>
                </a:lnTo>
                <a:lnTo>
                  <a:pt x="685800" y="450850"/>
                </a:lnTo>
                <a:lnTo>
                  <a:pt x="704850" y="438150"/>
                </a:lnTo>
                <a:lnTo>
                  <a:pt x="717550" y="438150"/>
                </a:lnTo>
                <a:lnTo>
                  <a:pt x="723900" y="431800"/>
                </a:lnTo>
                <a:lnTo>
                  <a:pt x="717550" y="425450"/>
                </a:lnTo>
                <a:lnTo>
                  <a:pt x="717550" y="419100"/>
                </a:lnTo>
                <a:lnTo>
                  <a:pt x="723900" y="412750"/>
                </a:lnTo>
                <a:lnTo>
                  <a:pt x="730250" y="412750"/>
                </a:lnTo>
                <a:lnTo>
                  <a:pt x="736600" y="406400"/>
                </a:lnTo>
                <a:lnTo>
                  <a:pt x="742950" y="406400"/>
                </a:lnTo>
                <a:lnTo>
                  <a:pt x="755650" y="393700"/>
                </a:lnTo>
                <a:lnTo>
                  <a:pt x="749300" y="393700"/>
                </a:lnTo>
                <a:lnTo>
                  <a:pt x="742950" y="400050"/>
                </a:lnTo>
                <a:lnTo>
                  <a:pt x="717550" y="400050"/>
                </a:lnTo>
                <a:lnTo>
                  <a:pt x="711200" y="393700"/>
                </a:lnTo>
                <a:lnTo>
                  <a:pt x="730250" y="381000"/>
                </a:lnTo>
                <a:lnTo>
                  <a:pt x="736600" y="387350"/>
                </a:lnTo>
                <a:lnTo>
                  <a:pt x="742950" y="381000"/>
                </a:lnTo>
                <a:lnTo>
                  <a:pt x="742950" y="374650"/>
                </a:lnTo>
                <a:lnTo>
                  <a:pt x="755650" y="361950"/>
                </a:lnTo>
                <a:lnTo>
                  <a:pt x="749300" y="361950"/>
                </a:lnTo>
                <a:lnTo>
                  <a:pt x="742950" y="368300"/>
                </a:lnTo>
                <a:lnTo>
                  <a:pt x="736600" y="368300"/>
                </a:lnTo>
                <a:lnTo>
                  <a:pt x="717550" y="387350"/>
                </a:lnTo>
                <a:lnTo>
                  <a:pt x="711200" y="387350"/>
                </a:lnTo>
                <a:lnTo>
                  <a:pt x="704850" y="393700"/>
                </a:lnTo>
                <a:lnTo>
                  <a:pt x="698500" y="393700"/>
                </a:lnTo>
                <a:lnTo>
                  <a:pt x="685800" y="381000"/>
                </a:lnTo>
                <a:lnTo>
                  <a:pt x="685800" y="374650"/>
                </a:lnTo>
                <a:lnTo>
                  <a:pt x="679450" y="368300"/>
                </a:lnTo>
                <a:lnTo>
                  <a:pt x="679450" y="285750"/>
                </a:lnTo>
                <a:lnTo>
                  <a:pt x="673100" y="285750"/>
                </a:lnTo>
                <a:lnTo>
                  <a:pt x="666750" y="279400"/>
                </a:lnTo>
                <a:lnTo>
                  <a:pt x="666750" y="247650"/>
                </a:lnTo>
                <a:lnTo>
                  <a:pt x="692150" y="209550"/>
                </a:lnTo>
                <a:lnTo>
                  <a:pt x="692150" y="190500"/>
                </a:lnTo>
                <a:lnTo>
                  <a:pt x="698500" y="184150"/>
                </a:lnTo>
                <a:lnTo>
                  <a:pt x="698500" y="171450"/>
                </a:lnTo>
                <a:lnTo>
                  <a:pt x="704850" y="165100"/>
                </a:lnTo>
                <a:lnTo>
                  <a:pt x="730250" y="165100"/>
                </a:lnTo>
                <a:lnTo>
                  <a:pt x="736600" y="158750"/>
                </a:lnTo>
                <a:lnTo>
                  <a:pt x="730250" y="165100"/>
                </a:lnTo>
                <a:lnTo>
                  <a:pt x="717550" y="165100"/>
                </a:lnTo>
                <a:lnTo>
                  <a:pt x="711200" y="158750"/>
                </a:lnTo>
                <a:lnTo>
                  <a:pt x="704850" y="158750"/>
                </a:lnTo>
                <a:lnTo>
                  <a:pt x="692150" y="171450"/>
                </a:lnTo>
                <a:lnTo>
                  <a:pt x="685800" y="171450"/>
                </a:lnTo>
                <a:lnTo>
                  <a:pt x="679450" y="165100"/>
                </a:lnTo>
                <a:lnTo>
                  <a:pt x="679450" y="152400"/>
                </a:lnTo>
                <a:lnTo>
                  <a:pt x="692150" y="139700"/>
                </a:lnTo>
                <a:lnTo>
                  <a:pt x="711200" y="139700"/>
                </a:lnTo>
                <a:lnTo>
                  <a:pt x="717550" y="146050"/>
                </a:lnTo>
                <a:lnTo>
                  <a:pt x="723900" y="139700"/>
                </a:lnTo>
                <a:lnTo>
                  <a:pt x="730250" y="146050"/>
                </a:lnTo>
                <a:lnTo>
                  <a:pt x="768350" y="146050"/>
                </a:lnTo>
                <a:lnTo>
                  <a:pt x="774700" y="152400"/>
                </a:lnTo>
                <a:lnTo>
                  <a:pt x="755650" y="165100"/>
                </a:lnTo>
                <a:lnTo>
                  <a:pt x="762000" y="158750"/>
                </a:lnTo>
                <a:lnTo>
                  <a:pt x="800100" y="158750"/>
                </a:lnTo>
                <a:lnTo>
                  <a:pt x="787400" y="146050"/>
                </a:lnTo>
                <a:lnTo>
                  <a:pt x="793750" y="139700"/>
                </a:lnTo>
                <a:lnTo>
                  <a:pt x="793750" y="114300"/>
                </a:lnTo>
                <a:lnTo>
                  <a:pt x="768350" y="114300"/>
                </a:lnTo>
                <a:lnTo>
                  <a:pt x="774700" y="120650"/>
                </a:lnTo>
                <a:lnTo>
                  <a:pt x="774700" y="127000"/>
                </a:lnTo>
                <a:lnTo>
                  <a:pt x="762000" y="139700"/>
                </a:lnTo>
                <a:lnTo>
                  <a:pt x="742950" y="139700"/>
                </a:lnTo>
                <a:lnTo>
                  <a:pt x="736600" y="133350"/>
                </a:lnTo>
                <a:lnTo>
                  <a:pt x="730250" y="133350"/>
                </a:lnTo>
                <a:lnTo>
                  <a:pt x="723900" y="127000"/>
                </a:lnTo>
                <a:lnTo>
                  <a:pt x="723900" y="120650"/>
                </a:lnTo>
                <a:lnTo>
                  <a:pt x="730250" y="114300"/>
                </a:lnTo>
                <a:lnTo>
                  <a:pt x="755650" y="114300"/>
                </a:lnTo>
                <a:lnTo>
                  <a:pt x="717550" y="114300"/>
                </a:lnTo>
                <a:lnTo>
                  <a:pt x="711200" y="107950"/>
                </a:lnTo>
                <a:lnTo>
                  <a:pt x="711200" y="88900"/>
                </a:lnTo>
                <a:lnTo>
                  <a:pt x="717550" y="82550"/>
                </a:lnTo>
                <a:lnTo>
                  <a:pt x="717550" y="57150"/>
                </a:lnTo>
                <a:lnTo>
                  <a:pt x="723900" y="50800"/>
                </a:lnTo>
                <a:lnTo>
                  <a:pt x="723900" y="12700"/>
                </a:lnTo>
                <a:lnTo>
                  <a:pt x="717550" y="6350"/>
                </a:lnTo>
                <a:lnTo>
                  <a:pt x="704850" y="6350"/>
                </a:lnTo>
                <a:close/>
                <a:moveTo>
                  <a:pt x="628650" y="317500"/>
                </a:moveTo>
                <a:lnTo>
                  <a:pt x="635000" y="311150"/>
                </a:lnTo>
                <a:lnTo>
                  <a:pt x="641350" y="317500"/>
                </a:lnTo>
                <a:lnTo>
                  <a:pt x="635000" y="323850"/>
                </a:lnTo>
                <a:close/>
                <a:moveTo>
                  <a:pt x="647700" y="311150"/>
                </a:moveTo>
                <a:lnTo>
                  <a:pt x="654050" y="304800"/>
                </a:lnTo>
                <a:lnTo>
                  <a:pt x="660400" y="311150"/>
                </a:lnTo>
                <a:lnTo>
                  <a:pt x="660400" y="317500"/>
                </a:lnTo>
                <a:lnTo>
                  <a:pt x="654050" y="323850"/>
                </a:lnTo>
                <a:lnTo>
                  <a:pt x="647700" y="317500"/>
                </a:lnTo>
                <a:close/>
                <a:moveTo>
                  <a:pt x="654050" y="247650"/>
                </a:moveTo>
                <a:lnTo>
                  <a:pt x="660400" y="241300"/>
                </a:lnTo>
                <a:lnTo>
                  <a:pt x="666750" y="247650"/>
                </a:lnTo>
                <a:lnTo>
                  <a:pt x="666750" y="254000"/>
                </a:lnTo>
                <a:lnTo>
                  <a:pt x="660400" y="260350"/>
                </a:lnTo>
                <a:lnTo>
                  <a:pt x="654050" y="254000"/>
                </a:lnTo>
                <a:close/>
                <a:moveTo>
                  <a:pt x="641350" y="241300"/>
                </a:moveTo>
                <a:lnTo>
                  <a:pt x="654050" y="254000"/>
                </a:lnTo>
                <a:lnTo>
                  <a:pt x="647700" y="260350"/>
                </a:lnTo>
                <a:lnTo>
                  <a:pt x="647700" y="279400"/>
                </a:lnTo>
                <a:lnTo>
                  <a:pt x="641350" y="285750"/>
                </a:lnTo>
                <a:lnTo>
                  <a:pt x="635000" y="279400"/>
                </a:lnTo>
                <a:lnTo>
                  <a:pt x="635000" y="247650"/>
                </a:lnTo>
                <a:close/>
                <a:moveTo>
                  <a:pt x="660400" y="241300"/>
                </a:moveTo>
                <a:lnTo>
                  <a:pt x="666750" y="234950"/>
                </a:lnTo>
                <a:lnTo>
                  <a:pt x="673100" y="241300"/>
                </a:lnTo>
                <a:lnTo>
                  <a:pt x="666750" y="247650"/>
                </a:lnTo>
                <a:close/>
                <a:moveTo>
                  <a:pt x="660400" y="215900"/>
                </a:moveTo>
                <a:lnTo>
                  <a:pt x="660400" y="209550"/>
                </a:lnTo>
                <a:lnTo>
                  <a:pt x="666750" y="203200"/>
                </a:lnTo>
                <a:lnTo>
                  <a:pt x="685800" y="203200"/>
                </a:lnTo>
                <a:lnTo>
                  <a:pt x="692150" y="209550"/>
                </a:lnTo>
                <a:lnTo>
                  <a:pt x="679450" y="222250"/>
                </a:lnTo>
                <a:lnTo>
                  <a:pt x="666750" y="222250"/>
                </a:lnTo>
                <a:close/>
                <a:moveTo>
                  <a:pt x="635000" y="165100"/>
                </a:moveTo>
                <a:lnTo>
                  <a:pt x="641350" y="158750"/>
                </a:lnTo>
                <a:lnTo>
                  <a:pt x="654050" y="158750"/>
                </a:lnTo>
                <a:lnTo>
                  <a:pt x="660400" y="165100"/>
                </a:lnTo>
                <a:lnTo>
                  <a:pt x="660400" y="184150"/>
                </a:lnTo>
                <a:lnTo>
                  <a:pt x="654050" y="190500"/>
                </a:lnTo>
                <a:lnTo>
                  <a:pt x="647700" y="184150"/>
                </a:lnTo>
                <a:lnTo>
                  <a:pt x="647700" y="177800"/>
                </a:lnTo>
                <a:close/>
                <a:moveTo>
                  <a:pt x="603250" y="139700"/>
                </a:moveTo>
                <a:lnTo>
                  <a:pt x="609600" y="133350"/>
                </a:lnTo>
                <a:lnTo>
                  <a:pt x="628650" y="133350"/>
                </a:lnTo>
                <a:lnTo>
                  <a:pt x="635000" y="139700"/>
                </a:lnTo>
                <a:lnTo>
                  <a:pt x="622300" y="152400"/>
                </a:lnTo>
                <a:lnTo>
                  <a:pt x="615950" y="152400"/>
                </a:lnTo>
                <a:close/>
                <a:moveTo>
                  <a:pt x="660400" y="133350"/>
                </a:moveTo>
                <a:lnTo>
                  <a:pt x="666750" y="127000"/>
                </a:lnTo>
                <a:lnTo>
                  <a:pt x="679450" y="139700"/>
                </a:lnTo>
                <a:lnTo>
                  <a:pt x="673100" y="146050"/>
                </a:lnTo>
                <a:lnTo>
                  <a:pt x="666750" y="146050"/>
                </a:lnTo>
                <a:lnTo>
                  <a:pt x="660400" y="139700"/>
                </a:lnTo>
                <a:close/>
                <a:moveTo>
                  <a:pt x="781050" y="120650"/>
                </a:moveTo>
                <a:lnTo>
                  <a:pt x="787400" y="114300"/>
                </a:lnTo>
                <a:lnTo>
                  <a:pt x="793750" y="120650"/>
                </a:lnTo>
                <a:lnTo>
                  <a:pt x="787400" y="127000"/>
                </a:lnTo>
                <a:close/>
                <a:moveTo>
                  <a:pt x="673100" y="63500"/>
                </a:moveTo>
                <a:lnTo>
                  <a:pt x="679450" y="63500"/>
                </a:lnTo>
                <a:lnTo>
                  <a:pt x="685800" y="69850"/>
                </a:lnTo>
                <a:lnTo>
                  <a:pt x="685800" y="76200"/>
                </a:lnTo>
                <a:lnTo>
                  <a:pt x="698500" y="95250"/>
                </a:lnTo>
                <a:lnTo>
                  <a:pt x="692150" y="101600"/>
                </a:lnTo>
                <a:lnTo>
                  <a:pt x="692150" y="107950"/>
                </a:lnTo>
                <a:lnTo>
                  <a:pt x="698500" y="114300"/>
                </a:lnTo>
                <a:lnTo>
                  <a:pt x="685800" y="127000"/>
                </a:lnTo>
                <a:lnTo>
                  <a:pt x="673100" y="114300"/>
                </a:lnTo>
                <a:lnTo>
                  <a:pt x="673100" y="107950"/>
                </a:lnTo>
                <a:lnTo>
                  <a:pt x="679450" y="101600"/>
                </a:lnTo>
                <a:lnTo>
                  <a:pt x="666750" y="82550"/>
                </a:lnTo>
                <a:lnTo>
                  <a:pt x="666750" y="69850"/>
                </a:lnTo>
                <a:close/>
                <a:moveTo>
                  <a:pt x="698500" y="38100"/>
                </a:moveTo>
                <a:lnTo>
                  <a:pt x="704850" y="44450"/>
                </a:lnTo>
                <a:lnTo>
                  <a:pt x="704850" y="57150"/>
                </a:lnTo>
                <a:lnTo>
                  <a:pt x="698500" y="63500"/>
                </a:lnTo>
                <a:lnTo>
                  <a:pt x="692150" y="57150"/>
                </a:lnTo>
                <a:lnTo>
                  <a:pt x="692150" y="44450"/>
                </a:lnTo>
                <a:close/>
                <a:moveTo>
                  <a:pt x="704850" y="19050"/>
                </a:moveTo>
                <a:lnTo>
                  <a:pt x="711200" y="12700"/>
                </a:lnTo>
                <a:lnTo>
                  <a:pt x="723900" y="25400"/>
                </a:lnTo>
                <a:lnTo>
                  <a:pt x="717550" y="31750"/>
                </a:lnTo>
                <a:lnTo>
                  <a:pt x="711200" y="31750"/>
                </a:lnTo>
                <a:lnTo>
                  <a:pt x="704850" y="25400"/>
                </a:lnTo>
                <a:close/>
                <a:moveTo>
                  <a:pt x="685800" y="12700"/>
                </a:moveTo>
                <a:lnTo>
                  <a:pt x="698500" y="25400"/>
                </a:lnTo>
                <a:lnTo>
                  <a:pt x="698500" y="31750"/>
                </a:lnTo>
                <a:lnTo>
                  <a:pt x="685800" y="44450"/>
                </a:lnTo>
                <a:lnTo>
                  <a:pt x="679450" y="44450"/>
                </a:lnTo>
                <a:lnTo>
                  <a:pt x="673100" y="38100"/>
                </a:lnTo>
                <a:lnTo>
                  <a:pt x="679450" y="31750"/>
                </a:lnTo>
                <a:lnTo>
                  <a:pt x="679450" y="19050"/>
                </a:lnTo>
                <a:close/>
              </a:path>
            </a:pathLst>
          </a:custGeom>
          <a:solidFill xmlns:a="http://schemas.openxmlformats.org/drawingml/2006/main">
            <a:srgbClr val="190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Traditional brush-lettered headline red">
            <a:extLst xmlns:a="http://schemas.openxmlformats.org/drawingml/2006/main">
              <a:ext uri="{FF2B5EF4-FFF2-40B4-BE49-F238E27FC236}">
                <a16:creationId xmlns:a16="http://schemas.microsoft.com/office/drawing/2014/main" id="{A42D6E62-5977-4223-A027-EC1A0812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" y="774700"/>
            <a:ext cx="7302500" cy="850900"/>
          </a:xfrm>
          <a:custGeom xmlns:a="http://schemas.openxmlformats.org/drawingml/2006/main">
            <a:pathLst>
              <a:path w="7302500" h="850900">
                <a:moveTo>
                  <a:pt x="3867150" y="628650"/>
                </a:moveTo>
                <a:lnTo>
                  <a:pt x="3879850" y="628650"/>
                </a:lnTo>
                <a:lnTo>
                  <a:pt x="3886200" y="635000"/>
                </a:lnTo>
                <a:lnTo>
                  <a:pt x="3892550" y="628650"/>
                </a:lnTo>
                <a:lnTo>
                  <a:pt x="3917950" y="628650"/>
                </a:lnTo>
                <a:lnTo>
                  <a:pt x="3924300" y="622300"/>
                </a:lnTo>
                <a:lnTo>
                  <a:pt x="3930650" y="622300"/>
                </a:lnTo>
                <a:lnTo>
                  <a:pt x="3917950" y="622300"/>
                </a:lnTo>
                <a:lnTo>
                  <a:pt x="3911600" y="615950"/>
                </a:lnTo>
                <a:lnTo>
                  <a:pt x="3879850" y="615950"/>
                </a:lnTo>
                <a:lnTo>
                  <a:pt x="3873500" y="622300"/>
                </a:lnTo>
                <a:lnTo>
                  <a:pt x="3867150" y="622300"/>
                </a:lnTo>
                <a:close/>
                <a:moveTo>
                  <a:pt x="3740150" y="628650"/>
                </a:moveTo>
                <a:lnTo>
                  <a:pt x="3752850" y="628650"/>
                </a:lnTo>
                <a:lnTo>
                  <a:pt x="3765550" y="641350"/>
                </a:lnTo>
                <a:lnTo>
                  <a:pt x="3784600" y="641350"/>
                </a:lnTo>
                <a:lnTo>
                  <a:pt x="3790950" y="635000"/>
                </a:lnTo>
                <a:lnTo>
                  <a:pt x="3797300" y="635000"/>
                </a:lnTo>
                <a:lnTo>
                  <a:pt x="3816350" y="615950"/>
                </a:lnTo>
                <a:lnTo>
                  <a:pt x="3810000" y="615950"/>
                </a:lnTo>
                <a:lnTo>
                  <a:pt x="3803650" y="609600"/>
                </a:lnTo>
                <a:lnTo>
                  <a:pt x="3752850" y="609600"/>
                </a:lnTo>
                <a:lnTo>
                  <a:pt x="3740150" y="622300"/>
                </a:lnTo>
                <a:close/>
                <a:moveTo>
                  <a:pt x="3702050" y="603250"/>
                </a:moveTo>
                <a:lnTo>
                  <a:pt x="3632200" y="603250"/>
                </a:lnTo>
                <a:lnTo>
                  <a:pt x="3625850" y="609600"/>
                </a:lnTo>
                <a:lnTo>
                  <a:pt x="3517900" y="609600"/>
                </a:lnTo>
                <a:lnTo>
                  <a:pt x="3511550" y="615950"/>
                </a:lnTo>
                <a:lnTo>
                  <a:pt x="3435350" y="615950"/>
                </a:lnTo>
                <a:lnTo>
                  <a:pt x="3429000" y="622300"/>
                </a:lnTo>
                <a:lnTo>
                  <a:pt x="3352800" y="622300"/>
                </a:lnTo>
                <a:lnTo>
                  <a:pt x="3346450" y="628650"/>
                </a:lnTo>
                <a:lnTo>
                  <a:pt x="3302000" y="628650"/>
                </a:lnTo>
                <a:lnTo>
                  <a:pt x="3295650" y="635000"/>
                </a:lnTo>
                <a:lnTo>
                  <a:pt x="3244850" y="635000"/>
                </a:lnTo>
                <a:lnTo>
                  <a:pt x="3238500" y="641350"/>
                </a:lnTo>
                <a:lnTo>
                  <a:pt x="3200400" y="641350"/>
                </a:lnTo>
                <a:lnTo>
                  <a:pt x="3194050" y="647700"/>
                </a:lnTo>
                <a:lnTo>
                  <a:pt x="3162300" y="647700"/>
                </a:lnTo>
                <a:lnTo>
                  <a:pt x="3155950" y="654050"/>
                </a:lnTo>
                <a:lnTo>
                  <a:pt x="3124200" y="654050"/>
                </a:lnTo>
                <a:lnTo>
                  <a:pt x="3117850" y="660400"/>
                </a:lnTo>
                <a:lnTo>
                  <a:pt x="3079750" y="660400"/>
                </a:lnTo>
                <a:lnTo>
                  <a:pt x="3073400" y="666750"/>
                </a:lnTo>
                <a:lnTo>
                  <a:pt x="3041650" y="666750"/>
                </a:lnTo>
                <a:lnTo>
                  <a:pt x="3035300" y="673100"/>
                </a:lnTo>
                <a:lnTo>
                  <a:pt x="3003550" y="673100"/>
                </a:lnTo>
                <a:lnTo>
                  <a:pt x="2997200" y="679450"/>
                </a:lnTo>
                <a:lnTo>
                  <a:pt x="2978150" y="679450"/>
                </a:lnTo>
                <a:lnTo>
                  <a:pt x="2971800" y="685800"/>
                </a:lnTo>
                <a:lnTo>
                  <a:pt x="2946400" y="685800"/>
                </a:lnTo>
                <a:lnTo>
                  <a:pt x="2940050" y="692150"/>
                </a:lnTo>
                <a:lnTo>
                  <a:pt x="2914650" y="692150"/>
                </a:lnTo>
                <a:lnTo>
                  <a:pt x="2908300" y="698500"/>
                </a:lnTo>
                <a:lnTo>
                  <a:pt x="2876550" y="698500"/>
                </a:lnTo>
                <a:lnTo>
                  <a:pt x="2870200" y="704850"/>
                </a:lnTo>
                <a:lnTo>
                  <a:pt x="2851150" y="704850"/>
                </a:lnTo>
                <a:lnTo>
                  <a:pt x="2844800" y="711200"/>
                </a:lnTo>
                <a:lnTo>
                  <a:pt x="2819400" y="711200"/>
                </a:lnTo>
                <a:lnTo>
                  <a:pt x="2813050" y="717550"/>
                </a:lnTo>
                <a:lnTo>
                  <a:pt x="2794000" y="717550"/>
                </a:lnTo>
                <a:lnTo>
                  <a:pt x="2787650" y="723900"/>
                </a:lnTo>
                <a:lnTo>
                  <a:pt x="2768600" y="723900"/>
                </a:lnTo>
                <a:lnTo>
                  <a:pt x="2762250" y="730250"/>
                </a:lnTo>
                <a:lnTo>
                  <a:pt x="2743200" y="730250"/>
                </a:lnTo>
                <a:lnTo>
                  <a:pt x="2736850" y="736600"/>
                </a:lnTo>
                <a:lnTo>
                  <a:pt x="2717800" y="736600"/>
                </a:lnTo>
                <a:lnTo>
                  <a:pt x="2711450" y="742950"/>
                </a:lnTo>
                <a:lnTo>
                  <a:pt x="2686050" y="742950"/>
                </a:lnTo>
                <a:lnTo>
                  <a:pt x="2679700" y="749300"/>
                </a:lnTo>
                <a:lnTo>
                  <a:pt x="2660650" y="749300"/>
                </a:lnTo>
                <a:lnTo>
                  <a:pt x="2654300" y="755650"/>
                </a:lnTo>
                <a:lnTo>
                  <a:pt x="2635250" y="755650"/>
                </a:lnTo>
                <a:lnTo>
                  <a:pt x="2628900" y="762000"/>
                </a:lnTo>
                <a:lnTo>
                  <a:pt x="2609850" y="762000"/>
                </a:lnTo>
                <a:lnTo>
                  <a:pt x="2603500" y="768350"/>
                </a:lnTo>
                <a:lnTo>
                  <a:pt x="2590800" y="768350"/>
                </a:lnTo>
                <a:lnTo>
                  <a:pt x="2584450" y="774700"/>
                </a:lnTo>
                <a:lnTo>
                  <a:pt x="2565400" y="774700"/>
                </a:lnTo>
                <a:lnTo>
                  <a:pt x="2559050" y="781050"/>
                </a:lnTo>
                <a:lnTo>
                  <a:pt x="2546350" y="781050"/>
                </a:lnTo>
                <a:lnTo>
                  <a:pt x="2540000" y="787400"/>
                </a:lnTo>
                <a:lnTo>
                  <a:pt x="2527300" y="787400"/>
                </a:lnTo>
                <a:lnTo>
                  <a:pt x="2520950" y="793750"/>
                </a:lnTo>
                <a:lnTo>
                  <a:pt x="2501900" y="793750"/>
                </a:lnTo>
                <a:lnTo>
                  <a:pt x="2495550" y="800100"/>
                </a:lnTo>
                <a:lnTo>
                  <a:pt x="2482850" y="800100"/>
                </a:lnTo>
                <a:lnTo>
                  <a:pt x="2476500" y="806450"/>
                </a:lnTo>
                <a:lnTo>
                  <a:pt x="2463800" y="806450"/>
                </a:lnTo>
                <a:lnTo>
                  <a:pt x="2457450" y="812800"/>
                </a:lnTo>
                <a:lnTo>
                  <a:pt x="2444750" y="812800"/>
                </a:lnTo>
                <a:lnTo>
                  <a:pt x="2438400" y="819150"/>
                </a:lnTo>
                <a:lnTo>
                  <a:pt x="2425700" y="819150"/>
                </a:lnTo>
                <a:lnTo>
                  <a:pt x="2419350" y="825500"/>
                </a:lnTo>
                <a:lnTo>
                  <a:pt x="2400300" y="825500"/>
                </a:lnTo>
                <a:lnTo>
                  <a:pt x="2393950" y="831850"/>
                </a:lnTo>
                <a:lnTo>
                  <a:pt x="2387600" y="831850"/>
                </a:lnTo>
                <a:lnTo>
                  <a:pt x="2368550" y="844550"/>
                </a:lnTo>
                <a:lnTo>
                  <a:pt x="2374900" y="850900"/>
                </a:lnTo>
                <a:lnTo>
                  <a:pt x="2419350" y="850900"/>
                </a:lnTo>
                <a:lnTo>
                  <a:pt x="2425700" y="844550"/>
                </a:lnTo>
                <a:lnTo>
                  <a:pt x="2451100" y="844550"/>
                </a:lnTo>
                <a:lnTo>
                  <a:pt x="2457450" y="838200"/>
                </a:lnTo>
                <a:lnTo>
                  <a:pt x="2476500" y="838200"/>
                </a:lnTo>
                <a:lnTo>
                  <a:pt x="2482850" y="831850"/>
                </a:lnTo>
                <a:lnTo>
                  <a:pt x="2508250" y="831850"/>
                </a:lnTo>
                <a:lnTo>
                  <a:pt x="2514600" y="825500"/>
                </a:lnTo>
                <a:lnTo>
                  <a:pt x="2533650" y="825500"/>
                </a:lnTo>
                <a:lnTo>
                  <a:pt x="2540000" y="819150"/>
                </a:lnTo>
                <a:lnTo>
                  <a:pt x="2559050" y="819150"/>
                </a:lnTo>
                <a:lnTo>
                  <a:pt x="2565400" y="812800"/>
                </a:lnTo>
                <a:lnTo>
                  <a:pt x="2590800" y="812800"/>
                </a:lnTo>
                <a:lnTo>
                  <a:pt x="2597150" y="806450"/>
                </a:lnTo>
                <a:lnTo>
                  <a:pt x="2616200" y="806450"/>
                </a:lnTo>
                <a:lnTo>
                  <a:pt x="2622550" y="800100"/>
                </a:lnTo>
                <a:lnTo>
                  <a:pt x="2647950" y="800100"/>
                </a:lnTo>
                <a:lnTo>
                  <a:pt x="2654300" y="793750"/>
                </a:lnTo>
                <a:lnTo>
                  <a:pt x="2679700" y="793750"/>
                </a:lnTo>
                <a:lnTo>
                  <a:pt x="2686050" y="787400"/>
                </a:lnTo>
                <a:lnTo>
                  <a:pt x="2705100" y="787400"/>
                </a:lnTo>
                <a:lnTo>
                  <a:pt x="2711450" y="781050"/>
                </a:lnTo>
                <a:lnTo>
                  <a:pt x="2736850" y="781050"/>
                </a:lnTo>
                <a:lnTo>
                  <a:pt x="2743200" y="774700"/>
                </a:lnTo>
                <a:lnTo>
                  <a:pt x="2768600" y="774700"/>
                </a:lnTo>
                <a:lnTo>
                  <a:pt x="2774950" y="768350"/>
                </a:lnTo>
                <a:lnTo>
                  <a:pt x="2800350" y="768350"/>
                </a:lnTo>
                <a:lnTo>
                  <a:pt x="2806700" y="762000"/>
                </a:lnTo>
                <a:lnTo>
                  <a:pt x="2838450" y="762000"/>
                </a:lnTo>
                <a:lnTo>
                  <a:pt x="2844800" y="755650"/>
                </a:lnTo>
                <a:lnTo>
                  <a:pt x="2876550" y="755650"/>
                </a:lnTo>
                <a:lnTo>
                  <a:pt x="2882900" y="749300"/>
                </a:lnTo>
                <a:lnTo>
                  <a:pt x="2908300" y="749300"/>
                </a:lnTo>
                <a:lnTo>
                  <a:pt x="2914650" y="742950"/>
                </a:lnTo>
                <a:lnTo>
                  <a:pt x="2952750" y="742950"/>
                </a:lnTo>
                <a:lnTo>
                  <a:pt x="2959100" y="736600"/>
                </a:lnTo>
                <a:lnTo>
                  <a:pt x="2971800" y="736600"/>
                </a:lnTo>
                <a:lnTo>
                  <a:pt x="2978150" y="742950"/>
                </a:lnTo>
                <a:lnTo>
                  <a:pt x="2984500" y="742950"/>
                </a:lnTo>
                <a:lnTo>
                  <a:pt x="2990850" y="736600"/>
                </a:lnTo>
                <a:lnTo>
                  <a:pt x="3022600" y="736600"/>
                </a:lnTo>
                <a:lnTo>
                  <a:pt x="3028950" y="730250"/>
                </a:lnTo>
                <a:lnTo>
                  <a:pt x="3067050" y="730250"/>
                </a:lnTo>
                <a:lnTo>
                  <a:pt x="3067050" y="723900"/>
                </a:lnTo>
                <a:lnTo>
                  <a:pt x="3079750" y="711200"/>
                </a:lnTo>
                <a:lnTo>
                  <a:pt x="3111500" y="711200"/>
                </a:lnTo>
                <a:lnTo>
                  <a:pt x="3117850" y="704850"/>
                </a:lnTo>
                <a:lnTo>
                  <a:pt x="3149600" y="704850"/>
                </a:lnTo>
                <a:lnTo>
                  <a:pt x="3155950" y="711200"/>
                </a:lnTo>
                <a:lnTo>
                  <a:pt x="3149600" y="717550"/>
                </a:lnTo>
                <a:lnTo>
                  <a:pt x="3200400" y="717550"/>
                </a:lnTo>
                <a:lnTo>
                  <a:pt x="3206750" y="711200"/>
                </a:lnTo>
                <a:lnTo>
                  <a:pt x="3213100" y="711200"/>
                </a:lnTo>
                <a:lnTo>
                  <a:pt x="3200400" y="711200"/>
                </a:lnTo>
                <a:lnTo>
                  <a:pt x="3194050" y="704850"/>
                </a:lnTo>
                <a:lnTo>
                  <a:pt x="3200400" y="698500"/>
                </a:lnTo>
                <a:lnTo>
                  <a:pt x="3206750" y="698500"/>
                </a:lnTo>
                <a:lnTo>
                  <a:pt x="3213100" y="692150"/>
                </a:lnTo>
                <a:lnTo>
                  <a:pt x="3251200" y="692150"/>
                </a:lnTo>
                <a:lnTo>
                  <a:pt x="3257550" y="685800"/>
                </a:lnTo>
                <a:lnTo>
                  <a:pt x="3295650" y="685800"/>
                </a:lnTo>
                <a:lnTo>
                  <a:pt x="3302000" y="692150"/>
                </a:lnTo>
                <a:lnTo>
                  <a:pt x="3289300" y="704850"/>
                </a:lnTo>
                <a:lnTo>
                  <a:pt x="3276600" y="704850"/>
                </a:lnTo>
                <a:lnTo>
                  <a:pt x="3308350" y="704850"/>
                </a:lnTo>
                <a:lnTo>
                  <a:pt x="3314700" y="698500"/>
                </a:lnTo>
                <a:lnTo>
                  <a:pt x="3346450" y="698500"/>
                </a:lnTo>
                <a:lnTo>
                  <a:pt x="3340100" y="698500"/>
                </a:lnTo>
                <a:lnTo>
                  <a:pt x="3333750" y="692150"/>
                </a:lnTo>
                <a:lnTo>
                  <a:pt x="3333750" y="685800"/>
                </a:lnTo>
                <a:lnTo>
                  <a:pt x="3340100" y="679450"/>
                </a:lnTo>
                <a:lnTo>
                  <a:pt x="3359150" y="679450"/>
                </a:lnTo>
                <a:lnTo>
                  <a:pt x="3365500" y="673100"/>
                </a:lnTo>
                <a:lnTo>
                  <a:pt x="3435350" y="673100"/>
                </a:lnTo>
                <a:lnTo>
                  <a:pt x="3441700" y="666750"/>
                </a:lnTo>
                <a:lnTo>
                  <a:pt x="3530600" y="666750"/>
                </a:lnTo>
                <a:lnTo>
                  <a:pt x="3536950" y="660400"/>
                </a:lnTo>
                <a:lnTo>
                  <a:pt x="3581400" y="660400"/>
                </a:lnTo>
                <a:lnTo>
                  <a:pt x="3587750" y="654050"/>
                </a:lnTo>
                <a:lnTo>
                  <a:pt x="3670300" y="654050"/>
                </a:lnTo>
                <a:lnTo>
                  <a:pt x="3549650" y="654050"/>
                </a:lnTo>
                <a:lnTo>
                  <a:pt x="3543300" y="647700"/>
                </a:lnTo>
                <a:lnTo>
                  <a:pt x="3549650" y="641350"/>
                </a:lnTo>
                <a:lnTo>
                  <a:pt x="3562350" y="641350"/>
                </a:lnTo>
                <a:lnTo>
                  <a:pt x="3568700" y="635000"/>
                </a:lnTo>
                <a:lnTo>
                  <a:pt x="3638550" y="635000"/>
                </a:lnTo>
                <a:lnTo>
                  <a:pt x="3644900" y="628650"/>
                </a:lnTo>
                <a:lnTo>
                  <a:pt x="3702050" y="628650"/>
                </a:lnTo>
                <a:lnTo>
                  <a:pt x="3676650" y="628650"/>
                </a:lnTo>
                <a:lnTo>
                  <a:pt x="3670300" y="622300"/>
                </a:lnTo>
                <a:lnTo>
                  <a:pt x="3663950" y="622300"/>
                </a:lnTo>
                <a:lnTo>
                  <a:pt x="3657600" y="628650"/>
                </a:lnTo>
                <a:lnTo>
                  <a:pt x="3651250" y="628650"/>
                </a:lnTo>
                <a:lnTo>
                  <a:pt x="3644900" y="622300"/>
                </a:lnTo>
                <a:lnTo>
                  <a:pt x="3638550" y="628650"/>
                </a:lnTo>
                <a:lnTo>
                  <a:pt x="3562350" y="628650"/>
                </a:lnTo>
                <a:lnTo>
                  <a:pt x="3556000" y="622300"/>
                </a:lnTo>
                <a:lnTo>
                  <a:pt x="3562350" y="615950"/>
                </a:lnTo>
                <a:lnTo>
                  <a:pt x="3613150" y="615950"/>
                </a:lnTo>
                <a:lnTo>
                  <a:pt x="3619500" y="609600"/>
                </a:lnTo>
                <a:lnTo>
                  <a:pt x="3676650" y="609600"/>
                </a:lnTo>
                <a:lnTo>
                  <a:pt x="3683000" y="603250"/>
                </a:lnTo>
                <a:lnTo>
                  <a:pt x="3689350" y="609600"/>
                </a:lnTo>
                <a:lnTo>
                  <a:pt x="3695700" y="609600"/>
                </a:lnTo>
                <a:close/>
                <a:moveTo>
                  <a:pt x="3168650" y="711200"/>
                </a:moveTo>
                <a:lnTo>
                  <a:pt x="3168650" y="704850"/>
                </a:lnTo>
                <a:lnTo>
                  <a:pt x="3175000" y="698500"/>
                </a:lnTo>
                <a:lnTo>
                  <a:pt x="3187700" y="698500"/>
                </a:lnTo>
                <a:lnTo>
                  <a:pt x="3194050" y="704850"/>
                </a:lnTo>
                <a:lnTo>
                  <a:pt x="3175000" y="717550"/>
                </a:lnTo>
                <a:close/>
                <a:moveTo>
                  <a:pt x="3536950" y="628650"/>
                </a:moveTo>
                <a:lnTo>
                  <a:pt x="3536950" y="622300"/>
                </a:lnTo>
                <a:lnTo>
                  <a:pt x="3543300" y="615950"/>
                </a:lnTo>
                <a:lnTo>
                  <a:pt x="3549650" y="615950"/>
                </a:lnTo>
                <a:lnTo>
                  <a:pt x="3556000" y="622300"/>
                </a:lnTo>
                <a:lnTo>
                  <a:pt x="3543300" y="635000"/>
                </a:lnTo>
                <a:close/>
                <a:moveTo>
                  <a:pt x="2006600" y="482600"/>
                </a:moveTo>
                <a:lnTo>
                  <a:pt x="2006600" y="495300"/>
                </a:lnTo>
                <a:lnTo>
                  <a:pt x="2000250" y="501650"/>
                </a:lnTo>
                <a:lnTo>
                  <a:pt x="2006600" y="501650"/>
                </a:lnTo>
                <a:lnTo>
                  <a:pt x="2012950" y="508000"/>
                </a:lnTo>
                <a:lnTo>
                  <a:pt x="2006600" y="514350"/>
                </a:lnTo>
                <a:lnTo>
                  <a:pt x="2012950" y="520700"/>
                </a:lnTo>
                <a:lnTo>
                  <a:pt x="2006600" y="514350"/>
                </a:lnTo>
                <a:lnTo>
                  <a:pt x="2012950" y="508000"/>
                </a:lnTo>
                <a:lnTo>
                  <a:pt x="2019300" y="508000"/>
                </a:lnTo>
                <a:lnTo>
                  <a:pt x="2019300" y="495300"/>
                </a:lnTo>
                <a:close/>
                <a:moveTo>
                  <a:pt x="247650" y="476250"/>
                </a:moveTo>
                <a:lnTo>
                  <a:pt x="241300" y="476250"/>
                </a:lnTo>
                <a:lnTo>
                  <a:pt x="234950" y="482600"/>
                </a:lnTo>
                <a:lnTo>
                  <a:pt x="228600" y="482600"/>
                </a:lnTo>
                <a:lnTo>
                  <a:pt x="222250" y="488950"/>
                </a:lnTo>
                <a:lnTo>
                  <a:pt x="215900" y="488950"/>
                </a:lnTo>
                <a:lnTo>
                  <a:pt x="203200" y="501650"/>
                </a:lnTo>
                <a:lnTo>
                  <a:pt x="196850" y="501650"/>
                </a:lnTo>
                <a:lnTo>
                  <a:pt x="190500" y="508000"/>
                </a:lnTo>
                <a:lnTo>
                  <a:pt x="184150" y="508000"/>
                </a:lnTo>
                <a:lnTo>
                  <a:pt x="177800" y="514350"/>
                </a:lnTo>
                <a:lnTo>
                  <a:pt x="171450" y="514350"/>
                </a:lnTo>
                <a:lnTo>
                  <a:pt x="165100" y="520700"/>
                </a:lnTo>
                <a:lnTo>
                  <a:pt x="158750" y="520700"/>
                </a:lnTo>
                <a:lnTo>
                  <a:pt x="152400" y="527050"/>
                </a:lnTo>
                <a:lnTo>
                  <a:pt x="146050" y="527050"/>
                </a:lnTo>
                <a:lnTo>
                  <a:pt x="133350" y="539750"/>
                </a:lnTo>
                <a:lnTo>
                  <a:pt x="127000" y="539750"/>
                </a:lnTo>
                <a:lnTo>
                  <a:pt x="120650" y="546100"/>
                </a:lnTo>
                <a:lnTo>
                  <a:pt x="114300" y="546100"/>
                </a:lnTo>
                <a:lnTo>
                  <a:pt x="101600" y="558800"/>
                </a:lnTo>
                <a:lnTo>
                  <a:pt x="95250" y="558800"/>
                </a:lnTo>
                <a:lnTo>
                  <a:pt x="82550" y="571500"/>
                </a:lnTo>
                <a:lnTo>
                  <a:pt x="76200" y="571500"/>
                </a:lnTo>
                <a:lnTo>
                  <a:pt x="76200" y="577850"/>
                </a:lnTo>
                <a:lnTo>
                  <a:pt x="69850" y="584200"/>
                </a:lnTo>
                <a:lnTo>
                  <a:pt x="69850" y="590550"/>
                </a:lnTo>
                <a:lnTo>
                  <a:pt x="63500" y="596900"/>
                </a:lnTo>
                <a:lnTo>
                  <a:pt x="63500" y="603250"/>
                </a:lnTo>
                <a:lnTo>
                  <a:pt x="69850" y="603250"/>
                </a:lnTo>
                <a:lnTo>
                  <a:pt x="76200" y="609600"/>
                </a:lnTo>
                <a:lnTo>
                  <a:pt x="95250" y="609600"/>
                </a:lnTo>
                <a:lnTo>
                  <a:pt x="101600" y="603250"/>
                </a:lnTo>
                <a:lnTo>
                  <a:pt x="107950" y="603250"/>
                </a:lnTo>
                <a:lnTo>
                  <a:pt x="133350" y="577850"/>
                </a:lnTo>
                <a:lnTo>
                  <a:pt x="139700" y="577850"/>
                </a:lnTo>
                <a:lnTo>
                  <a:pt x="152400" y="565150"/>
                </a:lnTo>
                <a:lnTo>
                  <a:pt x="158750" y="565150"/>
                </a:lnTo>
                <a:lnTo>
                  <a:pt x="190500" y="533400"/>
                </a:lnTo>
                <a:lnTo>
                  <a:pt x="196850" y="533400"/>
                </a:lnTo>
                <a:lnTo>
                  <a:pt x="215900" y="514350"/>
                </a:lnTo>
                <a:lnTo>
                  <a:pt x="215900" y="501650"/>
                </a:lnTo>
                <a:lnTo>
                  <a:pt x="222250" y="495300"/>
                </a:lnTo>
                <a:lnTo>
                  <a:pt x="228600" y="495300"/>
                </a:lnTo>
                <a:lnTo>
                  <a:pt x="241300" y="482600"/>
                </a:lnTo>
                <a:lnTo>
                  <a:pt x="247650" y="482600"/>
                </a:lnTo>
                <a:close/>
                <a:moveTo>
                  <a:pt x="2038350" y="514350"/>
                </a:moveTo>
                <a:lnTo>
                  <a:pt x="2051050" y="514350"/>
                </a:lnTo>
                <a:lnTo>
                  <a:pt x="2044700" y="514350"/>
                </a:lnTo>
                <a:lnTo>
                  <a:pt x="2038350" y="508000"/>
                </a:lnTo>
                <a:lnTo>
                  <a:pt x="2038350" y="495300"/>
                </a:lnTo>
                <a:lnTo>
                  <a:pt x="2044700" y="488950"/>
                </a:lnTo>
                <a:lnTo>
                  <a:pt x="2057400" y="488950"/>
                </a:lnTo>
                <a:lnTo>
                  <a:pt x="2063750" y="495300"/>
                </a:lnTo>
                <a:lnTo>
                  <a:pt x="2070100" y="488950"/>
                </a:lnTo>
                <a:lnTo>
                  <a:pt x="2076450" y="488950"/>
                </a:lnTo>
                <a:lnTo>
                  <a:pt x="2082800" y="495300"/>
                </a:lnTo>
                <a:lnTo>
                  <a:pt x="2082800" y="488950"/>
                </a:lnTo>
                <a:lnTo>
                  <a:pt x="2089150" y="482600"/>
                </a:lnTo>
                <a:lnTo>
                  <a:pt x="2082800" y="482600"/>
                </a:lnTo>
                <a:lnTo>
                  <a:pt x="2076450" y="476250"/>
                </a:lnTo>
                <a:lnTo>
                  <a:pt x="2070100" y="482600"/>
                </a:lnTo>
                <a:lnTo>
                  <a:pt x="2063750" y="482600"/>
                </a:lnTo>
                <a:lnTo>
                  <a:pt x="2057400" y="476250"/>
                </a:lnTo>
                <a:lnTo>
                  <a:pt x="2063750" y="469900"/>
                </a:lnTo>
                <a:lnTo>
                  <a:pt x="2057400" y="476250"/>
                </a:lnTo>
                <a:lnTo>
                  <a:pt x="2051050" y="476250"/>
                </a:lnTo>
                <a:lnTo>
                  <a:pt x="2044700" y="469900"/>
                </a:lnTo>
                <a:lnTo>
                  <a:pt x="2044700" y="482600"/>
                </a:lnTo>
                <a:lnTo>
                  <a:pt x="2038350" y="488950"/>
                </a:lnTo>
                <a:close/>
                <a:moveTo>
                  <a:pt x="939800" y="463550"/>
                </a:moveTo>
                <a:lnTo>
                  <a:pt x="933450" y="463550"/>
                </a:lnTo>
                <a:lnTo>
                  <a:pt x="927100" y="469900"/>
                </a:lnTo>
                <a:lnTo>
                  <a:pt x="927100" y="482600"/>
                </a:lnTo>
                <a:close/>
                <a:moveTo>
                  <a:pt x="7099300" y="450850"/>
                </a:moveTo>
                <a:lnTo>
                  <a:pt x="7156450" y="508000"/>
                </a:lnTo>
                <a:lnTo>
                  <a:pt x="7162800" y="508000"/>
                </a:lnTo>
                <a:lnTo>
                  <a:pt x="7200900" y="546100"/>
                </a:lnTo>
                <a:lnTo>
                  <a:pt x="7207250" y="546100"/>
                </a:lnTo>
                <a:lnTo>
                  <a:pt x="7213600" y="552450"/>
                </a:lnTo>
                <a:lnTo>
                  <a:pt x="7219950" y="552450"/>
                </a:lnTo>
                <a:lnTo>
                  <a:pt x="7232650" y="539750"/>
                </a:lnTo>
                <a:lnTo>
                  <a:pt x="7232650" y="533400"/>
                </a:lnTo>
                <a:lnTo>
                  <a:pt x="7219950" y="514350"/>
                </a:lnTo>
                <a:lnTo>
                  <a:pt x="7213600" y="514350"/>
                </a:lnTo>
                <a:lnTo>
                  <a:pt x="7200900" y="501650"/>
                </a:lnTo>
                <a:lnTo>
                  <a:pt x="7194550" y="501650"/>
                </a:lnTo>
                <a:lnTo>
                  <a:pt x="7181850" y="488950"/>
                </a:lnTo>
                <a:lnTo>
                  <a:pt x="7175500" y="488950"/>
                </a:lnTo>
                <a:lnTo>
                  <a:pt x="7169150" y="482600"/>
                </a:lnTo>
                <a:lnTo>
                  <a:pt x="7162800" y="482600"/>
                </a:lnTo>
                <a:lnTo>
                  <a:pt x="7150100" y="469900"/>
                </a:lnTo>
                <a:lnTo>
                  <a:pt x="7137400" y="469900"/>
                </a:lnTo>
                <a:lnTo>
                  <a:pt x="7131050" y="463550"/>
                </a:lnTo>
                <a:lnTo>
                  <a:pt x="7124700" y="463550"/>
                </a:lnTo>
                <a:lnTo>
                  <a:pt x="7118350" y="457200"/>
                </a:lnTo>
                <a:lnTo>
                  <a:pt x="7112000" y="457200"/>
                </a:lnTo>
                <a:lnTo>
                  <a:pt x="7105650" y="450850"/>
                </a:lnTo>
                <a:close/>
                <a:moveTo>
                  <a:pt x="1638300" y="450850"/>
                </a:moveTo>
                <a:lnTo>
                  <a:pt x="1638300" y="476250"/>
                </a:lnTo>
                <a:lnTo>
                  <a:pt x="1644650" y="482600"/>
                </a:lnTo>
                <a:lnTo>
                  <a:pt x="1651000" y="482600"/>
                </a:lnTo>
                <a:lnTo>
                  <a:pt x="1644650" y="476250"/>
                </a:lnTo>
                <a:lnTo>
                  <a:pt x="1644650" y="450850"/>
                </a:lnTo>
                <a:close/>
                <a:moveTo>
                  <a:pt x="1149350" y="419100"/>
                </a:moveTo>
                <a:lnTo>
                  <a:pt x="1149350" y="444500"/>
                </a:lnTo>
                <a:lnTo>
                  <a:pt x="1155700" y="438150"/>
                </a:lnTo>
                <a:lnTo>
                  <a:pt x="1155700" y="431800"/>
                </a:lnTo>
                <a:lnTo>
                  <a:pt x="1149350" y="425450"/>
                </a:lnTo>
                <a:close/>
                <a:moveTo>
                  <a:pt x="0" y="400050"/>
                </a:moveTo>
                <a:lnTo>
                  <a:pt x="19050" y="419100"/>
                </a:lnTo>
                <a:lnTo>
                  <a:pt x="50800" y="419100"/>
                </a:lnTo>
                <a:lnTo>
                  <a:pt x="57150" y="412750"/>
                </a:lnTo>
                <a:lnTo>
                  <a:pt x="95250" y="412750"/>
                </a:lnTo>
                <a:lnTo>
                  <a:pt x="101600" y="406400"/>
                </a:lnTo>
                <a:lnTo>
                  <a:pt x="120650" y="406400"/>
                </a:lnTo>
                <a:lnTo>
                  <a:pt x="127000" y="400050"/>
                </a:lnTo>
                <a:lnTo>
                  <a:pt x="146050" y="400050"/>
                </a:lnTo>
                <a:lnTo>
                  <a:pt x="165100" y="387350"/>
                </a:lnTo>
                <a:lnTo>
                  <a:pt x="203200" y="387350"/>
                </a:lnTo>
                <a:lnTo>
                  <a:pt x="203200" y="381000"/>
                </a:lnTo>
                <a:lnTo>
                  <a:pt x="127000" y="381000"/>
                </a:lnTo>
                <a:lnTo>
                  <a:pt x="120650" y="374650"/>
                </a:lnTo>
                <a:lnTo>
                  <a:pt x="31750" y="374650"/>
                </a:lnTo>
                <a:lnTo>
                  <a:pt x="25400" y="381000"/>
                </a:lnTo>
                <a:lnTo>
                  <a:pt x="19050" y="381000"/>
                </a:lnTo>
                <a:close/>
                <a:moveTo>
                  <a:pt x="7302500" y="374650"/>
                </a:moveTo>
                <a:lnTo>
                  <a:pt x="7302500" y="361950"/>
                </a:lnTo>
                <a:lnTo>
                  <a:pt x="7289800" y="349250"/>
                </a:lnTo>
                <a:lnTo>
                  <a:pt x="7270750" y="349250"/>
                </a:lnTo>
                <a:lnTo>
                  <a:pt x="7264400" y="355600"/>
                </a:lnTo>
                <a:lnTo>
                  <a:pt x="7219950" y="355600"/>
                </a:lnTo>
                <a:lnTo>
                  <a:pt x="7213600" y="361950"/>
                </a:lnTo>
                <a:lnTo>
                  <a:pt x="7194550" y="361950"/>
                </a:lnTo>
                <a:lnTo>
                  <a:pt x="7188200" y="368300"/>
                </a:lnTo>
                <a:lnTo>
                  <a:pt x="7162800" y="368300"/>
                </a:lnTo>
                <a:lnTo>
                  <a:pt x="7169150" y="374650"/>
                </a:lnTo>
                <a:lnTo>
                  <a:pt x="7194550" y="374650"/>
                </a:lnTo>
                <a:lnTo>
                  <a:pt x="7200900" y="381000"/>
                </a:lnTo>
                <a:lnTo>
                  <a:pt x="7296150" y="381000"/>
                </a:lnTo>
                <a:close/>
                <a:moveTo>
                  <a:pt x="1885950" y="330200"/>
                </a:moveTo>
                <a:lnTo>
                  <a:pt x="1879600" y="336550"/>
                </a:lnTo>
                <a:lnTo>
                  <a:pt x="1879600" y="349250"/>
                </a:lnTo>
                <a:lnTo>
                  <a:pt x="1885950" y="349250"/>
                </a:lnTo>
                <a:lnTo>
                  <a:pt x="1885950" y="342900"/>
                </a:lnTo>
                <a:lnTo>
                  <a:pt x="1892300" y="336550"/>
                </a:lnTo>
                <a:close/>
                <a:moveTo>
                  <a:pt x="2019300" y="317500"/>
                </a:moveTo>
                <a:lnTo>
                  <a:pt x="2019300" y="323850"/>
                </a:lnTo>
                <a:lnTo>
                  <a:pt x="2012950" y="330200"/>
                </a:lnTo>
                <a:lnTo>
                  <a:pt x="2012950" y="336550"/>
                </a:lnTo>
                <a:lnTo>
                  <a:pt x="2006600" y="342900"/>
                </a:lnTo>
                <a:lnTo>
                  <a:pt x="2000250" y="342900"/>
                </a:lnTo>
                <a:lnTo>
                  <a:pt x="2000250" y="349250"/>
                </a:lnTo>
                <a:lnTo>
                  <a:pt x="1993900" y="355600"/>
                </a:lnTo>
                <a:lnTo>
                  <a:pt x="1993900" y="361950"/>
                </a:lnTo>
                <a:lnTo>
                  <a:pt x="2000250" y="368300"/>
                </a:lnTo>
                <a:lnTo>
                  <a:pt x="2000250" y="374650"/>
                </a:lnTo>
                <a:lnTo>
                  <a:pt x="2006600" y="374650"/>
                </a:lnTo>
                <a:lnTo>
                  <a:pt x="2012950" y="368300"/>
                </a:lnTo>
                <a:lnTo>
                  <a:pt x="2012950" y="355600"/>
                </a:lnTo>
                <a:lnTo>
                  <a:pt x="2019300" y="349250"/>
                </a:lnTo>
                <a:close/>
                <a:moveTo>
                  <a:pt x="1905000" y="304800"/>
                </a:moveTo>
                <a:lnTo>
                  <a:pt x="1892300" y="317500"/>
                </a:lnTo>
                <a:lnTo>
                  <a:pt x="1898650" y="323850"/>
                </a:lnTo>
                <a:lnTo>
                  <a:pt x="1905000" y="317500"/>
                </a:lnTo>
                <a:close/>
                <a:moveTo>
                  <a:pt x="1892300" y="317500"/>
                </a:moveTo>
                <a:lnTo>
                  <a:pt x="1898650" y="311150"/>
                </a:lnTo>
                <a:lnTo>
                  <a:pt x="1905000" y="317500"/>
                </a:lnTo>
                <a:lnTo>
                  <a:pt x="1898650" y="323850"/>
                </a:lnTo>
                <a:close/>
                <a:moveTo>
                  <a:pt x="1784350" y="285750"/>
                </a:moveTo>
                <a:lnTo>
                  <a:pt x="1797050" y="304800"/>
                </a:lnTo>
                <a:lnTo>
                  <a:pt x="1803400" y="298450"/>
                </a:lnTo>
                <a:lnTo>
                  <a:pt x="1809750" y="304800"/>
                </a:lnTo>
                <a:lnTo>
                  <a:pt x="1809750" y="285750"/>
                </a:lnTo>
                <a:lnTo>
                  <a:pt x="1803400" y="292100"/>
                </a:lnTo>
                <a:lnTo>
                  <a:pt x="1797050" y="285750"/>
                </a:lnTo>
                <a:close/>
                <a:moveTo>
                  <a:pt x="1790700" y="292100"/>
                </a:moveTo>
                <a:lnTo>
                  <a:pt x="1797050" y="285750"/>
                </a:lnTo>
                <a:lnTo>
                  <a:pt x="1803400" y="292100"/>
                </a:lnTo>
                <a:lnTo>
                  <a:pt x="1797050" y="298450"/>
                </a:lnTo>
                <a:close/>
                <a:moveTo>
                  <a:pt x="6578600" y="266700"/>
                </a:moveTo>
                <a:lnTo>
                  <a:pt x="6565900" y="266700"/>
                </a:lnTo>
                <a:lnTo>
                  <a:pt x="6553200" y="279400"/>
                </a:lnTo>
                <a:lnTo>
                  <a:pt x="6553200" y="298450"/>
                </a:lnTo>
                <a:lnTo>
                  <a:pt x="6546850" y="304800"/>
                </a:lnTo>
                <a:lnTo>
                  <a:pt x="6546850" y="342900"/>
                </a:lnTo>
                <a:lnTo>
                  <a:pt x="6540500" y="349250"/>
                </a:lnTo>
                <a:lnTo>
                  <a:pt x="6540500" y="393700"/>
                </a:lnTo>
                <a:lnTo>
                  <a:pt x="6534150" y="400050"/>
                </a:lnTo>
                <a:lnTo>
                  <a:pt x="6534150" y="444500"/>
                </a:lnTo>
                <a:lnTo>
                  <a:pt x="6527800" y="450850"/>
                </a:lnTo>
                <a:lnTo>
                  <a:pt x="6527800" y="469900"/>
                </a:lnTo>
                <a:lnTo>
                  <a:pt x="6534150" y="476250"/>
                </a:lnTo>
                <a:lnTo>
                  <a:pt x="6534150" y="488950"/>
                </a:lnTo>
                <a:lnTo>
                  <a:pt x="6546850" y="501650"/>
                </a:lnTo>
                <a:lnTo>
                  <a:pt x="6553200" y="495300"/>
                </a:lnTo>
                <a:lnTo>
                  <a:pt x="6565900" y="495300"/>
                </a:lnTo>
                <a:lnTo>
                  <a:pt x="6565900" y="488950"/>
                </a:lnTo>
                <a:lnTo>
                  <a:pt x="6572250" y="482600"/>
                </a:lnTo>
                <a:lnTo>
                  <a:pt x="6572250" y="412750"/>
                </a:lnTo>
                <a:lnTo>
                  <a:pt x="6578600" y="406400"/>
                </a:lnTo>
                <a:lnTo>
                  <a:pt x="6578600" y="368300"/>
                </a:lnTo>
                <a:lnTo>
                  <a:pt x="6584950" y="361950"/>
                </a:lnTo>
                <a:lnTo>
                  <a:pt x="6584950" y="311150"/>
                </a:lnTo>
                <a:lnTo>
                  <a:pt x="6591300" y="304800"/>
                </a:lnTo>
                <a:lnTo>
                  <a:pt x="6591300" y="273050"/>
                </a:lnTo>
                <a:lnTo>
                  <a:pt x="6584950" y="273050"/>
                </a:lnTo>
                <a:close/>
                <a:moveTo>
                  <a:pt x="6927850" y="260350"/>
                </a:moveTo>
                <a:lnTo>
                  <a:pt x="6915150" y="260350"/>
                </a:lnTo>
                <a:lnTo>
                  <a:pt x="6908800" y="254000"/>
                </a:lnTo>
                <a:lnTo>
                  <a:pt x="6902450" y="260350"/>
                </a:lnTo>
                <a:lnTo>
                  <a:pt x="6896100" y="260350"/>
                </a:lnTo>
                <a:lnTo>
                  <a:pt x="6889750" y="266700"/>
                </a:lnTo>
                <a:lnTo>
                  <a:pt x="6883400" y="266700"/>
                </a:lnTo>
                <a:lnTo>
                  <a:pt x="6870700" y="279400"/>
                </a:lnTo>
                <a:lnTo>
                  <a:pt x="6870700" y="285750"/>
                </a:lnTo>
                <a:lnTo>
                  <a:pt x="6851650" y="304800"/>
                </a:lnTo>
                <a:lnTo>
                  <a:pt x="6845300" y="298450"/>
                </a:lnTo>
                <a:lnTo>
                  <a:pt x="6845300" y="266700"/>
                </a:lnTo>
                <a:lnTo>
                  <a:pt x="6838950" y="260350"/>
                </a:lnTo>
                <a:lnTo>
                  <a:pt x="6819900" y="260350"/>
                </a:lnTo>
                <a:lnTo>
                  <a:pt x="6807200" y="273050"/>
                </a:lnTo>
                <a:lnTo>
                  <a:pt x="6807200" y="317500"/>
                </a:lnTo>
                <a:lnTo>
                  <a:pt x="6800850" y="323850"/>
                </a:lnTo>
                <a:lnTo>
                  <a:pt x="6800850" y="361950"/>
                </a:lnTo>
                <a:lnTo>
                  <a:pt x="6794500" y="368300"/>
                </a:lnTo>
                <a:lnTo>
                  <a:pt x="6794500" y="406400"/>
                </a:lnTo>
                <a:lnTo>
                  <a:pt x="6788150" y="412750"/>
                </a:lnTo>
                <a:lnTo>
                  <a:pt x="6788150" y="444500"/>
                </a:lnTo>
                <a:lnTo>
                  <a:pt x="6781800" y="450850"/>
                </a:lnTo>
                <a:lnTo>
                  <a:pt x="6781800" y="488950"/>
                </a:lnTo>
                <a:lnTo>
                  <a:pt x="6788150" y="495300"/>
                </a:lnTo>
                <a:lnTo>
                  <a:pt x="6807200" y="495300"/>
                </a:lnTo>
                <a:lnTo>
                  <a:pt x="6813550" y="501650"/>
                </a:lnTo>
                <a:lnTo>
                  <a:pt x="6819900" y="495300"/>
                </a:lnTo>
                <a:lnTo>
                  <a:pt x="6819900" y="476250"/>
                </a:lnTo>
                <a:lnTo>
                  <a:pt x="6826250" y="469900"/>
                </a:lnTo>
                <a:lnTo>
                  <a:pt x="6826250" y="431800"/>
                </a:lnTo>
                <a:lnTo>
                  <a:pt x="6832600" y="425450"/>
                </a:lnTo>
                <a:lnTo>
                  <a:pt x="6832600" y="400050"/>
                </a:lnTo>
                <a:lnTo>
                  <a:pt x="6838950" y="393700"/>
                </a:lnTo>
                <a:lnTo>
                  <a:pt x="6838950" y="381000"/>
                </a:lnTo>
                <a:lnTo>
                  <a:pt x="6845300" y="374650"/>
                </a:lnTo>
                <a:lnTo>
                  <a:pt x="6845300" y="368300"/>
                </a:lnTo>
                <a:lnTo>
                  <a:pt x="6851650" y="361950"/>
                </a:lnTo>
                <a:lnTo>
                  <a:pt x="6851650" y="355600"/>
                </a:lnTo>
                <a:lnTo>
                  <a:pt x="6858000" y="349250"/>
                </a:lnTo>
                <a:lnTo>
                  <a:pt x="6858000" y="342900"/>
                </a:lnTo>
                <a:lnTo>
                  <a:pt x="6870700" y="330200"/>
                </a:lnTo>
                <a:lnTo>
                  <a:pt x="6870700" y="323850"/>
                </a:lnTo>
                <a:lnTo>
                  <a:pt x="6889750" y="304800"/>
                </a:lnTo>
                <a:lnTo>
                  <a:pt x="6896100" y="304800"/>
                </a:lnTo>
                <a:lnTo>
                  <a:pt x="6902450" y="311150"/>
                </a:lnTo>
                <a:lnTo>
                  <a:pt x="6902450" y="368300"/>
                </a:lnTo>
                <a:lnTo>
                  <a:pt x="6896100" y="374650"/>
                </a:lnTo>
                <a:lnTo>
                  <a:pt x="6896100" y="419100"/>
                </a:lnTo>
                <a:lnTo>
                  <a:pt x="6889750" y="425450"/>
                </a:lnTo>
                <a:lnTo>
                  <a:pt x="6889750" y="476250"/>
                </a:lnTo>
                <a:lnTo>
                  <a:pt x="6896100" y="482600"/>
                </a:lnTo>
                <a:lnTo>
                  <a:pt x="6896100" y="495300"/>
                </a:lnTo>
                <a:lnTo>
                  <a:pt x="6915150" y="508000"/>
                </a:lnTo>
                <a:lnTo>
                  <a:pt x="6927850" y="508000"/>
                </a:lnTo>
                <a:lnTo>
                  <a:pt x="6934200" y="501650"/>
                </a:lnTo>
                <a:lnTo>
                  <a:pt x="6940550" y="501650"/>
                </a:lnTo>
                <a:lnTo>
                  <a:pt x="6953250" y="488950"/>
                </a:lnTo>
                <a:lnTo>
                  <a:pt x="6953250" y="476250"/>
                </a:lnTo>
                <a:lnTo>
                  <a:pt x="6959600" y="469900"/>
                </a:lnTo>
                <a:lnTo>
                  <a:pt x="6959600" y="463550"/>
                </a:lnTo>
                <a:lnTo>
                  <a:pt x="6953250" y="457200"/>
                </a:lnTo>
                <a:lnTo>
                  <a:pt x="6940550" y="469900"/>
                </a:lnTo>
                <a:lnTo>
                  <a:pt x="6934200" y="469900"/>
                </a:lnTo>
                <a:lnTo>
                  <a:pt x="6927850" y="463550"/>
                </a:lnTo>
                <a:lnTo>
                  <a:pt x="6927850" y="406400"/>
                </a:lnTo>
                <a:lnTo>
                  <a:pt x="6934200" y="400050"/>
                </a:lnTo>
                <a:lnTo>
                  <a:pt x="6934200" y="368300"/>
                </a:lnTo>
                <a:lnTo>
                  <a:pt x="6940550" y="361950"/>
                </a:lnTo>
                <a:lnTo>
                  <a:pt x="6940550" y="311150"/>
                </a:lnTo>
                <a:lnTo>
                  <a:pt x="6946900" y="304800"/>
                </a:lnTo>
                <a:lnTo>
                  <a:pt x="6946900" y="298450"/>
                </a:lnTo>
                <a:lnTo>
                  <a:pt x="6940550" y="292100"/>
                </a:lnTo>
                <a:lnTo>
                  <a:pt x="6940550" y="279400"/>
                </a:lnTo>
                <a:close/>
                <a:moveTo>
                  <a:pt x="6711950" y="247650"/>
                </a:moveTo>
                <a:lnTo>
                  <a:pt x="6692900" y="247650"/>
                </a:lnTo>
                <a:lnTo>
                  <a:pt x="6686550" y="254000"/>
                </a:lnTo>
                <a:lnTo>
                  <a:pt x="6680200" y="254000"/>
                </a:lnTo>
                <a:lnTo>
                  <a:pt x="6661150" y="273050"/>
                </a:lnTo>
                <a:lnTo>
                  <a:pt x="6661150" y="279400"/>
                </a:lnTo>
                <a:lnTo>
                  <a:pt x="6648450" y="292100"/>
                </a:lnTo>
                <a:lnTo>
                  <a:pt x="6648450" y="298450"/>
                </a:lnTo>
                <a:lnTo>
                  <a:pt x="6642100" y="304800"/>
                </a:lnTo>
                <a:lnTo>
                  <a:pt x="6642100" y="311150"/>
                </a:lnTo>
                <a:lnTo>
                  <a:pt x="6629400" y="330200"/>
                </a:lnTo>
                <a:lnTo>
                  <a:pt x="6629400" y="342900"/>
                </a:lnTo>
                <a:lnTo>
                  <a:pt x="6623050" y="349250"/>
                </a:lnTo>
                <a:lnTo>
                  <a:pt x="6623050" y="361950"/>
                </a:lnTo>
                <a:lnTo>
                  <a:pt x="6616700" y="368300"/>
                </a:lnTo>
                <a:lnTo>
                  <a:pt x="6616700" y="431800"/>
                </a:lnTo>
                <a:lnTo>
                  <a:pt x="6623050" y="438150"/>
                </a:lnTo>
                <a:lnTo>
                  <a:pt x="6623050" y="450850"/>
                </a:lnTo>
                <a:lnTo>
                  <a:pt x="6629400" y="457200"/>
                </a:lnTo>
                <a:lnTo>
                  <a:pt x="6629400" y="463550"/>
                </a:lnTo>
                <a:lnTo>
                  <a:pt x="6635750" y="469900"/>
                </a:lnTo>
                <a:lnTo>
                  <a:pt x="6635750" y="476250"/>
                </a:lnTo>
                <a:lnTo>
                  <a:pt x="6648450" y="488950"/>
                </a:lnTo>
                <a:lnTo>
                  <a:pt x="6661150" y="488950"/>
                </a:lnTo>
                <a:lnTo>
                  <a:pt x="6667500" y="495300"/>
                </a:lnTo>
                <a:lnTo>
                  <a:pt x="6686550" y="495300"/>
                </a:lnTo>
                <a:lnTo>
                  <a:pt x="6692900" y="488950"/>
                </a:lnTo>
                <a:lnTo>
                  <a:pt x="6705600" y="488950"/>
                </a:lnTo>
                <a:lnTo>
                  <a:pt x="6737350" y="457200"/>
                </a:lnTo>
                <a:lnTo>
                  <a:pt x="6737350" y="450850"/>
                </a:lnTo>
                <a:lnTo>
                  <a:pt x="6743700" y="444500"/>
                </a:lnTo>
                <a:lnTo>
                  <a:pt x="6743700" y="438150"/>
                </a:lnTo>
                <a:lnTo>
                  <a:pt x="6750050" y="431800"/>
                </a:lnTo>
                <a:lnTo>
                  <a:pt x="6750050" y="425450"/>
                </a:lnTo>
                <a:lnTo>
                  <a:pt x="6762750" y="406400"/>
                </a:lnTo>
                <a:lnTo>
                  <a:pt x="6762750" y="387350"/>
                </a:lnTo>
                <a:lnTo>
                  <a:pt x="6769100" y="381000"/>
                </a:lnTo>
                <a:lnTo>
                  <a:pt x="6769100" y="317500"/>
                </a:lnTo>
                <a:lnTo>
                  <a:pt x="6762750" y="311150"/>
                </a:lnTo>
                <a:lnTo>
                  <a:pt x="6762750" y="298450"/>
                </a:lnTo>
                <a:lnTo>
                  <a:pt x="6756400" y="292100"/>
                </a:lnTo>
                <a:lnTo>
                  <a:pt x="6756400" y="285750"/>
                </a:lnTo>
                <a:lnTo>
                  <a:pt x="6750050" y="285750"/>
                </a:lnTo>
                <a:lnTo>
                  <a:pt x="6743700" y="279400"/>
                </a:lnTo>
                <a:lnTo>
                  <a:pt x="6737350" y="279400"/>
                </a:lnTo>
                <a:lnTo>
                  <a:pt x="6731000" y="273050"/>
                </a:lnTo>
                <a:lnTo>
                  <a:pt x="6731000" y="260350"/>
                </a:lnTo>
                <a:close/>
                <a:moveTo>
                  <a:pt x="6711950" y="298450"/>
                </a:moveTo>
                <a:lnTo>
                  <a:pt x="6724650" y="311150"/>
                </a:lnTo>
                <a:lnTo>
                  <a:pt x="6724650" y="317500"/>
                </a:lnTo>
                <a:lnTo>
                  <a:pt x="6731000" y="323850"/>
                </a:lnTo>
                <a:lnTo>
                  <a:pt x="6731000" y="381000"/>
                </a:lnTo>
                <a:lnTo>
                  <a:pt x="6724650" y="387350"/>
                </a:lnTo>
                <a:lnTo>
                  <a:pt x="6724650" y="400050"/>
                </a:lnTo>
                <a:lnTo>
                  <a:pt x="6718300" y="406400"/>
                </a:lnTo>
                <a:lnTo>
                  <a:pt x="6718300" y="412750"/>
                </a:lnTo>
                <a:lnTo>
                  <a:pt x="6711950" y="419100"/>
                </a:lnTo>
                <a:lnTo>
                  <a:pt x="6711950" y="425450"/>
                </a:lnTo>
                <a:lnTo>
                  <a:pt x="6686550" y="450850"/>
                </a:lnTo>
                <a:lnTo>
                  <a:pt x="6673850" y="450850"/>
                </a:lnTo>
                <a:lnTo>
                  <a:pt x="6667500" y="444500"/>
                </a:lnTo>
                <a:lnTo>
                  <a:pt x="6667500" y="438150"/>
                </a:lnTo>
                <a:lnTo>
                  <a:pt x="6661150" y="431800"/>
                </a:lnTo>
                <a:lnTo>
                  <a:pt x="6661150" y="419100"/>
                </a:lnTo>
                <a:lnTo>
                  <a:pt x="6654800" y="412750"/>
                </a:lnTo>
                <a:lnTo>
                  <a:pt x="6654800" y="393700"/>
                </a:lnTo>
                <a:lnTo>
                  <a:pt x="6661150" y="387350"/>
                </a:lnTo>
                <a:lnTo>
                  <a:pt x="6661150" y="361950"/>
                </a:lnTo>
                <a:lnTo>
                  <a:pt x="6667500" y="355600"/>
                </a:lnTo>
                <a:lnTo>
                  <a:pt x="6667500" y="349250"/>
                </a:lnTo>
                <a:lnTo>
                  <a:pt x="6673850" y="342900"/>
                </a:lnTo>
                <a:lnTo>
                  <a:pt x="6673850" y="330200"/>
                </a:lnTo>
                <a:lnTo>
                  <a:pt x="6686550" y="317500"/>
                </a:lnTo>
                <a:lnTo>
                  <a:pt x="6686550" y="311150"/>
                </a:lnTo>
                <a:lnTo>
                  <a:pt x="6699250" y="298450"/>
                </a:lnTo>
                <a:close/>
                <a:moveTo>
                  <a:pt x="6311900" y="247650"/>
                </a:moveTo>
                <a:lnTo>
                  <a:pt x="6299200" y="247650"/>
                </a:lnTo>
                <a:lnTo>
                  <a:pt x="6292850" y="254000"/>
                </a:lnTo>
                <a:lnTo>
                  <a:pt x="6280150" y="254000"/>
                </a:lnTo>
                <a:lnTo>
                  <a:pt x="6261100" y="273050"/>
                </a:lnTo>
                <a:lnTo>
                  <a:pt x="6254750" y="273050"/>
                </a:lnTo>
                <a:lnTo>
                  <a:pt x="6254750" y="279400"/>
                </a:lnTo>
                <a:lnTo>
                  <a:pt x="6242050" y="292100"/>
                </a:lnTo>
                <a:lnTo>
                  <a:pt x="6242050" y="298450"/>
                </a:lnTo>
                <a:lnTo>
                  <a:pt x="6235700" y="304800"/>
                </a:lnTo>
                <a:lnTo>
                  <a:pt x="6235700" y="311150"/>
                </a:lnTo>
                <a:lnTo>
                  <a:pt x="6254750" y="323850"/>
                </a:lnTo>
                <a:lnTo>
                  <a:pt x="6261100" y="317500"/>
                </a:lnTo>
                <a:lnTo>
                  <a:pt x="6267450" y="317500"/>
                </a:lnTo>
                <a:lnTo>
                  <a:pt x="6267450" y="311150"/>
                </a:lnTo>
                <a:lnTo>
                  <a:pt x="6286500" y="292100"/>
                </a:lnTo>
                <a:lnTo>
                  <a:pt x="6292850" y="292100"/>
                </a:lnTo>
                <a:lnTo>
                  <a:pt x="6299200" y="285750"/>
                </a:lnTo>
                <a:lnTo>
                  <a:pt x="6305550" y="285750"/>
                </a:lnTo>
                <a:lnTo>
                  <a:pt x="6318250" y="298450"/>
                </a:lnTo>
                <a:lnTo>
                  <a:pt x="6318250" y="323850"/>
                </a:lnTo>
                <a:lnTo>
                  <a:pt x="6311900" y="330200"/>
                </a:lnTo>
                <a:lnTo>
                  <a:pt x="6311900" y="342900"/>
                </a:lnTo>
                <a:lnTo>
                  <a:pt x="6305550" y="349250"/>
                </a:lnTo>
                <a:lnTo>
                  <a:pt x="6299200" y="349250"/>
                </a:lnTo>
                <a:lnTo>
                  <a:pt x="6280150" y="336550"/>
                </a:lnTo>
                <a:lnTo>
                  <a:pt x="6267450" y="336550"/>
                </a:lnTo>
                <a:lnTo>
                  <a:pt x="6261100" y="342900"/>
                </a:lnTo>
                <a:lnTo>
                  <a:pt x="6254750" y="342900"/>
                </a:lnTo>
                <a:lnTo>
                  <a:pt x="6248400" y="349250"/>
                </a:lnTo>
                <a:lnTo>
                  <a:pt x="6242050" y="349250"/>
                </a:lnTo>
                <a:lnTo>
                  <a:pt x="6216650" y="374650"/>
                </a:lnTo>
                <a:lnTo>
                  <a:pt x="6216650" y="381000"/>
                </a:lnTo>
                <a:lnTo>
                  <a:pt x="6203950" y="400050"/>
                </a:lnTo>
                <a:lnTo>
                  <a:pt x="6203950" y="425450"/>
                </a:lnTo>
                <a:lnTo>
                  <a:pt x="6197600" y="431800"/>
                </a:lnTo>
                <a:lnTo>
                  <a:pt x="6197600" y="450850"/>
                </a:lnTo>
                <a:lnTo>
                  <a:pt x="6203950" y="457200"/>
                </a:lnTo>
                <a:lnTo>
                  <a:pt x="6203950" y="476250"/>
                </a:lnTo>
                <a:lnTo>
                  <a:pt x="6223000" y="495300"/>
                </a:lnTo>
                <a:lnTo>
                  <a:pt x="6229350" y="495300"/>
                </a:lnTo>
                <a:lnTo>
                  <a:pt x="6235700" y="501650"/>
                </a:lnTo>
                <a:lnTo>
                  <a:pt x="6242050" y="501650"/>
                </a:lnTo>
                <a:lnTo>
                  <a:pt x="6248400" y="495300"/>
                </a:lnTo>
                <a:lnTo>
                  <a:pt x="6254750" y="495300"/>
                </a:lnTo>
                <a:lnTo>
                  <a:pt x="6261100" y="488950"/>
                </a:lnTo>
                <a:lnTo>
                  <a:pt x="6267450" y="488950"/>
                </a:lnTo>
                <a:lnTo>
                  <a:pt x="6299200" y="457200"/>
                </a:lnTo>
                <a:lnTo>
                  <a:pt x="6305550" y="463550"/>
                </a:lnTo>
                <a:lnTo>
                  <a:pt x="6305550" y="469900"/>
                </a:lnTo>
                <a:lnTo>
                  <a:pt x="6311900" y="476250"/>
                </a:lnTo>
                <a:lnTo>
                  <a:pt x="6311900" y="482600"/>
                </a:lnTo>
                <a:lnTo>
                  <a:pt x="6318250" y="488950"/>
                </a:lnTo>
                <a:lnTo>
                  <a:pt x="6318250" y="495300"/>
                </a:lnTo>
                <a:lnTo>
                  <a:pt x="6324600" y="495300"/>
                </a:lnTo>
                <a:lnTo>
                  <a:pt x="6330950" y="501650"/>
                </a:lnTo>
                <a:lnTo>
                  <a:pt x="6337300" y="501650"/>
                </a:lnTo>
                <a:lnTo>
                  <a:pt x="6343650" y="495300"/>
                </a:lnTo>
                <a:lnTo>
                  <a:pt x="6350000" y="495300"/>
                </a:lnTo>
                <a:lnTo>
                  <a:pt x="6356350" y="488950"/>
                </a:lnTo>
                <a:lnTo>
                  <a:pt x="6350000" y="482600"/>
                </a:lnTo>
                <a:lnTo>
                  <a:pt x="6362700" y="469900"/>
                </a:lnTo>
                <a:lnTo>
                  <a:pt x="6369050" y="469900"/>
                </a:lnTo>
                <a:lnTo>
                  <a:pt x="6369050" y="457200"/>
                </a:lnTo>
                <a:lnTo>
                  <a:pt x="6362700" y="457200"/>
                </a:lnTo>
                <a:lnTo>
                  <a:pt x="6356350" y="463550"/>
                </a:lnTo>
                <a:lnTo>
                  <a:pt x="6350000" y="463550"/>
                </a:lnTo>
                <a:lnTo>
                  <a:pt x="6337300" y="450850"/>
                </a:lnTo>
                <a:lnTo>
                  <a:pt x="6337300" y="406400"/>
                </a:lnTo>
                <a:lnTo>
                  <a:pt x="6343650" y="400050"/>
                </a:lnTo>
                <a:lnTo>
                  <a:pt x="6343650" y="368300"/>
                </a:lnTo>
                <a:lnTo>
                  <a:pt x="6350000" y="361950"/>
                </a:lnTo>
                <a:lnTo>
                  <a:pt x="6350000" y="311150"/>
                </a:lnTo>
                <a:lnTo>
                  <a:pt x="6356350" y="304800"/>
                </a:lnTo>
                <a:lnTo>
                  <a:pt x="6356350" y="285750"/>
                </a:lnTo>
                <a:lnTo>
                  <a:pt x="6343650" y="266700"/>
                </a:lnTo>
                <a:lnTo>
                  <a:pt x="6330950" y="266700"/>
                </a:lnTo>
                <a:lnTo>
                  <a:pt x="6324600" y="260350"/>
                </a:lnTo>
                <a:lnTo>
                  <a:pt x="6324600" y="254000"/>
                </a:lnTo>
                <a:lnTo>
                  <a:pt x="6318250" y="254000"/>
                </a:lnTo>
                <a:close/>
                <a:moveTo>
                  <a:pt x="6299200" y="368300"/>
                </a:moveTo>
                <a:lnTo>
                  <a:pt x="6305550" y="374650"/>
                </a:lnTo>
                <a:lnTo>
                  <a:pt x="6305550" y="387350"/>
                </a:lnTo>
                <a:lnTo>
                  <a:pt x="6299200" y="393700"/>
                </a:lnTo>
                <a:lnTo>
                  <a:pt x="6299200" y="406400"/>
                </a:lnTo>
                <a:lnTo>
                  <a:pt x="6292850" y="412750"/>
                </a:lnTo>
                <a:lnTo>
                  <a:pt x="6292850" y="425450"/>
                </a:lnTo>
                <a:lnTo>
                  <a:pt x="6261100" y="457200"/>
                </a:lnTo>
                <a:lnTo>
                  <a:pt x="6254750" y="457200"/>
                </a:lnTo>
                <a:lnTo>
                  <a:pt x="6242050" y="444500"/>
                </a:lnTo>
                <a:lnTo>
                  <a:pt x="6242050" y="419100"/>
                </a:lnTo>
                <a:lnTo>
                  <a:pt x="6248400" y="412750"/>
                </a:lnTo>
                <a:lnTo>
                  <a:pt x="6248400" y="400050"/>
                </a:lnTo>
                <a:lnTo>
                  <a:pt x="6280150" y="368300"/>
                </a:lnTo>
                <a:close/>
                <a:moveTo>
                  <a:pt x="6197600" y="247650"/>
                </a:moveTo>
                <a:lnTo>
                  <a:pt x="6172200" y="247650"/>
                </a:lnTo>
                <a:lnTo>
                  <a:pt x="6165850" y="254000"/>
                </a:lnTo>
                <a:lnTo>
                  <a:pt x="6159500" y="254000"/>
                </a:lnTo>
                <a:lnTo>
                  <a:pt x="6140450" y="273050"/>
                </a:lnTo>
                <a:lnTo>
                  <a:pt x="6140450" y="279400"/>
                </a:lnTo>
                <a:lnTo>
                  <a:pt x="6127750" y="292100"/>
                </a:lnTo>
                <a:lnTo>
                  <a:pt x="6121400" y="285750"/>
                </a:lnTo>
                <a:lnTo>
                  <a:pt x="6121400" y="247650"/>
                </a:lnTo>
                <a:lnTo>
                  <a:pt x="6089650" y="247650"/>
                </a:lnTo>
                <a:lnTo>
                  <a:pt x="6089650" y="266700"/>
                </a:lnTo>
                <a:lnTo>
                  <a:pt x="6083300" y="273050"/>
                </a:lnTo>
                <a:lnTo>
                  <a:pt x="6083300" y="330200"/>
                </a:lnTo>
                <a:lnTo>
                  <a:pt x="6076950" y="336550"/>
                </a:lnTo>
                <a:lnTo>
                  <a:pt x="6076950" y="381000"/>
                </a:lnTo>
                <a:lnTo>
                  <a:pt x="6070600" y="387350"/>
                </a:lnTo>
                <a:lnTo>
                  <a:pt x="6070600" y="419100"/>
                </a:lnTo>
                <a:lnTo>
                  <a:pt x="6064250" y="425450"/>
                </a:lnTo>
                <a:lnTo>
                  <a:pt x="6064250" y="488950"/>
                </a:lnTo>
                <a:lnTo>
                  <a:pt x="6070600" y="495300"/>
                </a:lnTo>
                <a:lnTo>
                  <a:pt x="6076950" y="495300"/>
                </a:lnTo>
                <a:lnTo>
                  <a:pt x="6083300" y="488950"/>
                </a:lnTo>
                <a:lnTo>
                  <a:pt x="6089650" y="495300"/>
                </a:lnTo>
                <a:lnTo>
                  <a:pt x="6096000" y="495300"/>
                </a:lnTo>
                <a:lnTo>
                  <a:pt x="6102350" y="488950"/>
                </a:lnTo>
                <a:lnTo>
                  <a:pt x="6102350" y="457200"/>
                </a:lnTo>
                <a:lnTo>
                  <a:pt x="6108700" y="450850"/>
                </a:lnTo>
                <a:lnTo>
                  <a:pt x="6108700" y="406400"/>
                </a:lnTo>
                <a:lnTo>
                  <a:pt x="6115050" y="400050"/>
                </a:lnTo>
                <a:lnTo>
                  <a:pt x="6115050" y="374650"/>
                </a:lnTo>
                <a:lnTo>
                  <a:pt x="6121400" y="368300"/>
                </a:lnTo>
                <a:lnTo>
                  <a:pt x="6121400" y="361950"/>
                </a:lnTo>
                <a:lnTo>
                  <a:pt x="6134100" y="342900"/>
                </a:lnTo>
                <a:lnTo>
                  <a:pt x="6134100" y="330200"/>
                </a:lnTo>
                <a:lnTo>
                  <a:pt x="6153150" y="311150"/>
                </a:lnTo>
                <a:lnTo>
                  <a:pt x="6153150" y="304800"/>
                </a:lnTo>
                <a:lnTo>
                  <a:pt x="6159500" y="298450"/>
                </a:lnTo>
                <a:lnTo>
                  <a:pt x="6165850" y="298450"/>
                </a:lnTo>
                <a:lnTo>
                  <a:pt x="6172200" y="292100"/>
                </a:lnTo>
                <a:lnTo>
                  <a:pt x="6184900" y="292100"/>
                </a:lnTo>
                <a:lnTo>
                  <a:pt x="6191250" y="298450"/>
                </a:lnTo>
                <a:lnTo>
                  <a:pt x="6203950" y="298450"/>
                </a:lnTo>
                <a:lnTo>
                  <a:pt x="6210300" y="292100"/>
                </a:lnTo>
                <a:lnTo>
                  <a:pt x="6210300" y="285750"/>
                </a:lnTo>
                <a:lnTo>
                  <a:pt x="6216650" y="279400"/>
                </a:lnTo>
                <a:lnTo>
                  <a:pt x="6216650" y="266700"/>
                </a:lnTo>
                <a:close/>
                <a:moveTo>
                  <a:pt x="1600200" y="247650"/>
                </a:moveTo>
                <a:lnTo>
                  <a:pt x="1587500" y="247650"/>
                </a:lnTo>
                <a:lnTo>
                  <a:pt x="1587500" y="254000"/>
                </a:lnTo>
                <a:lnTo>
                  <a:pt x="1581150" y="260350"/>
                </a:lnTo>
                <a:lnTo>
                  <a:pt x="1574800" y="260350"/>
                </a:lnTo>
                <a:lnTo>
                  <a:pt x="1587500" y="260350"/>
                </a:lnTo>
                <a:close/>
                <a:moveTo>
                  <a:pt x="1371600" y="247650"/>
                </a:moveTo>
                <a:lnTo>
                  <a:pt x="1377950" y="254000"/>
                </a:lnTo>
                <a:lnTo>
                  <a:pt x="1377950" y="260350"/>
                </a:lnTo>
                <a:lnTo>
                  <a:pt x="1384300" y="260350"/>
                </a:lnTo>
                <a:lnTo>
                  <a:pt x="1384300" y="254000"/>
                </a:lnTo>
                <a:lnTo>
                  <a:pt x="1377950" y="247650"/>
                </a:lnTo>
                <a:close/>
                <a:moveTo>
                  <a:pt x="6000750" y="234950"/>
                </a:moveTo>
                <a:lnTo>
                  <a:pt x="5988050" y="234950"/>
                </a:lnTo>
                <a:lnTo>
                  <a:pt x="5981700" y="241300"/>
                </a:lnTo>
                <a:lnTo>
                  <a:pt x="5969000" y="241300"/>
                </a:lnTo>
                <a:lnTo>
                  <a:pt x="5956300" y="254000"/>
                </a:lnTo>
                <a:lnTo>
                  <a:pt x="5949950" y="254000"/>
                </a:lnTo>
                <a:lnTo>
                  <a:pt x="5943600" y="260350"/>
                </a:lnTo>
                <a:lnTo>
                  <a:pt x="5943600" y="266700"/>
                </a:lnTo>
                <a:lnTo>
                  <a:pt x="5930900" y="279400"/>
                </a:lnTo>
                <a:lnTo>
                  <a:pt x="5930900" y="285750"/>
                </a:lnTo>
                <a:lnTo>
                  <a:pt x="5924550" y="292100"/>
                </a:lnTo>
                <a:lnTo>
                  <a:pt x="5924550" y="298450"/>
                </a:lnTo>
                <a:lnTo>
                  <a:pt x="5911850" y="311150"/>
                </a:lnTo>
                <a:lnTo>
                  <a:pt x="5911850" y="323850"/>
                </a:lnTo>
                <a:lnTo>
                  <a:pt x="5905500" y="330200"/>
                </a:lnTo>
                <a:lnTo>
                  <a:pt x="5905500" y="342900"/>
                </a:lnTo>
                <a:lnTo>
                  <a:pt x="5899150" y="349250"/>
                </a:lnTo>
                <a:lnTo>
                  <a:pt x="5899150" y="355600"/>
                </a:lnTo>
                <a:lnTo>
                  <a:pt x="5886450" y="368300"/>
                </a:lnTo>
                <a:lnTo>
                  <a:pt x="5886450" y="381000"/>
                </a:lnTo>
                <a:lnTo>
                  <a:pt x="5892800" y="387350"/>
                </a:lnTo>
                <a:lnTo>
                  <a:pt x="5892800" y="438150"/>
                </a:lnTo>
                <a:lnTo>
                  <a:pt x="5899150" y="444500"/>
                </a:lnTo>
                <a:lnTo>
                  <a:pt x="5899150" y="457200"/>
                </a:lnTo>
                <a:lnTo>
                  <a:pt x="5905500" y="463550"/>
                </a:lnTo>
                <a:lnTo>
                  <a:pt x="5905500" y="469900"/>
                </a:lnTo>
                <a:lnTo>
                  <a:pt x="5911850" y="476250"/>
                </a:lnTo>
                <a:lnTo>
                  <a:pt x="5911850" y="482600"/>
                </a:lnTo>
                <a:lnTo>
                  <a:pt x="5918200" y="482600"/>
                </a:lnTo>
                <a:lnTo>
                  <a:pt x="5930900" y="495300"/>
                </a:lnTo>
                <a:lnTo>
                  <a:pt x="5937250" y="495300"/>
                </a:lnTo>
                <a:lnTo>
                  <a:pt x="5943600" y="501650"/>
                </a:lnTo>
                <a:lnTo>
                  <a:pt x="5956300" y="501650"/>
                </a:lnTo>
                <a:lnTo>
                  <a:pt x="5962650" y="495300"/>
                </a:lnTo>
                <a:lnTo>
                  <a:pt x="5981700" y="495300"/>
                </a:lnTo>
                <a:lnTo>
                  <a:pt x="5988050" y="488950"/>
                </a:lnTo>
                <a:lnTo>
                  <a:pt x="5994400" y="488950"/>
                </a:lnTo>
                <a:lnTo>
                  <a:pt x="6007100" y="476250"/>
                </a:lnTo>
                <a:lnTo>
                  <a:pt x="6013450" y="476250"/>
                </a:lnTo>
                <a:lnTo>
                  <a:pt x="6038850" y="450850"/>
                </a:lnTo>
                <a:lnTo>
                  <a:pt x="6038850" y="444500"/>
                </a:lnTo>
                <a:lnTo>
                  <a:pt x="6045200" y="438150"/>
                </a:lnTo>
                <a:lnTo>
                  <a:pt x="6038850" y="438150"/>
                </a:lnTo>
                <a:lnTo>
                  <a:pt x="6032500" y="431800"/>
                </a:lnTo>
                <a:lnTo>
                  <a:pt x="6032500" y="425450"/>
                </a:lnTo>
                <a:lnTo>
                  <a:pt x="6038850" y="419100"/>
                </a:lnTo>
                <a:lnTo>
                  <a:pt x="6038850" y="412750"/>
                </a:lnTo>
                <a:lnTo>
                  <a:pt x="6032500" y="419100"/>
                </a:lnTo>
                <a:lnTo>
                  <a:pt x="6026150" y="419100"/>
                </a:lnTo>
                <a:lnTo>
                  <a:pt x="5994400" y="450850"/>
                </a:lnTo>
                <a:lnTo>
                  <a:pt x="5988050" y="450850"/>
                </a:lnTo>
                <a:lnTo>
                  <a:pt x="5981700" y="457200"/>
                </a:lnTo>
                <a:lnTo>
                  <a:pt x="5956300" y="457200"/>
                </a:lnTo>
                <a:lnTo>
                  <a:pt x="5937250" y="438150"/>
                </a:lnTo>
                <a:lnTo>
                  <a:pt x="5937250" y="400050"/>
                </a:lnTo>
                <a:lnTo>
                  <a:pt x="5943600" y="393700"/>
                </a:lnTo>
                <a:lnTo>
                  <a:pt x="5969000" y="393700"/>
                </a:lnTo>
                <a:lnTo>
                  <a:pt x="5975350" y="387350"/>
                </a:lnTo>
                <a:lnTo>
                  <a:pt x="5988050" y="387350"/>
                </a:lnTo>
                <a:lnTo>
                  <a:pt x="6032500" y="342900"/>
                </a:lnTo>
                <a:lnTo>
                  <a:pt x="6032500" y="336550"/>
                </a:lnTo>
                <a:lnTo>
                  <a:pt x="6045200" y="317500"/>
                </a:lnTo>
                <a:lnTo>
                  <a:pt x="6045200" y="273050"/>
                </a:lnTo>
                <a:lnTo>
                  <a:pt x="6032500" y="260350"/>
                </a:lnTo>
                <a:lnTo>
                  <a:pt x="6032500" y="254000"/>
                </a:lnTo>
                <a:lnTo>
                  <a:pt x="6019800" y="241300"/>
                </a:lnTo>
                <a:lnTo>
                  <a:pt x="6007100" y="241300"/>
                </a:lnTo>
                <a:close/>
                <a:moveTo>
                  <a:pt x="6007100" y="279400"/>
                </a:moveTo>
                <a:lnTo>
                  <a:pt x="6013450" y="285750"/>
                </a:lnTo>
                <a:lnTo>
                  <a:pt x="6013450" y="311150"/>
                </a:lnTo>
                <a:lnTo>
                  <a:pt x="6007100" y="317500"/>
                </a:lnTo>
                <a:lnTo>
                  <a:pt x="6007100" y="323850"/>
                </a:lnTo>
                <a:lnTo>
                  <a:pt x="5981700" y="349250"/>
                </a:lnTo>
                <a:lnTo>
                  <a:pt x="5975350" y="349250"/>
                </a:lnTo>
                <a:lnTo>
                  <a:pt x="5962650" y="361950"/>
                </a:lnTo>
                <a:lnTo>
                  <a:pt x="5956300" y="361950"/>
                </a:lnTo>
                <a:lnTo>
                  <a:pt x="5943600" y="349250"/>
                </a:lnTo>
                <a:lnTo>
                  <a:pt x="5949950" y="342900"/>
                </a:lnTo>
                <a:lnTo>
                  <a:pt x="5949950" y="330200"/>
                </a:lnTo>
                <a:lnTo>
                  <a:pt x="5956300" y="323850"/>
                </a:lnTo>
                <a:lnTo>
                  <a:pt x="5956300" y="317500"/>
                </a:lnTo>
                <a:lnTo>
                  <a:pt x="5962650" y="311150"/>
                </a:lnTo>
                <a:lnTo>
                  <a:pt x="5962650" y="304800"/>
                </a:lnTo>
                <a:lnTo>
                  <a:pt x="5988050" y="279400"/>
                </a:lnTo>
                <a:close/>
                <a:moveTo>
                  <a:pt x="5848350" y="241300"/>
                </a:moveTo>
                <a:lnTo>
                  <a:pt x="5842000" y="241300"/>
                </a:lnTo>
                <a:lnTo>
                  <a:pt x="5835650" y="234950"/>
                </a:lnTo>
                <a:lnTo>
                  <a:pt x="5829300" y="234950"/>
                </a:lnTo>
                <a:lnTo>
                  <a:pt x="5822950" y="241300"/>
                </a:lnTo>
                <a:lnTo>
                  <a:pt x="5810250" y="241300"/>
                </a:lnTo>
                <a:lnTo>
                  <a:pt x="5765800" y="285750"/>
                </a:lnTo>
                <a:lnTo>
                  <a:pt x="5759450" y="279400"/>
                </a:lnTo>
                <a:lnTo>
                  <a:pt x="5759450" y="260350"/>
                </a:lnTo>
                <a:lnTo>
                  <a:pt x="5765800" y="254000"/>
                </a:lnTo>
                <a:lnTo>
                  <a:pt x="5759450" y="247650"/>
                </a:lnTo>
                <a:lnTo>
                  <a:pt x="5759450" y="241300"/>
                </a:lnTo>
                <a:lnTo>
                  <a:pt x="5734050" y="241300"/>
                </a:lnTo>
                <a:lnTo>
                  <a:pt x="5727700" y="247650"/>
                </a:lnTo>
                <a:lnTo>
                  <a:pt x="5727700" y="260350"/>
                </a:lnTo>
                <a:lnTo>
                  <a:pt x="5721350" y="266700"/>
                </a:lnTo>
                <a:lnTo>
                  <a:pt x="5721350" y="304800"/>
                </a:lnTo>
                <a:lnTo>
                  <a:pt x="5715000" y="311150"/>
                </a:lnTo>
                <a:lnTo>
                  <a:pt x="5715000" y="342900"/>
                </a:lnTo>
                <a:lnTo>
                  <a:pt x="5708650" y="349250"/>
                </a:lnTo>
                <a:lnTo>
                  <a:pt x="5708650" y="387350"/>
                </a:lnTo>
                <a:lnTo>
                  <a:pt x="5702300" y="393700"/>
                </a:lnTo>
                <a:lnTo>
                  <a:pt x="5702300" y="425450"/>
                </a:lnTo>
                <a:lnTo>
                  <a:pt x="5695950" y="431800"/>
                </a:lnTo>
                <a:lnTo>
                  <a:pt x="5695950" y="482600"/>
                </a:lnTo>
                <a:lnTo>
                  <a:pt x="5702300" y="488950"/>
                </a:lnTo>
                <a:lnTo>
                  <a:pt x="5715000" y="488950"/>
                </a:lnTo>
                <a:lnTo>
                  <a:pt x="5721350" y="495300"/>
                </a:lnTo>
                <a:lnTo>
                  <a:pt x="5727700" y="495300"/>
                </a:lnTo>
                <a:lnTo>
                  <a:pt x="5734050" y="488950"/>
                </a:lnTo>
                <a:lnTo>
                  <a:pt x="5734050" y="476250"/>
                </a:lnTo>
                <a:lnTo>
                  <a:pt x="5740400" y="469900"/>
                </a:lnTo>
                <a:lnTo>
                  <a:pt x="5740400" y="431800"/>
                </a:lnTo>
                <a:lnTo>
                  <a:pt x="5746750" y="425450"/>
                </a:lnTo>
                <a:lnTo>
                  <a:pt x="5746750" y="393700"/>
                </a:lnTo>
                <a:lnTo>
                  <a:pt x="5753100" y="387350"/>
                </a:lnTo>
                <a:lnTo>
                  <a:pt x="5753100" y="374650"/>
                </a:lnTo>
                <a:lnTo>
                  <a:pt x="5759450" y="368300"/>
                </a:lnTo>
                <a:lnTo>
                  <a:pt x="5759450" y="355600"/>
                </a:lnTo>
                <a:lnTo>
                  <a:pt x="5765800" y="349250"/>
                </a:lnTo>
                <a:lnTo>
                  <a:pt x="5765800" y="342900"/>
                </a:lnTo>
                <a:lnTo>
                  <a:pt x="5772150" y="336550"/>
                </a:lnTo>
                <a:lnTo>
                  <a:pt x="5772150" y="330200"/>
                </a:lnTo>
                <a:lnTo>
                  <a:pt x="5784850" y="317500"/>
                </a:lnTo>
                <a:lnTo>
                  <a:pt x="5784850" y="311150"/>
                </a:lnTo>
                <a:lnTo>
                  <a:pt x="5810250" y="285750"/>
                </a:lnTo>
                <a:lnTo>
                  <a:pt x="5816600" y="285750"/>
                </a:lnTo>
                <a:lnTo>
                  <a:pt x="5822950" y="292100"/>
                </a:lnTo>
                <a:lnTo>
                  <a:pt x="5822950" y="349250"/>
                </a:lnTo>
                <a:lnTo>
                  <a:pt x="5816600" y="355600"/>
                </a:lnTo>
                <a:lnTo>
                  <a:pt x="5816600" y="387350"/>
                </a:lnTo>
                <a:lnTo>
                  <a:pt x="5810250" y="393700"/>
                </a:lnTo>
                <a:lnTo>
                  <a:pt x="5810250" y="469900"/>
                </a:lnTo>
                <a:lnTo>
                  <a:pt x="5816600" y="476250"/>
                </a:lnTo>
                <a:lnTo>
                  <a:pt x="5816600" y="482600"/>
                </a:lnTo>
                <a:lnTo>
                  <a:pt x="5835650" y="501650"/>
                </a:lnTo>
                <a:lnTo>
                  <a:pt x="5848350" y="501650"/>
                </a:lnTo>
                <a:lnTo>
                  <a:pt x="5867400" y="488950"/>
                </a:lnTo>
                <a:lnTo>
                  <a:pt x="5867400" y="482600"/>
                </a:lnTo>
                <a:lnTo>
                  <a:pt x="5873750" y="476250"/>
                </a:lnTo>
                <a:lnTo>
                  <a:pt x="5873750" y="463550"/>
                </a:lnTo>
                <a:lnTo>
                  <a:pt x="5880100" y="457200"/>
                </a:lnTo>
                <a:lnTo>
                  <a:pt x="5880100" y="444500"/>
                </a:lnTo>
                <a:lnTo>
                  <a:pt x="5861050" y="463550"/>
                </a:lnTo>
                <a:lnTo>
                  <a:pt x="5854700" y="463550"/>
                </a:lnTo>
                <a:lnTo>
                  <a:pt x="5848350" y="457200"/>
                </a:lnTo>
                <a:lnTo>
                  <a:pt x="5848350" y="412750"/>
                </a:lnTo>
                <a:lnTo>
                  <a:pt x="5854700" y="406400"/>
                </a:lnTo>
                <a:lnTo>
                  <a:pt x="5854700" y="374650"/>
                </a:lnTo>
                <a:lnTo>
                  <a:pt x="5861050" y="368300"/>
                </a:lnTo>
                <a:lnTo>
                  <a:pt x="5861050" y="330200"/>
                </a:lnTo>
                <a:lnTo>
                  <a:pt x="5867400" y="323850"/>
                </a:lnTo>
                <a:lnTo>
                  <a:pt x="5867400" y="273050"/>
                </a:lnTo>
                <a:lnTo>
                  <a:pt x="5861050" y="266700"/>
                </a:lnTo>
                <a:lnTo>
                  <a:pt x="5861050" y="254000"/>
                </a:lnTo>
                <a:close/>
                <a:moveTo>
                  <a:pt x="3524250" y="234950"/>
                </a:moveTo>
                <a:lnTo>
                  <a:pt x="3517900" y="234950"/>
                </a:lnTo>
                <a:lnTo>
                  <a:pt x="3498850" y="254000"/>
                </a:lnTo>
                <a:lnTo>
                  <a:pt x="3498850" y="279400"/>
                </a:lnTo>
                <a:lnTo>
                  <a:pt x="3492500" y="285750"/>
                </a:lnTo>
                <a:lnTo>
                  <a:pt x="3492500" y="311150"/>
                </a:lnTo>
                <a:lnTo>
                  <a:pt x="3486150" y="317500"/>
                </a:lnTo>
                <a:lnTo>
                  <a:pt x="3486150" y="342900"/>
                </a:lnTo>
                <a:lnTo>
                  <a:pt x="3479800" y="349250"/>
                </a:lnTo>
                <a:lnTo>
                  <a:pt x="3479800" y="393700"/>
                </a:lnTo>
                <a:lnTo>
                  <a:pt x="3473450" y="400050"/>
                </a:lnTo>
                <a:lnTo>
                  <a:pt x="3473450" y="482600"/>
                </a:lnTo>
                <a:lnTo>
                  <a:pt x="3492500" y="501650"/>
                </a:lnTo>
                <a:lnTo>
                  <a:pt x="3498850" y="495300"/>
                </a:lnTo>
                <a:lnTo>
                  <a:pt x="3511550" y="495300"/>
                </a:lnTo>
                <a:lnTo>
                  <a:pt x="3517900" y="488950"/>
                </a:lnTo>
                <a:lnTo>
                  <a:pt x="3517900" y="476250"/>
                </a:lnTo>
                <a:lnTo>
                  <a:pt x="3524250" y="469900"/>
                </a:lnTo>
                <a:lnTo>
                  <a:pt x="3524250" y="406400"/>
                </a:lnTo>
                <a:lnTo>
                  <a:pt x="3530600" y="400050"/>
                </a:lnTo>
                <a:lnTo>
                  <a:pt x="3530600" y="368300"/>
                </a:lnTo>
                <a:lnTo>
                  <a:pt x="3536950" y="361950"/>
                </a:lnTo>
                <a:lnTo>
                  <a:pt x="3536950" y="330200"/>
                </a:lnTo>
                <a:lnTo>
                  <a:pt x="3543300" y="323850"/>
                </a:lnTo>
                <a:lnTo>
                  <a:pt x="3543300" y="279400"/>
                </a:lnTo>
                <a:lnTo>
                  <a:pt x="3549650" y="273050"/>
                </a:lnTo>
                <a:lnTo>
                  <a:pt x="3549650" y="247650"/>
                </a:lnTo>
                <a:lnTo>
                  <a:pt x="3543300" y="241300"/>
                </a:lnTo>
                <a:lnTo>
                  <a:pt x="3530600" y="241300"/>
                </a:lnTo>
                <a:close/>
                <a:moveTo>
                  <a:pt x="3517900" y="393700"/>
                </a:moveTo>
                <a:lnTo>
                  <a:pt x="3524250" y="387350"/>
                </a:lnTo>
                <a:lnTo>
                  <a:pt x="3530600" y="393700"/>
                </a:lnTo>
                <a:lnTo>
                  <a:pt x="3530600" y="400050"/>
                </a:lnTo>
                <a:lnTo>
                  <a:pt x="3524250" y="406400"/>
                </a:lnTo>
                <a:lnTo>
                  <a:pt x="3517900" y="400050"/>
                </a:lnTo>
                <a:close/>
                <a:moveTo>
                  <a:pt x="5626100" y="228600"/>
                </a:moveTo>
                <a:lnTo>
                  <a:pt x="5619750" y="228600"/>
                </a:lnTo>
                <a:lnTo>
                  <a:pt x="5613400" y="234950"/>
                </a:lnTo>
                <a:lnTo>
                  <a:pt x="5600700" y="234950"/>
                </a:lnTo>
                <a:lnTo>
                  <a:pt x="5594350" y="241300"/>
                </a:lnTo>
                <a:lnTo>
                  <a:pt x="5588000" y="241300"/>
                </a:lnTo>
                <a:lnTo>
                  <a:pt x="5556250" y="273050"/>
                </a:lnTo>
                <a:lnTo>
                  <a:pt x="5556250" y="279400"/>
                </a:lnTo>
                <a:lnTo>
                  <a:pt x="5549900" y="285750"/>
                </a:lnTo>
                <a:lnTo>
                  <a:pt x="5549900" y="292100"/>
                </a:lnTo>
                <a:lnTo>
                  <a:pt x="5543550" y="298450"/>
                </a:lnTo>
                <a:lnTo>
                  <a:pt x="5543550" y="304800"/>
                </a:lnTo>
                <a:lnTo>
                  <a:pt x="5537200" y="311150"/>
                </a:lnTo>
                <a:lnTo>
                  <a:pt x="5537200" y="317500"/>
                </a:lnTo>
                <a:lnTo>
                  <a:pt x="5524500" y="336550"/>
                </a:lnTo>
                <a:lnTo>
                  <a:pt x="5524500" y="355600"/>
                </a:lnTo>
                <a:lnTo>
                  <a:pt x="5518150" y="361950"/>
                </a:lnTo>
                <a:lnTo>
                  <a:pt x="5511800" y="361950"/>
                </a:lnTo>
                <a:lnTo>
                  <a:pt x="5511800" y="387350"/>
                </a:lnTo>
                <a:lnTo>
                  <a:pt x="5518150" y="393700"/>
                </a:lnTo>
                <a:lnTo>
                  <a:pt x="5518150" y="438150"/>
                </a:lnTo>
                <a:lnTo>
                  <a:pt x="5524500" y="444500"/>
                </a:lnTo>
                <a:lnTo>
                  <a:pt x="5524500" y="457200"/>
                </a:lnTo>
                <a:lnTo>
                  <a:pt x="5530850" y="463550"/>
                </a:lnTo>
                <a:lnTo>
                  <a:pt x="5530850" y="469900"/>
                </a:lnTo>
                <a:lnTo>
                  <a:pt x="5556250" y="495300"/>
                </a:lnTo>
                <a:lnTo>
                  <a:pt x="5562600" y="495300"/>
                </a:lnTo>
                <a:lnTo>
                  <a:pt x="5568950" y="501650"/>
                </a:lnTo>
                <a:lnTo>
                  <a:pt x="5581650" y="501650"/>
                </a:lnTo>
                <a:lnTo>
                  <a:pt x="5588000" y="495300"/>
                </a:lnTo>
                <a:lnTo>
                  <a:pt x="5607050" y="495300"/>
                </a:lnTo>
                <a:lnTo>
                  <a:pt x="5613400" y="488950"/>
                </a:lnTo>
                <a:lnTo>
                  <a:pt x="5619750" y="488950"/>
                </a:lnTo>
                <a:lnTo>
                  <a:pt x="5626100" y="482600"/>
                </a:lnTo>
                <a:lnTo>
                  <a:pt x="5632450" y="482600"/>
                </a:lnTo>
                <a:lnTo>
                  <a:pt x="5676900" y="438150"/>
                </a:lnTo>
                <a:lnTo>
                  <a:pt x="5676900" y="431800"/>
                </a:lnTo>
                <a:lnTo>
                  <a:pt x="5670550" y="438150"/>
                </a:lnTo>
                <a:lnTo>
                  <a:pt x="5664200" y="438150"/>
                </a:lnTo>
                <a:lnTo>
                  <a:pt x="5657850" y="431800"/>
                </a:lnTo>
                <a:lnTo>
                  <a:pt x="5670550" y="419100"/>
                </a:lnTo>
                <a:lnTo>
                  <a:pt x="5670550" y="412750"/>
                </a:lnTo>
                <a:lnTo>
                  <a:pt x="5664200" y="412750"/>
                </a:lnTo>
                <a:lnTo>
                  <a:pt x="5651500" y="425450"/>
                </a:lnTo>
                <a:lnTo>
                  <a:pt x="5645150" y="425450"/>
                </a:lnTo>
                <a:lnTo>
                  <a:pt x="5619750" y="450850"/>
                </a:lnTo>
                <a:lnTo>
                  <a:pt x="5613400" y="450850"/>
                </a:lnTo>
                <a:lnTo>
                  <a:pt x="5607050" y="457200"/>
                </a:lnTo>
                <a:lnTo>
                  <a:pt x="5581650" y="457200"/>
                </a:lnTo>
                <a:lnTo>
                  <a:pt x="5568950" y="444500"/>
                </a:lnTo>
                <a:lnTo>
                  <a:pt x="5568950" y="431800"/>
                </a:lnTo>
                <a:lnTo>
                  <a:pt x="5562600" y="425450"/>
                </a:lnTo>
                <a:lnTo>
                  <a:pt x="5562600" y="393700"/>
                </a:lnTo>
                <a:lnTo>
                  <a:pt x="5568950" y="387350"/>
                </a:lnTo>
                <a:lnTo>
                  <a:pt x="5581650" y="387350"/>
                </a:lnTo>
                <a:lnTo>
                  <a:pt x="5588000" y="393700"/>
                </a:lnTo>
                <a:lnTo>
                  <a:pt x="5594350" y="387350"/>
                </a:lnTo>
                <a:lnTo>
                  <a:pt x="5607050" y="387350"/>
                </a:lnTo>
                <a:lnTo>
                  <a:pt x="5613400" y="381000"/>
                </a:lnTo>
                <a:lnTo>
                  <a:pt x="5619750" y="381000"/>
                </a:lnTo>
                <a:lnTo>
                  <a:pt x="5632450" y="368300"/>
                </a:lnTo>
                <a:lnTo>
                  <a:pt x="5638800" y="368300"/>
                </a:lnTo>
                <a:lnTo>
                  <a:pt x="5651500" y="355600"/>
                </a:lnTo>
                <a:lnTo>
                  <a:pt x="5651500" y="349250"/>
                </a:lnTo>
                <a:lnTo>
                  <a:pt x="5664200" y="336550"/>
                </a:lnTo>
                <a:lnTo>
                  <a:pt x="5664200" y="330200"/>
                </a:lnTo>
                <a:lnTo>
                  <a:pt x="5676900" y="311150"/>
                </a:lnTo>
                <a:lnTo>
                  <a:pt x="5676900" y="273050"/>
                </a:lnTo>
                <a:lnTo>
                  <a:pt x="5670550" y="266700"/>
                </a:lnTo>
                <a:lnTo>
                  <a:pt x="5670550" y="260350"/>
                </a:lnTo>
                <a:lnTo>
                  <a:pt x="5645150" y="234950"/>
                </a:lnTo>
                <a:lnTo>
                  <a:pt x="5632450" y="234950"/>
                </a:lnTo>
                <a:close/>
                <a:moveTo>
                  <a:pt x="5632450" y="273050"/>
                </a:moveTo>
                <a:lnTo>
                  <a:pt x="5645150" y="292100"/>
                </a:lnTo>
                <a:lnTo>
                  <a:pt x="5645150" y="298450"/>
                </a:lnTo>
                <a:lnTo>
                  <a:pt x="5638800" y="304800"/>
                </a:lnTo>
                <a:lnTo>
                  <a:pt x="5638800" y="311150"/>
                </a:lnTo>
                <a:lnTo>
                  <a:pt x="5632450" y="317500"/>
                </a:lnTo>
                <a:lnTo>
                  <a:pt x="5632450" y="323850"/>
                </a:lnTo>
                <a:lnTo>
                  <a:pt x="5607050" y="349250"/>
                </a:lnTo>
                <a:lnTo>
                  <a:pt x="5600700" y="349250"/>
                </a:lnTo>
                <a:lnTo>
                  <a:pt x="5594350" y="355600"/>
                </a:lnTo>
                <a:lnTo>
                  <a:pt x="5575300" y="355600"/>
                </a:lnTo>
                <a:lnTo>
                  <a:pt x="5568950" y="349250"/>
                </a:lnTo>
                <a:lnTo>
                  <a:pt x="5575300" y="342900"/>
                </a:lnTo>
                <a:lnTo>
                  <a:pt x="5575300" y="330200"/>
                </a:lnTo>
                <a:lnTo>
                  <a:pt x="5581650" y="323850"/>
                </a:lnTo>
                <a:lnTo>
                  <a:pt x="5581650" y="317500"/>
                </a:lnTo>
                <a:lnTo>
                  <a:pt x="5588000" y="311150"/>
                </a:lnTo>
                <a:lnTo>
                  <a:pt x="5588000" y="304800"/>
                </a:lnTo>
                <a:lnTo>
                  <a:pt x="5613400" y="279400"/>
                </a:lnTo>
                <a:lnTo>
                  <a:pt x="5619750" y="279400"/>
                </a:lnTo>
                <a:lnTo>
                  <a:pt x="5626100" y="273050"/>
                </a:lnTo>
                <a:close/>
                <a:moveTo>
                  <a:pt x="4152900" y="241300"/>
                </a:moveTo>
                <a:lnTo>
                  <a:pt x="4152900" y="260350"/>
                </a:lnTo>
                <a:lnTo>
                  <a:pt x="4146550" y="266700"/>
                </a:lnTo>
                <a:lnTo>
                  <a:pt x="4146550" y="317500"/>
                </a:lnTo>
                <a:lnTo>
                  <a:pt x="4140200" y="323850"/>
                </a:lnTo>
                <a:lnTo>
                  <a:pt x="4140200" y="355600"/>
                </a:lnTo>
                <a:lnTo>
                  <a:pt x="4133850" y="361950"/>
                </a:lnTo>
                <a:lnTo>
                  <a:pt x="4133850" y="400050"/>
                </a:lnTo>
                <a:lnTo>
                  <a:pt x="4127500" y="406400"/>
                </a:lnTo>
                <a:lnTo>
                  <a:pt x="4127500" y="438150"/>
                </a:lnTo>
                <a:lnTo>
                  <a:pt x="4121150" y="444500"/>
                </a:lnTo>
                <a:lnTo>
                  <a:pt x="4121150" y="482600"/>
                </a:lnTo>
                <a:lnTo>
                  <a:pt x="4133850" y="495300"/>
                </a:lnTo>
                <a:lnTo>
                  <a:pt x="4140200" y="495300"/>
                </a:lnTo>
                <a:lnTo>
                  <a:pt x="4146550" y="488950"/>
                </a:lnTo>
                <a:lnTo>
                  <a:pt x="4159250" y="501650"/>
                </a:lnTo>
                <a:lnTo>
                  <a:pt x="4165600" y="495300"/>
                </a:lnTo>
                <a:lnTo>
                  <a:pt x="4165600" y="488950"/>
                </a:lnTo>
                <a:lnTo>
                  <a:pt x="4171950" y="482600"/>
                </a:lnTo>
                <a:lnTo>
                  <a:pt x="4171950" y="463550"/>
                </a:lnTo>
                <a:lnTo>
                  <a:pt x="4178300" y="457200"/>
                </a:lnTo>
                <a:lnTo>
                  <a:pt x="4178300" y="431800"/>
                </a:lnTo>
                <a:lnTo>
                  <a:pt x="4184650" y="425450"/>
                </a:lnTo>
                <a:lnTo>
                  <a:pt x="4184650" y="406400"/>
                </a:lnTo>
                <a:lnTo>
                  <a:pt x="4191000" y="400050"/>
                </a:lnTo>
                <a:lnTo>
                  <a:pt x="4191000" y="387350"/>
                </a:lnTo>
                <a:lnTo>
                  <a:pt x="4197350" y="381000"/>
                </a:lnTo>
                <a:lnTo>
                  <a:pt x="4197350" y="368300"/>
                </a:lnTo>
                <a:lnTo>
                  <a:pt x="4203700" y="361950"/>
                </a:lnTo>
                <a:lnTo>
                  <a:pt x="4203700" y="349250"/>
                </a:lnTo>
                <a:lnTo>
                  <a:pt x="4210050" y="342900"/>
                </a:lnTo>
                <a:lnTo>
                  <a:pt x="4210050" y="336550"/>
                </a:lnTo>
                <a:lnTo>
                  <a:pt x="4216400" y="330200"/>
                </a:lnTo>
                <a:lnTo>
                  <a:pt x="4216400" y="323850"/>
                </a:lnTo>
                <a:lnTo>
                  <a:pt x="4222750" y="317500"/>
                </a:lnTo>
                <a:lnTo>
                  <a:pt x="4222750" y="311150"/>
                </a:lnTo>
                <a:lnTo>
                  <a:pt x="4248150" y="285750"/>
                </a:lnTo>
                <a:lnTo>
                  <a:pt x="4254500" y="292100"/>
                </a:lnTo>
                <a:lnTo>
                  <a:pt x="4254500" y="349250"/>
                </a:lnTo>
                <a:lnTo>
                  <a:pt x="4248150" y="355600"/>
                </a:lnTo>
                <a:lnTo>
                  <a:pt x="4248150" y="400050"/>
                </a:lnTo>
                <a:lnTo>
                  <a:pt x="4241800" y="406400"/>
                </a:lnTo>
                <a:lnTo>
                  <a:pt x="4241800" y="444500"/>
                </a:lnTo>
                <a:lnTo>
                  <a:pt x="4248150" y="450850"/>
                </a:lnTo>
                <a:lnTo>
                  <a:pt x="4248150" y="457200"/>
                </a:lnTo>
                <a:lnTo>
                  <a:pt x="4254500" y="457200"/>
                </a:lnTo>
                <a:lnTo>
                  <a:pt x="4260850" y="463550"/>
                </a:lnTo>
                <a:lnTo>
                  <a:pt x="4273550" y="463550"/>
                </a:lnTo>
                <a:lnTo>
                  <a:pt x="4286250" y="450850"/>
                </a:lnTo>
                <a:lnTo>
                  <a:pt x="4286250" y="438150"/>
                </a:lnTo>
                <a:lnTo>
                  <a:pt x="4292600" y="431800"/>
                </a:lnTo>
                <a:lnTo>
                  <a:pt x="4292600" y="412750"/>
                </a:lnTo>
                <a:lnTo>
                  <a:pt x="4298950" y="406400"/>
                </a:lnTo>
                <a:lnTo>
                  <a:pt x="4298950" y="393700"/>
                </a:lnTo>
                <a:lnTo>
                  <a:pt x="4305300" y="387350"/>
                </a:lnTo>
                <a:lnTo>
                  <a:pt x="4305300" y="374650"/>
                </a:lnTo>
                <a:lnTo>
                  <a:pt x="4311650" y="368300"/>
                </a:lnTo>
                <a:lnTo>
                  <a:pt x="4311650" y="355600"/>
                </a:lnTo>
                <a:lnTo>
                  <a:pt x="4318000" y="349250"/>
                </a:lnTo>
                <a:lnTo>
                  <a:pt x="4318000" y="342900"/>
                </a:lnTo>
                <a:lnTo>
                  <a:pt x="4324350" y="336550"/>
                </a:lnTo>
                <a:lnTo>
                  <a:pt x="4324350" y="330200"/>
                </a:lnTo>
                <a:lnTo>
                  <a:pt x="4330700" y="323850"/>
                </a:lnTo>
                <a:lnTo>
                  <a:pt x="4330700" y="317500"/>
                </a:lnTo>
                <a:lnTo>
                  <a:pt x="4337050" y="311150"/>
                </a:lnTo>
                <a:lnTo>
                  <a:pt x="4337050" y="304800"/>
                </a:lnTo>
                <a:lnTo>
                  <a:pt x="4356100" y="285750"/>
                </a:lnTo>
                <a:lnTo>
                  <a:pt x="4362450" y="292100"/>
                </a:lnTo>
                <a:lnTo>
                  <a:pt x="4362450" y="349250"/>
                </a:lnTo>
                <a:lnTo>
                  <a:pt x="4356100" y="355600"/>
                </a:lnTo>
                <a:lnTo>
                  <a:pt x="4356100" y="393700"/>
                </a:lnTo>
                <a:lnTo>
                  <a:pt x="4349750" y="400050"/>
                </a:lnTo>
                <a:lnTo>
                  <a:pt x="4349750" y="463550"/>
                </a:lnTo>
                <a:lnTo>
                  <a:pt x="4356100" y="469900"/>
                </a:lnTo>
                <a:lnTo>
                  <a:pt x="4356100" y="482600"/>
                </a:lnTo>
                <a:lnTo>
                  <a:pt x="4368800" y="495300"/>
                </a:lnTo>
                <a:lnTo>
                  <a:pt x="4375150" y="495300"/>
                </a:lnTo>
                <a:lnTo>
                  <a:pt x="4381500" y="501650"/>
                </a:lnTo>
                <a:lnTo>
                  <a:pt x="4387850" y="495300"/>
                </a:lnTo>
                <a:lnTo>
                  <a:pt x="4400550" y="495300"/>
                </a:lnTo>
                <a:lnTo>
                  <a:pt x="4413250" y="482600"/>
                </a:lnTo>
                <a:lnTo>
                  <a:pt x="4413250" y="476250"/>
                </a:lnTo>
                <a:lnTo>
                  <a:pt x="4419600" y="469900"/>
                </a:lnTo>
                <a:lnTo>
                  <a:pt x="4419600" y="457200"/>
                </a:lnTo>
                <a:lnTo>
                  <a:pt x="4432300" y="444500"/>
                </a:lnTo>
                <a:lnTo>
                  <a:pt x="4438650" y="444500"/>
                </a:lnTo>
                <a:lnTo>
                  <a:pt x="4445000" y="450850"/>
                </a:lnTo>
                <a:lnTo>
                  <a:pt x="4445000" y="463550"/>
                </a:lnTo>
                <a:lnTo>
                  <a:pt x="4451350" y="469900"/>
                </a:lnTo>
                <a:lnTo>
                  <a:pt x="4451350" y="476250"/>
                </a:lnTo>
                <a:lnTo>
                  <a:pt x="4464050" y="488950"/>
                </a:lnTo>
                <a:lnTo>
                  <a:pt x="4470400" y="488950"/>
                </a:lnTo>
                <a:lnTo>
                  <a:pt x="4476750" y="495300"/>
                </a:lnTo>
                <a:lnTo>
                  <a:pt x="4495800" y="495300"/>
                </a:lnTo>
                <a:lnTo>
                  <a:pt x="4502150" y="488950"/>
                </a:lnTo>
                <a:lnTo>
                  <a:pt x="4508500" y="488950"/>
                </a:lnTo>
                <a:lnTo>
                  <a:pt x="4514850" y="482600"/>
                </a:lnTo>
                <a:lnTo>
                  <a:pt x="4521200" y="482600"/>
                </a:lnTo>
                <a:lnTo>
                  <a:pt x="4552950" y="450850"/>
                </a:lnTo>
                <a:lnTo>
                  <a:pt x="4565650" y="463550"/>
                </a:lnTo>
                <a:lnTo>
                  <a:pt x="4565650" y="476250"/>
                </a:lnTo>
                <a:lnTo>
                  <a:pt x="4572000" y="482600"/>
                </a:lnTo>
                <a:lnTo>
                  <a:pt x="4572000" y="488950"/>
                </a:lnTo>
                <a:lnTo>
                  <a:pt x="4578350" y="488950"/>
                </a:lnTo>
                <a:lnTo>
                  <a:pt x="4584700" y="495300"/>
                </a:lnTo>
                <a:lnTo>
                  <a:pt x="4610100" y="495300"/>
                </a:lnTo>
                <a:lnTo>
                  <a:pt x="4616450" y="488950"/>
                </a:lnTo>
                <a:lnTo>
                  <a:pt x="4610100" y="482600"/>
                </a:lnTo>
                <a:lnTo>
                  <a:pt x="4610100" y="476250"/>
                </a:lnTo>
                <a:lnTo>
                  <a:pt x="4616450" y="469900"/>
                </a:lnTo>
                <a:lnTo>
                  <a:pt x="4629150" y="469900"/>
                </a:lnTo>
                <a:lnTo>
                  <a:pt x="4629150" y="450850"/>
                </a:lnTo>
                <a:lnTo>
                  <a:pt x="4622800" y="450850"/>
                </a:lnTo>
                <a:lnTo>
                  <a:pt x="4616450" y="457200"/>
                </a:lnTo>
                <a:lnTo>
                  <a:pt x="4603750" y="457200"/>
                </a:lnTo>
                <a:lnTo>
                  <a:pt x="4597400" y="450850"/>
                </a:lnTo>
                <a:lnTo>
                  <a:pt x="4597400" y="393700"/>
                </a:lnTo>
                <a:lnTo>
                  <a:pt x="4603750" y="387350"/>
                </a:lnTo>
                <a:lnTo>
                  <a:pt x="4603750" y="361950"/>
                </a:lnTo>
                <a:lnTo>
                  <a:pt x="4610100" y="355600"/>
                </a:lnTo>
                <a:lnTo>
                  <a:pt x="4610100" y="317500"/>
                </a:lnTo>
                <a:lnTo>
                  <a:pt x="4616450" y="311150"/>
                </a:lnTo>
                <a:lnTo>
                  <a:pt x="4616450" y="285750"/>
                </a:lnTo>
                <a:lnTo>
                  <a:pt x="4622800" y="279400"/>
                </a:lnTo>
                <a:lnTo>
                  <a:pt x="4622800" y="273050"/>
                </a:lnTo>
                <a:lnTo>
                  <a:pt x="4610100" y="254000"/>
                </a:lnTo>
                <a:lnTo>
                  <a:pt x="4591050" y="254000"/>
                </a:lnTo>
                <a:lnTo>
                  <a:pt x="4584700" y="247650"/>
                </a:lnTo>
                <a:lnTo>
                  <a:pt x="4584700" y="241300"/>
                </a:lnTo>
                <a:lnTo>
                  <a:pt x="4565650" y="228600"/>
                </a:lnTo>
                <a:lnTo>
                  <a:pt x="4559300" y="234950"/>
                </a:lnTo>
                <a:lnTo>
                  <a:pt x="4540250" y="234950"/>
                </a:lnTo>
                <a:lnTo>
                  <a:pt x="4533900" y="241300"/>
                </a:lnTo>
                <a:lnTo>
                  <a:pt x="4527550" y="241300"/>
                </a:lnTo>
                <a:lnTo>
                  <a:pt x="4514850" y="254000"/>
                </a:lnTo>
                <a:lnTo>
                  <a:pt x="4508500" y="254000"/>
                </a:lnTo>
                <a:lnTo>
                  <a:pt x="4495800" y="266700"/>
                </a:lnTo>
                <a:lnTo>
                  <a:pt x="4495800" y="273050"/>
                </a:lnTo>
                <a:lnTo>
                  <a:pt x="4483100" y="285750"/>
                </a:lnTo>
                <a:lnTo>
                  <a:pt x="4483100" y="292100"/>
                </a:lnTo>
                <a:lnTo>
                  <a:pt x="4489450" y="298450"/>
                </a:lnTo>
                <a:lnTo>
                  <a:pt x="4489450" y="304800"/>
                </a:lnTo>
                <a:lnTo>
                  <a:pt x="4495800" y="304800"/>
                </a:lnTo>
                <a:lnTo>
                  <a:pt x="4502150" y="311150"/>
                </a:lnTo>
                <a:lnTo>
                  <a:pt x="4508500" y="311150"/>
                </a:lnTo>
                <a:lnTo>
                  <a:pt x="4540250" y="279400"/>
                </a:lnTo>
                <a:lnTo>
                  <a:pt x="4546600" y="279400"/>
                </a:lnTo>
                <a:lnTo>
                  <a:pt x="4552950" y="273050"/>
                </a:lnTo>
                <a:lnTo>
                  <a:pt x="4565650" y="273050"/>
                </a:lnTo>
                <a:lnTo>
                  <a:pt x="4578350" y="292100"/>
                </a:lnTo>
                <a:lnTo>
                  <a:pt x="4578350" y="298450"/>
                </a:lnTo>
                <a:lnTo>
                  <a:pt x="4572000" y="304800"/>
                </a:lnTo>
                <a:lnTo>
                  <a:pt x="4572000" y="317500"/>
                </a:lnTo>
                <a:lnTo>
                  <a:pt x="4565650" y="323850"/>
                </a:lnTo>
                <a:lnTo>
                  <a:pt x="4565650" y="330200"/>
                </a:lnTo>
                <a:lnTo>
                  <a:pt x="4559300" y="336550"/>
                </a:lnTo>
                <a:lnTo>
                  <a:pt x="4552950" y="336550"/>
                </a:lnTo>
                <a:lnTo>
                  <a:pt x="4533900" y="323850"/>
                </a:lnTo>
                <a:lnTo>
                  <a:pt x="4521200" y="323850"/>
                </a:lnTo>
                <a:lnTo>
                  <a:pt x="4514850" y="330200"/>
                </a:lnTo>
                <a:lnTo>
                  <a:pt x="4508500" y="330200"/>
                </a:lnTo>
                <a:lnTo>
                  <a:pt x="4502150" y="336550"/>
                </a:lnTo>
                <a:lnTo>
                  <a:pt x="4495800" y="336550"/>
                </a:lnTo>
                <a:lnTo>
                  <a:pt x="4489450" y="342900"/>
                </a:lnTo>
                <a:lnTo>
                  <a:pt x="4483100" y="342900"/>
                </a:lnTo>
                <a:lnTo>
                  <a:pt x="4457700" y="368300"/>
                </a:lnTo>
                <a:lnTo>
                  <a:pt x="4457700" y="374650"/>
                </a:lnTo>
                <a:lnTo>
                  <a:pt x="4445000" y="393700"/>
                </a:lnTo>
                <a:lnTo>
                  <a:pt x="4445000" y="412750"/>
                </a:lnTo>
                <a:lnTo>
                  <a:pt x="4438650" y="419100"/>
                </a:lnTo>
                <a:lnTo>
                  <a:pt x="4438650" y="438150"/>
                </a:lnTo>
                <a:lnTo>
                  <a:pt x="4400550" y="463550"/>
                </a:lnTo>
                <a:lnTo>
                  <a:pt x="4394200" y="457200"/>
                </a:lnTo>
                <a:lnTo>
                  <a:pt x="4394200" y="406400"/>
                </a:lnTo>
                <a:lnTo>
                  <a:pt x="4400550" y="400050"/>
                </a:lnTo>
                <a:lnTo>
                  <a:pt x="4400550" y="368300"/>
                </a:lnTo>
                <a:lnTo>
                  <a:pt x="4406900" y="361950"/>
                </a:lnTo>
                <a:lnTo>
                  <a:pt x="4406900" y="330200"/>
                </a:lnTo>
                <a:lnTo>
                  <a:pt x="4413250" y="323850"/>
                </a:lnTo>
                <a:lnTo>
                  <a:pt x="4413250" y="260350"/>
                </a:lnTo>
                <a:lnTo>
                  <a:pt x="4406900" y="254000"/>
                </a:lnTo>
                <a:lnTo>
                  <a:pt x="4406900" y="241300"/>
                </a:lnTo>
                <a:lnTo>
                  <a:pt x="4400550" y="234950"/>
                </a:lnTo>
                <a:lnTo>
                  <a:pt x="4394200" y="234950"/>
                </a:lnTo>
                <a:lnTo>
                  <a:pt x="4387850" y="228600"/>
                </a:lnTo>
                <a:lnTo>
                  <a:pt x="4362450" y="228600"/>
                </a:lnTo>
                <a:lnTo>
                  <a:pt x="4356100" y="234950"/>
                </a:lnTo>
                <a:lnTo>
                  <a:pt x="4349750" y="234950"/>
                </a:lnTo>
                <a:lnTo>
                  <a:pt x="4337050" y="247650"/>
                </a:lnTo>
                <a:lnTo>
                  <a:pt x="4337050" y="254000"/>
                </a:lnTo>
                <a:lnTo>
                  <a:pt x="4324350" y="266700"/>
                </a:lnTo>
                <a:lnTo>
                  <a:pt x="4324350" y="273050"/>
                </a:lnTo>
                <a:lnTo>
                  <a:pt x="4311650" y="285750"/>
                </a:lnTo>
                <a:lnTo>
                  <a:pt x="4305300" y="285750"/>
                </a:lnTo>
                <a:lnTo>
                  <a:pt x="4298950" y="279400"/>
                </a:lnTo>
                <a:lnTo>
                  <a:pt x="4298950" y="247650"/>
                </a:lnTo>
                <a:lnTo>
                  <a:pt x="4286250" y="234950"/>
                </a:lnTo>
                <a:lnTo>
                  <a:pt x="4279900" y="234950"/>
                </a:lnTo>
                <a:lnTo>
                  <a:pt x="4273550" y="228600"/>
                </a:lnTo>
                <a:lnTo>
                  <a:pt x="4254500" y="228600"/>
                </a:lnTo>
                <a:lnTo>
                  <a:pt x="4222750" y="260350"/>
                </a:lnTo>
                <a:lnTo>
                  <a:pt x="4222750" y="266700"/>
                </a:lnTo>
                <a:lnTo>
                  <a:pt x="4210050" y="279400"/>
                </a:lnTo>
                <a:lnTo>
                  <a:pt x="4210050" y="285750"/>
                </a:lnTo>
                <a:lnTo>
                  <a:pt x="4203700" y="292100"/>
                </a:lnTo>
                <a:lnTo>
                  <a:pt x="4197350" y="285750"/>
                </a:lnTo>
                <a:lnTo>
                  <a:pt x="4197350" y="234950"/>
                </a:lnTo>
                <a:lnTo>
                  <a:pt x="4191000" y="234950"/>
                </a:lnTo>
                <a:lnTo>
                  <a:pt x="4184650" y="228600"/>
                </a:lnTo>
                <a:lnTo>
                  <a:pt x="4178300" y="228600"/>
                </a:lnTo>
                <a:lnTo>
                  <a:pt x="4171950" y="234950"/>
                </a:lnTo>
                <a:lnTo>
                  <a:pt x="4159250" y="234950"/>
                </a:lnTo>
                <a:close/>
                <a:moveTo>
                  <a:pt x="4356100" y="381000"/>
                </a:moveTo>
                <a:lnTo>
                  <a:pt x="4362450" y="374650"/>
                </a:lnTo>
                <a:lnTo>
                  <a:pt x="4368800" y="381000"/>
                </a:lnTo>
                <a:lnTo>
                  <a:pt x="4362450" y="387350"/>
                </a:lnTo>
                <a:close/>
                <a:moveTo>
                  <a:pt x="4552950" y="355600"/>
                </a:moveTo>
                <a:lnTo>
                  <a:pt x="4559300" y="361950"/>
                </a:lnTo>
                <a:lnTo>
                  <a:pt x="4559300" y="381000"/>
                </a:lnTo>
                <a:lnTo>
                  <a:pt x="4552950" y="387350"/>
                </a:lnTo>
                <a:lnTo>
                  <a:pt x="4552950" y="400050"/>
                </a:lnTo>
                <a:lnTo>
                  <a:pt x="4546600" y="406400"/>
                </a:lnTo>
                <a:lnTo>
                  <a:pt x="4546600" y="412750"/>
                </a:lnTo>
                <a:lnTo>
                  <a:pt x="4508500" y="450850"/>
                </a:lnTo>
                <a:lnTo>
                  <a:pt x="4502150" y="450850"/>
                </a:lnTo>
                <a:lnTo>
                  <a:pt x="4489450" y="438150"/>
                </a:lnTo>
                <a:lnTo>
                  <a:pt x="4489450" y="412750"/>
                </a:lnTo>
                <a:lnTo>
                  <a:pt x="4495800" y="406400"/>
                </a:lnTo>
                <a:lnTo>
                  <a:pt x="4495800" y="393700"/>
                </a:lnTo>
                <a:lnTo>
                  <a:pt x="4508500" y="381000"/>
                </a:lnTo>
                <a:lnTo>
                  <a:pt x="4508500" y="374650"/>
                </a:lnTo>
                <a:lnTo>
                  <a:pt x="4521200" y="361950"/>
                </a:lnTo>
                <a:lnTo>
                  <a:pt x="4527550" y="361950"/>
                </a:lnTo>
                <a:lnTo>
                  <a:pt x="4533900" y="355600"/>
                </a:lnTo>
                <a:close/>
                <a:moveTo>
                  <a:pt x="4991100" y="222250"/>
                </a:moveTo>
                <a:lnTo>
                  <a:pt x="4972050" y="222250"/>
                </a:lnTo>
                <a:lnTo>
                  <a:pt x="4965700" y="228600"/>
                </a:lnTo>
                <a:lnTo>
                  <a:pt x="4953000" y="228600"/>
                </a:lnTo>
                <a:lnTo>
                  <a:pt x="4940300" y="241300"/>
                </a:lnTo>
                <a:lnTo>
                  <a:pt x="4933950" y="241300"/>
                </a:lnTo>
                <a:lnTo>
                  <a:pt x="4914900" y="260350"/>
                </a:lnTo>
                <a:lnTo>
                  <a:pt x="4914900" y="266700"/>
                </a:lnTo>
                <a:lnTo>
                  <a:pt x="4902200" y="279400"/>
                </a:lnTo>
                <a:lnTo>
                  <a:pt x="4902200" y="285750"/>
                </a:lnTo>
                <a:lnTo>
                  <a:pt x="4889500" y="298450"/>
                </a:lnTo>
                <a:lnTo>
                  <a:pt x="4889500" y="311150"/>
                </a:lnTo>
                <a:lnTo>
                  <a:pt x="4876800" y="330200"/>
                </a:lnTo>
                <a:lnTo>
                  <a:pt x="4876800" y="342900"/>
                </a:lnTo>
                <a:lnTo>
                  <a:pt x="4857750" y="361950"/>
                </a:lnTo>
                <a:lnTo>
                  <a:pt x="4857750" y="374650"/>
                </a:lnTo>
                <a:lnTo>
                  <a:pt x="4870450" y="387350"/>
                </a:lnTo>
                <a:lnTo>
                  <a:pt x="4870450" y="393700"/>
                </a:lnTo>
                <a:lnTo>
                  <a:pt x="4864100" y="400050"/>
                </a:lnTo>
                <a:lnTo>
                  <a:pt x="4864100" y="412750"/>
                </a:lnTo>
                <a:lnTo>
                  <a:pt x="4870450" y="419100"/>
                </a:lnTo>
                <a:lnTo>
                  <a:pt x="4870450" y="444500"/>
                </a:lnTo>
                <a:lnTo>
                  <a:pt x="4876800" y="450850"/>
                </a:lnTo>
                <a:lnTo>
                  <a:pt x="4876800" y="457200"/>
                </a:lnTo>
                <a:lnTo>
                  <a:pt x="4883150" y="463550"/>
                </a:lnTo>
                <a:lnTo>
                  <a:pt x="4883150" y="469900"/>
                </a:lnTo>
                <a:lnTo>
                  <a:pt x="4908550" y="495300"/>
                </a:lnTo>
                <a:lnTo>
                  <a:pt x="4953000" y="495300"/>
                </a:lnTo>
                <a:lnTo>
                  <a:pt x="4959350" y="488950"/>
                </a:lnTo>
                <a:lnTo>
                  <a:pt x="4965700" y="488950"/>
                </a:lnTo>
                <a:lnTo>
                  <a:pt x="4972050" y="482600"/>
                </a:lnTo>
                <a:lnTo>
                  <a:pt x="4978400" y="482600"/>
                </a:lnTo>
                <a:lnTo>
                  <a:pt x="4984750" y="476250"/>
                </a:lnTo>
                <a:lnTo>
                  <a:pt x="4991100" y="476250"/>
                </a:lnTo>
                <a:lnTo>
                  <a:pt x="5035550" y="431800"/>
                </a:lnTo>
                <a:lnTo>
                  <a:pt x="5022850" y="431800"/>
                </a:lnTo>
                <a:lnTo>
                  <a:pt x="5016500" y="425450"/>
                </a:lnTo>
                <a:lnTo>
                  <a:pt x="5022850" y="419100"/>
                </a:lnTo>
                <a:lnTo>
                  <a:pt x="5022850" y="406400"/>
                </a:lnTo>
                <a:lnTo>
                  <a:pt x="5010150" y="419100"/>
                </a:lnTo>
                <a:lnTo>
                  <a:pt x="5003800" y="419100"/>
                </a:lnTo>
                <a:lnTo>
                  <a:pt x="4978400" y="444500"/>
                </a:lnTo>
                <a:lnTo>
                  <a:pt x="4972050" y="444500"/>
                </a:lnTo>
                <a:lnTo>
                  <a:pt x="4953000" y="457200"/>
                </a:lnTo>
                <a:lnTo>
                  <a:pt x="4940300" y="457200"/>
                </a:lnTo>
                <a:lnTo>
                  <a:pt x="4921250" y="438150"/>
                </a:lnTo>
                <a:lnTo>
                  <a:pt x="4921250" y="431800"/>
                </a:lnTo>
                <a:lnTo>
                  <a:pt x="4914900" y="425450"/>
                </a:lnTo>
                <a:lnTo>
                  <a:pt x="4914900" y="393700"/>
                </a:lnTo>
                <a:lnTo>
                  <a:pt x="4921250" y="387350"/>
                </a:lnTo>
                <a:lnTo>
                  <a:pt x="4953000" y="387350"/>
                </a:lnTo>
                <a:lnTo>
                  <a:pt x="4959350" y="381000"/>
                </a:lnTo>
                <a:lnTo>
                  <a:pt x="4965700" y="381000"/>
                </a:lnTo>
                <a:lnTo>
                  <a:pt x="4972050" y="374650"/>
                </a:lnTo>
                <a:lnTo>
                  <a:pt x="4978400" y="374650"/>
                </a:lnTo>
                <a:lnTo>
                  <a:pt x="5022850" y="330200"/>
                </a:lnTo>
                <a:lnTo>
                  <a:pt x="5022850" y="323850"/>
                </a:lnTo>
                <a:lnTo>
                  <a:pt x="5029200" y="317500"/>
                </a:lnTo>
                <a:lnTo>
                  <a:pt x="5029200" y="304800"/>
                </a:lnTo>
                <a:lnTo>
                  <a:pt x="5035550" y="298450"/>
                </a:lnTo>
                <a:lnTo>
                  <a:pt x="5035550" y="273050"/>
                </a:lnTo>
                <a:lnTo>
                  <a:pt x="5029200" y="266700"/>
                </a:lnTo>
                <a:lnTo>
                  <a:pt x="5029200" y="254000"/>
                </a:lnTo>
                <a:lnTo>
                  <a:pt x="5010150" y="234950"/>
                </a:lnTo>
                <a:lnTo>
                  <a:pt x="5003800" y="234950"/>
                </a:lnTo>
                <a:close/>
                <a:moveTo>
                  <a:pt x="4984750" y="266700"/>
                </a:moveTo>
                <a:lnTo>
                  <a:pt x="4997450" y="279400"/>
                </a:lnTo>
                <a:lnTo>
                  <a:pt x="4997450" y="298450"/>
                </a:lnTo>
                <a:lnTo>
                  <a:pt x="4991100" y="304800"/>
                </a:lnTo>
                <a:lnTo>
                  <a:pt x="4991100" y="311150"/>
                </a:lnTo>
                <a:lnTo>
                  <a:pt x="4978400" y="323850"/>
                </a:lnTo>
                <a:lnTo>
                  <a:pt x="4978400" y="330200"/>
                </a:lnTo>
                <a:lnTo>
                  <a:pt x="4972050" y="336550"/>
                </a:lnTo>
                <a:lnTo>
                  <a:pt x="4965700" y="336550"/>
                </a:lnTo>
                <a:lnTo>
                  <a:pt x="4953000" y="349250"/>
                </a:lnTo>
                <a:lnTo>
                  <a:pt x="4940300" y="349250"/>
                </a:lnTo>
                <a:lnTo>
                  <a:pt x="4933950" y="355600"/>
                </a:lnTo>
                <a:lnTo>
                  <a:pt x="4927600" y="349250"/>
                </a:lnTo>
                <a:lnTo>
                  <a:pt x="4927600" y="330200"/>
                </a:lnTo>
                <a:lnTo>
                  <a:pt x="4933950" y="323850"/>
                </a:lnTo>
                <a:lnTo>
                  <a:pt x="4933950" y="311150"/>
                </a:lnTo>
                <a:lnTo>
                  <a:pt x="4946650" y="298450"/>
                </a:lnTo>
                <a:lnTo>
                  <a:pt x="4946650" y="292100"/>
                </a:lnTo>
                <a:lnTo>
                  <a:pt x="4965700" y="273050"/>
                </a:lnTo>
                <a:lnTo>
                  <a:pt x="4972050" y="273050"/>
                </a:lnTo>
                <a:lnTo>
                  <a:pt x="4978400" y="266700"/>
                </a:lnTo>
                <a:close/>
                <a:moveTo>
                  <a:pt x="4819650" y="222250"/>
                </a:moveTo>
                <a:lnTo>
                  <a:pt x="4800600" y="234950"/>
                </a:lnTo>
                <a:lnTo>
                  <a:pt x="4787900" y="222250"/>
                </a:lnTo>
                <a:lnTo>
                  <a:pt x="4749800" y="222250"/>
                </a:lnTo>
                <a:lnTo>
                  <a:pt x="4743450" y="228600"/>
                </a:lnTo>
                <a:lnTo>
                  <a:pt x="4737100" y="228600"/>
                </a:lnTo>
                <a:lnTo>
                  <a:pt x="4705350" y="260350"/>
                </a:lnTo>
                <a:lnTo>
                  <a:pt x="4705350" y="266700"/>
                </a:lnTo>
                <a:lnTo>
                  <a:pt x="4692650" y="279400"/>
                </a:lnTo>
                <a:lnTo>
                  <a:pt x="4692650" y="285750"/>
                </a:lnTo>
                <a:lnTo>
                  <a:pt x="4686300" y="292100"/>
                </a:lnTo>
                <a:lnTo>
                  <a:pt x="4686300" y="298450"/>
                </a:lnTo>
                <a:lnTo>
                  <a:pt x="4679950" y="304800"/>
                </a:lnTo>
                <a:lnTo>
                  <a:pt x="4679950" y="311150"/>
                </a:lnTo>
                <a:lnTo>
                  <a:pt x="4667250" y="330200"/>
                </a:lnTo>
                <a:lnTo>
                  <a:pt x="4667250" y="342900"/>
                </a:lnTo>
                <a:lnTo>
                  <a:pt x="4660900" y="349250"/>
                </a:lnTo>
                <a:lnTo>
                  <a:pt x="4660900" y="368300"/>
                </a:lnTo>
                <a:lnTo>
                  <a:pt x="4654550" y="374650"/>
                </a:lnTo>
                <a:lnTo>
                  <a:pt x="4654550" y="425450"/>
                </a:lnTo>
                <a:lnTo>
                  <a:pt x="4660900" y="431800"/>
                </a:lnTo>
                <a:lnTo>
                  <a:pt x="4660900" y="450850"/>
                </a:lnTo>
                <a:lnTo>
                  <a:pt x="4673600" y="463550"/>
                </a:lnTo>
                <a:lnTo>
                  <a:pt x="4673600" y="469900"/>
                </a:lnTo>
                <a:lnTo>
                  <a:pt x="4686300" y="482600"/>
                </a:lnTo>
                <a:lnTo>
                  <a:pt x="4692650" y="482600"/>
                </a:lnTo>
                <a:lnTo>
                  <a:pt x="4699000" y="488950"/>
                </a:lnTo>
                <a:lnTo>
                  <a:pt x="4718050" y="488950"/>
                </a:lnTo>
                <a:lnTo>
                  <a:pt x="4724400" y="482600"/>
                </a:lnTo>
                <a:lnTo>
                  <a:pt x="4730750" y="482600"/>
                </a:lnTo>
                <a:lnTo>
                  <a:pt x="4768850" y="444500"/>
                </a:lnTo>
                <a:lnTo>
                  <a:pt x="4775200" y="450850"/>
                </a:lnTo>
                <a:lnTo>
                  <a:pt x="4775200" y="463550"/>
                </a:lnTo>
                <a:lnTo>
                  <a:pt x="4768850" y="469900"/>
                </a:lnTo>
                <a:lnTo>
                  <a:pt x="4768850" y="495300"/>
                </a:lnTo>
                <a:lnTo>
                  <a:pt x="4762500" y="501650"/>
                </a:lnTo>
                <a:lnTo>
                  <a:pt x="4762500" y="527050"/>
                </a:lnTo>
                <a:lnTo>
                  <a:pt x="4756150" y="533400"/>
                </a:lnTo>
                <a:lnTo>
                  <a:pt x="4756150" y="552450"/>
                </a:lnTo>
                <a:lnTo>
                  <a:pt x="4749800" y="558800"/>
                </a:lnTo>
                <a:lnTo>
                  <a:pt x="4749800" y="571500"/>
                </a:lnTo>
                <a:lnTo>
                  <a:pt x="4743450" y="577850"/>
                </a:lnTo>
                <a:lnTo>
                  <a:pt x="4743450" y="584200"/>
                </a:lnTo>
                <a:lnTo>
                  <a:pt x="4737100" y="590550"/>
                </a:lnTo>
                <a:lnTo>
                  <a:pt x="4737100" y="596900"/>
                </a:lnTo>
                <a:lnTo>
                  <a:pt x="4724400" y="615950"/>
                </a:lnTo>
                <a:lnTo>
                  <a:pt x="4718050" y="615950"/>
                </a:lnTo>
                <a:lnTo>
                  <a:pt x="4711700" y="622300"/>
                </a:lnTo>
                <a:lnTo>
                  <a:pt x="4699000" y="622300"/>
                </a:lnTo>
                <a:lnTo>
                  <a:pt x="4679950" y="603250"/>
                </a:lnTo>
                <a:lnTo>
                  <a:pt x="4679950" y="558800"/>
                </a:lnTo>
                <a:lnTo>
                  <a:pt x="4673600" y="552450"/>
                </a:lnTo>
                <a:lnTo>
                  <a:pt x="4654550" y="571500"/>
                </a:lnTo>
                <a:lnTo>
                  <a:pt x="4648200" y="571500"/>
                </a:lnTo>
                <a:lnTo>
                  <a:pt x="4635500" y="584200"/>
                </a:lnTo>
                <a:lnTo>
                  <a:pt x="4635500" y="603250"/>
                </a:lnTo>
                <a:lnTo>
                  <a:pt x="4629150" y="609600"/>
                </a:lnTo>
                <a:lnTo>
                  <a:pt x="4635500" y="615950"/>
                </a:lnTo>
                <a:lnTo>
                  <a:pt x="4635500" y="628650"/>
                </a:lnTo>
                <a:lnTo>
                  <a:pt x="4641850" y="635000"/>
                </a:lnTo>
                <a:lnTo>
                  <a:pt x="4641850" y="641350"/>
                </a:lnTo>
                <a:lnTo>
                  <a:pt x="4648200" y="647700"/>
                </a:lnTo>
                <a:lnTo>
                  <a:pt x="4648200" y="654050"/>
                </a:lnTo>
                <a:lnTo>
                  <a:pt x="4667250" y="673100"/>
                </a:lnTo>
                <a:lnTo>
                  <a:pt x="4673600" y="673100"/>
                </a:lnTo>
                <a:lnTo>
                  <a:pt x="4679950" y="679450"/>
                </a:lnTo>
                <a:lnTo>
                  <a:pt x="4692650" y="679450"/>
                </a:lnTo>
                <a:lnTo>
                  <a:pt x="4699000" y="685800"/>
                </a:lnTo>
                <a:lnTo>
                  <a:pt x="4705350" y="685800"/>
                </a:lnTo>
                <a:lnTo>
                  <a:pt x="4711700" y="679450"/>
                </a:lnTo>
                <a:lnTo>
                  <a:pt x="4724400" y="679450"/>
                </a:lnTo>
                <a:lnTo>
                  <a:pt x="4730750" y="673100"/>
                </a:lnTo>
                <a:lnTo>
                  <a:pt x="4737100" y="673100"/>
                </a:lnTo>
                <a:lnTo>
                  <a:pt x="4775200" y="635000"/>
                </a:lnTo>
                <a:lnTo>
                  <a:pt x="4775200" y="628650"/>
                </a:lnTo>
                <a:lnTo>
                  <a:pt x="4787900" y="609600"/>
                </a:lnTo>
                <a:lnTo>
                  <a:pt x="4787900" y="590550"/>
                </a:lnTo>
                <a:lnTo>
                  <a:pt x="4800600" y="571500"/>
                </a:lnTo>
                <a:lnTo>
                  <a:pt x="4800600" y="552450"/>
                </a:lnTo>
                <a:lnTo>
                  <a:pt x="4806950" y="546100"/>
                </a:lnTo>
                <a:lnTo>
                  <a:pt x="4806950" y="520700"/>
                </a:lnTo>
                <a:lnTo>
                  <a:pt x="4813300" y="514350"/>
                </a:lnTo>
                <a:lnTo>
                  <a:pt x="4813300" y="488950"/>
                </a:lnTo>
                <a:lnTo>
                  <a:pt x="4819650" y="482600"/>
                </a:lnTo>
                <a:lnTo>
                  <a:pt x="4819650" y="450850"/>
                </a:lnTo>
                <a:lnTo>
                  <a:pt x="4826000" y="444500"/>
                </a:lnTo>
                <a:lnTo>
                  <a:pt x="4826000" y="412750"/>
                </a:lnTo>
                <a:lnTo>
                  <a:pt x="4832350" y="406400"/>
                </a:lnTo>
                <a:lnTo>
                  <a:pt x="4832350" y="298450"/>
                </a:lnTo>
                <a:lnTo>
                  <a:pt x="4838700" y="292100"/>
                </a:lnTo>
                <a:lnTo>
                  <a:pt x="4838700" y="273050"/>
                </a:lnTo>
                <a:lnTo>
                  <a:pt x="4845050" y="266700"/>
                </a:lnTo>
                <a:lnTo>
                  <a:pt x="4845050" y="247650"/>
                </a:lnTo>
                <a:close/>
                <a:moveTo>
                  <a:pt x="4699000" y="304800"/>
                </a:moveTo>
                <a:lnTo>
                  <a:pt x="4705350" y="298450"/>
                </a:lnTo>
                <a:lnTo>
                  <a:pt x="4711700" y="304800"/>
                </a:lnTo>
                <a:lnTo>
                  <a:pt x="4705350" y="311150"/>
                </a:lnTo>
                <a:close/>
                <a:moveTo>
                  <a:pt x="4781550" y="266700"/>
                </a:moveTo>
                <a:lnTo>
                  <a:pt x="4794250" y="279400"/>
                </a:lnTo>
                <a:lnTo>
                  <a:pt x="4794250" y="298450"/>
                </a:lnTo>
                <a:lnTo>
                  <a:pt x="4787900" y="304800"/>
                </a:lnTo>
                <a:lnTo>
                  <a:pt x="4787900" y="342900"/>
                </a:lnTo>
                <a:lnTo>
                  <a:pt x="4781550" y="349250"/>
                </a:lnTo>
                <a:lnTo>
                  <a:pt x="4781550" y="361950"/>
                </a:lnTo>
                <a:lnTo>
                  <a:pt x="4775200" y="368300"/>
                </a:lnTo>
                <a:lnTo>
                  <a:pt x="4775200" y="374650"/>
                </a:lnTo>
                <a:lnTo>
                  <a:pt x="4768850" y="381000"/>
                </a:lnTo>
                <a:lnTo>
                  <a:pt x="4768850" y="387350"/>
                </a:lnTo>
                <a:lnTo>
                  <a:pt x="4756150" y="400050"/>
                </a:lnTo>
                <a:lnTo>
                  <a:pt x="4756150" y="406400"/>
                </a:lnTo>
                <a:lnTo>
                  <a:pt x="4737100" y="425450"/>
                </a:lnTo>
                <a:lnTo>
                  <a:pt x="4730750" y="425450"/>
                </a:lnTo>
                <a:lnTo>
                  <a:pt x="4724400" y="431800"/>
                </a:lnTo>
                <a:lnTo>
                  <a:pt x="4711700" y="419100"/>
                </a:lnTo>
                <a:lnTo>
                  <a:pt x="4711700" y="406400"/>
                </a:lnTo>
                <a:lnTo>
                  <a:pt x="4705350" y="400050"/>
                </a:lnTo>
                <a:lnTo>
                  <a:pt x="4705350" y="393700"/>
                </a:lnTo>
                <a:lnTo>
                  <a:pt x="4711700" y="387350"/>
                </a:lnTo>
                <a:lnTo>
                  <a:pt x="4711700" y="355600"/>
                </a:lnTo>
                <a:lnTo>
                  <a:pt x="4718050" y="349250"/>
                </a:lnTo>
                <a:lnTo>
                  <a:pt x="4718050" y="336550"/>
                </a:lnTo>
                <a:lnTo>
                  <a:pt x="4724400" y="330200"/>
                </a:lnTo>
                <a:lnTo>
                  <a:pt x="4724400" y="323850"/>
                </a:lnTo>
                <a:lnTo>
                  <a:pt x="4730750" y="317500"/>
                </a:lnTo>
                <a:lnTo>
                  <a:pt x="4730750" y="311150"/>
                </a:lnTo>
                <a:lnTo>
                  <a:pt x="4737100" y="304800"/>
                </a:lnTo>
                <a:lnTo>
                  <a:pt x="4737100" y="298450"/>
                </a:lnTo>
                <a:lnTo>
                  <a:pt x="4768850" y="266700"/>
                </a:lnTo>
                <a:close/>
                <a:moveTo>
                  <a:pt x="3244850" y="228600"/>
                </a:moveTo>
                <a:lnTo>
                  <a:pt x="3238500" y="228600"/>
                </a:lnTo>
                <a:lnTo>
                  <a:pt x="3232150" y="222250"/>
                </a:lnTo>
                <a:lnTo>
                  <a:pt x="3225800" y="222250"/>
                </a:lnTo>
                <a:lnTo>
                  <a:pt x="3219450" y="228600"/>
                </a:lnTo>
                <a:lnTo>
                  <a:pt x="3206750" y="228600"/>
                </a:lnTo>
                <a:lnTo>
                  <a:pt x="3187700" y="247650"/>
                </a:lnTo>
                <a:lnTo>
                  <a:pt x="3181350" y="247650"/>
                </a:lnTo>
                <a:lnTo>
                  <a:pt x="3175000" y="254000"/>
                </a:lnTo>
                <a:lnTo>
                  <a:pt x="3175000" y="260350"/>
                </a:lnTo>
                <a:lnTo>
                  <a:pt x="3155950" y="279400"/>
                </a:lnTo>
                <a:lnTo>
                  <a:pt x="3149600" y="273050"/>
                </a:lnTo>
                <a:lnTo>
                  <a:pt x="3149600" y="228600"/>
                </a:lnTo>
                <a:lnTo>
                  <a:pt x="3124200" y="228600"/>
                </a:lnTo>
                <a:lnTo>
                  <a:pt x="3117850" y="234950"/>
                </a:lnTo>
                <a:lnTo>
                  <a:pt x="3111500" y="234950"/>
                </a:lnTo>
                <a:lnTo>
                  <a:pt x="3111500" y="241300"/>
                </a:lnTo>
                <a:lnTo>
                  <a:pt x="3105150" y="247650"/>
                </a:lnTo>
                <a:lnTo>
                  <a:pt x="3105150" y="285750"/>
                </a:lnTo>
                <a:lnTo>
                  <a:pt x="3098800" y="292100"/>
                </a:lnTo>
                <a:lnTo>
                  <a:pt x="3098800" y="323850"/>
                </a:lnTo>
                <a:lnTo>
                  <a:pt x="3092450" y="330200"/>
                </a:lnTo>
                <a:lnTo>
                  <a:pt x="3092450" y="368300"/>
                </a:lnTo>
                <a:lnTo>
                  <a:pt x="3086100" y="374650"/>
                </a:lnTo>
                <a:lnTo>
                  <a:pt x="3086100" y="400050"/>
                </a:lnTo>
                <a:lnTo>
                  <a:pt x="3079750" y="406400"/>
                </a:lnTo>
                <a:lnTo>
                  <a:pt x="3079750" y="438150"/>
                </a:lnTo>
                <a:lnTo>
                  <a:pt x="3073400" y="444500"/>
                </a:lnTo>
                <a:lnTo>
                  <a:pt x="3073400" y="482600"/>
                </a:lnTo>
                <a:lnTo>
                  <a:pt x="3086100" y="495300"/>
                </a:lnTo>
                <a:lnTo>
                  <a:pt x="3092450" y="495300"/>
                </a:lnTo>
                <a:lnTo>
                  <a:pt x="3098800" y="488950"/>
                </a:lnTo>
                <a:lnTo>
                  <a:pt x="3105150" y="495300"/>
                </a:lnTo>
                <a:lnTo>
                  <a:pt x="3117850" y="495300"/>
                </a:lnTo>
                <a:lnTo>
                  <a:pt x="3117850" y="482600"/>
                </a:lnTo>
                <a:lnTo>
                  <a:pt x="3124200" y="476250"/>
                </a:lnTo>
                <a:lnTo>
                  <a:pt x="3124200" y="444500"/>
                </a:lnTo>
                <a:lnTo>
                  <a:pt x="3130550" y="438150"/>
                </a:lnTo>
                <a:lnTo>
                  <a:pt x="3130550" y="412750"/>
                </a:lnTo>
                <a:lnTo>
                  <a:pt x="3136900" y="406400"/>
                </a:lnTo>
                <a:lnTo>
                  <a:pt x="3136900" y="387350"/>
                </a:lnTo>
                <a:lnTo>
                  <a:pt x="3143250" y="381000"/>
                </a:lnTo>
                <a:lnTo>
                  <a:pt x="3143250" y="368300"/>
                </a:lnTo>
                <a:lnTo>
                  <a:pt x="3149600" y="361950"/>
                </a:lnTo>
                <a:lnTo>
                  <a:pt x="3149600" y="349250"/>
                </a:lnTo>
                <a:lnTo>
                  <a:pt x="3155950" y="342900"/>
                </a:lnTo>
                <a:lnTo>
                  <a:pt x="3155950" y="336550"/>
                </a:lnTo>
                <a:lnTo>
                  <a:pt x="3168650" y="323850"/>
                </a:lnTo>
                <a:lnTo>
                  <a:pt x="3168650" y="317500"/>
                </a:lnTo>
                <a:lnTo>
                  <a:pt x="3181350" y="304800"/>
                </a:lnTo>
                <a:lnTo>
                  <a:pt x="3181350" y="298450"/>
                </a:lnTo>
                <a:lnTo>
                  <a:pt x="3194050" y="285750"/>
                </a:lnTo>
                <a:lnTo>
                  <a:pt x="3200400" y="285750"/>
                </a:lnTo>
                <a:lnTo>
                  <a:pt x="3206750" y="279400"/>
                </a:lnTo>
                <a:lnTo>
                  <a:pt x="3213100" y="279400"/>
                </a:lnTo>
                <a:lnTo>
                  <a:pt x="3219450" y="285750"/>
                </a:lnTo>
                <a:lnTo>
                  <a:pt x="3219450" y="336550"/>
                </a:lnTo>
                <a:lnTo>
                  <a:pt x="3213100" y="342900"/>
                </a:lnTo>
                <a:lnTo>
                  <a:pt x="3213100" y="387350"/>
                </a:lnTo>
                <a:lnTo>
                  <a:pt x="3206750" y="393700"/>
                </a:lnTo>
                <a:lnTo>
                  <a:pt x="3206750" y="438150"/>
                </a:lnTo>
                <a:lnTo>
                  <a:pt x="3200400" y="444500"/>
                </a:lnTo>
                <a:lnTo>
                  <a:pt x="3200400" y="457200"/>
                </a:lnTo>
                <a:lnTo>
                  <a:pt x="3206750" y="463550"/>
                </a:lnTo>
                <a:lnTo>
                  <a:pt x="3206750" y="476250"/>
                </a:lnTo>
                <a:lnTo>
                  <a:pt x="3213100" y="482600"/>
                </a:lnTo>
                <a:lnTo>
                  <a:pt x="3213100" y="488950"/>
                </a:lnTo>
                <a:lnTo>
                  <a:pt x="3225800" y="501650"/>
                </a:lnTo>
                <a:lnTo>
                  <a:pt x="3257550" y="501650"/>
                </a:lnTo>
                <a:lnTo>
                  <a:pt x="3263900" y="495300"/>
                </a:lnTo>
                <a:lnTo>
                  <a:pt x="3270250" y="495300"/>
                </a:lnTo>
                <a:lnTo>
                  <a:pt x="3270250" y="488950"/>
                </a:lnTo>
                <a:lnTo>
                  <a:pt x="3282950" y="476250"/>
                </a:lnTo>
                <a:lnTo>
                  <a:pt x="3282950" y="463550"/>
                </a:lnTo>
                <a:lnTo>
                  <a:pt x="3289300" y="457200"/>
                </a:lnTo>
                <a:lnTo>
                  <a:pt x="3289300" y="444500"/>
                </a:lnTo>
                <a:lnTo>
                  <a:pt x="3282950" y="444500"/>
                </a:lnTo>
                <a:lnTo>
                  <a:pt x="3282950" y="450850"/>
                </a:lnTo>
                <a:lnTo>
                  <a:pt x="3263900" y="463550"/>
                </a:lnTo>
                <a:lnTo>
                  <a:pt x="3257550" y="463550"/>
                </a:lnTo>
                <a:lnTo>
                  <a:pt x="3251200" y="457200"/>
                </a:lnTo>
                <a:lnTo>
                  <a:pt x="3251200" y="400050"/>
                </a:lnTo>
                <a:lnTo>
                  <a:pt x="3257550" y="393700"/>
                </a:lnTo>
                <a:lnTo>
                  <a:pt x="3257550" y="361950"/>
                </a:lnTo>
                <a:lnTo>
                  <a:pt x="3263900" y="355600"/>
                </a:lnTo>
                <a:lnTo>
                  <a:pt x="3263900" y="317500"/>
                </a:lnTo>
                <a:lnTo>
                  <a:pt x="3270250" y="311150"/>
                </a:lnTo>
                <a:lnTo>
                  <a:pt x="3270250" y="266700"/>
                </a:lnTo>
                <a:lnTo>
                  <a:pt x="3263900" y="260350"/>
                </a:lnTo>
                <a:lnTo>
                  <a:pt x="3263900" y="247650"/>
                </a:lnTo>
                <a:close/>
                <a:moveTo>
                  <a:pt x="3009900" y="222250"/>
                </a:moveTo>
                <a:lnTo>
                  <a:pt x="2978150" y="222250"/>
                </a:lnTo>
                <a:lnTo>
                  <a:pt x="2971800" y="228600"/>
                </a:lnTo>
                <a:lnTo>
                  <a:pt x="2965450" y="228600"/>
                </a:lnTo>
                <a:lnTo>
                  <a:pt x="2952750" y="241300"/>
                </a:lnTo>
                <a:lnTo>
                  <a:pt x="2946400" y="241300"/>
                </a:lnTo>
                <a:lnTo>
                  <a:pt x="2921000" y="266700"/>
                </a:lnTo>
                <a:lnTo>
                  <a:pt x="2921000" y="273050"/>
                </a:lnTo>
                <a:lnTo>
                  <a:pt x="2908300" y="285750"/>
                </a:lnTo>
                <a:lnTo>
                  <a:pt x="2908300" y="292100"/>
                </a:lnTo>
                <a:lnTo>
                  <a:pt x="2901950" y="298450"/>
                </a:lnTo>
                <a:lnTo>
                  <a:pt x="2901950" y="304800"/>
                </a:lnTo>
                <a:lnTo>
                  <a:pt x="2895600" y="311150"/>
                </a:lnTo>
                <a:lnTo>
                  <a:pt x="2895600" y="317500"/>
                </a:lnTo>
                <a:lnTo>
                  <a:pt x="2882900" y="336550"/>
                </a:lnTo>
                <a:lnTo>
                  <a:pt x="2882900" y="355600"/>
                </a:lnTo>
                <a:lnTo>
                  <a:pt x="2876550" y="361950"/>
                </a:lnTo>
                <a:lnTo>
                  <a:pt x="2870200" y="361950"/>
                </a:lnTo>
                <a:lnTo>
                  <a:pt x="2870200" y="368300"/>
                </a:lnTo>
                <a:lnTo>
                  <a:pt x="2863850" y="374650"/>
                </a:lnTo>
                <a:lnTo>
                  <a:pt x="2863850" y="381000"/>
                </a:lnTo>
                <a:lnTo>
                  <a:pt x="2876550" y="400050"/>
                </a:lnTo>
                <a:lnTo>
                  <a:pt x="2876550" y="406400"/>
                </a:lnTo>
                <a:lnTo>
                  <a:pt x="2870200" y="412750"/>
                </a:lnTo>
                <a:lnTo>
                  <a:pt x="2870200" y="419100"/>
                </a:lnTo>
                <a:lnTo>
                  <a:pt x="2876550" y="425450"/>
                </a:lnTo>
                <a:lnTo>
                  <a:pt x="2876550" y="450850"/>
                </a:lnTo>
                <a:lnTo>
                  <a:pt x="2882900" y="457200"/>
                </a:lnTo>
                <a:lnTo>
                  <a:pt x="2882900" y="469900"/>
                </a:lnTo>
                <a:lnTo>
                  <a:pt x="2895600" y="482600"/>
                </a:lnTo>
                <a:lnTo>
                  <a:pt x="2895600" y="488950"/>
                </a:lnTo>
                <a:lnTo>
                  <a:pt x="2901950" y="495300"/>
                </a:lnTo>
                <a:lnTo>
                  <a:pt x="2908300" y="495300"/>
                </a:lnTo>
                <a:lnTo>
                  <a:pt x="2927350" y="508000"/>
                </a:lnTo>
                <a:lnTo>
                  <a:pt x="2946400" y="508000"/>
                </a:lnTo>
                <a:lnTo>
                  <a:pt x="2952750" y="501650"/>
                </a:lnTo>
                <a:lnTo>
                  <a:pt x="2971800" y="501650"/>
                </a:lnTo>
                <a:lnTo>
                  <a:pt x="2978150" y="495300"/>
                </a:lnTo>
                <a:lnTo>
                  <a:pt x="2990850" y="495300"/>
                </a:lnTo>
                <a:lnTo>
                  <a:pt x="3003550" y="482600"/>
                </a:lnTo>
                <a:lnTo>
                  <a:pt x="3009900" y="482600"/>
                </a:lnTo>
                <a:lnTo>
                  <a:pt x="3028950" y="463550"/>
                </a:lnTo>
                <a:lnTo>
                  <a:pt x="3035300" y="463550"/>
                </a:lnTo>
                <a:lnTo>
                  <a:pt x="3041650" y="457200"/>
                </a:lnTo>
                <a:lnTo>
                  <a:pt x="3041650" y="450850"/>
                </a:lnTo>
                <a:lnTo>
                  <a:pt x="3054350" y="438150"/>
                </a:lnTo>
                <a:lnTo>
                  <a:pt x="3041650" y="438150"/>
                </a:lnTo>
                <a:lnTo>
                  <a:pt x="3035300" y="431800"/>
                </a:lnTo>
                <a:lnTo>
                  <a:pt x="3048000" y="419100"/>
                </a:lnTo>
                <a:lnTo>
                  <a:pt x="3048000" y="412750"/>
                </a:lnTo>
                <a:lnTo>
                  <a:pt x="3041650" y="412750"/>
                </a:lnTo>
                <a:lnTo>
                  <a:pt x="3028950" y="425450"/>
                </a:lnTo>
                <a:lnTo>
                  <a:pt x="3022600" y="425450"/>
                </a:lnTo>
                <a:lnTo>
                  <a:pt x="3003550" y="444500"/>
                </a:lnTo>
                <a:lnTo>
                  <a:pt x="2997200" y="444500"/>
                </a:lnTo>
                <a:lnTo>
                  <a:pt x="2984500" y="457200"/>
                </a:lnTo>
                <a:lnTo>
                  <a:pt x="2971800" y="457200"/>
                </a:lnTo>
                <a:lnTo>
                  <a:pt x="2965450" y="463550"/>
                </a:lnTo>
                <a:lnTo>
                  <a:pt x="2952750" y="463550"/>
                </a:lnTo>
                <a:lnTo>
                  <a:pt x="2933700" y="450850"/>
                </a:lnTo>
                <a:lnTo>
                  <a:pt x="2933700" y="444500"/>
                </a:lnTo>
                <a:lnTo>
                  <a:pt x="2927350" y="438150"/>
                </a:lnTo>
                <a:lnTo>
                  <a:pt x="2927350" y="419100"/>
                </a:lnTo>
                <a:lnTo>
                  <a:pt x="2921000" y="412750"/>
                </a:lnTo>
                <a:lnTo>
                  <a:pt x="2921000" y="406400"/>
                </a:lnTo>
                <a:lnTo>
                  <a:pt x="2933700" y="393700"/>
                </a:lnTo>
                <a:lnTo>
                  <a:pt x="2965450" y="393700"/>
                </a:lnTo>
                <a:lnTo>
                  <a:pt x="2971800" y="387350"/>
                </a:lnTo>
                <a:lnTo>
                  <a:pt x="2978150" y="387350"/>
                </a:lnTo>
                <a:lnTo>
                  <a:pt x="2984500" y="381000"/>
                </a:lnTo>
                <a:lnTo>
                  <a:pt x="2990850" y="381000"/>
                </a:lnTo>
                <a:lnTo>
                  <a:pt x="3003550" y="368300"/>
                </a:lnTo>
                <a:lnTo>
                  <a:pt x="3009900" y="368300"/>
                </a:lnTo>
                <a:lnTo>
                  <a:pt x="3028950" y="349250"/>
                </a:lnTo>
                <a:lnTo>
                  <a:pt x="3028950" y="342900"/>
                </a:lnTo>
                <a:lnTo>
                  <a:pt x="3048000" y="323850"/>
                </a:lnTo>
                <a:lnTo>
                  <a:pt x="3048000" y="311150"/>
                </a:lnTo>
                <a:lnTo>
                  <a:pt x="3054350" y="304800"/>
                </a:lnTo>
                <a:lnTo>
                  <a:pt x="3054350" y="266700"/>
                </a:lnTo>
                <a:lnTo>
                  <a:pt x="3041650" y="254000"/>
                </a:lnTo>
                <a:lnTo>
                  <a:pt x="3041650" y="247650"/>
                </a:lnTo>
                <a:lnTo>
                  <a:pt x="3035300" y="241300"/>
                </a:lnTo>
                <a:lnTo>
                  <a:pt x="3028950" y="241300"/>
                </a:lnTo>
                <a:close/>
                <a:moveTo>
                  <a:pt x="2997200" y="266700"/>
                </a:moveTo>
                <a:lnTo>
                  <a:pt x="3016250" y="285750"/>
                </a:lnTo>
                <a:lnTo>
                  <a:pt x="3016250" y="292100"/>
                </a:lnTo>
                <a:lnTo>
                  <a:pt x="3009900" y="298450"/>
                </a:lnTo>
                <a:lnTo>
                  <a:pt x="3009900" y="311150"/>
                </a:lnTo>
                <a:lnTo>
                  <a:pt x="2971800" y="349250"/>
                </a:lnTo>
                <a:lnTo>
                  <a:pt x="2965450" y="349250"/>
                </a:lnTo>
                <a:lnTo>
                  <a:pt x="2959100" y="355600"/>
                </a:lnTo>
                <a:lnTo>
                  <a:pt x="2940050" y="355600"/>
                </a:lnTo>
                <a:lnTo>
                  <a:pt x="2933700" y="349250"/>
                </a:lnTo>
                <a:lnTo>
                  <a:pt x="2940050" y="342900"/>
                </a:lnTo>
                <a:lnTo>
                  <a:pt x="2940050" y="330200"/>
                </a:lnTo>
                <a:lnTo>
                  <a:pt x="2946400" y="323850"/>
                </a:lnTo>
                <a:lnTo>
                  <a:pt x="2946400" y="317500"/>
                </a:lnTo>
                <a:lnTo>
                  <a:pt x="2952750" y="311150"/>
                </a:lnTo>
                <a:lnTo>
                  <a:pt x="2952750" y="304800"/>
                </a:lnTo>
                <a:lnTo>
                  <a:pt x="2984500" y="273050"/>
                </a:lnTo>
                <a:lnTo>
                  <a:pt x="2990850" y="273050"/>
                </a:lnTo>
                <a:close/>
                <a:moveTo>
                  <a:pt x="3702050" y="215900"/>
                </a:moveTo>
                <a:lnTo>
                  <a:pt x="3683000" y="215900"/>
                </a:lnTo>
                <a:lnTo>
                  <a:pt x="3676650" y="222250"/>
                </a:lnTo>
                <a:lnTo>
                  <a:pt x="3663950" y="222250"/>
                </a:lnTo>
                <a:lnTo>
                  <a:pt x="3651250" y="234950"/>
                </a:lnTo>
                <a:lnTo>
                  <a:pt x="3644900" y="234950"/>
                </a:lnTo>
                <a:lnTo>
                  <a:pt x="3632200" y="247650"/>
                </a:lnTo>
                <a:lnTo>
                  <a:pt x="3632200" y="254000"/>
                </a:lnTo>
                <a:lnTo>
                  <a:pt x="3619500" y="266700"/>
                </a:lnTo>
                <a:lnTo>
                  <a:pt x="3619500" y="273050"/>
                </a:lnTo>
                <a:lnTo>
                  <a:pt x="3606800" y="285750"/>
                </a:lnTo>
                <a:lnTo>
                  <a:pt x="3606800" y="292100"/>
                </a:lnTo>
                <a:lnTo>
                  <a:pt x="3600450" y="298450"/>
                </a:lnTo>
                <a:lnTo>
                  <a:pt x="3600450" y="311150"/>
                </a:lnTo>
                <a:lnTo>
                  <a:pt x="3594100" y="317500"/>
                </a:lnTo>
                <a:lnTo>
                  <a:pt x="3594100" y="330200"/>
                </a:lnTo>
                <a:lnTo>
                  <a:pt x="3587750" y="336550"/>
                </a:lnTo>
                <a:lnTo>
                  <a:pt x="3587750" y="349250"/>
                </a:lnTo>
                <a:lnTo>
                  <a:pt x="3581400" y="355600"/>
                </a:lnTo>
                <a:lnTo>
                  <a:pt x="3581400" y="374650"/>
                </a:lnTo>
                <a:lnTo>
                  <a:pt x="3575050" y="381000"/>
                </a:lnTo>
                <a:lnTo>
                  <a:pt x="3575050" y="406400"/>
                </a:lnTo>
                <a:lnTo>
                  <a:pt x="3581400" y="412750"/>
                </a:lnTo>
                <a:lnTo>
                  <a:pt x="3581400" y="438150"/>
                </a:lnTo>
                <a:lnTo>
                  <a:pt x="3587750" y="444500"/>
                </a:lnTo>
                <a:lnTo>
                  <a:pt x="3587750" y="457200"/>
                </a:lnTo>
                <a:lnTo>
                  <a:pt x="3600450" y="469900"/>
                </a:lnTo>
                <a:lnTo>
                  <a:pt x="3600450" y="476250"/>
                </a:lnTo>
                <a:lnTo>
                  <a:pt x="3613150" y="488950"/>
                </a:lnTo>
                <a:lnTo>
                  <a:pt x="3619500" y="488950"/>
                </a:lnTo>
                <a:lnTo>
                  <a:pt x="3638550" y="501650"/>
                </a:lnTo>
                <a:lnTo>
                  <a:pt x="3657600" y="501650"/>
                </a:lnTo>
                <a:lnTo>
                  <a:pt x="3663950" y="495300"/>
                </a:lnTo>
                <a:lnTo>
                  <a:pt x="3683000" y="495300"/>
                </a:lnTo>
                <a:lnTo>
                  <a:pt x="3689350" y="488950"/>
                </a:lnTo>
                <a:lnTo>
                  <a:pt x="3695700" y="488950"/>
                </a:lnTo>
                <a:lnTo>
                  <a:pt x="3702050" y="482600"/>
                </a:lnTo>
                <a:lnTo>
                  <a:pt x="3708400" y="482600"/>
                </a:lnTo>
                <a:lnTo>
                  <a:pt x="3727450" y="463550"/>
                </a:lnTo>
                <a:lnTo>
                  <a:pt x="3733800" y="463550"/>
                </a:lnTo>
                <a:lnTo>
                  <a:pt x="3733800" y="457200"/>
                </a:lnTo>
                <a:lnTo>
                  <a:pt x="3752850" y="438150"/>
                </a:lnTo>
                <a:lnTo>
                  <a:pt x="3752850" y="431800"/>
                </a:lnTo>
                <a:lnTo>
                  <a:pt x="3740150" y="419100"/>
                </a:lnTo>
                <a:lnTo>
                  <a:pt x="3740150" y="406400"/>
                </a:lnTo>
                <a:lnTo>
                  <a:pt x="3733800" y="400050"/>
                </a:lnTo>
                <a:lnTo>
                  <a:pt x="3714750" y="419100"/>
                </a:lnTo>
                <a:lnTo>
                  <a:pt x="3714750" y="425450"/>
                </a:lnTo>
                <a:lnTo>
                  <a:pt x="3702050" y="438150"/>
                </a:lnTo>
                <a:lnTo>
                  <a:pt x="3695700" y="438150"/>
                </a:lnTo>
                <a:lnTo>
                  <a:pt x="3683000" y="450850"/>
                </a:lnTo>
                <a:lnTo>
                  <a:pt x="3651250" y="450850"/>
                </a:lnTo>
                <a:lnTo>
                  <a:pt x="3638550" y="438150"/>
                </a:lnTo>
                <a:lnTo>
                  <a:pt x="3638550" y="431800"/>
                </a:lnTo>
                <a:lnTo>
                  <a:pt x="3632200" y="425450"/>
                </a:lnTo>
                <a:lnTo>
                  <a:pt x="3632200" y="355600"/>
                </a:lnTo>
                <a:lnTo>
                  <a:pt x="3638550" y="349250"/>
                </a:lnTo>
                <a:lnTo>
                  <a:pt x="3638550" y="330200"/>
                </a:lnTo>
                <a:lnTo>
                  <a:pt x="3644900" y="323850"/>
                </a:lnTo>
                <a:lnTo>
                  <a:pt x="3644900" y="317500"/>
                </a:lnTo>
                <a:lnTo>
                  <a:pt x="3651250" y="311150"/>
                </a:lnTo>
                <a:lnTo>
                  <a:pt x="3651250" y="304800"/>
                </a:lnTo>
                <a:lnTo>
                  <a:pt x="3663950" y="292100"/>
                </a:lnTo>
                <a:lnTo>
                  <a:pt x="3663950" y="285750"/>
                </a:lnTo>
                <a:lnTo>
                  <a:pt x="3670300" y="279400"/>
                </a:lnTo>
                <a:lnTo>
                  <a:pt x="3676650" y="279400"/>
                </a:lnTo>
                <a:lnTo>
                  <a:pt x="3689350" y="266700"/>
                </a:lnTo>
                <a:lnTo>
                  <a:pt x="3695700" y="266700"/>
                </a:lnTo>
                <a:lnTo>
                  <a:pt x="3714750" y="285750"/>
                </a:lnTo>
                <a:lnTo>
                  <a:pt x="3714750" y="292100"/>
                </a:lnTo>
                <a:lnTo>
                  <a:pt x="3708400" y="298450"/>
                </a:lnTo>
                <a:lnTo>
                  <a:pt x="3714750" y="304800"/>
                </a:lnTo>
                <a:lnTo>
                  <a:pt x="3733800" y="304800"/>
                </a:lnTo>
                <a:lnTo>
                  <a:pt x="3733800" y="298450"/>
                </a:lnTo>
                <a:lnTo>
                  <a:pt x="3752850" y="285750"/>
                </a:lnTo>
                <a:lnTo>
                  <a:pt x="3752850" y="260350"/>
                </a:lnTo>
                <a:lnTo>
                  <a:pt x="3746500" y="254000"/>
                </a:lnTo>
                <a:lnTo>
                  <a:pt x="3746500" y="247650"/>
                </a:lnTo>
                <a:lnTo>
                  <a:pt x="3740150" y="241300"/>
                </a:lnTo>
                <a:lnTo>
                  <a:pt x="3740150" y="234950"/>
                </a:lnTo>
                <a:lnTo>
                  <a:pt x="3733800" y="234950"/>
                </a:lnTo>
                <a:lnTo>
                  <a:pt x="3721100" y="222250"/>
                </a:lnTo>
                <a:lnTo>
                  <a:pt x="3708400" y="222250"/>
                </a:lnTo>
                <a:close/>
                <a:moveTo>
                  <a:pt x="2825750" y="222250"/>
                </a:moveTo>
                <a:lnTo>
                  <a:pt x="2819400" y="222250"/>
                </a:lnTo>
                <a:lnTo>
                  <a:pt x="2806700" y="234950"/>
                </a:lnTo>
                <a:lnTo>
                  <a:pt x="2794000" y="222250"/>
                </a:lnTo>
                <a:lnTo>
                  <a:pt x="2781300" y="222250"/>
                </a:lnTo>
                <a:lnTo>
                  <a:pt x="2774950" y="215900"/>
                </a:lnTo>
                <a:lnTo>
                  <a:pt x="2768600" y="222250"/>
                </a:lnTo>
                <a:lnTo>
                  <a:pt x="2749550" y="222250"/>
                </a:lnTo>
                <a:lnTo>
                  <a:pt x="2743200" y="228600"/>
                </a:lnTo>
                <a:lnTo>
                  <a:pt x="2736850" y="228600"/>
                </a:lnTo>
                <a:lnTo>
                  <a:pt x="2698750" y="266700"/>
                </a:lnTo>
                <a:lnTo>
                  <a:pt x="2698750" y="273050"/>
                </a:lnTo>
                <a:lnTo>
                  <a:pt x="2686050" y="285750"/>
                </a:lnTo>
                <a:lnTo>
                  <a:pt x="2686050" y="292100"/>
                </a:lnTo>
                <a:lnTo>
                  <a:pt x="2679700" y="298450"/>
                </a:lnTo>
                <a:lnTo>
                  <a:pt x="2679700" y="304800"/>
                </a:lnTo>
                <a:lnTo>
                  <a:pt x="2673350" y="311150"/>
                </a:lnTo>
                <a:lnTo>
                  <a:pt x="2673350" y="317500"/>
                </a:lnTo>
                <a:lnTo>
                  <a:pt x="2660650" y="336550"/>
                </a:lnTo>
                <a:lnTo>
                  <a:pt x="2660650" y="349250"/>
                </a:lnTo>
                <a:lnTo>
                  <a:pt x="2654300" y="355600"/>
                </a:lnTo>
                <a:lnTo>
                  <a:pt x="2654300" y="374650"/>
                </a:lnTo>
                <a:lnTo>
                  <a:pt x="2647950" y="381000"/>
                </a:lnTo>
                <a:lnTo>
                  <a:pt x="2647950" y="431800"/>
                </a:lnTo>
                <a:lnTo>
                  <a:pt x="2654300" y="438150"/>
                </a:lnTo>
                <a:lnTo>
                  <a:pt x="2654300" y="457200"/>
                </a:lnTo>
                <a:lnTo>
                  <a:pt x="2667000" y="469900"/>
                </a:lnTo>
                <a:lnTo>
                  <a:pt x="2667000" y="476250"/>
                </a:lnTo>
                <a:lnTo>
                  <a:pt x="2679700" y="488950"/>
                </a:lnTo>
                <a:lnTo>
                  <a:pt x="2686050" y="488950"/>
                </a:lnTo>
                <a:lnTo>
                  <a:pt x="2692400" y="495300"/>
                </a:lnTo>
                <a:lnTo>
                  <a:pt x="2717800" y="495300"/>
                </a:lnTo>
                <a:lnTo>
                  <a:pt x="2724150" y="488950"/>
                </a:lnTo>
                <a:lnTo>
                  <a:pt x="2730500" y="488950"/>
                </a:lnTo>
                <a:lnTo>
                  <a:pt x="2768600" y="450850"/>
                </a:lnTo>
                <a:lnTo>
                  <a:pt x="2774950" y="457200"/>
                </a:lnTo>
                <a:lnTo>
                  <a:pt x="2774950" y="476250"/>
                </a:lnTo>
                <a:lnTo>
                  <a:pt x="2768600" y="482600"/>
                </a:lnTo>
                <a:lnTo>
                  <a:pt x="2768600" y="508000"/>
                </a:lnTo>
                <a:lnTo>
                  <a:pt x="2762250" y="514350"/>
                </a:lnTo>
                <a:lnTo>
                  <a:pt x="2762250" y="533400"/>
                </a:lnTo>
                <a:lnTo>
                  <a:pt x="2755900" y="539750"/>
                </a:lnTo>
                <a:lnTo>
                  <a:pt x="2755900" y="558800"/>
                </a:lnTo>
                <a:lnTo>
                  <a:pt x="2749550" y="565150"/>
                </a:lnTo>
                <a:lnTo>
                  <a:pt x="2749550" y="577850"/>
                </a:lnTo>
                <a:lnTo>
                  <a:pt x="2743200" y="584200"/>
                </a:lnTo>
                <a:lnTo>
                  <a:pt x="2743200" y="596900"/>
                </a:lnTo>
                <a:lnTo>
                  <a:pt x="2736850" y="603250"/>
                </a:lnTo>
                <a:lnTo>
                  <a:pt x="2736850" y="609600"/>
                </a:lnTo>
                <a:lnTo>
                  <a:pt x="2711450" y="635000"/>
                </a:lnTo>
                <a:lnTo>
                  <a:pt x="2692400" y="635000"/>
                </a:lnTo>
                <a:lnTo>
                  <a:pt x="2679700" y="622300"/>
                </a:lnTo>
                <a:lnTo>
                  <a:pt x="2679700" y="615950"/>
                </a:lnTo>
                <a:lnTo>
                  <a:pt x="2673350" y="609600"/>
                </a:lnTo>
                <a:lnTo>
                  <a:pt x="2673350" y="565150"/>
                </a:lnTo>
                <a:lnTo>
                  <a:pt x="2667000" y="565150"/>
                </a:lnTo>
                <a:lnTo>
                  <a:pt x="2654300" y="577850"/>
                </a:lnTo>
                <a:lnTo>
                  <a:pt x="2647950" y="577850"/>
                </a:lnTo>
                <a:lnTo>
                  <a:pt x="2628900" y="596900"/>
                </a:lnTo>
                <a:lnTo>
                  <a:pt x="2628900" y="603250"/>
                </a:lnTo>
                <a:lnTo>
                  <a:pt x="2622550" y="609600"/>
                </a:lnTo>
                <a:lnTo>
                  <a:pt x="2622550" y="628650"/>
                </a:lnTo>
                <a:lnTo>
                  <a:pt x="2628900" y="635000"/>
                </a:lnTo>
                <a:lnTo>
                  <a:pt x="2628900" y="647700"/>
                </a:lnTo>
                <a:lnTo>
                  <a:pt x="2635250" y="654050"/>
                </a:lnTo>
                <a:lnTo>
                  <a:pt x="2635250" y="660400"/>
                </a:lnTo>
                <a:lnTo>
                  <a:pt x="2647950" y="673100"/>
                </a:lnTo>
                <a:lnTo>
                  <a:pt x="2647950" y="679450"/>
                </a:lnTo>
                <a:lnTo>
                  <a:pt x="2660650" y="692150"/>
                </a:lnTo>
                <a:lnTo>
                  <a:pt x="2673350" y="692150"/>
                </a:lnTo>
                <a:lnTo>
                  <a:pt x="2679700" y="698500"/>
                </a:lnTo>
                <a:lnTo>
                  <a:pt x="2717800" y="698500"/>
                </a:lnTo>
                <a:lnTo>
                  <a:pt x="2724150" y="692150"/>
                </a:lnTo>
                <a:lnTo>
                  <a:pt x="2730500" y="692150"/>
                </a:lnTo>
                <a:lnTo>
                  <a:pt x="2743200" y="679450"/>
                </a:lnTo>
                <a:lnTo>
                  <a:pt x="2749550" y="679450"/>
                </a:lnTo>
                <a:lnTo>
                  <a:pt x="2762250" y="666750"/>
                </a:lnTo>
                <a:lnTo>
                  <a:pt x="2762250" y="660400"/>
                </a:lnTo>
                <a:lnTo>
                  <a:pt x="2781300" y="641350"/>
                </a:lnTo>
                <a:lnTo>
                  <a:pt x="2781300" y="635000"/>
                </a:lnTo>
                <a:lnTo>
                  <a:pt x="2794000" y="615950"/>
                </a:lnTo>
                <a:lnTo>
                  <a:pt x="2794000" y="603250"/>
                </a:lnTo>
                <a:lnTo>
                  <a:pt x="2800350" y="596900"/>
                </a:lnTo>
                <a:lnTo>
                  <a:pt x="2800350" y="584200"/>
                </a:lnTo>
                <a:lnTo>
                  <a:pt x="2806700" y="577850"/>
                </a:lnTo>
                <a:lnTo>
                  <a:pt x="2806700" y="558800"/>
                </a:lnTo>
                <a:lnTo>
                  <a:pt x="2813050" y="552450"/>
                </a:lnTo>
                <a:lnTo>
                  <a:pt x="2813050" y="527050"/>
                </a:lnTo>
                <a:lnTo>
                  <a:pt x="2819400" y="520700"/>
                </a:lnTo>
                <a:lnTo>
                  <a:pt x="2819400" y="488950"/>
                </a:lnTo>
                <a:lnTo>
                  <a:pt x="2825750" y="482600"/>
                </a:lnTo>
                <a:lnTo>
                  <a:pt x="2825750" y="457200"/>
                </a:lnTo>
                <a:lnTo>
                  <a:pt x="2832100" y="450850"/>
                </a:lnTo>
                <a:lnTo>
                  <a:pt x="2832100" y="419100"/>
                </a:lnTo>
                <a:lnTo>
                  <a:pt x="2838450" y="412750"/>
                </a:lnTo>
                <a:lnTo>
                  <a:pt x="2838450" y="304800"/>
                </a:lnTo>
                <a:lnTo>
                  <a:pt x="2844800" y="298450"/>
                </a:lnTo>
                <a:lnTo>
                  <a:pt x="2844800" y="279400"/>
                </a:lnTo>
                <a:lnTo>
                  <a:pt x="2851150" y="273050"/>
                </a:lnTo>
                <a:lnTo>
                  <a:pt x="2851150" y="247650"/>
                </a:lnTo>
                <a:lnTo>
                  <a:pt x="2838450" y="234950"/>
                </a:lnTo>
                <a:lnTo>
                  <a:pt x="2838450" y="228600"/>
                </a:lnTo>
                <a:lnTo>
                  <a:pt x="2832100" y="228600"/>
                </a:lnTo>
                <a:close/>
                <a:moveTo>
                  <a:pt x="2781300" y="266700"/>
                </a:moveTo>
                <a:lnTo>
                  <a:pt x="2794000" y="279400"/>
                </a:lnTo>
                <a:lnTo>
                  <a:pt x="2794000" y="311150"/>
                </a:lnTo>
                <a:lnTo>
                  <a:pt x="2787650" y="317500"/>
                </a:lnTo>
                <a:lnTo>
                  <a:pt x="2787650" y="355600"/>
                </a:lnTo>
                <a:lnTo>
                  <a:pt x="2781300" y="361950"/>
                </a:lnTo>
                <a:lnTo>
                  <a:pt x="2781300" y="374650"/>
                </a:lnTo>
                <a:lnTo>
                  <a:pt x="2774950" y="381000"/>
                </a:lnTo>
                <a:lnTo>
                  <a:pt x="2774950" y="387350"/>
                </a:lnTo>
                <a:lnTo>
                  <a:pt x="2755900" y="406400"/>
                </a:lnTo>
                <a:lnTo>
                  <a:pt x="2755900" y="412750"/>
                </a:lnTo>
                <a:lnTo>
                  <a:pt x="2736850" y="431800"/>
                </a:lnTo>
                <a:lnTo>
                  <a:pt x="2730500" y="431800"/>
                </a:lnTo>
                <a:lnTo>
                  <a:pt x="2724150" y="438150"/>
                </a:lnTo>
                <a:lnTo>
                  <a:pt x="2717800" y="438150"/>
                </a:lnTo>
                <a:lnTo>
                  <a:pt x="2705100" y="425450"/>
                </a:lnTo>
                <a:lnTo>
                  <a:pt x="2705100" y="374650"/>
                </a:lnTo>
                <a:lnTo>
                  <a:pt x="2711450" y="368300"/>
                </a:lnTo>
                <a:lnTo>
                  <a:pt x="2711450" y="349250"/>
                </a:lnTo>
                <a:lnTo>
                  <a:pt x="2717800" y="342900"/>
                </a:lnTo>
                <a:lnTo>
                  <a:pt x="2717800" y="336550"/>
                </a:lnTo>
                <a:lnTo>
                  <a:pt x="2724150" y="330200"/>
                </a:lnTo>
                <a:lnTo>
                  <a:pt x="2724150" y="323850"/>
                </a:lnTo>
                <a:lnTo>
                  <a:pt x="2730500" y="317500"/>
                </a:lnTo>
                <a:lnTo>
                  <a:pt x="2730500" y="311150"/>
                </a:lnTo>
                <a:lnTo>
                  <a:pt x="2736850" y="304800"/>
                </a:lnTo>
                <a:lnTo>
                  <a:pt x="2736850" y="298450"/>
                </a:lnTo>
                <a:lnTo>
                  <a:pt x="2762250" y="273050"/>
                </a:lnTo>
                <a:lnTo>
                  <a:pt x="2768600" y="273050"/>
                </a:lnTo>
                <a:lnTo>
                  <a:pt x="2774950" y="266700"/>
                </a:lnTo>
                <a:close/>
                <a:moveTo>
                  <a:pt x="7219950" y="209550"/>
                </a:moveTo>
                <a:lnTo>
                  <a:pt x="7207250" y="196850"/>
                </a:lnTo>
                <a:lnTo>
                  <a:pt x="7200900" y="196850"/>
                </a:lnTo>
                <a:lnTo>
                  <a:pt x="7150100" y="247650"/>
                </a:lnTo>
                <a:lnTo>
                  <a:pt x="7150100" y="254000"/>
                </a:lnTo>
                <a:lnTo>
                  <a:pt x="7131050" y="273050"/>
                </a:lnTo>
                <a:lnTo>
                  <a:pt x="7131050" y="279400"/>
                </a:lnTo>
                <a:lnTo>
                  <a:pt x="7118350" y="292100"/>
                </a:lnTo>
                <a:lnTo>
                  <a:pt x="7112000" y="292100"/>
                </a:lnTo>
                <a:lnTo>
                  <a:pt x="7099300" y="304800"/>
                </a:lnTo>
                <a:lnTo>
                  <a:pt x="7099300" y="311150"/>
                </a:lnTo>
                <a:lnTo>
                  <a:pt x="7105650" y="311150"/>
                </a:lnTo>
                <a:lnTo>
                  <a:pt x="7131050" y="285750"/>
                </a:lnTo>
                <a:lnTo>
                  <a:pt x="7137400" y="285750"/>
                </a:lnTo>
                <a:lnTo>
                  <a:pt x="7150100" y="273050"/>
                </a:lnTo>
                <a:lnTo>
                  <a:pt x="7156450" y="273050"/>
                </a:lnTo>
                <a:lnTo>
                  <a:pt x="7175500" y="254000"/>
                </a:lnTo>
                <a:lnTo>
                  <a:pt x="7181850" y="254000"/>
                </a:lnTo>
                <a:lnTo>
                  <a:pt x="7213600" y="222250"/>
                </a:lnTo>
                <a:lnTo>
                  <a:pt x="7213600" y="215900"/>
                </a:lnTo>
                <a:close/>
                <a:moveTo>
                  <a:pt x="95250" y="184150"/>
                </a:moveTo>
                <a:lnTo>
                  <a:pt x="95250" y="190500"/>
                </a:lnTo>
                <a:lnTo>
                  <a:pt x="88900" y="196850"/>
                </a:lnTo>
                <a:lnTo>
                  <a:pt x="88900" y="209550"/>
                </a:lnTo>
                <a:lnTo>
                  <a:pt x="107950" y="228600"/>
                </a:lnTo>
                <a:lnTo>
                  <a:pt x="114300" y="228600"/>
                </a:lnTo>
                <a:lnTo>
                  <a:pt x="120650" y="234950"/>
                </a:lnTo>
                <a:lnTo>
                  <a:pt x="127000" y="234950"/>
                </a:lnTo>
                <a:lnTo>
                  <a:pt x="139700" y="247650"/>
                </a:lnTo>
                <a:lnTo>
                  <a:pt x="146050" y="247650"/>
                </a:lnTo>
                <a:lnTo>
                  <a:pt x="152400" y="254000"/>
                </a:lnTo>
                <a:lnTo>
                  <a:pt x="158750" y="254000"/>
                </a:lnTo>
                <a:lnTo>
                  <a:pt x="165100" y="260350"/>
                </a:lnTo>
                <a:lnTo>
                  <a:pt x="171450" y="260350"/>
                </a:lnTo>
                <a:lnTo>
                  <a:pt x="190500" y="273050"/>
                </a:lnTo>
                <a:lnTo>
                  <a:pt x="203200" y="273050"/>
                </a:lnTo>
                <a:lnTo>
                  <a:pt x="209550" y="279400"/>
                </a:lnTo>
                <a:lnTo>
                  <a:pt x="215900" y="279400"/>
                </a:lnTo>
                <a:lnTo>
                  <a:pt x="228600" y="292100"/>
                </a:lnTo>
                <a:lnTo>
                  <a:pt x="234950" y="292100"/>
                </a:lnTo>
                <a:lnTo>
                  <a:pt x="241300" y="298450"/>
                </a:lnTo>
                <a:lnTo>
                  <a:pt x="165100" y="222250"/>
                </a:lnTo>
                <a:lnTo>
                  <a:pt x="158750" y="222250"/>
                </a:lnTo>
                <a:lnTo>
                  <a:pt x="133350" y="196850"/>
                </a:lnTo>
                <a:lnTo>
                  <a:pt x="127000" y="196850"/>
                </a:lnTo>
                <a:lnTo>
                  <a:pt x="114300" y="184150"/>
                </a:lnTo>
                <a:close/>
                <a:moveTo>
                  <a:pt x="1212850" y="171450"/>
                </a:moveTo>
                <a:lnTo>
                  <a:pt x="1206500" y="177800"/>
                </a:lnTo>
                <a:lnTo>
                  <a:pt x="1200150" y="177800"/>
                </a:lnTo>
                <a:lnTo>
                  <a:pt x="1187450" y="190500"/>
                </a:lnTo>
                <a:lnTo>
                  <a:pt x="1174750" y="177800"/>
                </a:lnTo>
                <a:lnTo>
                  <a:pt x="1174750" y="184150"/>
                </a:lnTo>
                <a:lnTo>
                  <a:pt x="1181100" y="190500"/>
                </a:lnTo>
                <a:lnTo>
                  <a:pt x="1206500" y="190500"/>
                </a:lnTo>
                <a:lnTo>
                  <a:pt x="1206500" y="184150"/>
                </a:lnTo>
                <a:lnTo>
                  <a:pt x="1212850" y="177800"/>
                </a:lnTo>
                <a:close/>
                <a:moveTo>
                  <a:pt x="6591300" y="139700"/>
                </a:moveTo>
                <a:lnTo>
                  <a:pt x="6584950" y="139700"/>
                </a:lnTo>
                <a:lnTo>
                  <a:pt x="6572250" y="152400"/>
                </a:lnTo>
                <a:lnTo>
                  <a:pt x="6572250" y="158750"/>
                </a:lnTo>
                <a:lnTo>
                  <a:pt x="6565900" y="165100"/>
                </a:lnTo>
                <a:lnTo>
                  <a:pt x="6565900" y="196850"/>
                </a:lnTo>
                <a:lnTo>
                  <a:pt x="6572250" y="203200"/>
                </a:lnTo>
                <a:lnTo>
                  <a:pt x="6572250" y="209550"/>
                </a:lnTo>
                <a:lnTo>
                  <a:pt x="6578600" y="209550"/>
                </a:lnTo>
                <a:lnTo>
                  <a:pt x="6584950" y="215900"/>
                </a:lnTo>
                <a:lnTo>
                  <a:pt x="6604000" y="203200"/>
                </a:lnTo>
                <a:lnTo>
                  <a:pt x="6604000" y="190500"/>
                </a:lnTo>
                <a:lnTo>
                  <a:pt x="6610350" y="184150"/>
                </a:lnTo>
                <a:lnTo>
                  <a:pt x="6610350" y="152400"/>
                </a:lnTo>
                <a:close/>
                <a:moveTo>
                  <a:pt x="1193800" y="139700"/>
                </a:moveTo>
                <a:lnTo>
                  <a:pt x="1193800" y="152400"/>
                </a:lnTo>
                <a:lnTo>
                  <a:pt x="1200150" y="152400"/>
                </a:lnTo>
                <a:lnTo>
                  <a:pt x="1206500" y="146050"/>
                </a:lnTo>
                <a:lnTo>
                  <a:pt x="1219200" y="146050"/>
                </a:lnTo>
                <a:lnTo>
                  <a:pt x="1225550" y="139700"/>
                </a:lnTo>
                <a:lnTo>
                  <a:pt x="1231900" y="146050"/>
                </a:lnTo>
                <a:lnTo>
                  <a:pt x="1231900" y="158750"/>
                </a:lnTo>
                <a:lnTo>
                  <a:pt x="1231900" y="146050"/>
                </a:lnTo>
                <a:lnTo>
                  <a:pt x="1225550" y="139700"/>
                </a:lnTo>
                <a:lnTo>
                  <a:pt x="1219200" y="146050"/>
                </a:lnTo>
                <a:lnTo>
                  <a:pt x="1212850" y="146050"/>
                </a:lnTo>
                <a:lnTo>
                  <a:pt x="1206500" y="139700"/>
                </a:lnTo>
                <a:close/>
                <a:moveTo>
                  <a:pt x="6470650" y="114300"/>
                </a:moveTo>
                <a:lnTo>
                  <a:pt x="6464300" y="114300"/>
                </a:lnTo>
                <a:lnTo>
                  <a:pt x="6457950" y="120650"/>
                </a:lnTo>
                <a:lnTo>
                  <a:pt x="6451600" y="120650"/>
                </a:lnTo>
                <a:lnTo>
                  <a:pt x="6451600" y="133350"/>
                </a:lnTo>
                <a:lnTo>
                  <a:pt x="6445250" y="139700"/>
                </a:lnTo>
                <a:lnTo>
                  <a:pt x="6445250" y="165100"/>
                </a:lnTo>
                <a:lnTo>
                  <a:pt x="6438900" y="171450"/>
                </a:lnTo>
                <a:lnTo>
                  <a:pt x="6438900" y="196850"/>
                </a:lnTo>
                <a:lnTo>
                  <a:pt x="6432550" y="203200"/>
                </a:lnTo>
                <a:lnTo>
                  <a:pt x="6432550" y="215900"/>
                </a:lnTo>
                <a:lnTo>
                  <a:pt x="6413500" y="228600"/>
                </a:lnTo>
                <a:lnTo>
                  <a:pt x="6388100" y="228600"/>
                </a:lnTo>
                <a:lnTo>
                  <a:pt x="6375400" y="247650"/>
                </a:lnTo>
                <a:lnTo>
                  <a:pt x="6381750" y="254000"/>
                </a:lnTo>
                <a:lnTo>
                  <a:pt x="6381750" y="260350"/>
                </a:lnTo>
                <a:lnTo>
                  <a:pt x="6375400" y="266700"/>
                </a:lnTo>
                <a:lnTo>
                  <a:pt x="6381750" y="273050"/>
                </a:lnTo>
                <a:lnTo>
                  <a:pt x="6413500" y="273050"/>
                </a:lnTo>
                <a:lnTo>
                  <a:pt x="6419850" y="279400"/>
                </a:lnTo>
                <a:lnTo>
                  <a:pt x="6419850" y="311150"/>
                </a:lnTo>
                <a:lnTo>
                  <a:pt x="6413500" y="317500"/>
                </a:lnTo>
                <a:lnTo>
                  <a:pt x="6413500" y="355600"/>
                </a:lnTo>
                <a:lnTo>
                  <a:pt x="6407150" y="361950"/>
                </a:lnTo>
                <a:lnTo>
                  <a:pt x="6407150" y="469900"/>
                </a:lnTo>
                <a:lnTo>
                  <a:pt x="6413500" y="476250"/>
                </a:lnTo>
                <a:lnTo>
                  <a:pt x="6413500" y="482600"/>
                </a:lnTo>
                <a:lnTo>
                  <a:pt x="6426200" y="495300"/>
                </a:lnTo>
                <a:lnTo>
                  <a:pt x="6426200" y="501650"/>
                </a:lnTo>
                <a:lnTo>
                  <a:pt x="6432550" y="501650"/>
                </a:lnTo>
                <a:lnTo>
                  <a:pt x="6438900" y="508000"/>
                </a:lnTo>
                <a:lnTo>
                  <a:pt x="6464300" y="508000"/>
                </a:lnTo>
                <a:lnTo>
                  <a:pt x="6470650" y="501650"/>
                </a:lnTo>
                <a:lnTo>
                  <a:pt x="6477000" y="501650"/>
                </a:lnTo>
                <a:lnTo>
                  <a:pt x="6483350" y="495300"/>
                </a:lnTo>
                <a:lnTo>
                  <a:pt x="6477000" y="488950"/>
                </a:lnTo>
                <a:lnTo>
                  <a:pt x="6508750" y="457200"/>
                </a:lnTo>
                <a:lnTo>
                  <a:pt x="6502400" y="457200"/>
                </a:lnTo>
                <a:lnTo>
                  <a:pt x="6496050" y="450850"/>
                </a:lnTo>
                <a:lnTo>
                  <a:pt x="6502400" y="444500"/>
                </a:lnTo>
                <a:lnTo>
                  <a:pt x="6502400" y="431800"/>
                </a:lnTo>
                <a:lnTo>
                  <a:pt x="6483350" y="450850"/>
                </a:lnTo>
                <a:lnTo>
                  <a:pt x="6477000" y="450850"/>
                </a:lnTo>
                <a:lnTo>
                  <a:pt x="6470650" y="457200"/>
                </a:lnTo>
                <a:lnTo>
                  <a:pt x="6457950" y="457200"/>
                </a:lnTo>
                <a:lnTo>
                  <a:pt x="6445250" y="438150"/>
                </a:lnTo>
                <a:lnTo>
                  <a:pt x="6445250" y="393700"/>
                </a:lnTo>
                <a:lnTo>
                  <a:pt x="6451600" y="387350"/>
                </a:lnTo>
                <a:lnTo>
                  <a:pt x="6451600" y="336550"/>
                </a:lnTo>
                <a:lnTo>
                  <a:pt x="6457950" y="330200"/>
                </a:lnTo>
                <a:lnTo>
                  <a:pt x="6457950" y="285750"/>
                </a:lnTo>
                <a:lnTo>
                  <a:pt x="6464300" y="279400"/>
                </a:lnTo>
                <a:lnTo>
                  <a:pt x="6464300" y="273050"/>
                </a:lnTo>
                <a:lnTo>
                  <a:pt x="6477000" y="260350"/>
                </a:lnTo>
                <a:lnTo>
                  <a:pt x="6521450" y="260350"/>
                </a:lnTo>
                <a:lnTo>
                  <a:pt x="6527800" y="254000"/>
                </a:lnTo>
                <a:lnTo>
                  <a:pt x="6534150" y="254000"/>
                </a:lnTo>
                <a:lnTo>
                  <a:pt x="6534150" y="241300"/>
                </a:lnTo>
                <a:lnTo>
                  <a:pt x="6540500" y="234950"/>
                </a:lnTo>
                <a:lnTo>
                  <a:pt x="6534150" y="228600"/>
                </a:lnTo>
                <a:lnTo>
                  <a:pt x="6540500" y="222250"/>
                </a:lnTo>
                <a:lnTo>
                  <a:pt x="6534150" y="215900"/>
                </a:lnTo>
                <a:lnTo>
                  <a:pt x="6483350" y="215900"/>
                </a:lnTo>
                <a:lnTo>
                  <a:pt x="6477000" y="209550"/>
                </a:lnTo>
                <a:lnTo>
                  <a:pt x="6477000" y="184150"/>
                </a:lnTo>
                <a:lnTo>
                  <a:pt x="6483350" y="177800"/>
                </a:lnTo>
                <a:lnTo>
                  <a:pt x="6483350" y="127000"/>
                </a:lnTo>
                <a:close/>
                <a:moveTo>
                  <a:pt x="3536950" y="95250"/>
                </a:moveTo>
                <a:lnTo>
                  <a:pt x="3530600" y="101600"/>
                </a:lnTo>
                <a:lnTo>
                  <a:pt x="3524250" y="101600"/>
                </a:lnTo>
                <a:lnTo>
                  <a:pt x="3524250" y="107950"/>
                </a:lnTo>
                <a:lnTo>
                  <a:pt x="3517900" y="114300"/>
                </a:lnTo>
                <a:lnTo>
                  <a:pt x="3517900" y="127000"/>
                </a:lnTo>
                <a:lnTo>
                  <a:pt x="3511550" y="133350"/>
                </a:lnTo>
                <a:lnTo>
                  <a:pt x="3511550" y="152400"/>
                </a:lnTo>
                <a:lnTo>
                  <a:pt x="3524250" y="171450"/>
                </a:lnTo>
                <a:lnTo>
                  <a:pt x="3530600" y="171450"/>
                </a:lnTo>
                <a:lnTo>
                  <a:pt x="3536950" y="177800"/>
                </a:lnTo>
                <a:lnTo>
                  <a:pt x="3543300" y="177800"/>
                </a:lnTo>
                <a:lnTo>
                  <a:pt x="3562350" y="158750"/>
                </a:lnTo>
                <a:lnTo>
                  <a:pt x="3562350" y="152400"/>
                </a:lnTo>
                <a:lnTo>
                  <a:pt x="3568700" y="146050"/>
                </a:lnTo>
                <a:lnTo>
                  <a:pt x="3568700" y="133350"/>
                </a:lnTo>
                <a:lnTo>
                  <a:pt x="3575050" y="127000"/>
                </a:lnTo>
                <a:lnTo>
                  <a:pt x="3575050" y="120650"/>
                </a:lnTo>
                <a:lnTo>
                  <a:pt x="3562350" y="101600"/>
                </a:lnTo>
                <a:lnTo>
                  <a:pt x="3549650" y="101600"/>
                </a:lnTo>
                <a:lnTo>
                  <a:pt x="3543300" y="95250"/>
                </a:lnTo>
                <a:close/>
                <a:moveTo>
                  <a:pt x="3390900" y="69850"/>
                </a:moveTo>
                <a:lnTo>
                  <a:pt x="3371850" y="82550"/>
                </a:lnTo>
                <a:lnTo>
                  <a:pt x="3371850" y="95250"/>
                </a:lnTo>
                <a:lnTo>
                  <a:pt x="3365500" y="101600"/>
                </a:lnTo>
                <a:lnTo>
                  <a:pt x="3365500" y="120650"/>
                </a:lnTo>
                <a:lnTo>
                  <a:pt x="3359150" y="127000"/>
                </a:lnTo>
                <a:lnTo>
                  <a:pt x="3359150" y="152400"/>
                </a:lnTo>
                <a:lnTo>
                  <a:pt x="3352800" y="158750"/>
                </a:lnTo>
                <a:lnTo>
                  <a:pt x="3352800" y="177800"/>
                </a:lnTo>
                <a:lnTo>
                  <a:pt x="3340100" y="190500"/>
                </a:lnTo>
                <a:lnTo>
                  <a:pt x="3327400" y="190500"/>
                </a:lnTo>
                <a:lnTo>
                  <a:pt x="3321050" y="196850"/>
                </a:lnTo>
                <a:lnTo>
                  <a:pt x="3295650" y="196850"/>
                </a:lnTo>
                <a:lnTo>
                  <a:pt x="3289300" y="203200"/>
                </a:lnTo>
                <a:lnTo>
                  <a:pt x="3289300" y="215900"/>
                </a:lnTo>
                <a:lnTo>
                  <a:pt x="3295650" y="222250"/>
                </a:lnTo>
                <a:lnTo>
                  <a:pt x="3289300" y="228600"/>
                </a:lnTo>
                <a:lnTo>
                  <a:pt x="3289300" y="234950"/>
                </a:lnTo>
                <a:lnTo>
                  <a:pt x="3302000" y="247650"/>
                </a:lnTo>
                <a:lnTo>
                  <a:pt x="3321050" y="247650"/>
                </a:lnTo>
                <a:lnTo>
                  <a:pt x="3327400" y="241300"/>
                </a:lnTo>
                <a:lnTo>
                  <a:pt x="3340100" y="254000"/>
                </a:lnTo>
                <a:lnTo>
                  <a:pt x="3340100" y="260350"/>
                </a:lnTo>
                <a:lnTo>
                  <a:pt x="3333750" y="266700"/>
                </a:lnTo>
                <a:lnTo>
                  <a:pt x="3333750" y="304800"/>
                </a:lnTo>
                <a:lnTo>
                  <a:pt x="3327400" y="311150"/>
                </a:lnTo>
                <a:lnTo>
                  <a:pt x="3327400" y="342900"/>
                </a:lnTo>
                <a:lnTo>
                  <a:pt x="3321050" y="349250"/>
                </a:lnTo>
                <a:lnTo>
                  <a:pt x="3321050" y="393700"/>
                </a:lnTo>
                <a:lnTo>
                  <a:pt x="3314700" y="400050"/>
                </a:lnTo>
                <a:lnTo>
                  <a:pt x="3314700" y="438150"/>
                </a:lnTo>
                <a:lnTo>
                  <a:pt x="3321050" y="444500"/>
                </a:lnTo>
                <a:lnTo>
                  <a:pt x="3321050" y="463550"/>
                </a:lnTo>
                <a:lnTo>
                  <a:pt x="3327400" y="469900"/>
                </a:lnTo>
                <a:lnTo>
                  <a:pt x="3327400" y="476250"/>
                </a:lnTo>
                <a:lnTo>
                  <a:pt x="3333750" y="482600"/>
                </a:lnTo>
                <a:lnTo>
                  <a:pt x="3333750" y="488950"/>
                </a:lnTo>
                <a:lnTo>
                  <a:pt x="3346450" y="501650"/>
                </a:lnTo>
                <a:lnTo>
                  <a:pt x="3352800" y="501650"/>
                </a:lnTo>
                <a:lnTo>
                  <a:pt x="3359150" y="508000"/>
                </a:lnTo>
                <a:lnTo>
                  <a:pt x="3390900" y="508000"/>
                </a:lnTo>
                <a:lnTo>
                  <a:pt x="3397250" y="501650"/>
                </a:lnTo>
                <a:lnTo>
                  <a:pt x="3403600" y="501650"/>
                </a:lnTo>
                <a:lnTo>
                  <a:pt x="3409950" y="495300"/>
                </a:lnTo>
                <a:lnTo>
                  <a:pt x="3416300" y="495300"/>
                </a:lnTo>
                <a:lnTo>
                  <a:pt x="3409950" y="488950"/>
                </a:lnTo>
                <a:lnTo>
                  <a:pt x="3409950" y="482600"/>
                </a:lnTo>
                <a:lnTo>
                  <a:pt x="3416300" y="476250"/>
                </a:lnTo>
                <a:lnTo>
                  <a:pt x="3422650" y="476250"/>
                </a:lnTo>
                <a:lnTo>
                  <a:pt x="3448050" y="450850"/>
                </a:lnTo>
                <a:lnTo>
                  <a:pt x="3441700" y="457200"/>
                </a:lnTo>
                <a:lnTo>
                  <a:pt x="3435350" y="457200"/>
                </a:lnTo>
                <a:lnTo>
                  <a:pt x="3429000" y="450850"/>
                </a:lnTo>
                <a:lnTo>
                  <a:pt x="3429000" y="444500"/>
                </a:lnTo>
                <a:lnTo>
                  <a:pt x="3441700" y="431800"/>
                </a:lnTo>
                <a:lnTo>
                  <a:pt x="3441700" y="425450"/>
                </a:lnTo>
                <a:lnTo>
                  <a:pt x="3435350" y="425450"/>
                </a:lnTo>
                <a:lnTo>
                  <a:pt x="3416300" y="444500"/>
                </a:lnTo>
                <a:lnTo>
                  <a:pt x="3409950" y="444500"/>
                </a:lnTo>
                <a:lnTo>
                  <a:pt x="3390900" y="457200"/>
                </a:lnTo>
                <a:lnTo>
                  <a:pt x="3371850" y="438150"/>
                </a:lnTo>
                <a:lnTo>
                  <a:pt x="3371850" y="355600"/>
                </a:lnTo>
                <a:lnTo>
                  <a:pt x="3378200" y="349250"/>
                </a:lnTo>
                <a:lnTo>
                  <a:pt x="3378200" y="292100"/>
                </a:lnTo>
                <a:lnTo>
                  <a:pt x="3384550" y="285750"/>
                </a:lnTo>
                <a:lnTo>
                  <a:pt x="3384550" y="247650"/>
                </a:lnTo>
                <a:lnTo>
                  <a:pt x="3403600" y="228600"/>
                </a:lnTo>
                <a:lnTo>
                  <a:pt x="3460750" y="228600"/>
                </a:lnTo>
                <a:lnTo>
                  <a:pt x="3467100" y="222250"/>
                </a:lnTo>
                <a:lnTo>
                  <a:pt x="3479800" y="222250"/>
                </a:lnTo>
                <a:lnTo>
                  <a:pt x="3479800" y="215900"/>
                </a:lnTo>
                <a:lnTo>
                  <a:pt x="3473450" y="209550"/>
                </a:lnTo>
                <a:lnTo>
                  <a:pt x="3473450" y="203200"/>
                </a:lnTo>
                <a:lnTo>
                  <a:pt x="3479800" y="196850"/>
                </a:lnTo>
                <a:lnTo>
                  <a:pt x="3479800" y="184150"/>
                </a:lnTo>
                <a:lnTo>
                  <a:pt x="3473450" y="177800"/>
                </a:lnTo>
                <a:lnTo>
                  <a:pt x="3467100" y="177800"/>
                </a:lnTo>
                <a:lnTo>
                  <a:pt x="3460750" y="171450"/>
                </a:lnTo>
                <a:lnTo>
                  <a:pt x="3454400" y="177800"/>
                </a:lnTo>
                <a:lnTo>
                  <a:pt x="3409950" y="177800"/>
                </a:lnTo>
                <a:lnTo>
                  <a:pt x="3403600" y="171450"/>
                </a:lnTo>
                <a:lnTo>
                  <a:pt x="3403600" y="158750"/>
                </a:lnTo>
                <a:lnTo>
                  <a:pt x="3409950" y="152400"/>
                </a:lnTo>
                <a:lnTo>
                  <a:pt x="3409950" y="127000"/>
                </a:lnTo>
                <a:lnTo>
                  <a:pt x="3416300" y="120650"/>
                </a:lnTo>
                <a:lnTo>
                  <a:pt x="3416300" y="82550"/>
                </a:lnTo>
                <a:lnTo>
                  <a:pt x="3409950" y="76200"/>
                </a:lnTo>
                <a:lnTo>
                  <a:pt x="3397250" y="76200"/>
                </a:lnTo>
                <a:close/>
                <a:moveTo>
                  <a:pt x="2076450" y="50800"/>
                </a:moveTo>
                <a:lnTo>
                  <a:pt x="2070100" y="50800"/>
                </a:lnTo>
                <a:lnTo>
                  <a:pt x="2063750" y="57150"/>
                </a:lnTo>
                <a:lnTo>
                  <a:pt x="2063750" y="95250"/>
                </a:lnTo>
                <a:lnTo>
                  <a:pt x="2070100" y="101600"/>
                </a:lnTo>
                <a:lnTo>
                  <a:pt x="2070100" y="127000"/>
                </a:lnTo>
                <a:lnTo>
                  <a:pt x="2076450" y="133350"/>
                </a:lnTo>
                <a:lnTo>
                  <a:pt x="2076450" y="139700"/>
                </a:lnTo>
                <a:lnTo>
                  <a:pt x="2070100" y="146050"/>
                </a:lnTo>
                <a:lnTo>
                  <a:pt x="2063750" y="146050"/>
                </a:lnTo>
                <a:lnTo>
                  <a:pt x="2057400" y="139700"/>
                </a:lnTo>
                <a:lnTo>
                  <a:pt x="2057400" y="114300"/>
                </a:lnTo>
                <a:lnTo>
                  <a:pt x="2044700" y="95250"/>
                </a:lnTo>
                <a:lnTo>
                  <a:pt x="2044700" y="82550"/>
                </a:lnTo>
                <a:lnTo>
                  <a:pt x="2044700" y="101600"/>
                </a:lnTo>
                <a:lnTo>
                  <a:pt x="2038350" y="107950"/>
                </a:lnTo>
                <a:lnTo>
                  <a:pt x="2038350" y="127000"/>
                </a:lnTo>
                <a:lnTo>
                  <a:pt x="2032000" y="133350"/>
                </a:lnTo>
                <a:lnTo>
                  <a:pt x="2032000" y="158750"/>
                </a:lnTo>
                <a:lnTo>
                  <a:pt x="2025650" y="165100"/>
                </a:lnTo>
                <a:lnTo>
                  <a:pt x="2025650" y="203200"/>
                </a:lnTo>
                <a:lnTo>
                  <a:pt x="2019300" y="209550"/>
                </a:lnTo>
                <a:lnTo>
                  <a:pt x="2019300" y="228600"/>
                </a:lnTo>
                <a:lnTo>
                  <a:pt x="2044700" y="228600"/>
                </a:lnTo>
                <a:lnTo>
                  <a:pt x="2051050" y="222250"/>
                </a:lnTo>
                <a:lnTo>
                  <a:pt x="2044700" y="215900"/>
                </a:lnTo>
                <a:lnTo>
                  <a:pt x="2057400" y="196850"/>
                </a:lnTo>
                <a:lnTo>
                  <a:pt x="2063750" y="203200"/>
                </a:lnTo>
                <a:lnTo>
                  <a:pt x="2063750" y="215900"/>
                </a:lnTo>
                <a:lnTo>
                  <a:pt x="2063750" y="196850"/>
                </a:lnTo>
                <a:lnTo>
                  <a:pt x="2057400" y="190500"/>
                </a:lnTo>
                <a:lnTo>
                  <a:pt x="2063750" y="184150"/>
                </a:lnTo>
                <a:lnTo>
                  <a:pt x="2070100" y="184150"/>
                </a:lnTo>
                <a:lnTo>
                  <a:pt x="2070100" y="158750"/>
                </a:lnTo>
                <a:lnTo>
                  <a:pt x="2076450" y="152400"/>
                </a:lnTo>
                <a:lnTo>
                  <a:pt x="2076450" y="133350"/>
                </a:lnTo>
                <a:lnTo>
                  <a:pt x="2082800" y="127000"/>
                </a:lnTo>
                <a:lnTo>
                  <a:pt x="2082800" y="114300"/>
                </a:lnTo>
                <a:lnTo>
                  <a:pt x="2082800" y="127000"/>
                </a:lnTo>
                <a:lnTo>
                  <a:pt x="2076450" y="133350"/>
                </a:lnTo>
                <a:lnTo>
                  <a:pt x="2070100" y="127000"/>
                </a:lnTo>
                <a:lnTo>
                  <a:pt x="2070100" y="101600"/>
                </a:lnTo>
                <a:lnTo>
                  <a:pt x="2076450" y="95250"/>
                </a:lnTo>
                <a:lnTo>
                  <a:pt x="2076450" y="88900"/>
                </a:lnTo>
                <a:lnTo>
                  <a:pt x="2070100" y="88900"/>
                </a:lnTo>
                <a:lnTo>
                  <a:pt x="2063750" y="82550"/>
                </a:lnTo>
                <a:lnTo>
                  <a:pt x="2070100" y="76200"/>
                </a:lnTo>
                <a:lnTo>
                  <a:pt x="2070100" y="63500"/>
                </a:lnTo>
                <a:lnTo>
                  <a:pt x="2063750" y="57150"/>
                </a:lnTo>
                <a:lnTo>
                  <a:pt x="2070100" y="50800"/>
                </a:lnTo>
                <a:close/>
                <a:moveTo>
                  <a:pt x="2044700" y="165100"/>
                </a:moveTo>
                <a:lnTo>
                  <a:pt x="2051050" y="158750"/>
                </a:lnTo>
                <a:lnTo>
                  <a:pt x="2057400" y="165100"/>
                </a:lnTo>
                <a:lnTo>
                  <a:pt x="2057400" y="171450"/>
                </a:lnTo>
                <a:lnTo>
                  <a:pt x="2051050" y="177800"/>
                </a:lnTo>
                <a:lnTo>
                  <a:pt x="2044700" y="171450"/>
                </a:lnTo>
                <a:close/>
                <a:moveTo>
                  <a:pt x="850900" y="25400"/>
                </a:moveTo>
                <a:lnTo>
                  <a:pt x="774700" y="25400"/>
                </a:lnTo>
                <a:lnTo>
                  <a:pt x="768350" y="31750"/>
                </a:lnTo>
                <a:lnTo>
                  <a:pt x="717550" y="31750"/>
                </a:lnTo>
                <a:lnTo>
                  <a:pt x="711200" y="38100"/>
                </a:lnTo>
                <a:lnTo>
                  <a:pt x="685800" y="38100"/>
                </a:lnTo>
                <a:lnTo>
                  <a:pt x="679450" y="44450"/>
                </a:lnTo>
                <a:lnTo>
                  <a:pt x="660400" y="44450"/>
                </a:lnTo>
                <a:lnTo>
                  <a:pt x="654050" y="50800"/>
                </a:lnTo>
                <a:lnTo>
                  <a:pt x="628650" y="50800"/>
                </a:lnTo>
                <a:lnTo>
                  <a:pt x="615950" y="38100"/>
                </a:lnTo>
                <a:lnTo>
                  <a:pt x="603250" y="38100"/>
                </a:lnTo>
                <a:lnTo>
                  <a:pt x="596900" y="44450"/>
                </a:lnTo>
                <a:lnTo>
                  <a:pt x="577850" y="44450"/>
                </a:lnTo>
                <a:lnTo>
                  <a:pt x="565150" y="57150"/>
                </a:lnTo>
                <a:lnTo>
                  <a:pt x="565150" y="63500"/>
                </a:lnTo>
                <a:lnTo>
                  <a:pt x="546100" y="82550"/>
                </a:lnTo>
                <a:lnTo>
                  <a:pt x="533400" y="82550"/>
                </a:lnTo>
                <a:lnTo>
                  <a:pt x="527050" y="88900"/>
                </a:lnTo>
                <a:lnTo>
                  <a:pt x="514350" y="88900"/>
                </a:lnTo>
                <a:lnTo>
                  <a:pt x="508000" y="95250"/>
                </a:lnTo>
                <a:lnTo>
                  <a:pt x="495300" y="95250"/>
                </a:lnTo>
                <a:lnTo>
                  <a:pt x="488950" y="101600"/>
                </a:lnTo>
                <a:lnTo>
                  <a:pt x="488950" y="107950"/>
                </a:lnTo>
                <a:lnTo>
                  <a:pt x="495300" y="107950"/>
                </a:lnTo>
                <a:lnTo>
                  <a:pt x="508000" y="120650"/>
                </a:lnTo>
                <a:lnTo>
                  <a:pt x="508000" y="139700"/>
                </a:lnTo>
                <a:lnTo>
                  <a:pt x="514350" y="146050"/>
                </a:lnTo>
                <a:lnTo>
                  <a:pt x="520700" y="146050"/>
                </a:lnTo>
                <a:lnTo>
                  <a:pt x="539750" y="158750"/>
                </a:lnTo>
                <a:lnTo>
                  <a:pt x="539750" y="184150"/>
                </a:lnTo>
                <a:lnTo>
                  <a:pt x="533400" y="190500"/>
                </a:lnTo>
                <a:lnTo>
                  <a:pt x="533400" y="215900"/>
                </a:lnTo>
                <a:lnTo>
                  <a:pt x="527050" y="222250"/>
                </a:lnTo>
                <a:lnTo>
                  <a:pt x="527050" y="247650"/>
                </a:lnTo>
                <a:lnTo>
                  <a:pt x="520700" y="254000"/>
                </a:lnTo>
                <a:lnTo>
                  <a:pt x="520700" y="285750"/>
                </a:lnTo>
                <a:lnTo>
                  <a:pt x="514350" y="292100"/>
                </a:lnTo>
                <a:lnTo>
                  <a:pt x="514350" y="298450"/>
                </a:lnTo>
                <a:lnTo>
                  <a:pt x="495300" y="311150"/>
                </a:lnTo>
                <a:lnTo>
                  <a:pt x="482600" y="311150"/>
                </a:lnTo>
                <a:lnTo>
                  <a:pt x="476250" y="317500"/>
                </a:lnTo>
                <a:lnTo>
                  <a:pt x="463550" y="317500"/>
                </a:lnTo>
                <a:lnTo>
                  <a:pt x="450850" y="336550"/>
                </a:lnTo>
                <a:lnTo>
                  <a:pt x="469900" y="349250"/>
                </a:lnTo>
                <a:lnTo>
                  <a:pt x="469900" y="355600"/>
                </a:lnTo>
                <a:lnTo>
                  <a:pt x="463550" y="361950"/>
                </a:lnTo>
                <a:lnTo>
                  <a:pt x="463550" y="374650"/>
                </a:lnTo>
                <a:lnTo>
                  <a:pt x="476250" y="387350"/>
                </a:lnTo>
                <a:lnTo>
                  <a:pt x="488950" y="387350"/>
                </a:lnTo>
                <a:lnTo>
                  <a:pt x="495300" y="393700"/>
                </a:lnTo>
                <a:lnTo>
                  <a:pt x="495300" y="419100"/>
                </a:lnTo>
                <a:lnTo>
                  <a:pt x="488950" y="425450"/>
                </a:lnTo>
                <a:lnTo>
                  <a:pt x="488950" y="469900"/>
                </a:lnTo>
                <a:lnTo>
                  <a:pt x="482600" y="476250"/>
                </a:lnTo>
                <a:lnTo>
                  <a:pt x="482600" y="533400"/>
                </a:lnTo>
                <a:lnTo>
                  <a:pt x="463550" y="552450"/>
                </a:lnTo>
                <a:lnTo>
                  <a:pt x="457200" y="552450"/>
                </a:lnTo>
                <a:lnTo>
                  <a:pt x="450850" y="558800"/>
                </a:lnTo>
                <a:lnTo>
                  <a:pt x="450850" y="577850"/>
                </a:lnTo>
                <a:lnTo>
                  <a:pt x="457200" y="584200"/>
                </a:lnTo>
                <a:lnTo>
                  <a:pt x="463550" y="584200"/>
                </a:lnTo>
                <a:lnTo>
                  <a:pt x="482600" y="603250"/>
                </a:lnTo>
                <a:lnTo>
                  <a:pt x="482600" y="622300"/>
                </a:lnTo>
                <a:lnTo>
                  <a:pt x="495300" y="635000"/>
                </a:lnTo>
                <a:lnTo>
                  <a:pt x="501650" y="635000"/>
                </a:lnTo>
                <a:lnTo>
                  <a:pt x="514350" y="647700"/>
                </a:lnTo>
                <a:lnTo>
                  <a:pt x="520700" y="647700"/>
                </a:lnTo>
                <a:lnTo>
                  <a:pt x="520700" y="641350"/>
                </a:lnTo>
                <a:lnTo>
                  <a:pt x="527050" y="635000"/>
                </a:lnTo>
                <a:lnTo>
                  <a:pt x="533400" y="635000"/>
                </a:lnTo>
                <a:lnTo>
                  <a:pt x="546100" y="647700"/>
                </a:lnTo>
                <a:lnTo>
                  <a:pt x="558800" y="647700"/>
                </a:lnTo>
                <a:lnTo>
                  <a:pt x="565150" y="641350"/>
                </a:lnTo>
                <a:lnTo>
                  <a:pt x="565150" y="622300"/>
                </a:lnTo>
                <a:lnTo>
                  <a:pt x="571500" y="615950"/>
                </a:lnTo>
                <a:lnTo>
                  <a:pt x="584200" y="615950"/>
                </a:lnTo>
                <a:lnTo>
                  <a:pt x="590550" y="609600"/>
                </a:lnTo>
                <a:lnTo>
                  <a:pt x="615950" y="609600"/>
                </a:lnTo>
                <a:lnTo>
                  <a:pt x="622300" y="603250"/>
                </a:lnTo>
                <a:lnTo>
                  <a:pt x="635000" y="603250"/>
                </a:lnTo>
                <a:lnTo>
                  <a:pt x="641350" y="596900"/>
                </a:lnTo>
                <a:lnTo>
                  <a:pt x="654050" y="596900"/>
                </a:lnTo>
                <a:lnTo>
                  <a:pt x="660400" y="590550"/>
                </a:lnTo>
                <a:lnTo>
                  <a:pt x="673100" y="590550"/>
                </a:lnTo>
                <a:lnTo>
                  <a:pt x="685800" y="577850"/>
                </a:lnTo>
                <a:lnTo>
                  <a:pt x="692150" y="577850"/>
                </a:lnTo>
                <a:lnTo>
                  <a:pt x="698500" y="571500"/>
                </a:lnTo>
                <a:lnTo>
                  <a:pt x="692150" y="565150"/>
                </a:lnTo>
                <a:lnTo>
                  <a:pt x="711200" y="552450"/>
                </a:lnTo>
                <a:lnTo>
                  <a:pt x="730250" y="552450"/>
                </a:lnTo>
                <a:lnTo>
                  <a:pt x="736600" y="546100"/>
                </a:lnTo>
                <a:lnTo>
                  <a:pt x="749300" y="546100"/>
                </a:lnTo>
                <a:lnTo>
                  <a:pt x="755650" y="552450"/>
                </a:lnTo>
                <a:lnTo>
                  <a:pt x="742950" y="565150"/>
                </a:lnTo>
                <a:lnTo>
                  <a:pt x="736600" y="565150"/>
                </a:lnTo>
                <a:lnTo>
                  <a:pt x="730250" y="571500"/>
                </a:lnTo>
                <a:lnTo>
                  <a:pt x="768350" y="571500"/>
                </a:lnTo>
                <a:lnTo>
                  <a:pt x="774700" y="565150"/>
                </a:lnTo>
                <a:lnTo>
                  <a:pt x="781050" y="565150"/>
                </a:lnTo>
                <a:lnTo>
                  <a:pt x="793750" y="552450"/>
                </a:lnTo>
                <a:lnTo>
                  <a:pt x="800100" y="552450"/>
                </a:lnTo>
                <a:lnTo>
                  <a:pt x="800100" y="546100"/>
                </a:lnTo>
                <a:lnTo>
                  <a:pt x="787400" y="546100"/>
                </a:lnTo>
                <a:lnTo>
                  <a:pt x="781050" y="539750"/>
                </a:lnTo>
                <a:lnTo>
                  <a:pt x="781050" y="533400"/>
                </a:lnTo>
                <a:lnTo>
                  <a:pt x="787400" y="527050"/>
                </a:lnTo>
                <a:lnTo>
                  <a:pt x="793750" y="527050"/>
                </a:lnTo>
                <a:lnTo>
                  <a:pt x="800100" y="520700"/>
                </a:lnTo>
                <a:lnTo>
                  <a:pt x="806450" y="520700"/>
                </a:lnTo>
                <a:lnTo>
                  <a:pt x="812800" y="514350"/>
                </a:lnTo>
                <a:lnTo>
                  <a:pt x="819150" y="514350"/>
                </a:lnTo>
                <a:lnTo>
                  <a:pt x="819150" y="508000"/>
                </a:lnTo>
                <a:lnTo>
                  <a:pt x="793750" y="508000"/>
                </a:lnTo>
                <a:lnTo>
                  <a:pt x="787400" y="501650"/>
                </a:lnTo>
                <a:lnTo>
                  <a:pt x="793750" y="495300"/>
                </a:lnTo>
                <a:lnTo>
                  <a:pt x="793750" y="488950"/>
                </a:lnTo>
                <a:lnTo>
                  <a:pt x="787400" y="482600"/>
                </a:lnTo>
                <a:lnTo>
                  <a:pt x="768350" y="482600"/>
                </a:lnTo>
                <a:lnTo>
                  <a:pt x="762000" y="488950"/>
                </a:lnTo>
                <a:lnTo>
                  <a:pt x="742950" y="488950"/>
                </a:lnTo>
                <a:lnTo>
                  <a:pt x="736600" y="495300"/>
                </a:lnTo>
                <a:lnTo>
                  <a:pt x="730250" y="495300"/>
                </a:lnTo>
                <a:lnTo>
                  <a:pt x="736600" y="501650"/>
                </a:lnTo>
                <a:lnTo>
                  <a:pt x="717550" y="514350"/>
                </a:lnTo>
                <a:lnTo>
                  <a:pt x="698500" y="514350"/>
                </a:lnTo>
                <a:lnTo>
                  <a:pt x="692150" y="508000"/>
                </a:lnTo>
                <a:lnTo>
                  <a:pt x="698500" y="501650"/>
                </a:lnTo>
                <a:lnTo>
                  <a:pt x="679450" y="501650"/>
                </a:lnTo>
                <a:lnTo>
                  <a:pt x="673100" y="508000"/>
                </a:lnTo>
                <a:lnTo>
                  <a:pt x="647700" y="508000"/>
                </a:lnTo>
                <a:lnTo>
                  <a:pt x="647700" y="514350"/>
                </a:lnTo>
                <a:lnTo>
                  <a:pt x="635000" y="527050"/>
                </a:lnTo>
                <a:lnTo>
                  <a:pt x="622300" y="527050"/>
                </a:lnTo>
                <a:lnTo>
                  <a:pt x="615950" y="533400"/>
                </a:lnTo>
                <a:lnTo>
                  <a:pt x="596900" y="533400"/>
                </a:lnTo>
                <a:lnTo>
                  <a:pt x="590550" y="527050"/>
                </a:lnTo>
                <a:lnTo>
                  <a:pt x="596900" y="520700"/>
                </a:lnTo>
                <a:lnTo>
                  <a:pt x="603250" y="520700"/>
                </a:lnTo>
                <a:lnTo>
                  <a:pt x="577850" y="520700"/>
                </a:lnTo>
                <a:lnTo>
                  <a:pt x="571500" y="514350"/>
                </a:lnTo>
                <a:lnTo>
                  <a:pt x="571500" y="431800"/>
                </a:lnTo>
                <a:lnTo>
                  <a:pt x="577850" y="425450"/>
                </a:lnTo>
                <a:lnTo>
                  <a:pt x="577850" y="419100"/>
                </a:lnTo>
                <a:lnTo>
                  <a:pt x="571500" y="425450"/>
                </a:lnTo>
                <a:lnTo>
                  <a:pt x="565150" y="419100"/>
                </a:lnTo>
                <a:lnTo>
                  <a:pt x="565150" y="412750"/>
                </a:lnTo>
                <a:lnTo>
                  <a:pt x="571500" y="406400"/>
                </a:lnTo>
                <a:lnTo>
                  <a:pt x="577850" y="406400"/>
                </a:lnTo>
                <a:lnTo>
                  <a:pt x="577850" y="393700"/>
                </a:lnTo>
                <a:lnTo>
                  <a:pt x="584200" y="387350"/>
                </a:lnTo>
                <a:lnTo>
                  <a:pt x="584200" y="374650"/>
                </a:lnTo>
                <a:lnTo>
                  <a:pt x="603250" y="361950"/>
                </a:lnTo>
                <a:lnTo>
                  <a:pt x="622300" y="361950"/>
                </a:lnTo>
                <a:lnTo>
                  <a:pt x="628650" y="355600"/>
                </a:lnTo>
                <a:lnTo>
                  <a:pt x="647700" y="355600"/>
                </a:lnTo>
                <a:lnTo>
                  <a:pt x="654050" y="349250"/>
                </a:lnTo>
                <a:lnTo>
                  <a:pt x="679450" y="349250"/>
                </a:lnTo>
                <a:lnTo>
                  <a:pt x="679450" y="336550"/>
                </a:lnTo>
                <a:lnTo>
                  <a:pt x="685800" y="330200"/>
                </a:lnTo>
                <a:lnTo>
                  <a:pt x="698500" y="330200"/>
                </a:lnTo>
                <a:lnTo>
                  <a:pt x="704850" y="323850"/>
                </a:lnTo>
                <a:lnTo>
                  <a:pt x="711200" y="323850"/>
                </a:lnTo>
                <a:lnTo>
                  <a:pt x="717550" y="330200"/>
                </a:lnTo>
                <a:lnTo>
                  <a:pt x="717550" y="336550"/>
                </a:lnTo>
                <a:lnTo>
                  <a:pt x="711200" y="342900"/>
                </a:lnTo>
                <a:lnTo>
                  <a:pt x="717550" y="342900"/>
                </a:lnTo>
                <a:lnTo>
                  <a:pt x="723900" y="336550"/>
                </a:lnTo>
                <a:lnTo>
                  <a:pt x="768350" y="336550"/>
                </a:lnTo>
                <a:lnTo>
                  <a:pt x="774700" y="330200"/>
                </a:lnTo>
                <a:lnTo>
                  <a:pt x="781050" y="330200"/>
                </a:lnTo>
                <a:lnTo>
                  <a:pt x="793750" y="317500"/>
                </a:lnTo>
                <a:lnTo>
                  <a:pt x="793750" y="311150"/>
                </a:lnTo>
                <a:lnTo>
                  <a:pt x="774700" y="311150"/>
                </a:lnTo>
                <a:lnTo>
                  <a:pt x="762000" y="298450"/>
                </a:lnTo>
                <a:lnTo>
                  <a:pt x="781050" y="285750"/>
                </a:lnTo>
                <a:lnTo>
                  <a:pt x="774700" y="285750"/>
                </a:lnTo>
                <a:lnTo>
                  <a:pt x="768350" y="279400"/>
                </a:lnTo>
                <a:lnTo>
                  <a:pt x="768350" y="260350"/>
                </a:lnTo>
                <a:lnTo>
                  <a:pt x="717550" y="260350"/>
                </a:lnTo>
                <a:lnTo>
                  <a:pt x="711200" y="266700"/>
                </a:lnTo>
                <a:lnTo>
                  <a:pt x="717550" y="273050"/>
                </a:lnTo>
                <a:lnTo>
                  <a:pt x="704850" y="285750"/>
                </a:lnTo>
                <a:lnTo>
                  <a:pt x="698500" y="285750"/>
                </a:lnTo>
                <a:lnTo>
                  <a:pt x="685800" y="273050"/>
                </a:lnTo>
                <a:lnTo>
                  <a:pt x="692150" y="266700"/>
                </a:lnTo>
                <a:lnTo>
                  <a:pt x="673100" y="266700"/>
                </a:lnTo>
                <a:lnTo>
                  <a:pt x="666750" y="273050"/>
                </a:lnTo>
                <a:lnTo>
                  <a:pt x="635000" y="273050"/>
                </a:lnTo>
                <a:lnTo>
                  <a:pt x="628650" y="279400"/>
                </a:lnTo>
                <a:lnTo>
                  <a:pt x="609600" y="279400"/>
                </a:lnTo>
                <a:lnTo>
                  <a:pt x="603250" y="273050"/>
                </a:lnTo>
                <a:lnTo>
                  <a:pt x="603250" y="247650"/>
                </a:lnTo>
                <a:lnTo>
                  <a:pt x="609600" y="241300"/>
                </a:lnTo>
                <a:lnTo>
                  <a:pt x="609600" y="190500"/>
                </a:lnTo>
                <a:lnTo>
                  <a:pt x="615950" y="184150"/>
                </a:lnTo>
                <a:lnTo>
                  <a:pt x="615950" y="152400"/>
                </a:lnTo>
                <a:lnTo>
                  <a:pt x="635000" y="133350"/>
                </a:lnTo>
                <a:lnTo>
                  <a:pt x="654050" y="133350"/>
                </a:lnTo>
                <a:lnTo>
                  <a:pt x="660400" y="127000"/>
                </a:lnTo>
                <a:lnTo>
                  <a:pt x="679450" y="127000"/>
                </a:lnTo>
                <a:lnTo>
                  <a:pt x="685800" y="120650"/>
                </a:lnTo>
                <a:lnTo>
                  <a:pt x="704850" y="120650"/>
                </a:lnTo>
                <a:lnTo>
                  <a:pt x="711200" y="114300"/>
                </a:lnTo>
                <a:lnTo>
                  <a:pt x="730250" y="114300"/>
                </a:lnTo>
                <a:lnTo>
                  <a:pt x="736600" y="107950"/>
                </a:lnTo>
                <a:lnTo>
                  <a:pt x="749300" y="107950"/>
                </a:lnTo>
                <a:lnTo>
                  <a:pt x="762000" y="95250"/>
                </a:lnTo>
                <a:lnTo>
                  <a:pt x="781050" y="95250"/>
                </a:lnTo>
                <a:lnTo>
                  <a:pt x="787400" y="88900"/>
                </a:lnTo>
                <a:lnTo>
                  <a:pt x="793750" y="88900"/>
                </a:lnTo>
                <a:lnTo>
                  <a:pt x="800100" y="95250"/>
                </a:lnTo>
                <a:lnTo>
                  <a:pt x="812800" y="95250"/>
                </a:lnTo>
                <a:lnTo>
                  <a:pt x="819150" y="88900"/>
                </a:lnTo>
                <a:lnTo>
                  <a:pt x="844550" y="88900"/>
                </a:lnTo>
                <a:lnTo>
                  <a:pt x="850900" y="82550"/>
                </a:lnTo>
                <a:lnTo>
                  <a:pt x="869950" y="82550"/>
                </a:lnTo>
                <a:lnTo>
                  <a:pt x="869950" y="69850"/>
                </a:lnTo>
                <a:lnTo>
                  <a:pt x="857250" y="69850"/>
                </a:lnTo>
                <a:lnTo>
                  <a:pt x="844550" y="57150"/>
                </a:lnTo>
                <a:lnTo>
                  <a:pt x="844550" y="50800"/>
                </a:lnTo>
                <a:lnTo>
                  <a:pt x="857250" y="38100"/>
                </a:lnTo>
                <a:lnTo>
                  <a:pt x="857250" y="31750"/>
                </a:lnTo>
                <a:close/>
                <a:moveTo>
                  <a:pt x="749300" y="88900"/>
                </a:moveTo>
                <a:lnTo>
                  <a:pt x="768350" y="76200"/>
                </a:lnTo>
                <a:lnTo>
                  <a:pt x="793750" y="76200"/>
                </a:lnTo>
                <a:lnTo>
                  <a:pt x="800100" y="82550"/>
                </a:lnTo>
                <a:lnTo>
                  <a:pt x="793750" y="88900"/>
                </a:lnTo>
                <a:lnTo>
                  <a:pt x="774700" y="88900"/>
                </a:lnTo>
                <a:lnTo>
                  <a:pt x="768350" y="95250"/>
                </a:lnTo>
                <a:lnTo>
                  <a:pt x="755650" y="95250"/>
                </a:lnTo>
                <a:close/>
                <a:moveTo>
                  <a:pt x="787400" y="38100"/>
                </a:moveTo>
                <a:lnTo>
                  <a:pt x="793750" y="31750"/>
                </a:lnTo>
                <a:lnTo>
                  <a:pt x="806450" y="31750"/>
                </a:lnTo>
                <a:lnTo>
                  <a:pt x="812800" y="38100"/>
                </a:lnTo>
                <a:lnTo>
                  <a:pt x="806450" y="44450"/>
                </a:lnTo>
                <a:lnTo>
                  <a:pt x="793750" y="44450"/>
                </a:lnTo>
                <a:close/>
                <a:moveTo>
                  <a:pt x="4178300" y="12700"/>
                </a:moveTo>
                <a:lnTo>
                  <a:pt x="4102100" y="12700"/>
                </a:lnTo>
                <a:lnTo>
                  <a:pt x="4095750" y="19050"/>
                </a:lnTo>
                <a:lnTo>
                  <a:pt x="4076700" y="19050"/>
                </a:lnTo>
                <a:lnTo>
                  <a:pt x="4070350" y="12700"/>
                </a:lnTo>
                <a:lnTo>
                  <a:pt x="4064000" y="12700"/>
                </a:lnTo>
                <a:lnTo>
                  <a:pt x="4044950" y="25400"/>
                </a:lnTo>
                <a:lnTo>
                  <a:pt x="4025900" y="25400"/>
                </a:lnTo>
                <a:lnTo>
                  <a:pt x="4019550" y="31750"/>
                </a:lnTo>
                <a:lnTo>
                  <a:pt x="3968750" y="31750"/>
                </a:lnTo>
                <a:lnTo>
                  <a:pt x="3962400" y="38100"/>
                </a:lnTo>
                <a:lnTo>
                  <a:pt x="3962400" y="44450"/>
                </a:lnTo>
                <a:lnTo>
                  <a:pt x="3956050" y="50800"/>
                </a:lnTo>
                <a:lnTo>
                  <a:pt x="3956050" y="57150"/>
                </a:lnTo>
                <a:lnTo>
                  <a:pt x="3962400" y="63500"/>
                </a:lnTo>
                <a:lnTo>
                  <a:pt x="3962400" y="82550"/>
                </a:lnTo>
                <a:lnTo>
                  <a:pt x="3975100" y="95250"/>
                </a:lnTo>
                <a:lnTo>
                  <a:pt x="3981450" y="95250"/>
                </a:lnTo>
                <a:lnTo>
                  <a:pt x="3987800" y="88900"/>
                </a:lnTo>
                <a:lnTo>
                  <a:pt x="4013200" y="88900"/>
                </a:lnTo>
                <a:lnTo>
                  <a:pt x="4019550" y="82550"/>
                </a:lnTo>
                <a:lnTo>
                  <a:pt x="4032250" y="95250"/>
                </a:lnTo>
                <a:lnTo>
                  <a:pt x="4032250" y="101600"/>
                </a:lnTo>
                <a:lnTo>
                  <a:pt x="4025900" y="107950"/>
                </a:lnTo>
                <a:lnTo>
                  <a:pt x="4025900" y="133350"/>
                </a:lnTo>
                <a:lnTo>
                  <a:pt x="4019550" y="139700"/>
                </a:lnTo>
                <a:lnTo>
                  <a:pt x="4019550" y="165100"/>
                </a:lnTo>
                <a:lnTo>
                  <a:pt x="4013200" y="171450"/>
                </a:lnTo>
                <a:lnTo>
                  <a:pt x="4013200" y="190500"/>
                </a:lnTo>
                <a:lnTo>
                  <a:pt x="4006850" y="196850"/>
                </a:lnTo>
                <a:lnTo>
                  <a:pt x="4006850" y="222250"/>
                </a:lnTo>
                <a:lnTo>
                  <a:pt x="4000500" y="228600"/>
                </a:lnTo>
                <a:lnTo>
                  <a:pt x="4000500" y="247650"/>
                </a:lnTo>
                <a:lnTo>
                  <a:pt x="3994150" y="254000"/>
                </a:lnTo>
                <a:lnTo>
                  <a:pt x="3994150" y="292100"/>
                </a:lnTo>
                <a:lnTo>
                  <a:pt x="3987800" y="298450"/>
                </a:lnTo>
                <a:lnTo>
                  <a:pt x="3987800" y="330200"/>
                </a:lnTo>
                <a:lnTo>
                  <a:pt x="3981450" y="336550"/>
                </a:lnTo>
                <a:lnTo>
                  <a:pt x="3981450" y="361950"/>
                </a:lnTo>
                <a:lnTo>
                  <a:pt x="3975100" y="368300"/>
                </a:lnTo>
                <a:lnTo>
                  <a:pt x="3975100" y="381000"/>
                </a:lnTo>
                <a:lnTo>
                  <a:pt x="3968750" y="387350"/>
                </a:lnTo>
                <a:lnTo>
                  <a:pt x="3968750" y="412750"/>
                </a:lnTo>
                <a:lnTo>
                  <a:pt x="3962400" y="419100"/>
                </a:lnTo>
                <a:lnTo>
                  <a:pt x="3962400" y="450850"/>
                </a:lnTo>
                <a:lnTo>
                  <a:pt x="3956050" y="457200"/>
                </a:lnTo>
                <a:lnTo>
                  <a:pt x="3956050" y="463550"/>
                </a:lnTo>
                <a:lnTo>
                  <a:pt x="3943350" y="476250"/>
                </a:lnTo>
                <a:lnTo>
                  <a:pt x="3905250" y="476250"/>
                </a:lnTo>
                <a:lnTo>
                  <a:pt x="3898900" y="482600"/>
                </a:lnTo>
                <a:lnTo>
                  <a:pt x="3892550" y="482600"/>
                </a:lnTo>
                <a:lnTo>
                  <a:pt x="3892550" y="488950"/>
                </a:lnTo>
                <a:lnTo>
                  <a:pt x="3886200" y="495300"/>
                </a:lnTo>
                <a:lnTo>
                  <a:pt x="3886200" y="508000"/>
                </a:lnTo>
                <a:lnTo>
                  <a:pt x="3892550" y="514350"/>
                </a:lnTo>
                <a:lnTo>
                  <a:pt x="3892550" y="520700"/>
                </a:lnTo>
                <a:lnTo>
                  <a:pt x="3886200" y="527050"/>
                </a:lnTo>
                <a:lnTo>
                  <a:pt x="3892550" y="533400"/>
                </a:lnTo>
                <a:lnTo>
                  <a:pt x="3892550" y="539750"/>
                </a:lnTo>
                <a:lnTo>
                  <a:pt x="3898900" y="539750"/>
                </a:lnTo>
                <a:lnTo>
                  <a:pt x="3905250" y="546100"/>
                </a:lnTo>
                <a:lnTo>
                  <a:pt x="3917950" y="546100"/>
                </a:lnTo>
                <a:lnTo>
                  <a:pt x="3924300" y="539750"/>
                </a:lnTo>
                <a:lnTo>
                  <a:pt x="3943350" y="539750"/>
                </a:lnTo>
                <a:lnTo>
                  <a:pt x="3949700" y="533400"/>
                </a:lnTo>
                <a:lnTo>
                  <a:pt x="4000500" y="533400"/>
                </a:lnTo>
                <a:lnTo>
                  <a:pt x="4019550" y="520700"/>
                </a:lnTo>
                <a:lnTo>
                  <a:pt x="4076700" y="520700"/>
                </a:lnTo>
                <a:lnTo>
                  <a:pt x="4089400" y="508000"/>
                </a:lnTo>
                <a:lnTo>
                  <a:pt x="4083050" y="501650"/>
                </a:lnTo>
                <a:lnTo>
                  <a:pt x="4083050" y="495300"/>
                </a:lnTo>
                <a:lnTo>
                  <a:pt x="4089400" y="488950"/>
                </a:lnTo>
                <a:lnTo>
                  <a:pt x="4089400" y="469900"/>
                </a:lnTo>
                <a:lnTo>
                  <a:pt x="4095750" y="463550"/>
                </a:lnTo>
                <a:lnTo>
                  <a:pt x="4089400" y="463550"/>
                </a:lnTo>
                <a:lnTo>
                  <a:pt x="4083050" y="457200"/>
                </a:lnTo>
                <a:lnTo>
                  <a:pt x="4032250" y="457200"/>
                </a:lnTo>
                <a:lnTo>
                  <a:pt x="4025900" y="450850"/>
                </a:lnTo>
                <a:lnTo>
                  <a:pt x="4025900" y="438150"/>
                </a:lnTo>
                <a:lnTo>
                  <a:pt x="4032250" y="431800"/>
                </a:lnTo>
                <a:lnTo>
                  <a:pt x="4032250" y="412750"/>
                </a:lnTo>
                <a:lnTo>
                  <a:pt x="4038600" y="406400"/>
                </a:lnTo>
                <a:lnTo>
                  <a:pt x="4038600" y="381000"/>
                </a:lnTo>
                <a:lnTo>
                  <a:pt x="4044950" y="374650"/>
                </a:lnTo>
                <a:lnTo>
                  <a:pt x="4044950" y="342900"/>
                </a:lnTo>
                <a:lnTo>
                  <a:pt x="4051300" y="336550"/>
                </a:lnTo>
                <a:lnTo>
                  <a:pt x="4051300" y="311150"/>
                </a:lnTo>
                <a:lnTo>
                  <a:pt x="4057650" y="304800"/>
                </a:lnTo>
                <a:lnTo>
                  <a:pt x="4057650" y="292100"/>
                </a:lnTo>
                <a:lnTo>
                  <a:pt x="4064000" y="285750"/>
                </a:lnTo>
                <a:lnTo>
                  <a:pt x="4064000" y="234950"/>
                </a:lnTo>
                <a:lnTo>
                  <a:pt x="4057650" y="228600"/>
                </a:lnTo>
                <a:lnTo>
                  <a:pt x="4057650" y="203200"/>
                </a:lnTo>
                <a:lnTo>
                  <a:pt x="4070350" y="184150"/>
                </a:lnTo>
                <a:lnTo>
                  <a:pt x="4070350" y="165100"/>
                </a:lnTo>
                <a:lnTo>
                  <a:pt x="4083050" y="152400"/>
                </a:lnTo>
                <a:lnTo>
                  <a:pt x="4083050" y="133350"/>
                </a:lnTo>
                <a:lnTo>
                  <a:pt x="4089400" y="127000"/>
                </a:lnTo>
                <a:lnTo>
                  <a:pt x="4089400" y="101600"/>
                </a:lnTo>
                <a:lnTo>
                  <a:pt x="4095750" y="95250"/>
                </a:lnTo>
                <a:lnTo>
                  <a:pt x="4089400" y="88900"/>
                </a:lnTo>
                <a:lnTo>
                  <a:pt x="4089400" y="82550"/>
                </a:lnTo>
                <a:lnTo>
                  <a:pt x="4108450" y="69850"/>
                </a:lnTo>
                <a:lnTo>
                  <a:pt x="4127500" y="69850"/>
                </a:lnTo>
                <a:lnTo>
                  <a:pt x="4133850" y="63500"/>
                </a:lnTo>
                <a:lnTo>
                  <a:pt x="4140200" y="63500"/>
                </a:lnTo>
                <a:lnTo>
                  <a:pt x="4146550" y="69850"/>
                </a:lnTo>
                <a:lnTo>
                  <a:pt x="4165600" y="69850"/>
                </a:lnTo>
                <a:lnTo>
                  <a:pt x="4171950" y="63500"/>
                </a:lnTo>
                <a:lnTo>
                  <a:pt x="4184650" y="63500"/>
                </a:lnTo>
                <a:lnTo>
                  <a:pt x="4184650" y="50800"/>
                </a:lnTo>
                <a:lnTo>
                  <a:pt x="4178300" y="50800"/>
                </a:lnTo>
                <a:lnTo>
                  <a:pt x="4171950" y="44450"/>
                </a:lnTo>
                <a:lnTo>
                  <a:pt x="4178300" y="38100"/>
                </a:lnTo>
                <a:close/>
                <a:moveTo>
                  <a:pt x="4025900" y="508000"/>
                </a:moveTo>
                <a:lnTo>
                  <a:pt x="4032250" y="501650"/>
                </a:lnTo>
                <a:lnTo>
                  <a:pt x="4051300" y="501650"/>
                </a:lnTo>
                <a:lnTo>
                  <a:pt x="4057650" y="508000"/>
                </a:lnTo>
                <a:lnTo>
                  <a:pt x="4051300" y="514350"/>
                </a:lnTo>
                <a:lnTo>
                  <a:pt x="4032250" y="514350"/>
                </a:lnTo>
                <a:close/>
                <a:moveTo>
                  <a:pt x="3994150" y="349250"/>
                </a:moveTo>
                <a:lnTo>
                  <a:pt x="4000500" y="355600"/>
                </a:lnTo>
                <a:lnTo>
                  <a:pt x="4000500" y="374650"/>
                </a:lnTo>
                <a:lnTo>
                  <a:pt x="3994150" y="381000"/>
                </a:lnTo>
                <a:lnTo>
                  <a:pt x="3987800" y="374650"/>
                </a:lnTo>
                <a:lnTo>
                  <a:pt x="3987800" y="355600"/>
                </a:lnTo>
                <a:close/>
                <a:moveTo>
                  <a:pt x="4000500" y="323850"/>
                </a:moveTo>
                <a:lnTo>
                  <a:pt x="4006850" y="330200"/>
                </a:lnTo>
                <a:lnTo>
                  <a:pt x="4006850" y="349250"/>
                </a:lnTo>
                <a:lnTo>
                  <a:pt x="4000500" y="355600"/>
                </a:lnTo>
                <a:lnTo>
                  <a:pt x="3994150" y="349250"/>
                </a:lnTo>
                <a:lnTo>
                  <a:pt x="3994150" y="330200"/>
                </a:lnTo>
                <a:close/>
                <a:moveTo>
                  <a:pt x="5403850" y="0"/>
                </a:moveTo>
                <a:lnTo>
                  <a:pt x="5391150" y="0"/>
                </a:lnTo>
                <a:lnTo>
                  <a:pt x="5384800" y="6350"/>
                </a:lnTo>
                <a:lnTo>
                  <a:pt x="5365750" y="6350"/>
                </a:lnTo>
                <a:lnTo>
                  <a:pt x="5359400" y="12700"/>
                </a:lnTo>
                <a:lnTo>
                  <a:pt x="5353050" y="12700"/>
                </a:lnTo>
                <a:lnTo>
                  <a:pt x="5346700" y="19050"/>
                </a:lnTo>
                <a:lnTo>
                  <a:pt x="5340350" y="19050"/>
                </a:lnTo>
                <a:lnTo>
                  <a:pt x="5321300" y="38100"/>
                </a:lnTo>
                <a:lnTo>
                  <a:pt x="5314950" y="38100"/>
                </a:lnTo>
                <a:lnTo>
                  <a:pt x="5276850" y="76200"/>
                </a:lnTo>
                <a:lnTo>
                  <a:pt x="5276850" y="82550"/>
                </a:lnTo>
                <a:lnTo>
                  <a:pt x="5257800" y="101600"/>
                </a:lnTo>
                <a:lnTo>
                  <a:pt x="5257800" y="107950"/>
                </a:lnTo>
                <a:lnTo>
                  <a:pt x="5245100" y="120650"/>
                </a:lnTo>
                <a:lnTo>
                  <a:pt x="5245100" y="127000"/>
                </a:lnTo>
                <a:lnTo>
                  <a:pt x="5238750" y="133350"/>
                </a:lnTo>
                <a:lnTo>
                  <a:pt x="5238750" y="139700"/>
                </a:lnTo>
                <a:lnTo>
                  <a:pt x="5232400" y="146050"/>
                </a:lnTo>
                <a:lnTo>
                  <a:pt x="5232400" y="152400"/>
                </a:lnTo>
                <a:lnTo>
                  <a:pt x="5226050" y="158750"/>
                </a:lnTo>
                <a:lnTo>
                  <a:pt x="5226050" y="165100"/>
                </a:lnTo>
                <a:lnTo>
                  <a:pt x="5213350" y="184150"/>
                </a:lnTo>
                <a:lnTo>
                  <a:pt x="5213350" y="196850"/>
                </a:lnTo>
                <a:lnTo>
                  <a:pt x="5200650" y="215900"/>
                </a:lnTo>
                <a:lnTo>
                  <a:pt x="5200650" y="234950"/>
                </a:lnTo>
                <a:lnTo>
                  <a:pt x="5194300" y="241300"/>
                </a:lnTo>
                <a:lnTo>
                  <a:pt x="5194300" y="254000"/>
                </a:lnTo>
                <a:lnTo>
                  <a:pt x="5187950" y="260350"/>
                </a:lnTo>
                <a:lnTo>
                  <a:pt x="5187950" y="279400"/>
                </a:lnTo>
                <a:lnTo>
                  <a:pt x="5181600" y="285750"/>
                </a:lnTo>
                <a:lnTo>
                  <a:pt x="5181600" y="304800"/>
                </a:lnTo>
                <a:lnTo>
                  <a:pt x="5175250" y="311150"/>
                </a:lnTo>
                <a:lnTo>
                  <a:pt x="5175250" y="317500"/>
                </a:lnTo>
                <a:lnTo>
                  <a:pt x="5181600" y="323850"/>
                </a:lnTo>
                <a:lnTo>
                  <a:pt x="5181600" y="393700"/>
                </a:lnTo>
                <a:lnTo>
                  <a:pt x="5187950" y="400050"/>
                </a:lnTo>
                <a:lnTo>
                  <a:pt x="5187950" y="425450"/>
                </a:lnTo>
                <a:lnTo>
                  <a:pt x="5194300" y="431800"/>
                </a:lnTo>
                <a:lnTo>
                  <a:pt x="5194300" y="444500"/>
                </a:lnTo>
                <a:lnTo>
                  <a:pt x="5207000" y="457200"/>
                </a:lnTo>
                <a:lnTo>
                  <a:pt x="5207000" y="463550"/>
                </a:lnTo>
                <a:lnTo>
                  <a:pt x="5238750" y="495300"/>
                </a:lnTo>
                <a:lnTo>
                  <a:pt x="5245100" y="495300"/>
                </a:lnTo>
                <a:lnTo>
                  <a:pt x="5264150" y="508000"/>
                </a:lnTo>
                <a:lnTo>
                  <a:pt x="5283200" y="508000"/>
                </a:lnTo>
                <a:lnTo>
                  <a:pt x="5289550" y="501650"/>
                </a:lnTo>
                <a:lnTo>
                  <a:pt x="5302250" y="501650"/>
                </a:lnTo>
                <a:lnTo>
                  <a:pt x="5308600" y="495300"/>
                </a:lnTo>
                <a:lnTo>
                  <a:pt x="5327650" y="495300"/>
                </a:lnTo>
                <a:lnTo>
                  <a:pt x="5340350" y="482600"/>
                </a:lnTo>
                <a:lnTo>
                  <a:pt x="5346700" y="482600"/>
                </a:lnTo>
                <a:lnTo>
                  <a:pt x="5353050" y="476250"/>
                </a:lnTo>
                <a:lnTo>
                  <a:pt x="5359400" y="476250"/>
                </a:lnTo>
                <a:lnTo>
                  <a:pt x="5372100" y="463550"/>
                </a:lnTo>
                <a:lnTo>
                  <a:pt x="5378450" y="463550"/>
                </a:lnTo>
                <a:lnTo>
                  <a:pt x="5384800" y="469900"/>
                </a:lnTo>
                <a:lnTo>
                  <a:pt x="5384800" y="527050"/>
                </a:lnTo>
                <a:lnTo>
                  <a:pt x="5397500" y="539750"/>
                </a:lnTo>
                <a:lnTo>
                  <a:pt x="5403850" y="533400"/>
                </a:lnTo>
                <a:lnTo>
                  <a:pt x="5403850" y="527050"/>
                </a:lnTo>
                <a:lnTo>
                  <a:pt x="5416550" y="514350"/>
                </a:lnTo>
                <a:lnTo>
                  <a:pt x="5429250" y="527050"/>
                </a:lnTo>
                <a:lnTo>
                  <a:pt x="5441950" y="514350"/>
                </a:lnTo>
                <a:lnTo>
                  <a:pt x="5441950" y="469900"/>
                </a:lnTo>
                <a:lnTo>
                  <a:pt x="5448300" y="463550"/>
                </a:lnTo>
                <a:lnTo>
                  <a:pt x="5448300" y="425450"/>
                </a:lnTo>
                <a:lnTo>
                  <a:pt x="5454650" y="419100"/>
                </a:lnTo>
                <a:lnTo>
                  <a:pt x="5454650" y="323850"/>
                </a:lnTo>
                <a:lnTo>
                  <a:pt x="5467350" y="311150"/>
                </a:lnTo>
                <a:lnTo>
                  <a:pt x="5499100" y="311150"/>
                </a:lnTo>
                <a:lnTo>
                  <a:pt x="5505450" y="304800"/>
                </a:lnTo>
                <a:lnTo>
                  <a:pt x="5511800" y="304800"/>
                </a:lnTo>
                <a:lnTo>
                  <a:pt x="5511800" y="298450"/>
                </a:lnTo>
                <a:lnTo>
                  <a:pt x="5505450" y="292100"/>
                </a:lnTo>
                <a:lnTo>
                  <a:pt x="5511800" y="285750"/>
                </a:lnTo>
                <a:lnTo>
                  <a:pt x="5511800" y="279400"/>
                </a:lnTo>
                <a:lnTo>
                  <a:pt x="5505450" y="279400"/>
                </a:lnTo>
                <a:lnTo>
                  <a:pt x="5499100" y="273050"/>
                </a:lnTo>
                <a:lnTo>
                  <a:pt x="5499100" y="260350"/>
                </a:lnTo>
                <a:lnTo>
                  <a:pt x="5492750" y="254000"/>
                </a:lnTo>
                <a:lnTo>
                  <a:pt x="5454650" y="254000"/>
                </a:lnTo>
                <a:lnTo>
                  <a:pt x="5448300" y="260350"/>
                </a:lnTo>
                <a:lnTo>
                  <a:pt x="5410200" y="260350"/>
                </a:lnTo>
                <a:lnTo>
                  <a:pt x="5403850" y="266700"/>
                </a:lnTo>
                <a:lnTo>
                  <a:pt x="5372100" y="266700"/>
                </a:lnTo>
                <a:lnTo>
                  <a:pt x="5365750" y="273050"/>
                </a:lnTo>
                <a:lnTo>
                  <a:pt x="5327650" y="273050"/>
                </a:lnTo>
                <a:lnTo>
                  <a:pt x="5314950" y="292100"/>
                </a:lnTo>
                <a:lnTo>
                  <a:pt x="5314950" y="298450"/>
                </a:lnTo>
                <a:lnTo>
                  <a:pt x="5327650" y="311150"/>
                </a:lnTo>
                <a:lnTo>
                  <a:pt x="5321300" y="317500"/>
                </a:lnTo>
                <a:lnTo>
                  <a:pt x="5321300" y="323850"/>
                </a:lnTo>
                <a:lnTo>
                  <a:pt x="5327650" y="330200"/>
                </a:lnTo>
                <a:lnTo>
                  <a:pt x="5372100" y="330200"/>
                </a:lnTo>
                <a:lnTo>
                  <a:pt x="5378450" y="323850"/>
                </a:lnTo>
                <a:lnTo>
                  <a:pt x="5391150" y="323850"/>
                </a:lnTo>
                <a:lnTo>
                  <a:pt x="5397500" y="330200"/>
                </a:lnTo>
                <a:lnTo>
                  <a:pt x="5397500" y="355600"/>
                </a:lnTo>
                <a:lnTo>
                  <a:pt x="5391150" y="361950"/>
                </a:lnTo>
                <a:lnTo>
                  <a:pt x="5391150" y="374650"/>
                </a:lnTo>
                <a:lnTo>
                  <a:pt x="5384800" y="381000"/>
                </a:lnTo>
                <a:lnTo>
                  <a:pt x="5384800" y="387350"/>
                </a:lnTo>
                <a:lnTo>
                  <a:pt x="5359400" y="412750"/>
                </a:lnTo>
                <a:lnTo>
                  <a:pt x="5353050" y="412750"/>
                </a:lnTo>
                <a:lnTo>
                  <a:pt x="5346700" y="419100"/>
                </a:lnTo>
                <a:lnTo>
                  <a:pt x="5340350" y="419100"/>
                </a:lnTo>
                <a:lnTo>
                  <a:pt x="5321300" y="431800"/>
                </a:lnTo>
                <a:lnTo>
                  <a:pt x="5283200" y="431800"/>
                </a:lnTo>
                <a:lnTo>
                  <a:pt x="5257800" y="406400"/>
                </a:lnTo>
                <a:lnTo>
                  <a:pt x="5257800" y="400050"/>
                </a:lnTo>
                <a:lnTo>
                  <a:pt x="5251450" y="393700"/>
                </a:lnTo>
                <a:lnTo>
                  <a:pt x="5251450" y="381000"/>
                </a:lnTo>
                <a:lnTo>
                  <a:pt x="5245100" y="374650"/>
                </a:lnTo>
                <a:lnTo>
                  <a:pt x="5245100" y="323850"/>
                </a:lnTo>
                <a:lnTo>
                  <a:pt x="5238750" y="323850"/>
                </a:lnTo>
                <a:lnTo>
                  <a:pt x="5238750" y="342900"/>
                </a:lnTo>
                <a:lnTo>
                  <a:pt x="5232400" y="349250"/>
                </a:lnTo>
                <a:lnTo>
                  <a:pt x="5226050" y="342900"/>
                </a:lnTo>
                <a:lnTo>
                  <a:pt x="5226050" y="317500"/>
                </a:lnTo>
                <a:lnTo>
                  <a:pt x="5232400" y="311150"/>
                </a:lnTo>
                <a:lnTo>
                  <a:pt x="5238750" y="311150"/>
                </a:lnTo>
                <a:lnTo>
                  <a:pt x="5238750" y="304800"/>
                </a:lnTo>
                <a:lnTo>
                  <a:pt x="5251450" y="292100"/>
                </a:lnTo>
                <a:lnTo>
                  <a:pt x="5251450" y="266700"/>
                </a:lnTo>
                <a:lnTo>
                  <a:pt x="5257800" y="260350"/>
                </a:lnTo>
                <a:lnTo>
                  <a:pt x="5257800" y="247650"/>
                </a:lnTo>
                <a:lnTo>
                  <a:pt x="5264150" y="241300"/>
                </a:lnTo>
                <a:lnTo>
                  <a:pt x="5264150" y="228600"/>
                </a:lnTo>
                <a:lnTo>
                  <a:pt x="5270500" y="222250"/>
                </a:lnTo>
                <a:lnTo>
                  <a:pt x="5270500" y="209550"/>
                </a:lnTo>
                <a:lnTo>
                  <a:pt x="5276850" y="203200"/>
                </a:lnTo>
                <a:lnTo>
                  <a:pt x="5276850" y="196850"/>
                </a:lnTo>
                <a:lnTo>
                  <a:pt x="5283200" y="190500"/>
                </a:lnTo>
                <a:lnTo>
                  <a:pt x="5283200" y="184150"/>
                </a:lnTo>
                <a:lnTo>
                  <a:pt x="5295900" y="171450"/>
                </a:lnTo>
                <a:lnTo>
                  <a:pt x="5295900" y="165100"/>
                </a:lnTo>
                <a:lnTo>
                  <a:pt x="5302250" y="158750"/>
                </a:lnTo>
                <a:lnTo>
                  <a:pt x="5302250" y="152400"/>
                </a:lnTo>
                <a:lnTo>
                  <a:pt x="5314950" y="139700"/>
                </a:lnTo>
                <a:lnTo>
                  <a:pt x="5314950" y="133350"/>
                </a:lnTo>
                <a:lnTo>
                  <a:pt x="5359400" y="88900"/>
                </a:lnTo>
                <a:lnTo>
                  <a:pt x="5365750" y="88900"/>
                </a:lnTo>
                <a:lnTo>
                  <a:pt x="5384800" y="76200"/>
                </a:lnTo>
                <a:lnTo>
                  <a:pt x="5403850" y="76200"/>
                </a:lnTo>
                <a:lnTo>
                  <a:pt x="5416550" y="88900"/>
                </a:lnTo>
                <a:lnTo>
                  <a:pt x="5416550" y="120650"/>
                </a:lnTo>
                <a:lnTo>
                  <a:pt x="5422900" y="127000"/>
                </a:lnTo>
                <a:lnTo>
                  <a:pt x="5416550" y="133350"/>
                </a:lnTo>
                <a:lnTo>
                  <a:pt x="5416550" y="139700"/>
                </a:lnTo>
                <a:lnTo>
                  <a:pt x="5429250" y="139700"/>
                </a:lnTo>
                <a:lnTo>
                  <a:pt x="5454650" y="114300"/>
                </a:lnTo>
                <a:lnTo>
                  <a:pt x="5461000" y="114300"/>
                </a:lnTo>
                <a:lnTo>
                  <a:pt x="5467350" y="107950"/>
                </a:lnTo>
                <a:lnTo>
                  <a:pt x="5467350" y="101600"/>
                </a:lnTo>
                <a:lnTo>
                  <a:pt x="5480050" y="82550"/>
                </a:lnTo>
                <a:lnTo>
                  <a:pt x="5480050" y="63500"/>
                </a:lnTo>
                <a:lnTo>
                  <a:pt x="5473700" y="57150"/>
                </a:lnTo>
                <a:lnTo>
                  <a:pt x="5473700" y="50800"/>
                </a:lnTo>
                <a:lnTo>
                  <a:pt x="5467350" y="44450"/>
                </a:lnTo>
                <a:lnTo>
                  <a:pt x="5467350" y="38100"/>
                </a:lnTo>
                <a:lnTo>
                  <a:pt x="5448300" y="19050"/>
                </a:lnTo>
                <a:lnTo>
                  <a:pt x="5441950" y="19050"/>
                </a:lnTo>
                <a:lnTo>
                  <a:pt x="5429250" y="6350"/>
                </a:lnTo>
                <a:lnTo>
                  <a:pt x="5410200" y="6350"/>
                </a:lnTo>
                <a:close/>
                <a:moveTo>
                  <a:pt x="5359400" y="419100"/>
                </a:moveTo>
                <a:lnTo>
                  <a:pt x="5365750" y="425450"/>
                </a:lnTo>
                <a:lnTo>
                  <a:pt x="5365750" y="431800"/>
                </a:lnTo>
                <a:lnTo>
                  <a:pt x="5359400" y="438150"/>
                </a:lnTo>
                <a:lnTo>
                  <a:pt x="5353050" y="438150"/>
                </a:lnTo>
                <a:lnTo>
                  <a:pt x="5346700" y="431800"/>
                </a:lnTo>
                <a:close/>
                <a:moveTo>
                  <a:pt x="5372100" y="400050"/>
                </a:moveTo>
                <a:lnTo>
                  <a:pt x="5378450" y="406400"/>
                </a:lnTo>
                <a:lnTo>
                  <a:pt x="5378450" y="412750"/>
                </a:lnTo>
                <a:lnTo>
                  <a:pt x="5365750" y="425450"/>
                </a:lnTo>
                <a:lnTo>
                  <a:pt x="5359400" y="419100"/>
                </a:lnTo>
                <a:lnTo>
                  <a:pt x="5359400" y="412750"/>
                </a:lnTo>
                <a:close/>
                <a:moveTo>
                  <a:pt x="5461000" y="298450"/>
                </a:moveTo>
                <a:lnTo>
                  <a:pt x="5467350" y="292100"/>
                </a:lnTo>
                <a:lnTo>
                  <a:pt x="5486400" y="292100"/>
                </a:lnTo>
                <a:lnTo>
                  <a:pt x="5492750" y="298450"/>
                </a:lnTo>
                <a:lnTo>
                  <a:pt x="5486400" y="304800"/>
                </a:lnTo>
                <a:lnTo>
                  <a:pt x="5467350" y="304800"/>
                </a:lnTo>
                <a:close/>
                <a:moveTo>
                  <a:pt x="5264150" y="190500"/>
                </a:moveTo>
                <a:lnTo>
                  <a:pt x="5270500" y="196850"/>
                </a:lnTo>
                <a:lnTo>
                  <a:pt x="5270500" y="209550"/>
                </a:lnTo>
                <a:lnTo>
                  <a:pt x="5257800" y="228600"/>
                </a:lnTo>
                <a:lnTo>
                  <a:pt x="5251450" y="222250"/>
                </a:lnTo>
                <a:lnTo>
                  <a:pt x="5251450" y="209550"/>
                </a:lnTo>
                <a:close/>
                <a:moveTo>
                  <a:pt x="5264150" y="190500"/>
                </a:moveTo>
                <a:lnTo>
                  <a:pt x="5270500" y="184150"/>
                </a:lnTo>
                <a:lnTo>
                  <a:pt x="5276850" y="190500"/>
                </a:lnTo>
                <a:lnTo>
                  <a:pt x="5270500" y="196850"/>
                </a:lnTo>
                <a:close/>
                <a:moveTo>
                  <a:pt x="5270500" y="177800"/>
                </a:moveTo>
                <a:lnTo>
                  <a:pt x="5276850" y="171450"/>
                </a:lnTo>
                <a:lnTo>
                  <a:pt x="5283200" y="177800"/>
                </a:lnTo>
                <a:lnTo>
                  <a:pt x="5276850" y="184150"/>
                </a:lnTo>
                <a:close/>
                <a:moveTo>
                  <a:pt x="2565400" y="12700"/>
                </a:moveTo>
                <a:lnTo>
                  <a:pt x="2546350" y="12700"/>
                </a:lnTo>
                <a:lnTo>
                  <a:pt x="2533650" y="0"/>
                </a:lnTo>
                <a:lnTo>
                  <a:pt x="2527300" y="0"/>
                </a:lnTo>
                <a:lnTo>
                  <a:pt x="2520950" y="6350"/>
                </a:lnTo>
                <a:lnTo>
                  <a:pt x="2501900" y="6350"/>
                </a:lnTo>
                <a:lnTo>
                  <a:pt x="2476500" y="31750"/>
                </a:lnTo>
                <a:lnTo>
                  <a:pt x="2476500" y="38100"/>
                </a:lnTo>
                <a:lnTo>
                  <a:pt x="2470150" y="44450"/>
                </a:lnTo>
                <a:lnTo>
                  <a:pt x="2470150" y="50800"/>
                </a:lnTo>
                <a:lnTo>
                  <a:pt x="2463800" y="57150"/>
                </a:lnTo>
                <a:lnTo>
                  <a:pt x="2463800" y="63500"/>
                </a:lnTo>
                <a:lnTo>
                  <a:pt x="2451100" y="76200"/>
                </a:lnTo>
                <a:lnTo>
                  <a:pt x="2451100" y="82550"/>
                </a:lnTo>
                <a:lnTo>
                  <a:pt x="2444750" y="88900"/>
                </a:lnTo>
                <a:lnTo>
                  <a:pt x="2444750" y="95250"/>
                </a:lnTo>
                <a:lnTo>
                  <a:pt x="2438400" y="101600"/>
                </a:lnTo>
                <a:lnTo>
                  <a:pt x="2438400" y="107950"/>
                </a:lnTo>
                <a:lnTo>
                  <a:pt x="2432050" y="114300"/>
                </a:lnTo>
                <a:lnTo>
                  <a:pt x="2432050" y="120650"/>
                </a:lnTo>
                <a:lnTo>
                  <a:pt x="2425700" y="127000"/>
                </a:lnTo>
                <a:lnTo>
                  <a:pt x="2425700" y="133350"/>
                </a:lnTo>
                <a:lnTo>
                  <a:pt x="2419350" y="139700"/>
                </a:lnTo>
                <a:lnTo>
                  <a:pt x="2419350" y="146050"/>
                </a:lnTo>
                <a:lnTo>
                  <a:pt x="2413000" y="152400"/>
                </a:lnTo>
                <a:lnTo>
                  <a:pt x="2413000" y="158750"/>
                </a:lnTo>
                <a:lnTo>
                  <a:pt x="2406650" y="165100"/>
                </a:lnTo>
                <a:lnTo>
                  <a:pt x="2406650" y="171450"/>
                </a:lnTo>
                <a:lnTo>
                  <a:pt x="2393950" y="190500"/>
                </a:lnTo>
                <a:lnTo>
                  <a:pt x="2393950" y="209550"/>
                </a:lnTo>
                <a:lnTo>
                  <a:pt x="2387600" y="215900"/>
                </a:lnTo>
                <a:lnTo>
                  <a:pt x="2387600" y="222250"/>
                </a:lnTo>
                <a:lnTo>
                  <a:pt x="2381250" y="228600"/>
                </a:lnTo>
                <a:lnTo>
                  <a:pt x="2381250" y="234950"/>
                </a:lnTo>
                <a:lnTo>
                  <a:pt x="2368550" y="247650"/>
                </a:lnTo>
                <a:lnTo>
                  <a:pt x="2368550" y="254000"/>
                </a:lnTo>
                <a:lnTo>
                  <a:pt x="2362200" y="260350"/>
                </a:lnTo>
                <a:lnTo>
                  <a:pt x="2362200" y="266700"/>
                </a:lnTo>
                <a:lnTo>
                  <a:pt x="2355850" y="273050"/>
                </a:lnTo>
                <a:lnTo>
                  <a:pt x="2355850" y="279400"/>
                </a:lnTo>
                <a:lnTo>
                  <a:pt x="2343150" y="298450"/>
                </a:lnTo>
                <a:lnTo>
                  <a:pt x="2343150" y="311150"/>
                </a:lnTo>
                <a:lnTo>
                  <a:pt x="2336800" y="317500"/>
                </a:lnTo>
                <a:lnTo>
                  <a:pt x="2336800" y="323850"/>
                </a:lnTo>
                <a:lnTo>
                  <a:pt x="2330450" y="330200"/>
                </a:lnTo>
                <a:lnTo>
                  <a:pt x="2330450" y="336550"/>
                </a:lnTo>
                <a:lnTo>
                  <a:pt x="2311400" y="349250"/>
                </a:lnTo>
                <a:lnTo>
                  <a:pt x="2298700" y="349250"/>
                </a:lnTo>
                <a:lnTo>
                  <a:pt x="2292350" y="355600"/>
                </a:lnTo>
                <a:lnTo>
                  <a:pt x="2273300" y="355600"/>
                </a:lnTo>
                <a:lnTo>
                  <a:pt x="2266950" y="361950"/>
                </a:lnTo>
                <a:lnTo>
                  <a:pt x="2266950" y="368300"/>
                </a:lnTo>
                <a:lnTo>
                  <a:pt x="2260600" y="374650"/>
                </a:lnTo>
                <a:lnTo>
                  <a:pt x="2273300" y="387350"/>
                </a:lnTo>
                <a:lnTo>
                  <a:pt x="2273300" y="400050"/>
                </a:lnTo>
                <a:lnTo>
                  <a:pt x="2266950" y="406400"/>
                </a:lnTo>
                <a:lnTo>
                  <a:pt x="2279650" y="419100"/>
                </a:lnTo>
                <a:lnTo>
                  <a:pt x="2286000" y="419100"/>
                </a:lnTo>
                <a:lnTo>
                  <a:pt x="2292350" y="425450"/>
                </a:lnTo>
                <a:lnTo>
                  <a:pt x="2292350" y="431800"/>
                </a:lnTo>
                <a:lnTo>
                  <a:pt x="2286000" y="438150"/>
                </a:lnTo>
                <a:lnTo>
                  <a:pt x="2286000" y="444500"/>
                </a:lnTo>
                <a:lnTo>
                  <a:pt x="2279650" y="450850"/>
                </a:lnTo>
                <a:lnTo>
                  <a:pt x="2279650" y="457200"/>
                </a:lnTo>
                <a:lnTo>
                  <a:pt x="2273300" y="463550"/>
                </a:lnTo>
                <a:lnTo>
                  <a:pt x="2273300" y="469900"/>
                </a:lnTo>
                <a:lnTo>
                  <a:pt x="2260600" y="488950"/>
                </a:lnTo>
                <a:lnTo>
                  <a:pt x="2260600" y="501650"/>
                </a:lnTo>
                <a:lnTo>
                  <a:pt x="2254250" y="508000"/>
                </a:lnTo>
                <a:lnTo>
                  <a:pt x="2254250" y="520700"/>
                </a:lnTo>
                <a:lnTo>
                  <a:pt x="2241550" y="539750"/>
                </a:lnTo>
                <a:lnTo>
                  <a:pt x="2241550" y="552450"/>
                </a:lnTo>
                <a:lnTo>
                  <a:pt x="2235200" y="558800"/>
                </a:lnTo>
                <a:lnTo>
                  <a:pt x="2235200" y="571500"/>
                </a:lnTo>
                <a:lnTo>
                  <a:pt x="2228850" y="577850"/>
                </a:lnTo>
                <a:lnTo>
                  <a:pt x="2228850" y="596900"/>
                </a:lnTo>
                <a:lnTo>
                  <a:pt x="2241550" y="596900"/>
                </a:lnTo>
                <a:lnTo>
                  <a:pt x="2254250" y="609600"/>
                </a:lnTo>
                <a:lnTo>
                  <a:pt x="2254250" y="622300"/>
                </a:lnTo>
                <a:lnTo>
                  <a:pt x="2260600" y="622300"/>
                </a:lnTo>
                <a:lnTo>
                  <a:pt x="2260600" y="615950"/>
                </a:lnTo>
                <a:lnTo>
                  <a:pt x="2273300" y="596900"/>
                </a:lnTo>
                <a:lnTo>
                  <a:pt x="2286000" y="609600"/>
                </a:lnTo>
                <a:lnTo>
                  <a:pt x="2305050" y="590550"/>
                </a:lnTo>
                <a:lnTo>
                  <a:pt x="2305050" y="577850"/>
                </a:lnTo>
                <a:lnTo>
                  <a:pt x="2311400" y="571500"/>
                </a:lnTo>
                <a:lnTo>
                  <a:pt x="2311400" y="565150"/>
                </a:lnTo>
                <a:lnTo>
                  <a:pt x="2317750" y="558800"/>
                </a:lnTo>
                <a:lnTo>
                  <a:pt x="2317750" y="546100"/>
                </a:lnTo>
                <a:lnTo>
                  <a:pt x="2330450" y="527050"/>
                </a:lnTo>
                <a:lnTo>
                  <a:pt x="2330450" y="514350"/>
                </a:lnTo>
                <a:lnTo>
                  <a:pt x="2336800" y="508000"/>
                </a:lnTo>
                <a:lnTo>
                  <a:pt x="2336800" y="495300"/>
                </a:lnTo>
                <a:lnTo>
                  <a:pt x="2343150" y="488950"/>
                </a:lnTo>
                <a:lnTo>
                  <a:pt x="2343150" y="482600"/>
                </a:lnTo>
                <a:lnTo>
                  <a:pt x="2349500" y="476250"/>
                </a:lnTo>
                <a:lnTo>
                  <a:pt x="2349500" y="469900"/>
                </a:lnTo>
                <a:lnTo>
                  <a:pt x="2362200" y="450850"/>
                </a:lnTo>
                <a:lnTo>
                  <a:pt x="2362200" y="438150"/>
                </a:lnTo>
                <a:lnTo>
                  <a:pt x="2368550" y="431800"/>
                </a:lnTo>
                <a:lnTo>
                  <a:pt x="2368550" y="425450"/>
                </a:lnTo>
                <a:lnTo>
                  <a:pt x="2374900" y="419100"/>
                </a:lnTo>
                <a:lnTo>
                  <a:pt x="2374900" y="412750"/>
                </a:lnTo>
                <a:lnTo>
                  <a:pt x="2387600" y="400050"/>
                </a:lnTo>
                <a:lnTo>
                  <a:pt x="2413000" y="400050"/>
                </a:lnTo>
                <a:lnTo>
                  <a:pt x="2419350" y="393700"/>
                </a:lnTo>
                <a:lnTo>
                  <a:pt x="2432050" y="393700"/>
                </a:lnTo>
                <a:lnTo>
                  <a:pt x="2438400" y="387350"/>
                </a:lnTo>
                <a:lnTo>
                  <a:pt x="2451100" y="387350"/>
                </a:lnTo>
                <a:lnTo>
                  <a:pt x="2470150" y="368300"/>
                </a:lnTo>
                <a:lnTo>
                  <a:pt x="2482850" y="368300"/>
                </a:lnTo>
                <a:lnTo>
                  <a:pt x="2489200" y="374650"/>
                </a:lnTo>
                <a:lnTo>
                  <a:pt x="2495550" y="374650"/>
                </a:lnTo>
                <a:lnTo>
                  <a:pt x="2501900" y="368300"/>
                </a:lnTo>
                <a:lnTo>
                  <a:pt x="2508250" y="368300"/>
                </a:lnTo>
                <a:lnTo>
                  <a:pt x="2520950" y="381000"/>
                </a:lnTo>
                <a:lnTo>
                  <a:pt x="2520950" y="476250"/>
                </a:lnTo>
                <a:lnTo>
                  <a:pt x="2527300" y="482600"/>
                </a:lnTo>
                <a:lnTo>
                  <a:pt x="2527300" y="539750"/>
                </a:lnTo>
                <a:lnTo>
                  <a:pt x="2533650" y="546100"/>
                </a:lnTo>
                <a:lnTo>
                  <a:pt x="2533650" y="552450"/>
                </a:lnTo>
                <a:lnTo>
                  <a:pt x="2546350" y="565150"/>
                </a:lnTo>
                <a:lnTo>
                  <a:pt x="2552700" y="565150"/>
                </a:lnTo>
                <a:lnTo>
                  <a:pt x="2559050" y="571500"/>
                </a:lnTo>
                <a:lnTo>
                  <a:pt x="2565400" y="571500"/>
                </a:lnTo>
                <a:lnTo>
                  <a:pt x="2559050" y="565150"/>
                </a:lnTo>
                <a:lnTo>
                  <a:pt x="2559050" y="558800"/>
                </a:lnTo>
                <a:lnTo>
                  <a:pt x="2571750" y="546100"/>
                </a:lnTo>
                <a:lnTo>
                  <a:pt x="2584450" y="558800"/>
                </a:lnTo>
                <a:lnTo>
                  <a:pt x="2584450" y="565150"/>
                </a:lnTo>
                <a:lnTo>
                  <a:pt x="2590800" y="565150"/>
                </a:lnTo>
                <a:lnTo>
                  <a:pt x="2603500" y="552450"/>
                </a:lnTo>
                <a:lnTo>
                  <a:pt x="2603500" y="533400"/>
                </a:lnTo>
                <a:lnTo>
                  <a:pt x="2597150" y="527050"/>
                </a:lnTo>
                <a:lnTo>
                  <a:pt x="2597150" y="463550"/>
                </a:lnTo>
                <a:lnTo>
                  <a:pt x="2590800" y="457200"/>
                </a:lnTo>
                <a:lnTo>
                  <a:pt x="2590800" y="355600"/>
                </a:lnTo>
                <a:lnTo>
                  <a:pt x="2609850" y="342900"/>
                </a:lnTo>
                <a:lnTo>
                  <a:pt x="2622550" y="342900"/>
                </a:lnTo>
                <a:lnTo>
                  <a:pt x="2622550" y="336550"/>
                </a:lnTo>
                <a:lnTo>
                  <a:pt x="2603500" y="323850"/>
                </a:lnTo>
                <a:lnTo>
                  <a:pt x="2609850" y="317500"/>
                </a:lnTo>
                <a:lnTo>
                  <a:pt x="2609850" y="298450"/>
                </a:lnTo>
                <a:lnTo>
                  <a:pt x="2603500" y="292100"/>
                </a:lnTo>
                <a:lnTo>
                  <a:pt x="2590800" y="292100"/>
                </a:lnTo>
                <a:lnTo>
                  <a:pt x="2584450" y="285750"/>
                </a:lnTo>
                <a:lnTo>
                  <a:pt x="2584450" y="203200"/>
                </a:lnTo>
                <a:lnTo>
                  <a:pt x="2578100" y="196850"/>
                </a:lnTo>
                <a:lnTo>
                  <a:pt x="2578100" y="190500"/>
                </a:lnTo>
                <a:lnTo>
                  <a:pt x="2584450" y="184150"/>
                </a:lnTo>
                <a:lnTo>
                  <a:pt x="2584450" y="101600"/>
                </a:lnTo>
                <a:lnTo>
                  <a:pt x="2578100" y="95250"/>
                </a:lnTo>
                <a:lnTo>
                  <a:pt x="2578100" y="25400"/>
                </a:lnTo>
                <a:close/>
                <a:moveTo>
                  <a:pt x="2317750" y="508000"/>
                </a:moveTo>
                <a:lnTo>
                  <a:pt x="2324100" y="501650"/>
                </a:lnTo>
                <a:lnTo>
                  <a:pt x="2330450" y="508000"/>
                </a:lnTo>
                <a:lnTo>
                  <a:pt x="2330450" y="514350"/>
                </a:lnTo>
                <a:lnTo>
                  <a:pt x="2324100" y="520700"/>
                </a:lnTo>
                <a:lnTo>
                  <a:pt x="2317750" y="514350"/>
                </a:lnTo>
                <a:close/>
                <a:moveTo>
                  <a:pt x="2343150" y="463550"/>
                </a:moveTo>
                <a:lnTo>
                  <a:pt x="2349500" y="469900"/>
                </a:lnTo>
                <a:lnTo>
                  <a:pt x="2343150" y="476250"/>
                </a:lnTo>
                <a:lnTo>
                  <a:pt x="2343150" y="488950"/>
                </a:lnTo>
                <a:lnTo>
                  <a:pt x="2330450" y="508000"/>
                </a:lnTo>
                <a:lnTo>
                  <a:pt x="2324100" y="501650"/>
                </a:lnTo>
                <a:lnTo>
                  <a:pt x="2324100" y="488950"/>
                </a:lnTo>
                <a:lnTo>
                  <a:pt x="2330450" y="482600"/>
                </a:lnTo>
                <a:lnTo>
                  <a:pt x="2330450" y="469900"/>
                </a:lnTo>
                <a:lnTo>
                  <a:pt x="2336800" y="463550"/>
                </a:lnTo>
                <a:close/>
                <a:moveTo>
                  <a:pt x="2540000" y="457200"/>
                </a:moveTo>
                <a:lnTo>
                  <a:pt x="2546350" y="463550"/>
                </a:lnTo>
                <a:lnTo>
                  <a:pt x="2546350" y="501650"/>
                </a:lnTo>
                <a:lnTo>
                  <a:pt x="2540000" y="508000"/>
                </a:lnTo>
                <a:lnTo>
                  <a:pt x="2533650" y="501650"/>
                </a:lnTo>
                <a:lnTo>
                  <a:pt x="2533650" y="463550"/>
                </a:lnTo>
                <a:close/>
                <a:moveTo>
                  <a:pt x="2489200" y="355600"/>
                </a:moveTo>
                <a:lnTo>
                  <a:pt x="2495550" y="349250"/>
                </a:lnTo>
                <a:lnTo>
                  <a:pt x="2508250" y="349250"/>
                </a:lnTo>
                <a:lnTo>
                  <a:pt x="2514600" y="355600"/>
                </a:lnTo>
                <a:lnTo>
                  <a:pt x="2508250" y="361950"/>
                </a:lnTo>
                <a:lnTo>
                  <a:pt x="2495550" y="361950"/>
                </a:lnTo>
                <a:close/>
                <a:moveTo>
                  <a:pt x="2476500" y="317500"/>
                </a:moveTo>
                <a:lnTo>
                  <a:pt x="2482850" y="311150"/>
                </a:lnTo>
                <a:lnTo>
                  <a:pt x="2489200" y="311150"/>
                </a:lnTo>
                <a:lnTo>
                  <a:pt x="2495550" y="317500"/>
                </a:lnTo>
                <a:lnTo>
                  <a:pt x="2489200" y="323850"/>
                </a:lnTo>
                <a:lnTo>
                  <a:pt x="2482850" y="323850"/>
                </a:lnTo>
                <a:close/>
                <a:moveTo>
                  <a:pt x="2489200" y="311150"/>
                </a:moveTo>
                <a:lnTo>
                  <a:pt x="2495550" y="304800"/>
                </a:lnTo>
                <a:lnTo>
                  <a:pt x="2501900" y="311150"/>
                </a:lnTo>
                <a:lnTo>
                  <a:pt x="2495550" y="317500"/>
                </a:lnTo>
                <a:close/>
                <a:moveTo>
                  <a:pt x="2381250" y="254000"/>
                </a:moveTo>
                <a:lnTo>
                  <a:pt x="2387600" y="247650"/>
                </a:lnTo>
                <a:lnTo>
                  <a:pt x="2393950" y="254000"/>
                </a:lnTo>
                <a:lnTo>
                  <a:pt x="2393950" y="260350"/>
                </a:lnTo>
                <a:lnTo>
                  <a:pt x="2387600" y="266700"/>
                </a:lnTo>
                <a:lnTo>
                  <a:pt x="2381250" y="260350"/>
                </a:lnTo>
                <a:close/>
                <a:moveTo>
                  <a:pt x="2432050" y="222250"/>
                </a:moveTo>
                <a:lnTo>
                  <a:pt x="2438400" y="228600"/>
                </a:lnTo>
                <a:lnTo>
                  <a:pt x="2438400" y="241300"/>
                </a:lnTo>
                <a:lnTo>
                  <a:pt x="2432050" y="247650"/>
                </a:lnTo>
                <a:lnTo>
                  <a:pt x="2432050" y="254000"/>
                </a:lnTo>
                <a:lnTo>
                  <a:pt x="2419350" y="266700"/>
                </a:lnTo>
                <a:lnTo>
                  <a:pt x="2413000" y="260350"/>
                </a:lnTo>
                <a:lnTo>
                  <a:pt x="2413000" y="254000"/>
                </a:lnTo>
                <a:lnTo>
                  <a:pt x="2419350" y="247650"/>
                </a:lnTo>
                <a:lnTo>
                  <a:pt x="2419350" y="234950"/>
                </a:lnTo>
                <a:close/>
                <a:moveTo>
                  <a:pt x="2432050" y="222250"/>
                </a:moveTo>
                <a:lnTo>
                  <a:pt x="2438400" y="215900"/>
                </a:lnTo>
                <a:lnTo>
                  <a:pt x="2444750" y="222250"/>
                </a:lnTo>
                <a:lnTo>
                  <a:pt x="2438400" y="228600"/>
                </a:lnTo>
                <a:close/>
                <a:moveTo>
                  <a:pt x="2406650" y="209550"/>
                </a:moveTo>
                <a:lnTo>
                  <a:pt x="2413000" y="215900"/>
                </a:lnTo>
                <a:lnTo>
                  <a:pt x="2413000" y="222250"/>
                </a:lnTo>
                <a:lnTo>
                  <a:pt x="2406650" y="228600"/>
                </a:lnTo>
                <a:lnTo>
                  <a:pt x="2406650" y="234950"/>
                </a:lnTo>
                <a:lnTo>
                  <a:pt x="2393950" y="254000"/>
                </a:lnTo>
                <a:lnTo>
                  <a:pt x="2387600" y="247650"/>
                </a:lnTo>
                <a:lnTo>
                  <a:pt x="2387600" y="234950"/>
                </a:lnTo>
                <a:lnTo>
                  <a:pt x="2393950" y="228600"/>
                </a:lnTo>
                <a:lnTo>
                  <a:pt x="2393950" y="222250"/>
                </a:lnTo>
                <a:close/>
                <a:moveTo>
                  <a:pt x="2425700" y="184150"/>
                </a:moveTo>
                <a:lnTo>
                  <a:pt x="2432050" y="177800"/>
                </a:lnTo>
                <a:lnTo>
                  <a:pt x="2438400" y="184150"/>
                </a:lnTo>
                <a:lnTo>
                  <a:pt x="2432050" y="190500"/>
                </a:lnTo>
                <a:close/>
                <a:moveTo>
                  <a:pt x="2432050" y="171450"/>
                </a:moveTo>
                <a:lnTo>
                  <a:pt x="2438400" y="165100"/>
                </a:lnTo>
                <a:lnTo>
                  <a:pt x="2444750" y="171450"/>
                </a:lnTo>
                <a:lnTo>
                  <a:pt x="2444750" y="177800"/>
                </a:lnTo>
                <a:lnTo>
                  <a:pt x="2438400" y="184150"/>
                </a:lnTo>
                <a:lnTo>
                  <a:pt x="2432050" y="177800"/>
                </a:lnTo>
                <a:close/>
                <a:moveTo>
                  <a:pt x="2438400" y="158750"/>
                </a:moveTo>
                <a:lnTo>
                  <a:pt x="2444750" y="152400"/>
                </a:lnTo>
                <a:lnTo>
                  <a:pt x="2451100" y="158750"/>
                </a:lnTo>
                <a:lnTo>
                  <a:pt x="2451100" y="165100"/>
                </a:lnTo>
                <a:lnTo>
                  <a:pt x="2444750" y="171450"/>
                </a:lnTo>
                <a:lnTo>
                  <a:pt x="2438400" y="165100"/>
                </a:lnTo>
                <a:close/>
                <a:moveTo>
                  <a:pt x="2444750" y="152400"/>
                </a:moveTo>
                <a:lnTo>
                  <a:pt x="2451100" y="146050"/>
                </a:lnTo>
                <a:lnTo>
                  <a:pt x="2457450" y="152400"/>
                </a:lnTo>
                <a:lnTo>
                  <a:pt x="2451100" y="158750"/>
                </a:lnTo>
                <a:close/>
                <a:moveTo>
                  <a:pt x="2508250" y="127000"/>
                </a:moveTo>
                <a:lnTo>
                  <a:pt x="2514600" y="133350"/>
                </a:lnTo>
                <a:lnTo>
                  <a:pt x="2514600" y="292100"/>
                </a:lnTo>
                <a:lnTo>
                  <a:pt x="2501900" y="304800"/>
                </a:lnTo>
                <a:lnTo>
                  <a:pt x="2476500" y="304800"/>
                </a:lnTo>
                <a:lnTo>
                  <a:pt x="2470150" y="311150"/>
                </a:lnTo>
                <a:lnTo>
                  <a:pt x="2444750" y="311150"/>
                </a:lnTo>
                <a:lnTo>
                  <a:pt x="2438400" y="317500"/>
                </a:lnTo>
                <a:lnTo>
                  <a:pt x="2425700" y="317500"/>
                </a:lnTo>
                <a:lnTo>
                  <a:pt x="2419350" y="311150"/>
                </a:lnTo>
                <a:lnTo>
                  <a:pt x="2419350" y="298450"/>
                </a:lnTo>
                <a:lnTo>
                  <a:pt x="2425700" y="292100"/>
                </a:lnTo>
                <a:lnTo>
                  <a:pt x="2425700" y="285750"/>
                </a:lnTo>
                <a:lnTo>
                  <a:pt x="2432050" y="279400"/>
                </a:lnTo>
                <a:lnTo>
                  <a:pt x="2432050" y="273050"/>
                </a:lnTo>
                <a:lnTo>
                  <a:pt x="2438400" y="266700"/>
                </a:lnTo>
                <a:lnTo>
                  <a:pt x="2438400" y="260350"/>
                </a:lnTo>
                <a:lnTo>
                  <a:pt x="2451100" y="241300"/>
                </a:lnTo>
                <a:lnTo>
                  <a:pt x="2451100" y="228600"/>
                </a:lnTo>
                <a:lnTo>
                  <a:pt x="2457450" y="222250"/>
                </a:lnTo>
                <a:lnTo>
                  <a:pt x="2457450" y="215900"/>
                </a:lnTo>
                <a:lnTo>
                  <a:pt x="2463800" y="209550"/>
                </a:lnTo>
                <a:lnTo>
                  <a:pt x="2463800" y="203200"/>
                </a:lnTo>
                <a:lnTo>
                  <a:pt x="2470150" y="196850"/>
                </a:lnTo>
                <a:lnTo>
                  <a:pt x="2470150" y="190500"/>
                </a:lnTo>
                <a:lnTo>
                  <a:pt x="2476500" y="184150"/>
                </a:lnTo>
                <a:lnTo>
                  <a:pt x="2476500" y="177800"/>
                </a:lnTo>
                <a:lnTo>
                  <a:pt x="2482850" y="171450"/>
                </a:lnTo>
                <a:lnTo>
                  <a:pt x="2482850" y="165100"/>
                </a:lnTo>
                <a:lnTo>
                  <a:pt x="2489200" y="158750"/>
                </a:lnTo>
                <a:lnTo>
                  <a:pt x="2489200" y="152400"/>
                </a:lnTo>
                <a:lnTo>
                  <a:pt x="2495550" y="146050"/>
                </a:lnTo>
                <a:lnTo>
                  <a:pt x="2495550" y="139700"/>
                </a:lnTo>
                <a:close/>
              </a:path>
            </a:pathLst>
          </a:custGeom>
          <a:solidFill xmlns:a="http://schemas.openxmlformats.org/drawingml/2006/main">
            <a:srgbClr val="B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de-driven brush-lettered headline dark">
            <a:extLst xmlns:a="http://schemas.openxmlformats.org/drawingml/2006/main">
              <a:ext uri="{FF2B5EF4-FFF2-40B4-BE49-F238E27FC236}">
                <a16:creationId xmlns:a16="http://schemas.microsoft.com/office/drawing/2014/main" id="{E20AB8CC-317D-4A85-A71D-1EC44F30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755650"/>
            <a:ext cx="3028950" cy="603250"/>
          </a:xfrm>
          <a:custGeom xmlns:a="http://schemas.openxmlformats.org/drawingml/2006/main">
            <a:pathLst>
              <a:path w="3028950" h="603250">
                <a:moveTo>
                  <a:pt x="1479550" y="355600"/>
                </a:moveTo>
                <a:lnTo>
                  <a:pt x="1466850" y="355600"/>
                </a:lnTo>
                <a:lnTo>
                  <a:pt x="1454150" y="342900"/>
                </a:lnTo>
                <a:lnTo>
                  <a:pt x="1473200" y="323850"/>
                </a:lnTo>
                <a:lnTo>
                  <a:pt x="1473200" y="317500"/>
                </a:lnTo>
                <a:lnTo>
                  <a:pt x="1466850" y="311150"/>
                </a:lnTo>
                <a:lnTo>
                  <a:pt x="1409700" y="311150"/>
                </a:lnTo>
                <a:lnTo>
                  <a:pt x="1403350" y="317500"/>
                </a:lnTo>
                <a:lnTo>
                  <a:pt x="1346200" y="317500"/>
                </a:lnTo>
                <a:lnTo>
                  <a:pt x="1339850" y="323850"/>
                </a:lnTo>
                <a:lnTo>
                  <a:pt x="1289050" y="323850"/>
                </a:lnTo>
                <a:lnTo>
                  <a:pt x="1282700" y="317500"/>
                </a:lnTo>
                <a:lnTo>
                  <a:pt x="1276350" y="323850"/>
                </a:lnTo>
                <a:lnTo>
                  <a:pt x="1270000" y="323850"/>
                </a:lnTo>
                <a:lnTo>
                  <a:pt x="1257300" y="336550"/>
                </a:lnTo>
                <a:lnTo>
                  <a:pt x="1263650" y="342900"/>
                </a:lnTo>
                <a:lnTo>
                  <a:pt x="1263650" y="361950"/>
                </a:lnTo>
                <a:lnTo>
                  <a:pt x="1257300" y="368300"/>
                </a:lnTo>
                <a:lnTo>
                  <a:pt x="1263650" y="374650"/>
                </a:lnTo>
                <a:lnTo>
                  <a:pt x="1327150" y="374650"/>
                </a:lnTo>
                <a:lnTo>
                  <a:pt x="1333500" y="368300"/>
                </a:lnTo>
                <a:lnTo>
                  <a:pt x="1346200" y="368300"/>
                </a:lnTo>
                <a:lnTo>
                  <a:pt x="1352550" y="374650"/>
                </a:lnTo>
                <a:lnTo>
                  <a:pt x="1358900" y="374650"/>
                </a:lnTo>
                <a:lnTo>
                  <a:pt x="1365250" y="368300"/>
                </a:lnTo>
                <a:lnTo>
                  <a:pt x="1466850" y="368300"/>
                </a:lnTo>
                <a:close/>
                <a:moveTo>
                  <a:pt x="571500" y="241300"/>
                </a:moveTo>
                <a:lnTo>
                  <a:pt x="552450" y="241300"/>
                </a:lnTo>
                <a:lnTo>
                  <a:pt x="546100" y="247650"/>
                </a:lnTo>
                <a:lnTo>
                  <a:pt x="533400" y="247650"/>
                </a:lnTo>
                <a:lnTo>
                  <a:pt x="527050" y="254000"/>
                </a:lnTo>
                <a:lnTo>
                  <a:pt x="520700" y="254000"/>
                </a:lnTo>
                <a:lnTo>
                  <a:pt x="508000" y="266700"/>
                </a:lnTo>
                <a:lnTo>
                  <a:pt x="501650" y="266700"/>
                </a:lnTo>
                <a:lnTo>
                  <a:pt x="469900" y="298450"/>
                </a:lnTo>
                <a:lnTo>
                  <a:pt x="469900" y="304800"/>
                </a:lnTo>
                <a:lnTo>
                  <a:pt x="457200" y="317500"/>
                </a:lnTo>
                <a:lnTo>
                  <a:pt x="457200" y="323850"/>
                </a:lnTo>
                <a:lnTo>
                  <a:pt x="444500" y="336550"/>
                </a:lnTo>
                <a:lnTo>
                  <a:pt x="444500" y="342900"/>
                </a:lnTo>
                <a:lnTo>
                  <a:pt x="438150" y="349250"/>
                </a:lnTo>
                <a:lnTo>
                  <a:pt x="438150" y="361950"/>
                </a:lnTo>
                <a:lnTo>
                  <a:pt x="431800" y="368300"/>
                </a:lnTo>
                <a:lnTo>
                  <a:pt x="431800" y="374650"/>
                </a:lnTo>
                <a:lnTo>
                  <a:pt x="425450" y="381000"/>
                </a:lnTo>
                <a:lnTo>
                  <a:pt x="425450" y="393700"/>
                </a:lnTo>
                <a:lnTo>
                  <a:pt x="419100" y="400050"/>
                </a:lnTo>
                <a:lnTo>
                  <a:pt x="419100" y="463550"/>
                </a:lnTo>
                <a:lnTo>
                  <a:pt x="425450" y="469900"/>
                </a:lnTo>
                <a:lnTo>
                  <a:pt x="425450" y="476250"/>
                </a:lnTo>
                <a:lnTo>
                  <a:pt x="431800" y="482600"/>
                </a:lnTo>
                <a:lnTo>
                  <a:pt x="431800" y="488950"/>
                </a:lnTo>
                <a:lnTo>
                  <a:pt x="438150" y="495300"/>
                </a:lnTo>
                <a:lnTo>
                  <a:pt x="438150" y="501650"/>
                </a:lnTo>
                <a:lnTo>
                  <a:pt x="444500" y="508000"/>
                </a:lnTo>
                <a:lnTo>
                  <a:pt x="450850" y="508000"/>
                </a:lnTo>
                <a:lnTo>
                  <a:pt x="469900" y="527050"/>
                </a:lnTo>
                <a:lnTo>
                  <a:pt x="482600" y="527050"/>
                </a:lnTo>
                <a:lnTo>
                  <a:pt x="488950" y="533400"/>
                </a:lnTo>
                <a:lnTo>
                  <a:pt x="533400" y="533400"/>
                </a:lnTo>
                <a:lnTo>
                  <a:pt x="539750" y="527050"/>
                </a:lnTo>
                <a:lnTo>
                  <a:pt x="558800" y="527050"/>
                </a:lnTo>
                <a:lnTo>
                  <a:pt x="571500" y="514350"/>
                </a:lnTo>
                <a:lnTo>
                  <a:pt x="577850" y="514350"/>
                </a:lnTo>
                <a:lnTo>
                  <a:pt x="584200" y="508000"/>
                </a:lnTo>
                <a:lnTo>
                  <a:pt x="584200" y="495300"/>
                </a:lnTo>
                <a:lnTo>
                  <a:pt x="596900" y="482600"/>
                </a:lnTo>
                <a:lnTo>
                  <a:pt x="603250" y="488950"/>
                </a:lnTo>
                <a:lnTo>
                  <a:pt x="615950" y="476250"/>
                </a:lnTo>
                <a:lnTo>
                  <a:pt x="615950" y="469900"/>
                </a:lnTo>
                <a:lnTo>
                  <a:pt x="628650" y="457200"/>
                </a:lnTo>
                <a:lnTo>
                  <a:pt x="622300" y="463550"/>
                </a:lnTo>
                <a:lnTo>
                  <a:pt x="615950" y="457200"/>
                </a:lnTo>
                <a:lnTo>
                  <a:pt x="615950" y="450850"/>
                </a:lnTo>
                <a:lnTo>
                  <a:pt x="622300" y="444500"/>
                </a:lnTo>
                <a:lnTo>
                  <a:pt x="635000" y="444500"/>
                </a:lnTo>
                <a:lnTo>
                  <a:pt x="635000" y="438150"/>
                </a:lnTo>
                <a:lnTo>
                  <a:pt x="647700" y="419100"/>
                </a:lnTo>
                <a:lnTo>
                  <a:pt x="647700" y="406400"/>
                </a:lnTo>
                <a:lnTo>
                  <a:pt x="654050" y="400050"/>
                </a:lnTo>
                <a:lnTo>
                  <a:pt x="654050" y="330200"/>
                </a:lnTo>
                <a:lnTo>
                  <a:pt x="647700" y="323850"/>
                </a:lnTo>
                <a:lnTo>
                  <a:pt x="647700" y="317500"/>
                </a:lnTo>
                <a:lnTo>
                  <a:pt x="654050" y="311150"/>
                </a:lnTo>
                <a:lnTo>
                  <a:pt x="654050" y="292100"/>
                </a:lnTo>
                <a:lnTo>
                  <a:pt x="647700" y="292100"/>
                </a:lnTo>
                <a:lnTo>
                  <a:pt x="641350" y="285750"/>
                </a:lnTo>
                <a:lnTo>
                  <a:pt x="609600" y="285750"/>
                </a:lnTo>
                <a:lnTo>
                  <a:pt x="603250" y="292100"/>
                </a:lnTo>
                <a:lnTo>
                  <a:pt x="590550" y="292100"/>
                </a:lnTo>
                <a:lnTo>
                  <a:pt x="584200" y="285750"/>
                </a:lnTo>
                <a:lnTo>
                  <a:pt x="584200" y="273050"/>
                </a:lnTo>
                <a:lnTo>
                  <a:pt x="596900" y="260350"/>
                </a:lnTo>
                <a:lnTo>
                  <a:pt x="596900" y="254000"/>
                </a:lnTo>
                <a:lnTo>
                  <a:pt x="590550" y="247650"/>
                </a:lnTo>
                <a:lnTo>
                  <a:pt x="577850" y="247650"/>
                </a:lnTo>
                <a:close/>
                <a:moveTo>
                  <a:pt x="628650" y="374650"/>
                </a:moveTo>
                <a:lnTo>
                  <a:pt x="635000" y="381000"/>
                </a:lnTo>
                <a:lnTo>
                  <a:pt x="635000" y="387350"/>
                </a:lnTo>
                <a:lnTo>
                  <a:pt x="628650" y="393700"/>
                </a:lnTo>
                <a:lnTo>
                  <a:pt x="622300" y="393700"/>
                </a:lnTo>
                <a:lnTo>
                  <a:pt x="615950" y="387350"/>
                </a:lnTo>
                <a:close/>
                <a:moveTo>
                  <a:pt x="647700" y="355600"/>
                </a:moveTo>
                <a:lnTo>
                  <a:pt x="654050" y="361950"/>
                </a:lnTo>
                <a:lnTo>
                  <a:pt x="654050" y="393700"/>
                </a:lnTo>
                <a:lnTo>
                  <a:pt x="641350" y="412750"/>
                </a:lnTo>
                <a:lnTo>
                  <a:pt x="635000" y="406400"/>
                </a:lnTo>
                <a:lnTo>
                  <a:pt x="635000" y="368300"/>
                </a:lnTo>
                <a:close/>
                <a:moveTo>
                  <a:pt x="476250" y="342900"/>
                </a:moveTo>
                <a:lnTo>
                  <a:pt x="482600" y="349250"/>
                </a:lnTo>
                <a:lnTo>
                  <a:pt x="476250" y="355600"/>
                </a:lnTo>
                <a:lnTo>
                  <a:pt x="476250" y="368300"/>
                </a:lnTo>
                <a:lnTo>
                  <a:pt x="469900" y="374650"/>
                </a:lnTo>
                <a:lnTo>
                  <a:pt x="469900" y="393700"/>
                </a:lnTo>
                <a:lnTo>
                  <a:pt x="463550" y="400050"/>
                </a:lnTo>
                <a:lnTo>
                  <a:pt x="463550" y="412750"/>
                </a:lnTo>
                <a:lnTo>
                  <a:pt x="457200" y="419100"/>
                </a:lnTo>
                <a:lnTo>
                  <a:pt x="450850" y="412750"/>
                </a:lnTo>
                <a:lnTo>
                  <a:pt x="450850" y="387350"/>
                </a:lnTo>
                <a:lnTo>
                  <a:pt x="457200" y="381000"/>
                </a:lnTo>
                <a:lnTo>
                  <a:pt x="457200" y="355600"/>
                </a:lnTo>
                <a:lnTo>
                  <a:pt x="469900" y="342900"/>
                </a:lnTo>
                <a:close/>
                <a:moveTo>
                  <a:pt x="558800" y="292100"/>
                </a:moveTo>
                <a:lnTo>
                  <a:pt x="571500" y="304800"/>
                </a:lnTo>
                <a:lnTo>
                  <a:pt x="571500" y="311150"/>
                </a:lnTo>
                <a:lnTo>
                  <a:pt x="577850" y="311150"/>
                </a:lnTo>
                <a:lnTo>
                  <a:pt x="596900" y="330200"/>
                </a:lnTo>
                <a:lnTo>
                  <a:pt x="596900" y="393700"/>
                </a:lnTo>
                <a:lnTo>
                  <a:pt x="590550" y="400050"/>
                </a:lnTo>
                <a:lnTo>
                  <a:pt x="590550" y="406400"/>
                </a:lnTo>
                <a:lnTo>
                  <a:pt x="584200" y="412750"/>
                </a:lnTo>
                <a:lnTo>
                  <a:pt x="584200" y="419100"/>
                </a:lnTo>
                <a:lnTo>
                  <a:pt x="577850" y="425450"/>
                </a:lnTo>
                <a:lnTo>
                  <a:pt x="577850" y="431800"/>
                </a:lnTo>
                <a:lnTo>
                  <a:pt x="565150" y="444500"/>
                </a:lnTo>
                <a:lnTo>
                  <a:pt x="565150" y="450850"/>
                </a:lnTo>
                <a:lnTo>
                  <a:pt x="552450" y="463550"/>
                </a:lnTo>
                <a:lnTo>
                  <a:pt x="546100" y="463550"/>
                </a:lnTo>
                <a:lnTo>
                  <a:pt x="533400" y="476250"/>
                </a:lnTo>
                <a:lnTo>
                  <a:pt x="527050" y="476250"/>
                </a:lnTo>
                <a:lnTo>
                  <a:pt x="520700" y="482600"/>
                </a:lnTo>
                <a:lnTo>
                  <a:pt x="514350" y="482600"/>
                </a:lnTo>
                <a:lnTo>
                  <a:pt x="488950" y="457200"/>
                </a:lnTo>
                <a:lnTo>
                  <a:pt x="488950" y="438150"/>
                </a:lnTo>
                <a:lnTo>
                  <a:pt x="482600" y="431800"/>
                </a:lnTo>
                <a:lnTo>
                  <a:pt x="482600" y="419100"/>
                </a:lnTo>
                <a:lnTo>
                  <a:pt x="488950" y="412750"/>
                </a:lnTo>
                <a:lnTo>
                  <a:pt x="488950" y="393700"/>
                </a:lnTo>
                <a:lnTo>
                  <a:pt x="495300" y="387350"/>
                </a:lnTo>
                <a:lnTo>
                  <a:pt x="495300" y="374650"/>
                </a:lnTo>
                <a:lnTo>
                  <a:pt x="501650" y="368300"/>
                </a:lnTo>
                <a:lnTo>
                  <a:pt x="501650" y="355600"/>
                </a:lnTo>
                <a:lnTo>
                  <a:pt x="514350" y="342900"/>
                </a:lnTo>
                <a:lnTo>
                  <a:pt x="514350" y="336550"/>
                </a:lnTo>
                <a:lnTo>
                  <a:pt x="527050" y="323850"/>
                </a:lnTo>
                <a:lnTo>
                  <a:pt x="527050" y="317500"/>
                </a:lnTo>
                <a:lnTo>
                  <a:pt x="546100" y="298450"/>
                </a:lnTo>
                <a:lnTo>
                  <a:pt x="552450" y="298450"/>
                </a:lnTo>
                <a:close/>
                <a:moveTo>
                  <a:pt x="2247900" y="234950"/>
                </a:moveTo>
                <a:lnTo>
                  <a:pt x="2235200" y="234950"/>
                </a:lnTo>
                <a:lnTo>
                  <a:pt x="2216150" y="254000"/>
                </a:lnTo>
                <a:lnTo>
                  <a:pt x="2216150" y="279400"/>
                </a:lnTo>
                <a:lnTo>
                  <a:pt x="2209800" y="285750"/>
                </a:lnTo>
                <a:lnTo>
                  <a:pt x="2209800" y="330200"/>
                </a:lnTo>
                <a:lnTo>
                  <a:pt x="2203450" y="336550"/>
                </a:lnTo>
                <a:lnTo>
                  <a:pt x="2203450" y="381000"/>
                </a:lnTo>
                <a:lnTo>
                  <a:pt x="2197100" y="387350"/>
                </a:lnTo>
                <a:lnTo>
                  <a:pt x="2197100" y="438150"/>
                </a:lnTo>
                <a:lnTo>
                  <a:pt x="2190750" y="444500"/>
                </a:lnTo>
                <a:lnTo>
                  <a:pt x="2190750" y="482600"/>
                </a:lnTo>
                <a:lnTo>
                  <a:pt x="2197100" y="482600"/>
                </a:lnTo>
                <a:lnTo>
                  <a:pt x="2203450" y="488950"/>
                </a:lnTo>
                <a:lnTo>
                  <a:pt x="2216150" y="488950"/>
                </a:lnTo>
                <a:lnTo>
                  <a:pt x="2222500" y="495300"/>
                </a:lnTo>
                <a:lnTo>
                  <a:pt x="2222500" y="508000"/>
                </a:lnTo>
                <a:lnTo>
                  <a:pt x="2228850" y="508000"/>
                </a:lnTo>
                <a:lnTo>
                  <a:pt x="2241550" y="495300"/>
                </a:lnTo>
                <a:lnTo>
                  <a:pt x="2247900" y="495300"/>
                </a:lnTo>
                <a:lnTo>
                  <a:pt x="2247900" y="457200"/>
                </a:lnTo>
                <a:lnTo>
                  <a:pt x="2254250" y="450850"/>
                </a:lnTo>
                <a:lnTo>
                  <a:pt x="2254250" y="400050"/>
                </a:lnTo>
                <a:lnTo>
                  <a:pt x="2260600" y="393700"/>
                </a:lnTo>
                <a:lnTo>
                  <a:pt x="2260600" y="374650"/>
                </a:lnTo>
                <a:lnTo>
                  <a:pt x="2260600" y="387350"/>
                </a:lnTo>
                <a:lnTo>
                  <a:pt x="2247900" y="400050"/>
                </a:lnTo>
                <a:lnTo>
                  <a:pt x="2241550" y="393700"/>
                </a:lnTo>
                <a:lnTo>
                  <a:pt x="2241550" y="387350"/>
                </a:lnTo>
                <a:lnTo>
                  <a:pt x="2247900" y="381000"/>
                </a:lnTo>
                <a:lnTo>
                  <a:pt x="2247900" y="355600"/>
                </a:lnTo>
                <a:lnTo>
                  <a:pt x="2254250" y="349250"/>
                </a:lnTo>
                <a:lnTo>
                  <a:pt x="2266950" y="349250"/>
                </a:lnTo>
                <a:lnTo>
                  <a:pt x="2266950" y="323850"/>
                </a:lnTo>
                <a:lnTo>
                  <a:pt x="2273300" y="317500"/>
                </a:lnTo>
                <a:lnTo>
                  <a:pt x="2273300" y="285750"/>
                </a:lnTo>
                <a:lnTo>
                  <a:pt x="2279650" y="279400"/>
                </a:lnTo>
                <a:lnTo>
                  <a:pt x="2279650" y="254000"/>
                </a:lnTo>
                <a:lnTo>
                  <a:pt x="2273300" y="247650"/>
                </a:lnTo>
                <a:lnTo>
                  <a:pt x="2266950" y="247650"/>
                </a:lnTo>
                <a:close/>
                <a:moveTo>
                  <a:pt x="1136650" y="228600"/>
                </a:moveTo>
                <a:lnTo>
                  <a:pt x="1123950" y="228600"/>
                </a:lnTo>
                <a:lnTo>
                  <a:pt x="1117600" y="234950"/>
                </a:lnTo>
                <a:lnTo>
                  <a:pt x="1098550" y="234950"/>
                </a:lnTo>
                <a:lnTo>
                  <a:pt x="1092200" y="241300"/>
                </a:lnTo>
                <a:lnTo>
                  <a:pt x="1085850" y="241300"/>
                </a:lnTo>
                <a:lnTo>
                  <a:pt x="1079500" y="247650"/>
                </a:lnTo>
                <a:lnTo>
                  <a:pt x="1073150" y="247650"/>
                </a:lnTo>
                <a:lnTo>
                  <a:pt x="1022350" y="298450"/>
                </a:lnTo>
                <a:lnTo>
                  <a:pt x="1022350" y="304800"/>
                </a:lnTo>
                <a:lnTo>
                  <a:pt x="1016000" y="311150"/>
                </a:lnTo>
                <a:lnTo>
                  <a:pt x="1016000" y="317500"/>
                </a:lnTo>
                <a:lnTo>
                  <a:pt x="1003300" y="330200"/>
                </a:lnTo>
                <a:lnTo>
                  <a:pt x="1003300" y="336550"/>
                </a:lnTo>
                <a:lnTo>
                  <a:pt x="996950" y="342900"/>
                </a:lnTo>
                <a:lnTo>
                  <a:pt x="996950" y="355600"/>
                </a:lnTo>
                <a:lnTo>
                  <a:pt x="990600" y="361950"/>
                </a:lnTo>
                <a:lnTo>
                  <a:pt x="990600" y="374650"/>
                </a:lnTo>
                <a:lnTo>
                  <a:pt x="984250" y="381000"/>
                </a:lnTo>
                <a:lnTo>
                  <a:pt x="977900" y="381000"/>
                </a:lnTo>
                <a:lnTo>
                  <a:pt x="965200" y="393700"/>
                </a:lnTo>
                <a:lnTo>
                  <a:pt x="965200" y="406400"/>
                </a:lnTo>
                <a:lnTo>
                  <a:pt x="971550" y="406400"/>
                </a:lnTo>
                <a:lnTo>
                  <a:pt x="984250" y="419100"/>
                </a:lnTo>
                <a:lnTo>
                  <a:pt x="984250" y="450850"/>
                </a:lnTo>
                <a:lnTo>
                  <a:pt x="990600" y="457200"/>
                </a:lnTo>
                <a:lnTo>
                  <a:pt x="990600" y="469900"/>
                </a:lnTo>
                <a:lnTo>
                  <a:pt x="1003300" y="482600"/>
                </a:lnTo>
                <a:lnTo>
                  <a:pt x="1003300" y="488950"/>
                </a:lnTo>
                <a:lnTo>
                  <a:pt x="1016000" y="501650"/>
                </a:lnTo>
                <a:lnTo>
                  <a:pt x="1022350" y="501650"/>
                </a:lnTo>
                <a:lnTo>
                  <a:pt x="1035050" y="514350"/>
                </a:lnTo>
                <a:lnTo>
                  <a:pt x="1047750" y="514350"/>
                </a:lnTo>
                <a:lnTo>
                  <a:pt x="1054100" y="520700"/>
                </a:lnTo>
                <a:lnTo>
                  <a:pt x="1079500" y="520700"/>
                </a:lnTo>
                <a:lnTo>
                  <a:pt x="1085850" y="527050"/>
                </a:lnTo>
                <a:lnTo>
                  <a:pt x="1092200" y="527050"/>
                </a:lnTo>
                <a:lnTo>
                  <a:pt x="1098550" y="520700"/>
                </a:lnTo>
                <a:lnTo>
                  <a:pt x="1123950" y="520700"/>
                </a:lnTo>
                <a:lnTo>
                  <a:pt x="1130300" y="514350"/>
                </a:lnTo>
                <a:lnTo>
                  <a:pt x="1143000" y="514350"/>
                </a:lnTo>
                <a:lnTo>
                  <a:pt x="1149350" y="508000"/>
                </a:lnTo>
                <a:lnTo>
                  <a:pt x="1155700" y="508000"/>
                </a:lnTo>
                <a:lnTo>
                  <a:pt x="1162050" y="501650"/>
                </a:lnTo>
                <a:lnTo>
                  <a:pt x="1168400" y="501650"/>
                </a:lnTo>
                <a:lnTo>
                  <a:pt x="1193800" y="476250"/>
                </a:lnTo>
                <a:lnTo>
                  <a:pt x="1200150" y="476250"/>
                </a:lnTo>
                <a:lnTo>
                  <a:pt x="1219200" y="457200"/>
                </a:lnTo>
                <a:lnTo>
                  <a:pt x="1206500" y="457200"/>
                </a:lnTo>
                <a:lnTo>
                  <a:pt x="1200150" y="463550"/>
                </a:lnTo>
                <a:lnTo>
                  <a:pt x="1193800" y="463550"/>
                </a:lnTo>
                <a:lnTo>
                  <a:pt x="1181100" y="476250"/>
                </a:lnTo>
                <a:lnTo>
                  <a:pt x="1174750" y="476250"/>
                </a:lnTo>
                <a:lnTo>
                  <a:pt x="1168400" y="469900"/>
                </a:lnTo>
                <a:lnTo>
                  <a:pt x="1168400" y="463550"/>
                </a:lnTo>
                <a:lnTo>
                  <a:pt x="1181100" y="450850"/>
                </a:lnTo>
                <a:lnTo>
                  <a:pt x="1187450" y="450850"/>
                </a:lnTo>
                <a:lnTo>
                  <a:pt x="1193800" y="444500"/>
                </a:lnTo>
                <a:lnTo>
                  <a:pt x="1193800" y="431800"/>
                </a:lnTo>
                <a:lnTo>
                  <a:pt x="1187450" y="431800"/>
                </a:lnTo>
                <a:lnTo>
                  <a:pt x="1174750" y="444500"/>
                </a:lnTo>
                <a:lnTo>
                  <a:pt x="1168400" y="444500"/>
                </a:lnTo>
                <a:lnTo>
                  <a:pt x="1155700" y="457200"/>
                </a:lnTo>
                <a:lnTo>
                  <a:pt x="1149350" y="457200"/>
                </a:lnTo>
                <a:lnTo>
                  <a:pt x="1130300" y="469900"/>
                </a:lnTo>
                <a:lnTo>
                  <a:pt x="1117600" y="469900"/>
                </a:lnTo>
                <a:lnTo>
                  <a:pt x="1111250" y="476250"/>
                </a:lnTo>
                <a:lnTo>
                  <a:pt x="1079500" y="476250"/>
                </a:lnTo>
                <a:lnTo>
                  <a:pt x="1073150" y="469900"/>
                </a:lnTo>
                <a:lnTo>
                  <a:pt x="1066800" y="469900"/>
                </a:lnTo>
                <a:lnTo>
                  <a:pt x="1054100" y="457200"/>
                </a:lnTo>
                <a:lnTo>
                  <a:pt x="1054100" y="450850"/>
                </a:lnTo>
                <a:lnTo>
                  <a:pt x="1047750" y="444500"/>
                </a:lnTo>
                <a:lnTo>
                  <a:pt x="1047750" y="431800"/>
                </a:lnTo>
                <a:lnTo>
                  <a:pt x="1041400" y="425450"/>
                </a:lnTo>
                <a:lnTo>
                  <a:pt x="1041400" y="419100"/>
                </a:lnTo>
                <a:lnTo>
                  <a:pt x="1054100" y="406400"/>
                </a:lnTo>
                <a:lnTo>
                  <a:pt x="1098550" y="406400"/>
                </a:lnTo>
                <a:lnTo>
                  <a:pt x="1104900" y="400050"/>
                </a:lnTo>
                <a:lnTo>
                  <a:pt x="1123950" y="400050"/>
                </a:lnTo>
                <a:lnTo>
                  <a:pt x="1130300" y="393700"/>
                </a:lnTo>
                <a:lnTo>
                  <a:pt x="1136650" y="393700"/>
                </a:lnTo>
                <a:lnTo>
                  <a:pt x="1143000" y="387350"/>
                </a:lnTo>
                <a:lnTo>
                  <a:pt x="1149350" y="387350"/>
                </a:lnTo>
                <a:lnTo>
                  <a:pt x="1162050" y="374650"/>
                </a:lnTo>
                <a:lnTo>
                  <a:pt x="1168400" y="374650"/>
                </a:lnTo>
                <a:lnTo>
                  <a:pt x="1200150" y="342900"/>
                </a:lnTo>
                <a:lnTo>
                  <a:pt x="1200150" y="336550"/>
                </a:lnTo>
                <a:lnTo>
                  <a:pt x="1206500" y="330200"/>
                </a:lnTo>
                <a:lnTo>
                  <a:pt x="1206500" y="317500"/>
                </a:lnTo>
                <a:lnTo>
                  <a:pt x="1212850" y="311150"/>
                </a:lnTo>
                <a:lnTo>
                  <a:pt x="1212850" y="298450"/>
                </a:lnTo>
                <a:lnTo>
                  <a:pt x="1206500" y="292100"/>
                </a:lnTo>
                <a:lnTo>
                  <a:pt x="1206500" y="279400"/>
                </a:lnTo>
                <a:lnTo>
                  <a:pt x="1193800" y="266700"/>
                </a:lnTo>
                <a:lnTo>
                  <a:pt x="1193800" y="273050"/>
                </a:lnTo>
                <a:lnTo>
                  <a:pt x="1187450" y="279400"/>
                </a:lnTo>
                <a:lnTo>
                  <a:pt x="1181100" y="279400"/>
                </a:lnTo>
                <a:lnTo>
                  <a:pt x="1174750" y="273050"/>
                </a:lnTo>
                <a:lnTo>
                  <a:pt x="1174750" y="247650"/>
                </a:lnTo>
                <a:lnTo>
                  <a:pt x="1168400" y="241300"/>
                </a:lnTo>
                <a:lnTo>
                  <a:pt x="1162050" y="241300"/>
                </a:lnTo>
                <a:lnTo>
                  <a:pt x="1155700" y="234950"/>
                </a:lnTo>
                <a:lnTo>
                  <a:pt x="1143000" y="234950"/>
                </a:lnTo>
                <a:close/>
                <a:moveTo>
                  <a:pt x="1143000" y="495300"/>
                </a:moveTo>
                <a:lnTo>
                  <a:pt x="1143000" y="488950"/>
                </a:lnTo>
                <a:lnTo>
                  <a:pt x="1149350" y="482600"/>
                </a:lnTo>
                <a:lnTo>
                  <a:pt x="1168400" y="482600"/>
                </a:lnTo>
                <a:lnTo>
                  <a:pt x="1174750" y="488950"/>
                </a:lnTo>
                <a:lnTo>
                  <a:pt x="1162050" y="501650"/>
                </a:lnTo>
                <a:lnTo>
                  <a:pt x="1149350" y="501650"/>
                </a:lnTo>
                <a:close/>
                <a:moveTo>
                  <a:pt x="1028700" y="488950"/>
                </a:moveTo>
                <a:lnTo>
                  <a:pt x="1035050" y="482600"/>
                </a:lnTo>
                <a:lnTo>
                  <a:pt x="1047750" y="495300"/>
                </a:lnTo>
                <a:lnTo>
                  <a:pt x="1041400" y="501650"/>
                </a:lnTo>
                <a:lnTo>
                  <a:pt x="1035050" y="501650"/>
                </a:lnTo>
                <a:lnTo>
                  <a:pt x="1028700" y="495300"/>
                </a:lnTo>
                <a:close/>
                <a:moveTo>
                  <a:pt x="1003300" y="425450"/>
                </a:moveTo>
                <a:lnTo>
                  <a:pt x="1009650" y="431800"/>
                </a:lnTo>
                <a:lnTo>
                  <a:pt x="1009650" y="450850"/>
                </a:lnTo>
                <a:lnTo>
                  <a:pt x="1003300" y="457200"/>
                </a:lnTo>
                <a:lnTo>
                  <a:pt x="996950" y="450850"/>
                </a:lnTo>
                <a:lnTo>
                  <a:pt x="996950" y="431800"/>
                </a:lnTo>
                <a:close/>
                <a:moveTo>
                  <a:pt x="1022350" y="330200"/>
                </a:moveTo>
                <a:lnTo>
                  <a:pt x="1028700" y="323850"/>
                </a:lnTo>
                <a:lnTo>
                  <a:pt x="1035050" y="330200"/>
                </a:lnTo>
                <a:lnTo>
                  <a:pt x="1028700" y="336550"/>
                </a:lnTo>
                <a:close/>
                <a:moveTo>
                  <a:pt x="1162050" y="292100"/>
                </a:moveTo>
                <a:lnTo>
                  <a:pt x="1162050" y="311150"/>
                </a:lnTo>
                <a:lnTo>
                  <a:pt x="1149350" y="323850"/>
                </a:lnTo>
                <a:lnTo>
                  <a:pt x="1149350" y="330200"/>
                </a:lnTo>
                <a:lnTo>
                  <a:pt x="1136650" y="342900"/>
                </a:lnTo>
                <a:lnTo>
                  <a:pt x="1130300" y="342900"/>
                </a:lnTo>
                <a:lnTo>
                  <a:pt x="1117600" y="355600"/>
                </a:lnTo>
                <a:lnTo>
                  <a:pt x="1111250" y="355600"/>
                </a:lnTo>
                <a:lnTo>
                  <a:pt x="1092200" y="368300"/>
                </a:lnTo>
                <a:lnTo>
                  <a:pt x="1066800" y="368300"/>
                </a:lnTo>
                <a:lnTo>
                  <a:pt x="1060450" y="361950"/>
                </a:lnTo>
                <a:lnTo>
                  <a:pt x="1060450" y="355600"/>
                </a:lnTo>
                <a:lnTo>
                  <a:pt x="1066800" y="349250"/>
                </a:lnTo>
                <a:lnTo>
                  <a:pt x="1066800" y="336550"/>
                </a:lnTo>
                <a:lnTo>
                  <a:pt x="1073150" y="330200"/>
                </a:lnTo>
                <a:lnTo>
                  <a:pt x="1073150" y="323850"/>
                </a:lnTo>
                <a:lnTo>
                  <a:pt x="1111250" y="285750"/>
                </a:lnTo>
                <a:lnTo>
                  <a:pt x="1117600" y="285750"/>
                </a:lnTo>
                <a:lnTo>
                  <a:pt x="1123950" y="279400"/>
                </a:lnTo>
                <a:lnTo>
                  <a:pt x="1149350" y="279400"/>
                </a:lnTo>
                <a:close/>
                <a:moveTo>
                  <a:pt x="1149350" y="247650"/>
                </a:moveTo>
                <a:lnTo>
                  <a:pt x="1155700" y="241300"/>
                </a:lnTo>
                <a:lnTo>
                  <a:pt x="1162050" y="241300"/>
                </a:lnTo>
                <a:lnTo>
                  <a:pt x="1168400" y="247650"/>
                </a:lnTo>
                <a:lnTo>
                  <a:pt x="1162050" y="254000"/>
                </a:lnTo>
                <a:lnTo>
                  <a:pt x="1155700" y="254000"/>
                </a:lnTo>
                <a:close/>
                <a:moveTo>
                  <a:pt x="2165350" y="228600"/>
                </a:moveTo>
                <a:lnTo>
                  <a:pt x="2159000" y="228600"/>
                </a:lnTo>
                <a:lnTo>
                  <a:pt x="2152650" y="222250"/>
                </a:lnTo>
                <a:lnTo>
                  <a:pt x="2120900" y="222250"/>
                </a:lnTo>
                <a:lnTo>
                  <a:pt x="2108200" y="234950"/>
                </a:lnTo>
                <a:lnTo>
                  <a:pt x="2101850" y="234950"/>
                </a:lnTo>
                <a:lnTo>
                  <a:pt x="2089150" y="247650"/>
                </a:lnTo>
                <a:lnTo>
                  <a:pt x="2089150" y="254000"/>
                </a:lnTo>
                <a:lnTo>
                  <a:pt x="2070100" y="273050"/>
                </a:lnTo>
                <a:lnTo>
                  <a:pt x="2070100" y="279400"/>
                </a:lnTo>
                <a:lnTo>
                  <a:pt x="2057400" y="292100"/>
                </a:lnTo>
                <a:lnTo>
                  <a:pt x="2051050" y="285750"/>
                </a:lnTo>
                <a:lnTo>
                  <a:pt x="2051050" y="228600"/>
                </a:lnTo>
                <a:lnTo>
                  <a:pt x="2044700" y="222250"/>
                </a:lnTo>
                <a:lnTo>
                  <a:pt x="2038350" y="222250"/>
                </a:lnTo>
                <a:lnTo>
                  <a:pt x="2032000" y="228600"/>
                </a:lnTo>
                <a:lnTo>
                  <a:pt x="2019300" y="228600"/>
                </a:lnTo>
                <a:lnTo>
                  <a:pt x="2006600" y="241300"/>
                </a:lnTo>
                <a:lnTo>
                  <a:pt x="1993900" y="241300"/>
                </a:lnTo>
                <a:lnTo>
                  <a:pt x="1993900" y="279400"/>
                </a:lnTo>
                <a:lnTo>
                  <a:pt x="1987550" y="285750"/>
                </a:lnTo>
                <a:lnTo>
                  <a:pt x="1987550" y="349250"/>
                </a:lnTo>
                <a:lnTo>
                  <a:pt x="1981200" y="355600"/>
                </a:lnTo>
                <a:lnTo>
                  <a:pt x="1981200" y="412750"/>
                </a:lnTo>
                <a:lnTo>
                  <a:pt x="1974850" y="419100"/>
                </a:lnTo>
                <a:lnTo>
                  <a:pt x="1974850" y="457200"/>
                </a:lnTo>
                <a:lnTo>
                  <a:pt x="1968500" y="463550"/>
                </a:lnTo>
                <a:lnTo>
                  <a:pt x="1968500" y="488950"/>
                </a:lnTo>
                <a:lnTo>
                  <a:pt x="1974850" y="488950"/>
                </a:lnTo>
                <a:lnTo>
                  <a:pt x="1993900" y="508000"/>
                </a:lnTo>
                <a:lnTo>
                  <a:pt x="1993900" y="514350"/>
                </a:lnTo>
                <a:lnTo>
                  <a:pt x="2000250" y="514350"/>
                </a:lnTo>
                <a:lnTo>
                  <a:pt x="2012950" y="501650"/>
                </a:lnTo>
                <a:lnTo>
                  <a:pt x="2025650" y="501650"/>
                </a:lnTo>
                <a:lnTo>
                  <a:pt x="2025650" y="463550"/>
                </a:lnTo>
                <a:lnTo>
                  <a:pt x="2032000" y="457200"/>
                </a:lnTo>
                <a:lnTo>
                  <a:pt x="2032000" y="425450"/>
                </a:lnTo>
                <a:lnTo>
                  <a:pt x="2038350" y="419100"/>
                </a:lnTo>
                <a:lnTo>
                  <a:pt x="2038350" y="400050"/>
                </a:lnTo>
                <a:lnTo>
                  <a:pt x="2038350" y="406400"/>
                </a:lnTo>
                <a:lnTo>
                  <a:pt x="2032000" y="412750"/>
                </a:lnTo>
                <a:lnTo>
                  <a:pt x="2025650" y="406400"/>
                </a:lnTo>
                <a:lnTo>
                  <a:pt x="2025650" y="387350"/>
                </a:lnTo>
                <a:lnTo>
                  <a:pt x="2032000" y="381000"/>
                </a:lnTo>
                <a:lnTo>
                  <a:pt x="2038350" y="381000"/>
                </a:lnTo>
                <a:lnTo>
                  <a:pt x="2044700" y="387350"/>
                </a:lnTo>
                <a:lnTo>
                  <a:pt x="2044700" y="381000"/>
                </a:lnTo>
                <a:lnTo>
                  <a:pt x="2051050" y="374650"/>
                </a:lnTo>
                <a:lnTo>
                  <a:pt x="2051050" y="368300"/>
                </a:lnTo>
                <a:lnTo>
                  <a:pt x="2057400" y="361950"/>
                </a:lnTo>
                <a:lnTo>
                  <a:pt x="2057400" y="355600"/>
                </a:lnTo>
                <a:lnTo>
                  <a:pt x="2063750" y="349250"/>
                </a:lnTo>
                <a:lnTo>
                  <a:pt x="2063750" y="342900"/>
                </a:lnTo>
                <a:lnTo>
                  <a:pt x="2070100" y="336550"/>
                </a:lnTo>
                <a:lnTo>
                  <a:pt x="2070100" y="330200"/>
                </a:lnTo>
                <a:lnTo>
                  <a:pt x="2120900" y="279400"/>
                </a:lnTo>
                <a:lnTo>
                  <a:pt x="2127250" y="279400"/>
                </a:lnTo>
                <a:lnTo>
                  <a:pt x="2133600" y="273050"/>
                </a:lnTo>
                <a:lnTo>
                  <a:pt x="2146300" y="273050"/>
                </a:lnTo>
                <a:lnTo>
                  <a:pt x="2159000" y="285750"/>
                </a:lnTo>
                <a:lnTo>
                  <a:pt x="2165350" y="285750"/>
                </a:lnTo>
                <a:lnTo>
                  <a:pt x="2171700" y="279400"/>
                </a:lnTo>
                <a:lnTo>
                  <a:pt x="2178050" y="279400"/>
                </a:lnTo>
                <a:lnTo>
                  <a:pt x="2178050" y="273050"/>
                </a:lnTo>
                <a:lnTo>
                  <a:pt x="2184400" y="266700"/>
                </a:lnTo>
                <a:lnTo>
                  <a:pt x="2184400" y="254000"/>
                </a:lnTo>
                <a:lnTo>
                  <a:pt x="2165350" y="234950"/>
                </a:lnTo>
                <a:close/>
                <a:moveTo>
                  <a:pt x="2705100" y="215900"/>
                </a:moveTo>
                <a:lnTo>
                  <a:pt x="2686050" y="215900"/>
                </a:lnTo>
                <a:lnTo>
                  <a:pt x="2679700" y="222250"/>
                </a:lnTo>
                <a:lnTo>
                  <a:pt x="2667000" y="222250"/>
                </a:lnTo>
                <a:lnTo>
                  <a:pt x="2660650" y="228600"/>
                </a:lnTo>
                <a:lnTo>
                  <a:pt x="2654300" y="228600"/>
                </a:lnTo>
                <a:lnTo>
                  <a:pt x="2635250" y="247650"/>
                </a:lnTo>
                <a:lnTo>
                  <a:pt x="2628900" y="247650"/>
                </a:lnTo>
                <a:lnTo>
                  <a:pt x="2622550" y="254000"/>
                </a:lnTo>
                <a:lnTo>
                  <a:pt x="2622550" y="260350"/>
                </a:lnTo>
                <a:lnTo>
                  <a:pt x="2597150" y="285750"/>
                </a:lnTo>
                <a:lnTo>
                  <a:pt x="2597150" y="292100"/>
                </a:lnTo>
                <a:lnTo>
                  <a:pt x="2584450" y="304800"/>
                </a:lnTo>
                <a:lnTo>
                  <a:pt x="2584450" y="311150"/>
                </a:lnTo>
                <a:lnTo>
                  <a:pt x="2571750" y="330200"/>
                </a:lnTo>
                <a:lnTo>
                  <a:pt x="2571750" y="342900"/>
                </a:lnTo>
                <a:lnTo>
                  <a:pt x="2565400" y="349250"/>
                </a:lnTo>
                <a:lnTo>
                  <a:pt x="2565400" y="355600"/>
                </a:lnTo>
                <a:lnTo>
                  <a:pt x="2546350" y="374650"/>
                </a:lnTo>
                <a:lnTo>
                  <a:pt x="2546350" y="387350"/>
                </a:lnTo>
                <a:lnTo>
                  <a:pt x="2559050" y="400050"/>
                </a:lnTo>
                <a:lnTo>
                  <a:pt x="2559050" y="438150"/>
                </a:lnTo>
                <a:lnTo>
                  <a:pt x="2565400" y="444500"/>
                </a:lnTo>
                <a:lnTo>
                  <a:pt x="2565400" y="450850"/>
                </a:lnTo>
                <a:lnTo>
                  <a:pt x="2571750" y="457200"/>
                </a:lnTo>
                <a:lnTo>
                  <a:pt x="2571750" y="463550"/>
                </a:lnTo>
                <a:lnTo>
                  <a:pt x="2584450" y="476250"/>
                </a:lnTo>
                <a:lnTo>
                  <a:pt x="2590800" y="476250"/>
                </a:lnTo>
                <a:lnTo>
                  <a:pt x="2603500" y="488950"/>
                </a:lnTo>
                <a:lnTo>
                  <a:pt x="2616200" y="488950"/>
                </a:lnTo>
                <a:lnTo>
                  <a:pt x="2622550" y="495300"/>
                </a:lnTo>
                <a:lnTo>
                  <a:pt x="2641600" y="495300"/>
                </a:lnTo>
                <a:lnTo>
                  <a:pt x="2647950" y="501650"/>
                </a:lnTo>
                <a:lnTo>
                  <a:pt x="2673350" y="501650"/>
                </a:lnTo>
                <a:lnTo>
                  <a:pt x="2679700" y="495300"/>
                </a:lnTo>
                <a:lnTo>
                  <a:pt x="2692400" y="495300"/>
                </a:lnTo>
                <a:lnTo>
                  <a:pt x="2711450" y="482600"/>
                </a:lnTo>
                <a:lnTo>
                  <a:pt x="2724150" y="482600"/>
                </a:lnTo>
                <a:lnTo>
                  <a:pt x="2730500" y="476250"/>
                </a:lnTo>
                <a:lnTo>
                  <a:pt x="2736850" y="476250"/>
                </a:lnTo>
                <a:lnTo>
                  <a:pt x="2762250" y="450850"/>
                </a:lnTo>
                <a:lnTo>
                  <a:pt x="2768600" y="450850"/>
                </a:lnTo>
                <a:lnTo>
                  <a:pt x="2774950" y="444500"/>
                </a:lnTo>
                <a:lnTo>
                  <a:pt x="2774950" y="438150"/>
                </a:lnTo>
                <a:lnTo>
                  <a:pt x="2768600" y="438150"/>
                </a:lnTo>
                <a:lnTo>
                  <a:pt x="2736850" y="469900"/>
                </a:lnTo>
                <a:lnTo>
                  <a:pt x="2724150" y="469900"/>
                </a:lnTo>
                <a:lnTo>
                  <a:pt x="2717800" y="463550"/>
                </a:lnTo>
                <a:lnTo>
                  <a:pt x="2730500" y="450850"/>
                </a:lnTo>
                <a:lnTo>
                  <a:pt x="2736850" y="450850"/>
                </a:lnTo>
                <a:lnTo>
                  <a:pt x="2743200" y="444500"/>
                </a:lnTo>
                <a:lnTo>
                  <a:pt x="2743200" y="438150"/>
                </a:lnTo>
                <a:lnTo>
                  <a:pt x="2749550" y="431800"/>
                </a:lnTo>
                <a:lnTo>
                  <a:pt x="2749550" y="425450"/>
                </a:lnTo>
                <a:lnTo>
                  <a:pt x="2755900" y="419100"/>
                </a:lnTo>
                <a:lnTo>
                  <a:pt x="2755900" y="412750"/>
                </a:lnTo>
                <a:lnTo>
                  <a:pt x="2749550" y="419100"/>
                </a:lnTo>
                <a:lnTo>
                  <a:pt x="2743200" y="419100"/>
                </a:lnTo>
                <a:lnTo>
                  <a:pt x="2730500" y="431800"/>
                </a:lnTo>
                <a:lnTo>
                  <a:pt x="2724150" y="431800"/>
                </a:lnTo>
                <a:lnTo>
                  <a:pt x="2717800" y="438150"/>
                </a:lnTo>
                <a:lnTo>
                  <a:pt x="2711450" y="438150"/>
                </a:lnTo>
                <a:lnTo>
                  <a:pt x="2692400" y="450850"/>
                </a:lnTo>
                <a:lnTo>
                  <a:pt x="2679700" y="450850"/>
                </a:lnTo>
                <a:lnTo>
                  <a:pt x="2673350" y="457200"/>
                </a:lnTo>
                <a:lnTo>
                  <a:pt x="2654300" y="457200"/>
                </a:lnTo>
                <a:lnTo>
                  <a:pt x="2647950" y="450850"/>
                </a:lnTo>
                <a:lnTo>
                  <a:pt x="2641600" y="450850"/>
                </a:lnTo>
                <a:lnTo>
                  <a:pt x="2622550" y="431800"/>
                </a:lnTo>
                <a:lnTo>
                  <a:pt x="2622550" y="419100"/>
                </a:lnTo>
                <a:lnTo>
                  <a:pt x="2616200" y="412750"/>
                </a:lnTo>
                <a:lnTo>
                  <a:pt x="2616200" y="393700"/>
                </a:lnTo>
                <a:lnTo>
                  <a:pt x="2622550" y="387350"/>
                </a:lnTo>
                <a:lnTo>
                  <a:pt x="2667000" y="387350"/>
                </a:lnTo>
                <a:lnTo>
                  <a:pt x="2673350" y="381000"/>
                </a:lnTo>
                <a:lnTo>
                  <a:pt x="2686050" y="381000"/>
                </a:lnTo>
                <a:lnTo>
                  <a:pt x="2692400" y="374650"/>
                </a:lnTo>
                <a:lnTo>
                  <a:pt x="2698750" y="374650"/>
                </a:lnTo>
                <a:lnTo>
                  <a:pt x="2705100" y="368300"/>
                </a:lnTo>
                <a:lnTo>
                  <a:pt x="2711450" y="368300"/>
                </a:lnTo>
                <a:lnTo>
                  <a:pt x="2717800" y="361950"/>
                </a:lnTo>
                <a:lnTo>
                  <a:pt x="2724150" y="361950"/>
                </a:lnTo>
                <a:lnTo>
                  <a:pt x="2768600" y="317500"/>
                </a:lnTo>
                <a:lnTo>
                  <a:pt x="2768600" y="298450"/>
                </a:lnTo>
                <a:lnTo>
                  <a:pt x="2774950" y="292100"/>
                </a:lnTo>
                <a:lnTo>
                  <a:pt x="2774950" y="285750"/>
                </a:lnTo>
                <a:lnTo>
                  <a:pt x="2768600" y="279400"/>
                </a:lnTo>
                <a:lnTo>
                  <a:pt x="2768600" y="266700"/>
                </a:lnTo>
                <a:lnTo>
                  <a:pt x="2762250" y="260350"/>
                </a:lnTo>
                <a:lnTo>
                  <a:pt x="2762250" y="254000"/>
                </a:lnTo>
                <a:lnTo>
                  <a:pt x="2743200" y="234950"/>
                </a:lnTo>
                <a:lnTo>
                  <a:pt x="2736850" y="234950"/>
                </a:lnTo>
                <a:lnTo>
                  <a:pt x="2724150" y="222250"/>
                </a:lnTo>
                <a:lnTo>
                  <a:pt x="2711450" y="222250"/>
                </a:lnTo>
                <a:close/>
                <a:moveTo>
                  <a:pt x="2609850" y="476250"/>
                </a:moveTo>
                <a:lnTo>
                  <a:pt x="2616200" y="469900"/>
                </a:lnTo>
                <a:lnTo>
                  <a:pt x="2622550" y="469900"/>
                </a:lnTo>
                <a:lnTo>
                  <a:pt x="2628900" y="476250"/>
                </a:lnTo>
                <a:lnTo>
                  <a:pt x="2628900" y="482600"/>
                </a:lnTo>
                <a:lnTo>
                  <a:pt x="2622550" y="488950"/>
                </a:lnTo>
                <a:close/>
                <a:moveTo>
                  <a:pt x="2730500" y="279400"/>
                </a:moveTo>
                <a:lnTo>
                  <a:pt x="2730500" y="292100"/>
                </a:lnTo>
                <a:lnTo>
                  <a:pt x="2724150" y="298450"/>
                </a:lnTo>
                <a:lnTo>
                  <a:pt x="2724150" y="304800"/>
                </a:lnTo>
                <a:lnTo>
                  <a:pt x="2692400" y="336550"/>
                </a:lnTo>
                <a:lnTo>
                  <a:pt x="2686050" y="336550"/>
                </a:lnTo>
                <a:lnTo>
                  <a:pt x="2679700" y="342900"/>
                </a:lnTo>
                <a:lnTo>
                  <a:pt x="2667000" y="342900"/>
                </a:lnTo>
                <a:lnTo>
                  <a:pt x="2660650" y="349250"/>
                </a:lnTo>
                <a:lnTo>
                  <a:pt x="2635250" y="349250"/>
                </a:lnTo>
                <a:lnTo>
                  <a:pt x="2628900" y="342900"/>
                </a:lnTo>
                <a:lnTo>
                  <a:pt x="2628900" y="336550"/>
                </a:lnTo>
                <a:lnTo>
                  <a:pt x="2635250" y="330200"/>
                </a:lnTo>
                <a:lnTo>
                  <a:pt x="2635250" y="323850"/>
                </a:lnTo>
                <a:lnTo>
                  <a:pt x="2647950" y="311150"/>
                </a:lnTo>
                <a:lnTo>
                  <a:pt x="2647950" y="304800"/>
                </a:lnTo>
                <a:lnTo>
                  <a:pt x="2660650" y="292100"/>
                </a:lnTo>
                <a:lnTo>
                  <a:pt x="2660650" y="285750"/>
                </a:lnTo>
                <a:lnTo>
                  <a:pt x="2667000" y="279400"/>
                </a:lnTo>
                <a:lnTo>
                  <a:pt x="2673350" y="279400"/>
                </a:lnTo>
                <a:lnTo>
                  <a:pt x="2686050" y="266700"/>
                </a:lnTo>
                <a:lnTo>
                  <a:pt x="2692400" y="266700"/>
                </a:lnTo>
                <a:lnTo>
                  <a:pt x="2698750" y="260350"/>
                </a:lnTo>
                <a:lnTo>
                  <a:pt x="2711450" y="260350"/>
                </a:lnTo>
                <a:close/>
                <a:moveTo>
                  <a:pt x="3003550" y="222250"/>
                </a:moveTo>
                <a:lnTo>
                  <a:pt x="2997200" y="222250"/>
                </a:lnTo>
                <a:lnTo>
                  <a:pt x="2978150" y="209550"/>
                </a:lnTo>
                <a:lnTo>
                  <a:pt x="2971800" y="209550"/>
                </a:lnTo>
                <a:lnTo>
                  <a:pt x="2965450" y="215900"/>
                </a:lnTo>
                <a:lnTo>
                  <a:pt x="2952750" y="215900"/>
                </a:lnTo>
                <a:lnTo>
                  <a:pt x="2946400" y="222250"/>
                </a:lnTo>
                <a:lnTo>
                  <a:pt x="2940050" y="222250"/>
                </a:lnTo>
                <a:lnTo>
                  <a:pt x="2901950" y="260350"/>
                </a:lnTo>
                <a:lnTo>
                  <a:pt x="2901950" y="266700"/>
                </a:lnTo>
                <a:lnTo>
                  <a:pt x="2882900" y="285750"/>
                </a:lnTo>
                <a:lnTo>
                  <a:pt x="2876550" y="279400"/>
                </a:lnTo>
                <a:lnTo>
                  <a:pt x="2876550" y="260350"/>
                </a:lnTo>
                <a:lnTo>
                  <a:pt x="2882900" y="254000"/>
                </a:lnTo>
                <a:lnTo>
                  <a:pt x="2882900" y="228600"/>
                </a:lnTo>
                <a:lnTo>
                  <a:pt x="2876550" y="222250"/>
                </a:lnTo>
                <a:lnTo>
                  <a:pt x="2851150" y="222250"/>
                </a:lnTo>
                <a:lnTo>
                  <a:pt x="2844800" y="228600"/>
                </a:lnTo>
                <a:lnTo>
                  <a:pt x="2832100" y="228600"/>
                </a:lnTo>
                <a:lnTo>
                  <a:pt x="2819400" y="241300"/>
                </a:lnTo>
                <a:lnTo>
                  <a:pt x="2819400" y="292100"/>
                </a:lnTo>
                <a:lnTo>
                  <a:pt x="2813050" y="298450"/>
                </a:lnTo>
                <a:lnTo>
                  <a:pt x="2813050" y="361950"/>
                </a:lnTo>
                <a:lnTo>
                  <a:pt x="2806700" y="368300"/>
                </a:lnTo>
                <a:lnTo>
                  <a:pt x="2806700" y="425450"/>
                </a:lnTo>
                <a:lnTo>
                  <a:pt x="2800350" y="431800"/>
                </a:lnTo>
                <a:lnTo>
                  <a:pt x="2800350" y="476250"/>
                </a:lnTo>
                <a:lnTo>
                  <a:pt x="2813050" y="476250"/>
                </a:lnTo>
                <a:lnTo>
                  <a:pt x="2825750" y="488950"/>
                </a:lnTo>
                <a:lnTo>
                  <a:pt x="2838450" y="488950"/>
                </a:lnTo>
                <a:lnTo>
                  <a:pt x="2851150" y="476250"/>
                </a:lnTo>
                <a:lnTo>
                  <a:pt x="2851150" y="444500"/>
                </a:lnTo>
                <a:lnTo>
                  <a:pt x="2857500" y="438150"/>
                </a:lnTo>
                <a:lnTo>
                  <a:pt x="2857500" y="419100"/>
                </a:lnTo>
                <a:lnTo>
                  <a:pt x="2851150" y="425450"/>
                </a:lnTo>
                <a:lnTo>
                  <a:pt x="2844800" y="419100"/>
                </a:lnTo>
                <a:lnTo>
                  <a:pt x="2844800" y="387350"/>
                </a:lnTo>
                <a:lnTo>
                  <a:pt x="2857500" y="374650"/>
                </a:lnTo>
                <a:lnTo>
                  <a:pt x="2863850" y="381000"/>
                </a:lnTo>
                <a:lnTo>
                  <a:pt x="2863850" y="400050"/>
                </a:lnTo>
                <a:lnTo>
                  <a:pt x="2863850" y="387350"/>
                </a:lnTo>
                <a:lnTo>
                  <a:pt x="2870200" y="381000"/>
                </a:lnTo>
                <a:lnTo>
                  <a:pt x="2870200" y="374650"/>
                </a:lnTo>
                <a:lnTo>
                  <a:pt x="2876550" y="368300"/>
                </a:lnTo>
                <a:lnTo>
                  <a:pt x="2876550" y="361950"/>
                </a:lnTo>
                <a:lnTo>
                  <a:pt x="2889250" y="349250"/>
                </a:lnTo>
                <a:lnTo>
                  <a:pt x="2889250" y="342900"/>
                </a:lnTo>
                <a:lnTo>
                  <a:pt x="2901950" y="330200"/>
                </a:lnTo>
                <a:lnTo>
                  <a:pt x="2901950" y="323850"/>
                </a:lnTo>
                <a:lnTo>
                  <a:pt x="2952750" y="273050"/>
                </a:lnTo>
                <a:lnTo>
                  <a:pt x="2959100" y="273050"/>
                </a:lnTo>
                <a:lnTo>
                  <a:pt x="2965450" y="279400"/>
                </a:lnTo>
                <a:lnTo>
                  <a:pt x="2965450" y="349250"/>
                </a:lnTo>
                <a:lnTo>
                  <a:pt x="2959100" y="355600"/>
                </a:lnTo>
                <a:lnTo>
                  <a:pt x="2959100" y="406400"/>
                </a:lnTo>
                <a:lnTo>
                  <a:pt x="2952750" y="412750"/>
                </a:lnTo>
                <a:lnTo>
                  <a:pt x="2952750" y="469900"/>
                </a:lnTo>
                <a:lnTo>
                  <a:pt x="2959100" y="476250"/>
                </a:lnTo>
                <a:lnTo>
                  <a:pt x="2959100" y="482600"/>
                </a:lnTo>
                <a:lnTo>
                  <a:pt x="2971800" y="495300"/>
                </a:lnTo>
                <a:lnTo>
                  <a:pt x="2984500" y="495300"/>
                </a:lnTo>
                <a:lnTo>
                  <a:pt x="2990850" y="501650"/>
                </a:lnTo>
                <a:lnTo>
                  <a:pt x="3003550" y="488950"/>
                </a:lnTo>
                <a:lnTo>
                  <a:pt x="3016250" y="488950"/>
                </a:lnTo>
                <a:lnTo>
                  <a:pt x="3016250" y="482600"/>
                </a:lnTo>
                <a:lnTo>
                  <a:pt x="3022600" y="476250"/>
                </a:lnTo>
                <a:lnTo>
                  <a:pt x="3022600" y="463550"/>
                </a:lnTo>
                <a:lnTo>
                  <a:pt x="3028950" y="457200"/>
                </a:lnTo>
                <a:lnTo>
                  <a:pt x="3028950" y="450850"/>
                </a:lnTo>
                <a:lnTo>
                  <a:pt x="3022600" y="457200"/>
                </a:lnTo>
                <a:lnTo>
                  <a:pt x="3009900" y="457200"/>
                </a:lnTo>
                <a:lnTo>
                  <a:pt x="3003550" y="450850"/>
                </a:lnTo>
                <a:lnTo>
                  <a:pt x="3003550" y="431800"/>
                </a:lnTo>
                <a:lnTo>
                  <a:pt x="3009900" y="425450"/>
                </a:lnTo>
                <a:lnTo>
                  <a:pt x="3009900" y="387350"/>
                </a:lnTo>
                <a:lnTo>
                  <a:pt x="3016250" y="381000"/>
                </a:lnTo>
                <a:lnTo>
                  <a:pt x="3016250" y="349250"/>
                </a:lnTo>
                <a:lnTo>
                  <a:pt x="3022600" y="342900"/>
                </a:lnTo>
                <a:lnTo>
                  <a:pt x="3022600" y="298450"/>
                </a:lnTo>
                <a:lnTo>
                  <a:pt x="3028950" y="292100"/>
                </a:lnTo>
                <a:lnTo>
                  <a:pt x="3028950" y="273050"/>
                </a:lnTo>
                <a:lnTo>
                  <a:pt x="3022600" y="266700"/>
                </a:lnTo>
                <a:lnTo>
                  <a:pt x="3022600" y="241300"/>
                </a:lnTo>
                <a:close/>
                <a:moveTo>
                  <a:pt x="2813050" y="387350"/>
                </a:moveTo>
                <a:lnTo>
                  <a:pt x="2819400" y="381000"/>
                </a:lnTo>
                <a:lnTo>
                  <a:pt x="2825750" y="387350"/>
                </a:lnTo>
                <a:lnTo>
                  <a:pt x="2819400" y="393700"/>
                </a:lnTo>
                <a:close/>
                <a:moveTo>
                  <a:pt x="2527300" y="209550"/>
                </a:moveTo>
                <a:lnTo>
                  <a:pt x="2520950" y="209550"/>
                </a:lnTo>
                <a:lnTo>
                  <a:pt x="2508250" y="222250"/>
                </a:lnTo>
                <a:lnTo>
                  <a:pt x="2508250" y="228600"/>
                </a:lnTo>
                <a:lnTo>
                  <a:pt x="2501900" y="234950"/>
                </a:lnTo>
                <a:lnTo>
                  <a:pt x="2501900" y="241300"/>
                </a:lnTo>
                <a:lnTo>
                  <a:pt x="2489200" y="254000"/>
                </a:lnTo>
                <a:lnTo>
                  <a:pt x="2489200" y="260350"/>
                </a:lnTo>
                <a:lnTo>
                  <a:pt x="2482850" y="266700"/>
                </a:lnTo>
                <a:lnTo>
                  <a:pt x="2482850" y="273050"/>
                </a:lnTo>
                <a:lnTo>
                  <a:pt x="2470150" y="292100"/>
                </a:lnTo>
                <a:lnTo>
                  <a:pt x="2470150" y="304800"/>
                </a:lnTo>
                <a:lnTo>
                  <a:pt x="2463800" y="311150"/>
                </a:lnTo>
                <a:lnTo>
                  <a:pt x="2463800" y="317500"/>
                </a:lnTo>
                <a:lnTo>
                  <a:pt x="2457450" y="323850"/>
                </a:lnTo>
                <a:lnTo>
                  <a:pt x="2457450" y="330200"/>
                </a:lnTo>
                <a:lnTo>
                  <a:pt x="2444750" y="349250"/>
                </a:lnTo>
                <a:lnTo>
                  <a:pt x="2444750" y="361950"/>
                </a:lnTo>
                <a:lnTo>
                  <a:pt x="2432050" y="381000"/>
                </a:lnTo>
                <a:lnTo>
                  <a:pt x="2432050" y="393700"/>
                </a:lnTo>
                <a:lnTo>
                  <a:pt x="2425700" y="400050"/>
                </a:lnTo>
                <a:lnTo>
                  <a:pt x="2419350" y="400050"/>
                </a:lnTo>
                <a:lnTo>
                  <a:pt x="2413000" y="393700"/>
                </a:lnTo>
                <a:lnTo>
                  <a:pt x="2413000" y="368300"/>
                </a:lnTo>
                <a:lnTo>
                  <a:pt x="2406650" y="361950"/>
                </a:lnTo>
                <a:lnTo>
                  <a:pt x="2406650" y="336550"/>
                </a:lnTo>
                <a:lnTo>
                  <a:pt x="2400300" y="330200"/>
                </a:lnTo>
                <a:lnTo>
                  <a:pt x="2400300" y="304800"/>
                </a:lnTo>
                <a:lnTo>
                  <a:pt x="2393950" y="298450"/>
                </a:lnTo>
                <a:lnTo>
                  <a:pt x="2393950" y="279400"/>
                </a:lnTo>
                <a:lnTo>
                  <a:pt x="2387600" y="273050"/>
                </a:lnTo>
                <a:lnTo>
                  <a:pt x="2387600" y="254000"/>
                </a:lnTo>
                <a:lnTo>
                  <a:pt x="2381250" y="247650"/>
                </a:lnTo>
                <a:lnTo>
                  <a:pt x="2381250" y="241300"/>
                </a:lnTo>
                <a:lnTo>
                  <a:pt x="2362200" y="241300"/>
                </a:lnTo>
                <a:lnTo>
                  <a:pt x="2349500" y="228600"/>
                </a:lnTo>
                <a:lnTo>
                  <a:pt x="2343150" y="228600"/>
                </a:lnTo>
                <a:lnTo>
                  <a:pt x="2343150" y="234950"/>
                </a:lnTo>
                <a:lnTo>
                  <a:pt x="2330450" y="247650"/>
                </a:lnTo>
                <a:lnTo>
                  <a:pt x="2324100" y="247650"/>
                </a:lnTo>
                <a:lnTo>
                  <a:pt x="2317750" y="254000"/>
                </a:lnTo>
                <a:lnTo>
                  <a:pt x="2317750" y="260350"/>
                </a:lnTo>
                <a:lnTo>
                  <a:pt x="2324100" y="266700"/>
                </a:lnTo>
                <a:lnTo>
                  <a:pt x="2324100" y="292100"/>
                </a:lnTo>
                <a:lnTo>
                  <a:pt x="2330450" y="298450"/>
                </a:lnTo>
                <a:lnTo>
                  <a:pt x="2330450" y="311150"/>
                </a:lnTo>
                <a:lnTo>
                  <a:pt x="2336800" y="317500"/>
                </a:lnTo>
                <a:lnTo>
                  <a:pt x="2336800" y="342900"/>
                </a:lnTo>
                <a:lnTo>
                  <a:pt x="2343150" y="349250"/>
                </a:lnTo>
                <a:lnTo>
                  <a:pt x="2343150" y="368300"/>
                </a:lnTo>
                <a:lnTo>
                  <a:pt x="2349500" y="374650"/>
                </a:lnTo>
                <a:lnTo>
                  <a:pt x="2349500" y="393700"/>
                </a:lnTo>
                <a:lnTo>
                  <a:pt x="2355850" y="400050"/>
                </a:lnTo>
                <a:lnTo>
                  <a:pt x="2355850" y="412750"/>
                </a:lnTo>
                <a:lnTo>
                  <a:pt x="2362200" y="419100"/>
                </a:lnTo>
                <a:lnTo>
                  <a:pt x="2362200" y="438150"/>
                </a:lnTo>
                <a:lnTo>
                  <a:pt x="2368550" y="444500"/>
                </a:lnTo>
                <a:lnTo>
                  <a:pt x="2368550" y="469900"/>
                </a:lnTo>
                <a:lnTo>
                  <a:pt x="2374900" y="476250"/>
                </a:lnTo>
                <a:lnTo>
                  <a:pt x="2374900" y="488950"/>
                </a:lnTo>
                <a:lnTo>
                  <a:pt x="2381250" y="488950"/>
                </a:lnTo>
                <a:lnTo>
                  <a:pt x="2387600" y="495300"/>
                </a:lnTo>
                <a:lnTo>
                  <a:pt x="2393950" y="495300"/>
                </a:lnTo>
                <a:lnTo>
                  <a:pt x="2406650" y="508000"/>
                </a:lnTo>
                <a:lnTo>
                  <a:pt x="2413000" y="508000"/>
                </a:lnTo>
                <a:lnTo>
                  <a:pt x="2419350" y="501650"/>
                </a:lnTo>
                <a:lnTo>
                  <a:pt x="2432050" y="501650"/>
                </a:lnTo>
                <a:lnTo>
                  <a:pt x="2444750" y="488950"/>
                </a:lnTo>
                <a:lnTo>
                  <a:pt x="2444750" y="482600"/>
                </a:lnTo>
                <a:lnTo>
                  <a:pt x="2451100" y="476250"/>
                </a:lnTo>
                <a:lnTo>
                  <a:pt x="2451100" y="469900"/>
                </a:lnTo>
                <a:lnTo>
                  <a:pt x="2463800" y="450850"/>
                </a:lnTo>
                <a:lnTo>
                  <a:pt x="2463800" y="438150"/>
                </a:lnTo>
                <a:lnTo>
                  <a:pt x="2470150" y="431800"/>
                </a:lnTo>
                <a:lnTo>
                  <a:pt x="2470150" y="425450"/>
                </a:lnTo>
                <a:lnTo>
                  <a:pt x="2476500" y="419100"/>
                </a:lnTo>
                <a:lnTo>
                  <a:pt x="2476500" y="412750"/>
                </a:lnTo>
                <a:lnTo>
                  <a:pt x="2482850" y="406400"/>
                </a:lnTo>
                <a:lnTo>
                  <a:pt x="2482850" y="400050"/>
                </a:lnTo>
                <a:lnTo>
                  <a:pt x="2489200" y="393700"/>
                </a:lnTo>
                <a:lnTo>
                  <a:pt x="2489200" y="387350"/>
                </a:lnTo>
                <a:lnTo>
                  <a:pt x="2495550" y="381000"/>
                </a:lnTo>
                <a:lnTo>
                  <a:pt x="2495550" y="374650"/>
                </a:lnTo>
                <a:lnTo>
                  <a:pt x="2501900" y="368300"/>
                </a:lnTo>
                <a:lnTo>
                  <a:pt x="2501900" y="361950"/>
                </a:lnTo>
                <a:lnTo>
                  <a:pt x="2508250" y="355600"/>
                </a:lnTo>
                <a:lnTo>
                  <a:pt x="2508250" y="349250"/>
                </a:lnTo>
                <a:lnTo>
                  <a:pt x="2514600" y="342900"/>
                </a:lnTo>
                <a:lnTo>
                  <a:pt x="2514600" y="336550"/>
                </a:lnTo>
                <a:lnTo>
                  <a:pt x="2520950" y="330200"/>
                </a:lnTo>
                <a:lnTo>
                  <a:pt x="2520950" y="323850"/>
                </a:lnTo>
                <a:lnTo>
                  <a:pt x="2527300" y="317500"/>
                </a:lnTo>
                <a:lnTo>
                  <a:pt x="2527300" y="311150"/>
                </a:lnTo>
                <a:lnTo>
                  <a:pt x="2533650" y="304800"/>
                </a:lnTo>
                <a:lnTo>
                  <a:pt x="2533650" y="298450"/>
                </a:lnTo>
                <a:lnTo>
                  <a:pt x="2546350" y="285750"/>
                </a:lnTo>
                <a:lnTo>
                  <a:pt x="2546350" y="279400"/>
                </a:lnTo>
                <a:lnTo>
                  <a:pt x="2559050" y="266700"/>
                </a:lnTo>
                <a:lnTo>
                  <a:pt x="2559050" y="260350"/>
                </a:lnTo>
                <a:lnTo>
                  <a:pt x="2565400" y="254000"/>
                </a:lnTo>
                <a:lnTo>
                  <a:pt x="2565400" y="247650"/>
                </a:lnTo>
                <a:lnTo>
                  <a:pt x="2559050" y="247650"/>
                </a:lnTo>
                <a:lnTo>
                  <a:pt x="2552700" y="254000"/>
                </a:lnTo>
                <a:lnTo>
                  <a:pt x="2552700" y="266700"/>
                </a:lnTo>
                <a:lnTo>
                  <a:pt x="2540000" y="279400"/>
                </a:lnTo>
                <a:lnTo>
                  <a:pt x="2540000" y="285750"/>
                </a:lnTo>
                <a:lnTo>
                  <a:pt x="2533650" y="292100"/>
                </a:lnTo>
                <a:lnTo>
                  <a:pt x="2533650" y="298450"/>
                </a:lnTo>
                <a:lnTo>
                  <a:pt x="2527300" y="304800"/>
                </a:lnTo>
                <a:lnTo>
                  <a:pt x="2527300" y="311150"/>
                </a:lnTo>
                <a:lnTo>
                  <a:pt x="2514600" y="330200"/>
                </a:lnTo>
                <a:lnTo>
                  <a:pt x="2514600" y="342900"/>
                </a:lnTo>
                <a:lnTo>
                  <a:pt x="2508250" y="349250"/>
                </a:lnTo>
                <a:lnTo>
                  <a:pt x="2508250" y="355600"/>
                </a:lnTo>
                <a:lnTo>
                  <a:pt x="2501900" y="361950"/>
                </a:lnTo>
                <a:lnTo>
                  <a:pt x="2501900" y="368300"/>
                </a:lnTo>
                <a:lnTo>
                  <a:pt x="2489200" y="381000"/>
                </a:lnTo>
                <a:lnTo>
                  <a:pt x="2482850" y="374650"/>
                </a:lnTo>
                <a:lnTo>
                  <a:pt x="2482850" y="355600"/>
                </a:lnTo>
                <a:lnTo>
                  <a:pt x="2495550" y="336550"/>
                </a:lnTo>
                <a:lnTo>
                  <a:pt x="2495550" y="323850"/>
                </a:lnTo>
                <a:lnTo>
                  <a:pt x="2508250" y="304800"/>
                </a:lnTo>
                <a:lnTo>
                  <a:pt x="2508250" y="292100"/>
                </a:lnTo>
                <a:lnTo>
                  <a:pt x="2514600" y="285750"/>
                </a:lnTo>
                <a:lnTo>
                  <a:pt x="2514600" y="279400"/>
                </a:lnTo>
                <a:lnTo>
                  <a:pt x="2527300" y="266700"/>
                </a:lnTo>
                <a:lnTo>
                  <a:pt x="2527300" y="260350"/>
                </a:lnTo>
                <a:lnTo>
                  <a:pt x="2546350" y="241300"/>
                </a:lnTo>
                <a:lnTo>
                  <a:pt x="2546350" y="234950"/>
                </a:lnTo>
                <a:lnTo>
                  <a:pt x="2552700" y="228600"/>
                </a:lnTo>
                <a:lnTo>
                  <a:pt x="2546350" y="228600"/>
                </a:lnTo>
                <a:close/>
                <a:moveTo>
                  <a:pt x="2482850" y="285750"/>
                </a:moveTo>
                <a:lnTo>
                  <a:pt x="2489200" y="279400"/>
                </a:lnTo>
                <a:lnTo>
                  <a:pt x="2495550" y="285750"/>
                </a:lnTo>
                <a:lnTo>
                  <a:pt x="2489200" y="292100"/>
                </a:lnTo>
                <a:close/>
                <a:moveTo>
                  <a:pt x="2508250" y="228600"/>
                </a:moveTo>
                <a:lnTo>
                  <a:pt x="2520950" y="241300"/>
                </a:lnTo>
                <a:lnTo>
                  <a:pt x="2520950" y="254000"/>
                </a:lnTo>
                <a:lnTo>
                  <a:pt x="2508250" y="266700"/>
                </a:lnTo>
                <a:lnTo>
                  <a:pt x="2508250" y="273050"/>
                </a:lnTo>
                <a:lnTo>
                  <a:pt x="2495550" y="285750"/>
                </a:lnTo>
                <a:lnTo>
                  <a:pt x="2489200" y="279400"/>
                </a:lnTo>
                <a:lnTo>
                  <a:pt x="2489200" y="266700"/>
                </a:lnTo>
                <a:lnTo>
                  <a:pt x="2495550" y="260350"/>
                </a:lnTo>
                <a:lnTo>
                  <a:pt x="2495550" y="247650"/>
                </a:lnTo>
                <a:close/>
                <a:moveTo>
                  <a:pt x="2279650" y="82550"/>
                </a:moveTo>
                <a:lnTo>
                  <a:pt x="2266950" y="82550"/>
                </a:lnTo>
                <a:lnTo>
                  <a:pt x="2260600" y="88900"/>
                </a:lnTo>
                <a:lnTo>
                  <a:pt x="2254250" y="88900"/>
                </a:lnTo>
                <a:lnTo>
                  <a:pt x="2247900" y="95250"/>
                </a:lnTo>
                <a:lnTo>
                  <a:pt x="2247900" y="101600"/>
                </a:lnTo>
                <a:lnTo>
                  <a:pt x="2235200" y="120650"/>
                </a:lnTo>
                <a:lnTo>
                  <a:pt x="2235200" y="146050"/>
                </a:lnTo>
                <a:lnTo>
                  <a:pt x="2254250" y="165100"/>
                </a:lnTo>
                <a:lnTo>
                  <a:pt x="2260600" y="165100"/>
                </a:lnTo>
                <a:lnTo>
                  <a:pt x="2266950" y="171450"/>
                </a:lnTo>
                <a:lnTo>
                  <a:pt x="2273300" y="171450"/>
                </a:lnTo>
                <a:lnTo>
                  <a:pt x="2286000" y="158750"/>
                </a:lnTo>
                <a:lnTo>
                  <a:pt x="2292350" y="158750"/>
                </a:lnTo>
                <a:lnTo>
                  <a:pt x="2292350" y="152400"/>
                </a:lnTo>
                <a:lnTo>
                  <a:pt x="2305050" y="139700"/>
                </a:lnTo>
                <a:lnTo>
                  <a:pt x="2305050" y="107950"/>
                </a:lnTo>
                <a:lnTo>
                  <a:pt x="2298700" y="101600"/>
                </a:lnTo>
                <a:lnTo>
                  <a:pt x="2298700" y="95250"/>
                </a:lnTo>
                <a:lnTo>
                  <a:pt x="2292350" y="95250"/>
                </a:lnTo>
                <a:close/>
                <a:moveTo>
                  <a:pt x="933450" y="31750"/>
                </a:moveTo>
                <a:lnTo>
                  <a:pt x="927100" y="38100"/>
                </a:lnTo>
                <a:lnTo>
                  <a:pt x="920750" y="38100"/>
                </a:lnTo>
                <a:lnTo>
                  <a:pt x="908050" y="50800"/>
                </a:lnTo>
                <a:lnTo>
                  <a:pt x="908050" y="63500"/>
                </a:lnTo>
                <a:lnTo>
                  <a:pt x="901700" y="69850"/>
                </a:lnTo>
                <a:lnTo>
                  <a:pt x="901700" y="107950"/>
                </a:lnTo>
                <a:lnTo>
                  <a:pt x="895350" y="114300"/>
                </a:lnTo>
                <a:lnTo>
                  <a:pt x="895350" y="133350"/>
                </a:lnTo>
                <a:lnTo>
                  <a:pt x="889000" y="139700"/>
                </a:lnTo>
                <a:lnTo>
                  <a:pt x="889000" y="171450"/>
                </a:lnTo>
                <a:lnTo>
                  <a:pt x="882650" y="177800"/>
                </a:lnTo>
                <a:lnTo>
                  <a:pt x="882650" y="203200"/>
                </a:lnTo>
                <a:lnTo>
                  <a:pt x="876300" y="209550"/>
                </a:lnTo>
                <a:lnTo>
                  <a:pt x="876300" y="241300"/>
                </a:lnTo>
                <a:lnTo>
                  <a:pt x="869950" y="247650"/>
                </a:lnTo>
                <a:lnTo>
                  <a:pt x="869950" y="254000"/>
                </a:lnTo>
                <a:lnTo>
                  <a:pt x="863600" y="260350"/>
                </a:lnTo>
                <a:lnTo>
                  <a:pt x="857250" y="260350"/>
                </a:lnTo>
                <a:lnTo>
                  <a:pt x="838200" y="247650"/>
                </a:lnTo>
                <a:lnTo>
                  <a:pt x="800100" y="247650"/>
                </a:lnTo>
                <a:lnTo>
                  <a:pt x="793750" y="254000"/>
                </a:lnTo>
                <a:lnTo>
                  <a:pt x="781050" y="254000"/>
                </a:lnTo>
                <a:lnTo>
                  <a:pt x="768350" y="266700"/>
                </a:lnTo>
                <a:lnTo>
                  <a:pt x="762000" y="266700"/>
                </a:lnTo>
                <a:lnTo>
                  <a:pt x="717550" y="311150"/>
                </a:lnTo>
                <a:lnTo>
                  <a:pt x="717550" y="317500"/>
                </a:lnTo>
                <a:lnTo>
                  <a:pt x="711200" y="323850"/>
                </a:lnTo>
                <a:lnTo>
                  <a:pt x="711200" y="330200"/>
                </a:lnTo>
                <a:lnTo>
                  <a:pt x="704850" y="336550"/>
                </a:lnTo>
                <a:lnTo>
                  <a:pt x="704850" y="342900"/>
                </a:lnTo>
                <a:lnTo>
                  <a:pt x="692150" y="361950"/>
                </a:lnTo>
                <a:lnTo>
                  <a:pt x="692150" y="374650"/>
                </a:lnTo>
                <a:lnTo>
                  <a:pt x="685800" y="381000"/>
                </a:lnTo>
                <a:lnTo>
                  <a:pt x="685800" y="393700"/>
                </a:lnTo>
                <a:lnTo>
                  <a:pt x="679450" y="400050"/>
                </a:lnTo>
                <a:lnTo>
                  <a:pt x="679450" y="412750"/>
                </a:lnTo>
                <a:lnTo>
                  <a:pt x="673100" y="419100"/>
                </a:lnTo>
                <a:lnTo>
                  <a:pt x="673100" y="450850"/>
                </a:lnTo>
                <a:lnTo>
                  <a:pt x="679450" y="457200"/>
                </a:lnTo>
                <a:lnTo>
                  <a:pt x="679450" y="469900"/>
                </a:lnTo>
                <a:lnTo>
                  <a:pt x="685800" y="476250"/>
                </a:lnTo>
                <a:lnTo>
                  <a:pt x="685800" y="482600"/>
                </a:lnTo>
                <a:lnTo>
                  <a:pt x="717550" y="514350"/>
                </a:lnTo>
                <a:lnTo>
                  <a:pt x="723900" y="514350"/>
                </a:lnTo>
                <a:lnTo>
                  <a:pt x="730250" y="520700"/>
                </a:lnTo>
                <a:lnTo>
                  <a:pt x="742950" y="520700"/>
                </a:lnTo>
                <a:lnTo>
                  <a:pt x="749300" y="514350"/>
                </a:lnTo>
                <a:lnTo>
                  <a:pt x="755650" y="514350"/>
                </a:lnTo>
                <a:lnTo>
                  <a:pt x="755650" y="508000"/>
                </a:lnTo>
                <a:lnTo>
                  <a:pt x="774700" y="495300"/>
                </a:lnTo>
                <a:lnTo>
                  <a:pt x="781050" y="495300"/>
                </a:lnTo>
                <a:lnTo>
                  <a:pt x="787400" y="501650"/>
                </a:lnTo>
                <a:lnTo>
                  <a:pt x="787400" y="508000"/>
                </a:lnTo>
                <a:lnTo>
                  <a:pt x="774700" y="520700"/>
                </a:lnTo>
                <a:lnTo>
                  <a:pt x="787400" y="520700"/>
                </a:lnTo>
                <a:lnTo>
                  <a:pt x="793750" y="514350"/>
                </a:lnTo>
                <a:lnTo>
                  <a:pt x="800100" y="514350"/>
                </a:lnTo>
                <a:lnTo>
                  <a:pt x="819150" y="495300"/>
                </a:lnTo>
                <a:lnTo>
                  <a:pt x="825500" y="495300"/>
                </a:lnTo>
                <a:lnTo>
                  <a:pt x="825500" y="488950"/>
                </a:lnTo>
                <a:lnTo>
                  <a:pt x="850900" y="463550"/>
                </a:lnTo>
                <a:lnTo>
                  <a:pt x="857250" y="463550"/>
                </a:lnTo>
                <a:lnTo>
                  <a:pt x="863600" y="469900"/>
                </a:lnTo>
                <a:lnTo>
                  <a:pt x="863600" y="488950"/>
                </a:lnTo>
                <a:lnTo>
                  <a:pt x="869950" y="495300"/>
                </a:lnTo>
                <a:lnTo>
                  <a:pt x="869950" y="501650"/>
                </a:lnTo>
                <a:lnTo>
                  <a:pt x="876300" y="508000"/>
                </a:lnTo>
                <a:lnTo>
                  <a:pt x="876300" y="514350"/>
                </a:lnTo>
                <a:lnTo>
                  <a:pt x="889000" y="527050"/>
                </a:lnTo>
                <a:lnTo>
                  <a:pt x="895350" y="527050"/>
                </a:lnTo>
                <a:lnTo>
                  <a:pt x="901700" y="533400"/>
                </a:lnTo>
                <a:lnTo>
                  <a:pt x="908050" y="533400"/>
                </a:lnTo>
                <a:lnTo>
                  <a:pt x="927100" y="520700"/>
                </a:lnTo>
                <a:lnTo>
                  <a:pt x="914400" y="508000"/>
                </a:lnTo>
                <a:lnTo>
                  <a:pt x="914400" y="501650"/>
                </a:lnTo>
                <a:lnTo>
                  <a:pt x="927100" y="488950"/>
                </a:lnTo>
                <a:lnTo>
                  <a:pt x="933450" y="488950"/>
                </a:lnTo>
                <a:lnTo>
                  <a:pt x="939800" y="482600"/>
                </a:lnTo>
                <a:lnTo>
                  <a:pt x="958850" y="482600"/>
                </a:lnTo>
                <a:lnTo>
                  <a:pt x="965200" y="476250"/>
                </a:lnTo>
                <a:lnTo>
                  <a:pt x="965200" y="457200"/>
                </a:lnTo>
                <a:lnTo>
                  <a:pt x="958850" y="450850"/>
                </a:lnTo>
                <a:lnTo>
                  <a:pt x="939800" y="469900"/>
                </a:lnTo>
                <a:lnTo>
                  <a:pt x="927100" y="469900"/>
                </a:lnTo>
                <a:lnTo>
                  <a:pt x="914400" y="450850"/>
                </a:lnTo>
                <a:lnTo>
                  <a:pt x="914400" y="412750"/>
                </a:lnTo>
                <a:lnTo>
                  <a:pt x="920750" y="406400"/>
                </a:lnTo>
                <a:lnTo>
                  <a:pt x="920750" y="355600"/>
                </a:lnTo>
                <a:lnTo>
                  <a:pt x="927100" y="349250"/>
                </a:lnTo>
                <a:lnTo>
                  <a:pt x="927100" y="304800"/>
                </a:lnTo>
                <a:lnTo>
                  <a:pt x="933450" y="298450"/>
                </a:lnTo>
                <a:lnTo>
                  <a:pt x="933450" y="266700"/>
                </a:lnTo>
                <a:lnTo>
                  <a:pt x="939800" y="260350"/>
                </a:lnTo>
                <a:lnTo>
                  <a:pt x="939800" y="234950"/>
                </a:lnTo>
                <a:lnTo>
                  <a:pt x="946150" y="228600"/>
                </a:lnTo>
                <a:lnTo>
                  <a:pt x="946150" y="196850"/>
                </a:lnTo>
                <a:lnTo>
                  <a:pt x="952500" y="190500"/>
                </a:lnTo>
                <a:lnTo>
                  <a:pt x="952500" y="165100"/>
                </a:lnTo>
                <a:lnTo>
                  <a:pt x="958850" y="158750"/>
                </a:lnTo>
                <a:lnTo>
                  <a:pt x="958850" y="133350"/>
                </a:lnTo>
                <a:lnTo>
                  <a:pt x="965200" y="127000"/>
                </a:lnTo>
                <a:lnTo>
                  <a:pt x="965200" y="107950"/>
                </a:lnTo>
                <a:lnTo>
                  <a:pt x="971550" y="101600"/>
                </a:lnTo>
                <a:lnTo>
                  <a:pt x="971550" y="82550"/>
                </a:lnTo>
                <a:lnTo>
                  <a:pt x="977900" y="76200"/>
                </a:lnTo>
                <a:lnTo>
                  <a:pt x="977900" y="69850"/>
                </a:lnTo>
                <a:lnTo>
                  <a:pt x="971550" y="63500"/>
                </a:lnTo>
                <a:lnTo>
                  <a:pt x="971550" y="57150"/>
                </a:lnTo>
                <a:lnTo>
                  <a:pt x="958850" y="57150"/>
                </a:lnTo>
                <a:close/>
                <a:moveTo>
                  <a:pt x="825500" y="457200"/>
                </a:moveTo>
                <a:lnTo>
                  <a:pt x="831850" y="463550"/>
                </a:lnTo>
                <a:lnTo>
                  <a:pt x="831850" y="469900"/>
                </a:lnTo>
                <a:lnTo>
                  <a:pt x="825500" y="476250"/>
                </a:lnTo>
                <a:lnTo>
                  <a:pt x="825500" y="482600"/>
                </a:lnTo>
                <a:lnTo>
                  <a:pt x="800100" y="508000"/>
                </a:lnTo>
                <a:lnTo>
                  <a:pt x="793750" y="508000"/>
                </a:lnTo>
                <a:lnTo>
                  <a:pt x="787400" y="501650"/>
                </a:lnTo>
                <a:lnTo>
                  <a:pt x="787400" y="495300"/>
                </a:lnTo>
                <a:lnTo>
                  <a:pt x="793750" y="488950"/>
                </a:lnTo>
                <a:lnTo>
                  <a:pt x="800100" y="488950"/>
                </a:lnTo>
                <a:lnTo>
                  <a:pt x="812800" y="476250"/>
                </a:lnTo>
                <a:lnTo>
                  <a:pt x="812800" y="469900"/>
                </a:lnTo>
                <a:close/>
                <a:moveTo>
                  <a:pt x="723900" y="342900"/>
                </a:moveTo>
                <a:lnTo>
                  <a:pt x="730250" y="349250"/>
                </a:lnTo>
                <a:lnTo>
                  <a:pt x="730250" y="355600"/>
                </a:lnTo>
                <a:lnTo>
                  <a:pt x="717550" y="374650"/>
                </a:lnTo>
                <a:lnTo>
                  <a:pt x="717550" y="393700"/>
                </a:lnTo>
                <a:lnTo>
                  <a:pt x="704850" y="412750"/>
                </a:lnTo>
                <a:lnTo>
                  <a:pt x="698500" y="406400"/>
                </a:lnTo>
                <a:lnTo>
                  <a:pt x="698500" y="374650"/>
                </a:lnTo>
                <a:lnTo>
                  <a:pt x="704850" y="368300"/>
                </a:lnTo>
                <a:lnTo>
                  <a:pt x="704850" y="361950"/>
                </a:lnTo>
                <a:lnTo>
                  <a:pt x="711200" y="355600"/>
                </a:lnTo>
                <a:lnTo>
                  <a:pt x="711200" y="349250"/>
                </a:lnTo>
                <a:lnTo>
                  <a:pt x="717550" y="342900"/>
                </a:lnTo>
                <a:close/>
                <a:moveTo>
                  <a:pt x="742950" y="336550"/>
                </a:moveTo>
                <a:lnTo>
                  <a:pt x="749300" y="342900"/>
                </a:lnTo>
                <a:lnTo>
                  <a:pt x="749300" y="349250"/>
                </a:lnTo>
                <a:lnTo>
                  <a:pt x="736600" y="361950"/>
                </a:lnTo>
                <a:lnTo>
                  <a:pt x="730250" y="355600"/>
                </a:lnTo>
                <a:lnTo>
                  <a:pt x="730250" y="349250"/>
                </a:lnTo>
                <a:close/>
                <a:moveTo>
                  <a:pt x="831850" y="298450"/>
                </a:moveTo>
                <a:lnTo>
                  <a:pt x="838200" y="304800"/>
                </a:lnTo>
                <a:lnTo>
                  <a:pt x="844550" y="304800"/>
                </a:lnTo>
                <a:lnTo>
                  <a:pt x="863600" y="323850"/>
                </a:lnTo>
                <a:lnTo>
                  <a:pt x="863600" y="336550"/>
                </a:lnTo>
                <a:lnTo>
                  <a:pt x="857250" y="342900"/>
                </a:lnTo>
                <a:lnTo>
                  <a:pt x="857250" y="355600"/>
                </a:lnTo>
                <a:lnTo>
                  <a:pt x="850900" y="361950"/>
                </a:lnTo>
                <a:lnTo>
                  <a:pt x="850900" y="374650"/>
                </a:lnTo>
                <a:lnTo>
                  <a:pt x="844550" y="381000"/>
                </a:lnTo>
                <a:lnTo>
                  <a:pt x="844550" y="387350"/>
                </a:lnTo>
                <a:lnTo>
                  <a:pt x="838200" y="393700"/>
                </a:lnTo>
                <a:lnTo>
                  <a:pt x="838200" y="400050"/>
                </a:lnTo>
                <a:lnTo>
                  <a:pt x="831850" y="406400"/>
                </a:lnTo>
                <a:lnTo>
                  <a:pt x="831850" y="412750"/>
                </a:lnTo>
                <a:lnTo>
                  <a:pt x="781050" y="463550"/>
                </a:lnTo>
                <a:lnTo>
                  <a:pt x="774700" y="463550"/>
                </a:lnTo>
                <a:lnTo>
                  <a:pt x="768350" y="469900"/>
                </a:lnTo>
                <a:lnTo>
                  <a:pt x="762000" y="463550"/>
                </a:lnTo>
                <a:lnTo>
                  <a:pt x="755650" y="463550"/>
                </a:lnTo>
                <a:lnTo>
                  <a:pt x="742950" y="444500"/>
                </a:lnTo>
                <a:lnTo>
                  <a:pt x="742950" y="406400"/>
                </a:lnTo>
                <a:lnTo>
                  <a:pt x="749300" y="400050"/>
                </a:lnTo>
                <a:lnTo>
                  <a:pt x="749300" y="381000"/>
                </a:lnTo>
                <a:lnTo>
                  <a:pt x="755650" y="374650"/>
                </a:lnTo>
                <a:lnTo>
                  <a:pt x="755650" y="368300"/>
                </a:lnTo>
                <a:lnTo>
                  <a:pt x="762000" y="361950"/>
                </a:lnTo>
                <a:lnTo>
                  <a:pt x="762000" y="355600"/>
                </a:lnTo>
                <a:lnTo>
                  <a:pt x="787400" y="330200"/>
                </a:lnTo>
                <a:lnTo>
                  <a:pt x="787400" y="323850"/>
                </a:lnTo>
                <a:lnTo>
                  <a:pt x="800100" y="311150"/>
                </a:lnTo>
                <a:lnTo>
                  <a:pt x="806450" y="311150"/>
                </a:lnTo>
                <a:lnTo>
                  <a:pt x="812800" y="304800"/>
                </a:lnTo>
                <a:lnTo>
                  <a:pt x="819150" y="304800"/>
                </a:lnTo>
                <a:lnTo>
                  <a:pt x="825500" y="298450"/>
                </a:lnTo>
                <a:close/>
                <a:moveTo>
                  <a:pt x="920750" y="171450"/>
                </a:moveTo>
                <a:lnTo>
                  <a:pt x="927100" y="171450"/>
                </a:lnTo>
                <a:lnTo>
                  <a:pt x="933450" y="177800"/>
                </a:lnTo>
                <a:lnTo>
                  <a:pt x="933450" y="196850"/>
                </a:lnTo>
                <a:lnTo>
                  <a:pt x="927100" y="203200"/>
                </a:lnTo>
                <a:lnTo>
                  <a:pt x="927100" y="215900"/>
                </a:lnTo>
                <a:lnTo>
                  <a:pt x="927100" y="209550"/>
                </a:lnTo>
                <a:lnTo>
                  <a:pt x="933450" y="203200"/>
                </a:lnTo>
                <a:lnTo>
                  <a:pt x="933450" y="190500"/>
                </a:lnTo>
                <a:lnTo>
                  <a:pt x="939800" y="184150"/>
                </a:lnTo>
                <a:lnTo>
                  <a:pt x="946150" y="190500"/>
                </a:lnTo>
                <a:lnTo>
                  <a:pt x="946150" y="222250"/>
                </a:lnTo>
                <a:lnTo>
                  <a:pt x="939800" y="228600"/>
                </a:lnTo>
                <a:lnTo>
                  <a:pt x="939800" y="247650"/>
                </a:lnTo>
                <a:lnTo>
                  <a:pt x="933450" y="254000"/>
                </a:lnTo>
                <a:lnTo>
                  <a:pt x="927100" y="254000"/>
                </a:lnTo>
                <a:lnTo>
                  <a:pt x="920750" y="247650"/>
                </a:lnTo>
                <a:lnTo>
                  <a:pt x="920750" y="228600"/>
                </a:lnTo>
                <a:lnTo>
                  <a:pt x="920750" y="234950"/>
                </a:lnTo>
                <a:lnTo>
                  <a:pt x="914400" y="241300"/>
                </a:lnTo>
                <a:lnTo>
                  <a:pt x="908050" y="234950"/>
                </a:lnTo>
                <a:lnTo>
                  <a:pt x="908050" y="209550"/>
                </a:lnTo>
                <a:lnTo>
                  <a:pt x="914400" y="203200"/>
                </a:lnTo>
                <a:lnTo>
                  <a:pt x="914400" y="177800"/>
                </a:lnTo>
                <a:close/>
                <a:moveTo>
                  <a:pt x="1835150" y="38100"/>
                </a:moveTo>
                <a:lnTo>
                  <a:pt x="1816100" y="38100"/>
                </a:lnTo>
                <a:lnTo>
                  <a:pt x="1797050" y="25400"/>
                </a:lnTo>
                <a:lnTo>
                  <a:pt x="1784350" y="25400"/>
                </a:lnTo>
                <a:lnTo>
                  <a:pt x="1778000" y="19050"/>
                </a:lnTo>
                <a:lnTo>
                  <a:pt x="1765300" y="19050"/>
                </a:lnTo>
                <a:lnTo>
                  <a:pt x="1758950" y="12700"/>
                </a:lnTo>
                <a:lnTo>
                  <a:pt x="1733550" y="12700"/>
                </a:lnTo>
                <a:lnTo>
                  <a:pt x="1727200" y="6350"/>
                </a:lnTo>
                <a:lnTo>
                  <a:pt x="1657350" y="6350"/>
                </a:lnTo>
                <a:lnTo>
                  <a:pt x="1651000" y="0"/>
                </a:lnTo>
                <a:lnTo>
                  <a:pt x="1644650" y="0"/>
                </a:lnTo>
                <a:lnTo>
                  <a:pt x="1638300" y="6350"/>
                </a:lnTo>
                <a:lnTo>
                  <a:pt x="1619250" y="6350"/>
                </a:lnTo>
                <a:lnTo>
                  <a:pt x="1612900" y="12700"/>
                </a:lnTo>
                <a:lnTo>
                  <a:pt x="1600200" y="12700"/>
                </a:lnTo>
                <a:lnTo>
                  <a:pt x="1593850" y="19050"/>
                </a:lnTo>
                <a:lnTo>
                  <a:pt x="1581150" y="19050"/>
                </a:lnTo>
                <a:lnTo>
                  <a:pt x="1574800" y="25400"/>
                </a:lnTo>
                <a:lnTo>
                  <a:pt x="1568450" y="25400"/>
                </a:lnTo>
                <a:lnTo>
                  <a:pt x="1555750" y="38100"/>
                </a:lnTo>
                <a:lnTo>
                  <a:pt x="1543050" y="38100"/>
                </a:lnTo>
                <a:lnTo>
                  <a:pt x="1536700" y="31750"/>
                </a:lnTo>
                <a:lnTo>
                  <a:pt x="1530350" y="38100"/>
                </a:lnTo>
                <a:lnTo>
                  <a:pt x="1524000" y="38100"/>
                </a:lnTo>
                <a:lnTo>
                  <a:pt x="1524000" y="44450"/>
                </a:lnTo>
                <a:lnTo>
                  <a:pt x="1530350" y="50800"/>
                </a:lnTo>
                <a:lnTo>
                  <a:pt x="1530350" y="57150"/>
                </a:lnTo>
                <a:lnTo>
                  <a:pt x="1511300" y="76200"/>
                </a:lnTo>
                <a:lnTo>
                  <a:pt x="1511300" y="82550"/>
                </a:lnTo>
                <a:lnTo>
                  <a:pt x="1517650" y="88900"/>
                </a:lnTo>
                <a:lnTo>
                  <a:pt x="1517650" y="95250"/>
                </a:lnTo>
                <a:lnTo>
                  <a:pt x="1524000" y="101600"/>
                </a:lnTo>
                <a:lnTo>
                  <a:pt x="1524000" y="107950"/>
                </a:lnTo>
                <a:lnTo>
                  <a:pt x="1555750" y="107950"/>
                </a:lnTo>
                <a:lnTo>
                  <a:pt x="1562100" y="101600"/>
                </a:lnTo>
                <a:lnTo>
                  <a:pt x="1574800" y="101600"/>
                </a:lnTo>
                <a:lnTo>
                  <a:pt x="1581150" y="95250"/>
                </a:lnTo>
                <a:lnTo>
                  <a:pt x="1593850" y="95250"/>
                </a:lnTo>
                <a:lnTo>
                  <a:pt x="1600200" y="88900"/>
                </a:lnTo>
                <a:lnTo>
                  <a:pt x="1606550" y="95250"/>
                </a:lnTo>
                <a:lnTo>
                  <a:pt x="1606550" y="127000"/>
                </a:lnTo>
                <a:lnTo>
                  <a:pt x="1600200" y="133350"/>
                </a:lnTo>
                <a:lnTo>
                  <a:pt x="1600200" y="171450"/>
                </a:lnTo>
                <a:lnTo>
                  <a:pt x="1593850" y="177800"/>
                </a:lnTo>
                <a:lnTo>
                  <a:pt x="1593850" y="203200"/>
                </a:lnTo>
                <a:lnTo>
                  <a:pt x="1587500" y="209550"/>
                </a:lnTo>
                <a:lnTo>
                  <a:pt x="1587500" y="234950"/>
                </a:lnTo>
                <a:lnTo>
                  <a:pt x="1581150" y="241300"/>
                </a:lnTo>
                <a:lnTo>
                  <a:pt x="1581150" y="266700"/>
                </a:lnTo>
                <a:lnTo>
                  <a:pt x="1574800" y="273050"/>
                </a:lnTo>
                <a:lnTo>
                  <a:pt x="1574800" y="298450"/>
                </a:lnTo>
                <a:lnTo>
                  <a:pt x="1568450" y="304800"/>
                </a:lnTo>
                <a:lnTo>
                  <a:pt x="1568450" y="323850"/>
                </a:lnTo>
                <a:lnTo>
                  <a:pt x="1562100" y="330200"/>
                </a:lnTo>
                <a:lnTo>
                  <a:pt x="1562100" y="355600"/>
                </a:lnTo>
                <a:lnTo>
                  <a:pt x="1555750" y="361950"/>
                </a:lnTo>
                <a:lnTo>
                  <a:pt x="1555750" y="400050"/>
                </a:lnTo>
                <a:lnTo>
                  <a:pt x="1549400" y="406400"/>
                </a:lnTo>
                <a:lnTo>
                  <a:pt x="1549400" y="450850"/>
                </a:lnTo>
                <a:lnTo>
                  <a:pt x="1543050" y="457200"/>
                </a:lnTo>
                <a:lnTo>
                  <a:pt x="1543050" y="482600"/>
                </a:lnTo>
                <a:lnTo>
                  <a:pt x="1530350" y="495300"/>
                </a:lnTo>
                <a:lnTo>
                  <a:pt x="1485900" y="495300"/>
                </a:lnTo>
                <a:lnTo>
                  <a:pt x="1473200" y="508000"/>
                </a:lnTo>
                <a:lnTo>
                  <a:pt x="1485900" y="520700"/>
                </a:lnTo>
                <a:lnTo>
                  <a:pt x="1485900" y="539750"/>
                </a:lnTo>
                <a:lnTo>
                  <a:pt x="1504950" y="558800"/>
                </a:lnTo>
                <a:lnTo>
                  <a:pt x="1504950" y="565150"/>
                </a:lnTo>
                <a:lnTo>
                  <a:pt x="1498600" y="571500"/>
                </a:lnTo>
                <a:lnTo>
                  <a:pt x="1504950" y="571500"/>
                </a:lnTo>
                <a:lnTo>
                  <a:pt x="1511300" y="577850"/>
                </a:lnTo>
                <a:lnTo>
                  <a:pt x="1543050" y="577850"/>
                </a:lnTo>
                <a:lnTo>
                  <a:pt x="1549400" y="584200"/>
                </a:lnTo>
                <a:lnTo>
                  <a:pt x="1562100" y="584200"/>
                </a:lnTo>
                <a:lnTo>
                  <a:pt x="1568450" y="590550"/>
                </a:lnTo>
                <a:lnTo>
                  <a:pt x="1587500" y="590550"/>
                </a:lnTo>
                <a:lnTo>
                  <a:pt x="1593850" y="584200"/>
                </a:lnTo>
                <a:lnTo>
                  <a:pt x="1593850" y="577850"/>
                </a:lnTo>
                <a:lnTo>
                  <a:pt x="1612900" y="558800"/>
                </a:lnTo>
                <a:lnTo>
                  <a:pt x="1638300" y="558800"/>
                </a:lnTo>
                <a:lnTo>
                  <a:pt x="1644650" y="552450"/>
                </a:lnTo>
                <a:lnTo>
                  <a:pt x="1657350" y="552450"/>
                </a:lnTo>
                <a:lnTo>
                  <a:pt x="1663700" y="546100"/>
                </a:lnTo>
                <a:lnTo>
                  <a:pt x="1682750" y="546100"/>
                </a:lnTo>
                <a:lnTo>
                  <a:pt x="1695450" y="533400"/>
                </a:lnTo>
                <a:lnTo>
                  <a:pt x="1708150" y="533400"/>
                </a:lnTo>
                <a:lnTo>
                  <a:pt x="1720850" y="520700"/>
                </a:lnTo>
                <a:lnTo>
                  <a:pt x="1727200" y="520700"/>
                </a:lnTo>
                <a:lnTo>
                  <a:pt x="1733550" y="514350"/>
                </a:lnTo>
                <a:lnTo>
                  <a:pt x="1739900" y="514350"/>
                </a:lnTo>
                <a:lnTo>
                  <a:pt x="1752600" y="501650"/>
                </a:lnTo>
                <a:lnTo>
                  <a:pt x="1765300" y="501650"/>
                </a:lnTo>
                <a:lnTo>
                  <a:pt x="1778000" y="488950"/>
                </a:lnTo>
                <a:lnTo>
                  <a:pt x="1784350" y="488950"/>
                </a:lnTo>
                <a:lnTo>
                  <a:pt x="1822450" y="450850"/>
                </a:lnTo>
                <a:lnTo>
                  <a:pt x="1828800" y="450850"/>
                </a:lnTo>
                <a:lnTo>
                  <a:pt x="1847850" y="431800"/>
                </a:lnTo>
                <a:lnTo>
                  <a:pt x="1847850" y="425450"/>
                </a:lnTo>
                <a:lnTo>
                  <a:pt x="1873250" y="400050"/>
                </a:lnTo>
                <a:lnTo>
                  <a:pt x="1873250" y="393700"/>
                </a:lnTo>
                <a:lnTo>
                  <a:pt x="1885950" y="381000"/>
                </a:lnTo>
                <a:lnTo>
                  <a:pt x="1885950" y="374650"/>
                </a:lnTo>
                <a:lnTo>
                  <a:pt x="1898650" y="361950"/>
                </a:lnTo>
                <a:lnTo>
                  <a:pt x="1898650" y="355600"/>
                </a:lnTo>
                <a:lnTo>
                  <a:pt x="1905000" y="349250"/>
                </a:lnTo>
                <a:lnTo>
                  <a:pt x="1905000" y="342900"/>
                </a:lnTo>
                <a:lnTo>
                  <a:pt x="1911350" y="336550"/>
                </a:lnTo>
                <a:lnTo>
                  <a:pt x="1911350" y="330200"/>
                </a:lnTo>
                <a:lnTo>
                  <a:pt x="1917700" y="323850"/>
                </a:lnTo>
                <a:lnTo>
                  <a:pt x="1917700" y="317500"/>
                </a:lnTo>
                <a:lnTo>
                  <a:pt x="1930400" y="298450"/>
                </a:lnTo>
                <a:lnTo>
                  <a:pt x="1930400" y="285750"/>
                </a:lnTo>
                <a:lnTo>
                  <a:pt x="1936750" y="279400"/>
                </a:lnTo>
                <a:lnTo>
                  <a:pt x="1936750" y="254000"/>
                </a:lnTo>
                <a:lnTo>
                  <a:pt x="1943100" y="247650"/>
                </a:lnTo>
                <a:lnTo>
                  <a:pt x="1943100" y="215900"/>
                </a:lnTo>
                <a:lnTo>
                  <a:pt x="1936750" y="209550"/>
                </a:lnTo>
                <a:lnTo>
                  <a:pt x="1936750" y="177800"/>
                </a:lnTo>
                <a:lnTo>
                  <a:pt x="1930400" y="171450"/>
                </a:lnTo>
                <a:lnTo>
                  <a:pt x="1930400" y="158750"/>
                </a:lnTo>
                <a:lnTo>
                  <a:pt x="1924050" y="152400"/>
                </a:lnTo>
                <a:lnTo>
                  <a:pt x="1924050" y="133350"/>
                </a:lnTo>
                <a:lnTo>
                  <a:pt x="1917700" y="127000"/>
                </a:lnTo>
                <a:lnTo>
                  <a:pt x="1917700" y="120650"/>
                </a:lnTo>
                <a:lnTo>
                  <a:pt x="1905000" y="107950"/>
                </a:lnTo>
                <a:lnTo>
                  <a:pt x="1905000" y="101600"/>
                </a:lnTo>
                <a:lnTo>
                  <a:pt x="1898650" y="95250"/>
                </a:lnTo>
                <a:lnTo>
                  <a:pt x="1898650" y="88900"/>
                </a:lnTo>
                <a:lnTo>
                  <a:pt x="1885950" y="88900"/>
                </a:lnTo>
                <a:lnTo>
                  <a:pt x="1879600" y="82550"/>
                </a:lnTo>
                <a:lnTo>
                  <a:pt x="1879600" y="76200"/>
                </a:lnTo>
                <a:lnTo>
                  <a:pt x="1860550" y="57150"/>
                </a:lnTo>
                <a:lnTo>
                  <a:pt x="1854200" y="57150"/>
                </a:lnTo>
                <a:close/>
                <a:moveTo>
                  <a:pt x="1612900" y="488950"/>
                </a:moveTo>
                <a:lnTo>
                  <a:pt x="1619250" y="495300"/>
                </a:lnTo>
                <a:lnTo>
                  <a:pt x="1619250" y="501650"/>
                </a:lnTo>
                <a:lnTo>
                  <a:pt x="1606550" y="514350"/>
                </a:lnTo>
                <a:lnTo>
                  <a:pt x="1600200" y="508000"/>
                </a:lnTo>
                <a:lnTo>
                  <a:pt x="1600200" y="501650"/>
                </a:lnTo>
                <a:close/>
                <a:moveTo>
                  <a:pt x="1612900" y="431800"/>
                </a:moveTo>
                <a:lnTo>
                  <a:pt x="1619250" y="438150"/>
                </a:lnTo>
                <a:lnTo>
                  <a:pt x="1619250" y="463550"/>
                </a:lnTo>
                <a:lnTo>
                  <a:pt x="1606550" y="476250"/>
                </a:lnTo>
                <a:lnTo>
                  <a:pt x="1593850" y="463550"/>
                </a:lnTo>
                <a:lnTo>
                  <a:pt x="1600200" y="457200"/>
                </a:lnTo>
                <a:lnTo>
                  <a:pt x="1600200" y="444500"/>
                </a:lnTo>
                <a:close/>
                <a:moveTo>
                  <a:pt x="1885950" y="336550"/>
                </a:moveTo>
                <a:lnTo>
                  <a:pt x="1892300" y="342900"/>
                </a:lnTo>
                <a:lnTo>
                  <a:pt x="1892300" y="349250"/>
                </a:lnTo>
                <a:lnTo>
                  <a:pt x="1885950" y="355600"/>
                </a:lnTo>
                <a:lnTo>
                  <a:pt x="1885950" y="361950"/>
                </a:lnTo>
                <a:lnTo>
                  <a:pt x="1879600" y="368300"/>
                </a:lnTo>
                <a:lnTo>
                  <a:pt x="1873250" y="368300"/>
                </a:lnTo>
                <a:lnTo>
                  <a:pt x="1866900" y="361950"/>
                </a:lnTo>
                <a:lnTo>
                  <a:pt x="1866900" y="355600"/>
                </a:lnTo>
                <a:close/>
                <a:moveTo>
                  <a:pt x="1898650" y="203200"/>
                </a:moveTo>
                <a:lnTo>
                  <a:pt x="1905000" y="209550"/>
                </a:lnTo>
                <a:lnTo>
                  <a:pt x="1905000" y="222250"/>
                </a:lnTo>
                <a:lnTo>
                  <a:pt x="1898650" y="228600"/>
                </a:lnTo>
                <a:lnTo>
                  <a:pt x="1892300" y="222250"/>
                </a:lnTo>
                <a:lnTo>
                  <a:pt x="1892300" y="209550"/>
                </a:lnTo>
                <a:close/>
                <a:moveTo>
                  <a:pt x="1625600" y="203200"/>
                </a:moveTo>
                <a:lnTo>
                  <a:pt x="1631950" y="209550"/>
                </a:lnTo>
                <a:lnTo>
                  <a:pt x="1631950" y="234950"/>
                </a:lnTo>
                <a:lnTo>
                  <a:pt x="1625600" y="241300"/>
                </a:lnTo>
                <a:lnTo>
                  <a:pt x="1625600" y="266700"/>
                </a:lnTo>
                <a:lnTo>
                  <a:pt x="1619250" y="273050"/>
                </a:lnTo>
                <a:lnTo>
                  <a:pt x="1619250" y="285750"/>
                </a:lnTo>
                <a:lnTo>
                  <a:pt x="1612900" y="292100"/>
                </a:lnTo>
                <a:lnTo>
                  <a:pt x="1606550" y="285750"/>
                </a:lnTo>
                <a:lnTo>
                  <a:pt x="1606550" y="247650"/>
                </a:lnTo>
                <a:lnTo>
                  <a:pt x="1612900" y="241300"/>
                </a:lnTo>
                <a:lnTo>
                  <a:pt x="1612900" y="222250"/>
                </a:lnTo>
                <a:close/>
                <a:moveTo>
                  <a:pt x="1657350" y="184150"/>
                </a:moveTo>
                <a:lnTo>
                  <a:pt x="1670050" y="196850"/>
                </a:lnTo>
                <a:lnTo>
                  <a:pt x="1663700" y="203200"/>
                </a:lnTo>
                <a:lnTo>
                  <a:pt x="1670050" y="209550"/>
                </a:lnTo>
                <a:lnTo>
                  <a:pt x="1670050" y="215900"/>
                </a:lnTo>
                <a:lnTo>
                  <a:pt x="1663700" y="222250"/>
                </a:lnTo>
                <a:lnTo>
                  <a:pt x="1663700" y="247650"/>
                </a:lnTo>
                <a:lnTo>
                  <a:pt x="1651000" y="260350"/>
                </a:lnTo>
                <a:lnTo>
                  <a:pt x="1644650" y="254000"/>
                </a:lnTo>
                <a:lnTo>
                  <a:pt x="1644650" y="215900"/>
                </a:lnTo>
                <a:lnTo>
                  <a:pt x="1651000" y="209550"/>
                </a:lnTo>
                <a:lnTo>
                  <a:pt x="1651000" y="190500"/>
                </a:lnTo>
                <a:close/>
                <a:moveTo>
                  <a:pt x="1873250" y="171450"/>
                </a:moveTo>
                <a:lnTo>
                  <a:pt x="1885950" y="190500"/>
                </a:lnTo>
                <a:lnTo>
                  <a:pt x="1885950" y="228600"/>
                </a:lnTo>
                <a:lnTo>
                  <a:pt x="1879600" y="234950"/>
                </a:lnTo>
                <a:lnTo>
                  <a:pt x="1879600" y="266700"/>
                </a:lnTo>
                <a:lnTo>
                  <a:pt x="1866900" y="285750"/>
                </a:lnTo>
                <a:lnTo>
                  <a:pt x="1866900" y="298450"/>
                </a:lnTo>
                <a:lnTo>
                  <a:pt x="1860550" y="304800"/>
                </a:lnTo>
                <a:lnTo>
                  <a:pt x="1854200" y="304800"/>
                </a:lnTo>
                <a:lnTo>
                  <a:pt x="1847850" y="298450"/>
                </a:lnTo>
                <a:lnTo>
                  <a:pt x="1854200" y="292100"/>
                </a:lnTo>
                <a:lnTo>
                  <a:pt x="1854200" y="279400"/>
                </a:lnTo>
                <a:lnTo>
                  <a:pt x="1860550" y="273050"/>
                </a:lnTo>
                <a:lnTo>
                  <a:pt x="1860550" y="241300"/>
                </a:lnTo>
                <a:lnTo>
                  <a:pt x="1866900" y="234950"/>
                </a:lnTo>
                <a:lnTo>
                  <a:pt x="1866900" y="177800"/>
                </a:lnTo>
                <a:close/>
                <a:moveTo>
                  <a:pt x="1917700" y="152400"/>
                </a:moveTo>
                <a:lnTo>
                  <a:pt x="1930400" y="165100"/>
                </a:lnTo>
                <a:lnTo>
                  <a:pt x="1930400" y="171450"/>
                </a:lnTo>
                <a:lnTo>
                  <a:pt x="1936750" y="177800"/>
                </a:lnTo>
                <a:lnTo>
                  <a:pt x="1936750" y="234950"/>
                </a:lnTo>
                <a:lnTo>
                  <a:pt x="1924050" y="254000"/>
                </a:lnTo>
                <a:lnTo>
                  <a:pt x="1924050" y="266700"/>
                </a:lnTo>
                <a:lnTo>
                  <a:pt x="1917700" y="273050"/>
                </a:lnTo>
                <a:lnTo>
                  <a:pt x="1917700" y="279400"/>
                </a:lnTo>
                <a:lnTo>
                  <a:pt x="1898650" y="298450"/>
                </a:lnTo>
                <a:lnTo>
                  <a:pt x="1892300" y="292100"/>
                </a:lnTo>
                <a:lnTo>
                  <a:pt x="1892300" y="279400"/>
                </a:lnTo>
                <a:lnTo>
                  <a:pt x="1905000" y="266700"/>
                </a:lnTo>
                <a:lnTo>
                  <a:pt x="1905000" y="254000"/>
                </a:lnTo>
                <a:lnTo>
                  <a:pt x="1911350" y="247650"/>
                </a:lnTo>
                <a:lnTo>
                  <a:pt x="1911350" y="222250"/>
                </a:lnTo>
                <a:lnTo>
                  <a:pt x="1917700" y="215900"/>
                </a:lnTo>
                <a:lnTo>
                  <a:pt x="1917700" y="190500"/>
                </a:lnTo>
                <a:lnTo>
                  <a:pt x="1911350" y="184150"/>
                </a:lnTo>
                <a:lnTo>
                  <a:pt x="1911350" y="158750"/>
                </a:lnTo>
                <a:close/>
                <a:moveTo>
                  <a:pt x="1778000" y="95250"/>
                </a:moveTo>
                <a:lnTo>
                  <a:pt x="1784350" y="101600"/>
                </a:lnTo>
                <a:lnTo>
                  <a:pt x="1790700" y="101600"/>
                </a:lnTo>
                <a:lnTo>
                  <a:pt x="1803400" y="114300"/>
                </a:lnTo>
                <a:lnTo>
                  <a:pt x="1809750" y="114300"/>
                </a:lnTo>
                <a:lnTo>
                  <a:pt x="1841500" y="146050"/>
                </a:lnTo>
                <a:lnTo>
                  <a:pt x="1841500" y="152400"/>
                </a:lnTo>
                <a:lnTo>
                  <a:pt x="1854200" y="165100"/>
                </a:lnTo>
                <a:lnTo>
                  <a:pt x="1854200" y="184150"/>
                </a:lnTo>
                <a:lnTo>
                  <a:pt x="1860550" y="190500"/>
                </a:lnTo>
                <a:lnTo>
                  <a:pt x="1860550" y="234950"/>
                </a:lnTo>
                <a:lnTo>
                  <a:pt x="1854200" y="241300"/>
                </a:lnTo>
                <a:lnTo>
                  <a:pt x="1854200" y="266700"/>
                </a:lnTo>
                <a:lnTo>
                  <a:pt x="1847850" y="273050"/>
                </a:lnTo>
                <a:lnTo>
                  <a:pt x="1847850" y="279400"/>
                </a:lnTo>
                <a:lnTo>
                  <a:pt x="1841500" y="285750"/>
                </a:lnTo>
                <a:lnTo>
                  <a:pt x="1841500" y="292100"/>
                </a:lnTo>
                <a:lnTo>
                  <a:pt x="1828800" y="304800"/>
                </a:lnTo>
                <a:lnTo>
                  <a:pt x="1828800" y="311150"/>
                </a:lnTo>
                <a:lnTo>
                  <a:pt x="1816100" y="323850"/>
                </a:lnTo>
                <a:lnTo>
                  <a:pt x="1816100" y="330200"/>
                </a:lnTo>
                <a:lnTo>
                  <a:pt x="1733550" y="412750"/>
                </a:lnTo>
                <a:lnTo>
                  <a:pt x="1727200" y="412750"/>
                </a:lnTo>
                <a:lnTo>
                  <a:pt x="1708150" y="431800"/>
                </a:lnTo>
                <a:lnTo>
                  <a:pt x="1701800" y="431800"/>
                </a:lnTo>
                <a:lnTo>
                  <a:pt x="1689100" y="444500"/>
                </a:lnTo>
                <a:lnTo>
                  <a:pt x="1682750" y="444500"/>
                </a:lnTo>
                <a:lnTo>
                  <a:pt x="1663700" y="457200"/>
                </a:lnTo>
                <a:lnTo>
                  <a:pt x="1651000" y="457200"/>
                </a:lnTo>
                <a:lnTo>
                  <a:pt x="1644650" y="463550"/>
                </a:lnTo>
                <a:lnTo>
                  <a:pt x="1638300" y="463550"/>
                </a:lnTo>
                <a:lnTo>
                  <a:pt x="1631950" y="469900"/>
                </a:lnTo>
                <a:lnTo>
                  <a:pt x="1625600" y="469900"/>
                </a:lnTo>
                <a:lnTo>
                  <a:pt x="1619250" y="463550"/>
                </a:lnTo>
                <a:lnTo>
                  <a:pt x="1619250" y="457200"/>
                </a:lnTo>
                <a:lnTo>
                  <a:pt x="1625600" y="450850"/>
                </a:lnTo>
                <a:lnTo>
                  <a:pt x="1625600" y="431800"/>
                </a:lnTo>
                <a:lnTo>
                  <a:pt x="1638300" y="412750"/>
                </a:lnTo>
                <a:lnTo>
                  <a:pt x="1638300" y="393700"/>
                </a:lnTo>
                <a:lnTo>
                  <a:pt x="1644650" y="387350"/>
                </a:lnTo>
                <a:lnTo>
                  <a:pt x="1644650" y="349250"/>
                </a:lnTo>
                <a:lnTo>
                  <a:pt x="1651000" y="342900"/>
                </a:lnTo>
                <a:lnTo>
                  <a:pt x="1651000" y="317500"/>
                </a:lnTo>
                <a:lnTo>
                  <a:pt x="1657350" y="311150"/>
                </a:lnTo>
                <a:lnTo>
                  <a:pt x="1657350" y="285750"/>
                </a:lnTo>
                <a:lnTo>
                  <a:pt x="1663700" y="279400"/>
                </a:lnTo>
                <a:lnTo>
                  <a:pt x="1663700" y="254000"/>
                </a:lnTo>
                <a:lnTo>
                  <a:pt x="1670050" y="247650"/>
                </a:lnTo>
                <a:lnTo>
                  <a:pt x="1670050" y="215900"/>
                </a:lnTo>
                <a:lnTo>
                  <a:pt x="1676400" y="209550"/>
                </a:lnTo>
                <a:lnTo>
                  <a:pt x="1676400" y="184150"/>
                </a:lnTo>
                <a:lnTo>
                  <a:pt x="1682750" y="177800"/>
                </a:lnTo>
                <a:lnTo>
                  <a:pt x="1682750" y="146050"/>
                </a:lnTo>
                <a:lnTo>
                  <a:pt x="1689100" y="139700"/>
                </a:lnTo>
                <a:lnTo>
                  <a:pt x="1689100" y="127000"/>
                </a:lnTo>
                <a:lnTo>
                  <a:pt x="1695450" y="120650"/>
                </a:lnTo>
                <a:lnTo>
                  <a:pt x="1695450" y="101600"/>
                </a:lnTo>
                <a:lnTo>
                  <a:pt x="1689100" y="95250"/>
                </a:lnTo>
                <a:lnTo>
                  <a:pt x="1689100" y="88900"/>
                </a:lnTo>
                <a:lnTo>
                  <a:pt x="1695450" y="82550"/>
                </a:lnTo>
                <a:lnTo>
                  <a:pt x="1739900" y="82550"/>
                </a:lnTo>
                <a:lnTo>
                  <a:pt x="1746250" y="88900"/>
                </a:lnTo>
                <a:lnTo>
                  <a:pt x="1758950" y="88900"/>
                </a:lnTo>
                <a:lnTo>
                  <a:pt x="1765300" y="95250"/>
                </a:lnTo>
                <a:close/>
                <a:moveTo>
                  <a:pt x="1657350" y="107950"/>
                </a:moveTo>
                <a:lnTo>
                  <a:pt x="1657350" y="88900"/>
                </a:lnTo>
                <a:lnTo>
                  <a:pt x="1663700" y="82550"/>
                </a:lnTo>
                <a:lnTo>
                  <a:pt x="1682750" y="82550"/>
                </a:lnTo>
                <a:lnTo>
                  <a:pt x="1689100" y="88900"/>
                </a:lnTo>
                <a:lnTo>
                  <a:pt x="1689100" y="95250"/>
                </a:lnTo>
                <a:lnTo>
                  <a:pt x="1670050" y="114300"/>
                </a:lnTo>
                <a:lnTo>
                  <a:pt x="1663700" y="114300"/>
                </a:lnTo>
                <a:close/>
                <a:moveTo>
                  <a:pt x="1746250" y="69850"/>
                </a:moveTo>
                <a:lnTo>
                  <a:pt x="1752600" y="63500"/>
                </a:lnTo>
                <a:lnTo>
                  <a:pt x="1790700" y="63500"/>
                </a:lnTo>
                <a:lnTo>
                  <a:pt x="1803400" y="76200"/>
                </a:lnTo>
                <a:lnTo>
                  <a:pt x="1803400" y="82550"/>
                </a:lnTo>
                <a:lnTo>
                  <a:pt x="1797050" y="88900"/>
                </a:lnTo>
                <a:lnTo>
                  <a:pt x="1790700" y="88900"/>
                </a:lnTo>
                <a:lnTo>
                  <a:pt x="1784350" y="82550"/>
                </a:lnTo>
                <a:lnTo>
                  <a:pt x="1758950" y="82550"/>
                </a:lnTo>
                <a:close/>
                <a:moveTo>
                  <a:pt x="1695450" y="63500"/>
                </a:moveTo>
                <a:lnTo>
                  <a:pt x="1701800" y="57150"/>
                </a:lnTo>
                <a:lnTo>
                  <a:pt x="1708150" y="63500"/>
                </a:lnTo>
                <a:lnTo>
                  <a:pt x="1701800" y="69850"/>
                </a:lnTo>
                <a:close/>
                <a:moveTo>
                  <a:pt x="1708150" y="57150"/>
                </a:moveTo>
                <a:lnTo>
                  <a:pt x="1714500" y="50800"/>
                </a:lnTo>
                <a:lnTo>
                  <a:pt x="1727200" y="50800"/>
                </a:lnTo>
                <a:lnTo>
                  <a:pt x="1739900" y="63500"/>
                </a:lnTo>
                <a:lnTo>
                  <a:pt x="1733550" y="69850"/>
                </a:lnTo>
                <a:lnTo>
                  <a:pt x="1714500" y="69850"/>
                </a:lnTo>
                <a:lnTo>
                  <a:pt x="1708150" y="63500"/>
                </a:lnTo>
                <a:close/>
                <a:moveTo>
                  <a:pt x="1657350" y="57150"/>
                </a:moveTo>
                <a:lnTo>
                  <a:pt x="1663700" y="50800"/>
                </a:lnTo>
                <a:lnTo>
                  <a:pt x="1676400" y="50800"/>
                </a:lnTo>
                <a:lnTo>
                  <a:pt x="1682750" y="57150"/>
                </a:lnTo>
                <a:lnTo>
                  <a:pt x="1682750" y="63500"/>
                </a:lnTo>
                <a:lnTo>
                  <a:pt x="1676400" y="69850"/>
                </a:lnTo>
                <a:lnTo>
                  <a:pt x="1670050" y="69850"/>
                </a:lnTo>
                <a:close/>
                <a:moveTo>
                  <a:pt x="1784350" y="44450"/>
                </a:moveTo>
                <a:lnTo>
                  <a:pt x="1790700" y="38100"/>
                </a:lnTo>
                <a:lnTo>
                  <a:pt x="1797050" y="38100"/>
                </a:lnTo>
                <a:lnTo>
                  <a:pt x="1803400" y="44450"/>
                </a:lnTo>
                <a:lnTo>
                  <a:pt x="1803400" y="50800"/>
                </a:lnTo>
                <a:lnTo>
                  <a:pt x="1797050" y="57150"/>
                </a:lnTo>
                <a:close/>
                <a:moveTo>
                  <a:pt x="1625600" y="19050"/>
                </a:moveTo>
                <a:lnTo>
                  <a:pt x="1644650" y="6350"/>
                </a:lnTo>
                <a:lnTo>
                  <a:pt x="1708150" y="6350"/>
                </a:lnTo>
                <a:lnTo>
                  <a:pt x="1714500" y="12700"/>
                </a:lnTo>
                <a:lnTo>
                  <a:pt x="1733550" y="12700"/>
                </a:lnTo>
                <a:lnTo>
                  <a:pt x="1739900" y="19050"/>
                </a:lnTo>
                <a:lnTo>
                  <a:pt x="1752600" y="19050"/>
                </a:lnTo>
                <a:lnTo>
                  <a:pt x="1765300" y="31750"/>
                </a:lnTo>
                <a:lnTo>
                  <a:pt x="1765300" y="38100"/>
                </a:lnTo>
                <a:lnTo>
                  <a:pt x="1758950" y="44450"/>
                </a:lnTo>
                <a:lnTo>
                  <a:pt x="1752600" y="44450"/>
                </a:lnTo>
                <a:lnTo>
                  <a:pt x="1746250" y="38100"/>
                </a:lnTo>
                <a:lnTo>
                  <a:pt x="1733550" y="38100"/>
                </a:lnTo>
                <a:lnTo>
                  <a:pt x="1727200" y="31750"/>
                </a:lnTo>
                <a:lnTo>
                  <a:pt x="1651000" y="31750"/>
                </a:lnTo>
                <a:lnTo>
                  <a:pt x="1644650" y="38100"/>
                </a:lnTo>
                <a:lnTo>
                  <a:pt x="1638300" y="38100"/>
                </a:lnTo>
                <a:lnTo>
                  <a:pt x="1625600" y="25400"/>
                </a:lnTo>
                <a:close/>
                <a:moveTo>
                  <a:pt x="342900" y="6350"/>
                </a:moveTo>
                <a:lnTo>
                  <a:pt x="311150" y="6350"/>
                </a:lnTo>
                <a:lnTo>
                  <a:pt x="304800" y="0"/>
                </a:lnTo>
                <a:lnTo>
                  <a:pt x="279400" y="0"/>
                </a:lnTo>
                <a:lnTo>
                  <a:pt x="273050" y="6350"/>
                </a:lnTo>
                <a:lnTo>
                  <a:pt x="260350" y="6350"/>
                </a:lnTo>
                <a:lnTo>
                  <a:pt x="254000" y="12700"/>
                </a:lnTo>
                <a:lnTo>
                  <a:pt x="241300" y="12700"/>
                </a:lnTo>
                <a:lnTo>
                  <a:pt x="234950" y="19050"/>
                </a:lnTo>
                <a:lnTo>
                  <a:pt x="228600" y="19050"/>
                </a:lnTo>
                <a:lnTo>
                  <a:pt x="222250" y="25400"/>
                </a:lnTo>
                <a:lnTo>
                  <a:pt x="215900" y="25400"/>
                </a:lnTo>
                <a:lnTo>
                  <a:pt x="203200" y="38100"/>
                </a:lnTo>
                <a:lnTo>
                  <a:pt x="196850" y="38100"/>
                </a:lnTo>
                <a:lnTo>
                  <a:pt x="184150" y="50800"/>
                </a:lnTo>
                <a:lnTo>
                  <a:pt x="177800" y="50800"/>
                </a:lnTo>
                <a:lnTo>
                  <a:pt x="120650" y="107950"/>
                </a:lnTo>
                <a:lnTo>
                  <a:pt x="120650" y="114300"/>
                </a:lnTo>
                <a:lnTo>
                  <a:pt x="101600" y="133350"/>
                </a:lnTo>
                <a:lnTo>
                  <a:pt x="101600" y="139700"/>
                </a:lnTo>
                <a:lnTo>
                  <a:pt x="82550" y="158750"/>
                </a:lnTo>
                <a:lnTo>
                  <a:pt x="82550" y="165100"/>
                </a:lnTo>
                <a:lnTo>
                  <a:pt x="69850" y="177800"/>
                </a:lnTo>
                <a:lnTo>
                  <a:pt x="69850" y="184150"/>
                </a:lnTo>
                <a:lnTo>
                  <a:pt x="63500" y="190500"/>
                </a:lnTo>
                <a:lnTo>
                  <a:pt x="63500" y="196850"/>
                </a:lnTo>
                <a:lnTo>
                  <a:pt x="57150" y="203200"/>
                </a:lnTo>
                <a:lnTo>
                  <a:pt x="57150" y="209550"/>
                </a:lnTo>
                <a:lnTo>
                  <a:pt x="50800" y="215900"/>
                </a:lnTo>
                <a:lnTo>
                  <a:pt x="50800" y="222250"/>
                </a:lnTo>
                <a:lnTo>
                  <a:pt x="38100" y="241300"/>
                </a:lnTo>
                <a:lnTo>
                  <a:pt x="38100" y="260350"/>
                </a:lnTo>
                <a:lnTo>
                  <a:pt x="31750" y="266700"/>
                </a:lnTo>
                <a:lnTo>
                  <a:pt x="31750" y="292100"/>
                </a:lnTo>
                <a:lnTo>
                  <a:pt x="19050" y="311150"/>
                </a:lnTo>
                <a:lnTo>
                  <a:pt x="19050" y="336550"/>
                </a:lnTo>
                <a:lnTo>
                  <a:pt x="12700" y="342900"/>
                </a:lnTo>
                <a:lnTo>
                  <a:pt x="12700" y="361950"/>
                </a:lnTo>
                <a:lnTo>
                  <a:pt x="6350" y="368300"/>
                </a:lnTo>
                <a:lnTo>
                  <a:pt x="0" y="368300"/>
                </a:lnTo>
                <a:lnTo>
                  <a:pt x="0" y="444500"/>
                </a:lnTo>
                <a:lnTo>
                  <a:pt x="6350" y="450850"/>
                </a:lnTo>
                <a:lnTo>
                  <a:pt x="6350" y="463550"/>
                </a:lnTo>
                <a:lnTo>
                  <a:pt x="12700" y="469900"/>
                </a:lnTo>
                <a:lnTo>
                  <a:pt x="12700" y="482600"/>
                </a:lnTo>
                <a:lnTo>
                  <a:pt x="19050" y="488950"/>
                </a:lnTo>
                <a:lnTo>
                  <a:pt x="19050" y="501650"/>
                </a:lnTo>
                <a:lnTo>
                  <a:pt x="31750" y="514350"/>
                </a:lnTo>
                <a:lnTo>
                  <a:pt x="31750" y="520700"/>
                </a:lnTo>
                <a:lnTo>
                  <a:pt x="38100" y="527050"/>
                </a:lnTo>
                <a:lnTo>
                  <a:pt x="38100" y="533400"/>
                </a:lnTo>
                <a:lnTo>
                  <a:pt x="82550" y="577850"/>
                </a:lnTo>
                <a:lnTo>
                  <a:pt x="95250" y="577850"/>
                </a:lnTo>
                <a:lnTo>
                  <a:pt x="114300" y="590550"/>
                </a:lnTo>
                <a:lnTo>
                  <a:pt x="139700" y="590550"/>
                </a:lnTo>
                <a:lnTo>
                  <a:pt x="146050" y="596900"/>
                </a:lnTo>
                <a:lnTo>
                  <a:pt x="158750" y="596900"/>
                </a:lnTo>
                <a:lnTo>
                  <a:pt x="165100" y="603250"/>
                </a:lnTo>
                <a:lnTo>
                  <a:pt x="184150" y="603250"/>
                </a:lnTo>
                <a:lnTo>
                  <a:pt x="190500" y="596900"/>
                </a:lnTo>
                <a:lnTo>
                  <a:pt x="241300" y="596900"/>
                </a:lnTo>
                <a:lnTo>
                  <a:pt x="247650" y="590550"/>
                </a:lnTo>
                <a:lnTo>
                  <a:pt x="260350" y="590550"/>
                </a:lnTo>
                <a:lnTo>
                  <a:pt x="266700" y="584200"/>
                </a:lnTo>
                <a:lnTo>
                  <a:pt x="273050" y="584200"/>
                </a:lnTo>
                <a:lnTo>
                  <a:pt x="279400" y="577850"/>
                </a:lnTo>
                <a:lnTo>
                  <a:pt x="285750" y="577850"/>
                </a:lnTo>
                <a:lnTo>
                  <a:pt x="298450" y="565150"/>
                </a:lnTo>
                <a:lnTo>
                  <a:pt x="304800" y="565150"/>
                </a:lnTo>
                <a:lnTo>
                  <a:pt x="317500" y="552450"/>
                </a:lnTo>
                <a:lnTo>
                  <a:pt x="323850" y="552450"/>
                </a:lnTo>
                <a:lnTo>
                  <a:pt x="368300" y="508000"/>
                </a:lnTo>
                <a:lnTo>
                  <a:pt x="368300" y="501650"/>
                </a:lnTo>
                <a:lnTo>
                  <a:pt x="393700" y="476250"/>
                </a:lnTo>
                <a:lnTo>
                  <a:pt x="393700" y="469900"/>
                </a:lnTo>
                <a:lnTo>
                  <a:pt x="387350" y="469900"/>
                </a:lnTo>
                <a:lnTo>
                  <a:pt x="342900" y="514350"/>
                </a:lnTo>
                <a:lnTo>
                  <a:pt x="336550" y="514350"/>
                </a:lnTo>
                <a:lnTo>
                  <a:pt x="330200" y="508000"/>
                </a:lnTo>
                <a:lnTo>
                  <a:pt x="330200" y="501650"/>
                </a:lnTo>
                <a:lnTo>
                  <a:pt x="336550" y="495300"/>
                </a:lnTo>
                <a:lnTo>
                  <a:pt x="336550" y="476250"/>
                </a:lnTo>
                <a:lnTo>
                  <a:pt x="330200" y="469900"/>
                </a:lnTo>
                <a:lnTo>
                  <a:pt x="330200" y="463550"/>
                </a:lnTo>
                <a:lnTo>
                  <a:pt x="336550" y="457200"/>
                </a:lnTo>
                <a:lnTo>
                  <a:pt x="336550" y="450850"/>
                </a:lnTo>
                <a:lnTo>
                  <a:pt x="342900" y="444500"/>
                </a:lnTo>
                <a:lnTo>
                  <a:pt x="342900" y="438150"/>
                </a:lnTo>
                <a:lnTo>
                  <a:pt x="355600" y="425450"/>
                </a:lnTo>
                <a:lnTo>
                  <a:pt x="355600" y="419100"/>
                </a:lnTo>
                <a:lnTo>
                  <a:pt x="361950" y="412750"/>
                </a:lnTo>
                <a:lnTo>
                  <a:pt x="361950" y="406400"/>
                </a:lnTo>
                <a:lnTo>
                  <a:pt x="317500" y="450850"/>
                </a:lnTo>
                <a:lnTo>
                  <a:pt x="311150" y="450850"/>
                </a:lnTo>
                <a:lnTo>
                  <a:pt x="279400" y="482600"/>
                </a:lnTo>
                <a:lnTo>
                  <a:pt x="273050" y="482600"/>
                </a:lnTo>
                <a:lnTo>
                  <a:pt x="260350" y="495300"/>
                </a:lnTo>
                <a:lnTo>
                  <a:pt x="254000" y="495300"/>
                </a:lnTo>
                <a:lnTo>
                  <a:pt x="234950" y="508000"/>
                </a:lnTo>
                <a:lnTo>
                  <a:pt x="222250" y="508000"/>
                </a:lnTo>
                <a:lnTo>
                  <a:pt x="215900" y="514350"/>
                </a:lnTo>
                <a:lnTo>
                  <a:pt x="171450" y="514350"/>
                </a:lnTo>
                <a:lnTo>
                  <a:pt x="165100" y="508000"/>
                </a:lnTo>
                <a:lnTo>
                  <a:pt x="158750" y="508000"/>
                </a:lnTo>
                <a:lnTo>
                  <a:pt x="152400" y="501650"/>
                </a:lnTo>
                <a:lnTo>
                  <a:pt x="146050" y="501650"/>
                </a:lnTo>
                <a:lnTo>
                  <a:pt x="127000" y="482600"/>
                </a:lnTo>
                <a:lnTo>
                  <a:pt x="127000" y="476250"/>
                </a:lnTo>
                <a:lnTo>
                  <a:pt x="114300" y="457200"/>
                </a:lnTo>
                <a:lnTo>
                  <a:pt x="114300" y="444500"/>
                </a:lnTo>
                <a:lnTo>
                  <a:pt x="107950" y="438150"/>
                </a:lnTo>
                <a:lnTo>
                  <a:pt x="107950" y="349250"/>
                </a:lnTo>
                <a:lnTo>
                  <a:pt x="114300" y="342900"/>
                </a:lnTo>
                <a:lnTo>
                  <a:pt x="114300" y="330200"/>
                </a:lnTo>
                <a:lnTo>
                  <a:pt x="120650" y="323850"/>
                </a:lnTo>
                <a:lnTo>
                  <a:pt x="120650" y="311150"/>
                </a:lnTo>
                <a:lnTo>
                  <a:pt x="127000" y="304800"/>
                </a:lnTo>
                <a:lnTo>
                  <a:pt x="127000" y="285750"/>
                </a:lnTo>
                <a:lnTo>
                  <a:pt x="139700" y="266700"/>
                </a:lnTo>
                <a:lnTo>
                  <a:pt x="139700" y="254000"/>
                </a:lnTo>
                <a:lnTo>
                  <a:pt x="146050" y="247650"/>
                </a:lnTo>
                <a:lnTo>
                  <a:pt x="146050" y="241300"/>
                </a:lnTo>
                <a:lnTo>
                  <a:pt x="152400" y="234950"/>
                </a:lnTo>
                <a:lnTo>
                  <a:pt x="152400" y="228600"/>
                </a:lnTo>
                <a:lnTo>
                  <a:pt x="158750" y="222250"/>
                </a:lnTo>
                <a:lnTo>
                  <a:pt x="158750" y="215900"/>
                </a:lnTo>
                <a:lnTo>
                  <a:pt x="165100" y="209550"/>
                </a:lnTo>
                <a:lnTo>
                  <a:pt x="165100" y="203200"/>
                </a:lnTo>
                <a:lnTo>
                  <a:pt x="184150" y="184150"/>
                </a:lnTo>
                <a:lnTo>
                  <a:pt x="184150" y="177800"/>
                </a:lnTo>
                <a:lnTo>
                  <a:pt x="203200" y="158750"/>
                </a:lnTo>
                <a:lnTo>
                  <a:pt x="203200" y="152400"/>
                </a:lnTo>
                <a:lnTo>
                  <a:pt x="247650" y="107950"/>
                </a:lnTo>
                <a:lnTo>
                  <a:pt x="254000" y="107950"/>
                </a:lnTo>
                <a:lnTo>
                  <a:pt x="266700" y="95250"/>
                </a:lnTo>
                <a:lnTo>
                  <a:pt x="273050" y="95250"/>
                </a:lnTo>
                <a:lnTo>
                  <a:pt x="292100" y="82550"/>
                </a:lnTo>
                <a:lnTo>
                  <a:pt x="330200" y="82550"/>
                </a:lnTo>
                <a:lnTo>
                  <a:pt x="336550" y="88900"/>
                </a:lnTo>
                <a:lnTo>
                  <a:pt x="336550" y="177800"/>
                </a:lnTo>
                <a:lnTo>
                  <a:pt x="342900" y="184150"/>
                </a:lnTo>
                <a:lnTo>
                  <a:pt x="355600" y="171450"/>
                </a:lnTo>
                <a:lnTo>
                  <a:pt x="361950" y="171450"/>
                </a:lnTo>
                <a:lnTo>
                  <a:pt x="368300" y="177800"/>
                </a:lnTo>
                <a:lnTo>
                  <a:pt x="381000" y="165100"/>
                </a:lnTo>
                <a:lnTo>
                  <a:pt x="387350" y="165100"/>
                </a:lnTo>
                <a:lnTo>
                  <a:pt x="406400" y="146050"/>
                </a:lnTo>
                <a:lnTo>
                  <a:pt x="406400" y="133350"/>
                </a:lnTo>
                <a:lnTo>
                  <a:pt x="412750" y="127000"/>
                </a:lnTo>
                <a:lnTo>
                  <a:pt x="412750" y="88900"/>
                </a:lnTo>
                <a:lnTo>
                  <a:pt x="406400" y="82550"/>
                </a:lnTo>
                <a:lnTo>
                  <a:pt x="406400" y="50800"/>
                </a:lnTo>
                <a:lnTo>
                  <a:pt x="393700" y="38100"/>
                </a:lnTo>
                <a:lnTo>
                  <a:pt x="387350" y="38100"/>
                </a:lnTo>
                <a:lnTo>
                  <a:pt x="381000" y="44450"/>
                </a:lnTo>
                <a:lnTo>
                  <a:pt x="374650" y="44450"/>
                </a:lnTo>
                <a:lnTo>
                  <a:pt x="361950" y="31750"/>
                </a:lnTo>
                <a:lnTo>
                  <a:pt x="361950" y="25400"/>
                </a:lnTo>
                <a:close/>
                <a:moveTo>
                  <a:pt x="63500" y="533400"/>
                </a:moveTo>
                <a:lnTo>
                  <a:pt x="69850" y="527050"/>
                </a:lnTo>
                <a:lnTo>
                  <a:pt x="76200" y="527050"/>
                </a:lnTo>
                <a:lnTo>
                  <a:pt x="82550" y="533400"/>
                </a:lnTo>
                <a:lnTo>
                  <a:pt x="88900" y="533400"/>
                </a:lnTo>
                <a:lnTo>
                  <a:pt x="95250" y="539750"/>
                </a:lnTo>
                <a:lnTo>
                  <a:pt x="95250" y="552450"/>
                </a:lnTo>
                <a:lnTo>
                  <a:pt x="88900" y="558800"/>
                </a:lnTo>
                <a:lnTo>
                  <a:pt x="82550" y="552450"/>
                </a:lnTo>
                <a:lnTo>
                  <a:pt x="76200" y="552450"/>
                </a:lnTo>
                <a:lnTo>
                  <a:pt x="63500" y="539750"/>
                </a:lnTo>
                <a:close/>
                <a:moveTo>
                  <a:pt x="50800" y="514350"/>
                </a:moveTo>
                <a:lnTo>
                  <a:pt x="57150" y="508000"/>
                </a:lnTo>
                <a:lnTo>
                  <a:pt x="69850" y="520700"/>
                </a:lnTo>
                <a:lnTo>
                  <a:pt x="69850" y="527050"/>
                </a:lnTo>
                <a:lnTo>
                  <a:pt x="63500" y="533400"/>
                </a:lnTo>
                <a:lnTo>
                  <a:pt x="50800" y="520700"/>
                </a:lnTo>
                <a:close/>
                <a:moveTo>
                  <a:pt x="76200" y="285750"/>
                </a:moveTo>
                <a:lnTo>
                  <a:pt x="82550" y="292100"/>
                </a:lnTo>
                <a:lnTo>
                  <a:pt x="82550" y="311150"/>
                </a:lnTo>
                <a:lnTo>
                  <a:pt x="76200" y="317500"/>
                </a:lnTo>
                <a:lnTo>
                  <a:pt x="76200" y="330200"/>
                </a:lnTo>
                <a:lnTo>
                  <a:pt x="63500" y="342900"/>
                </a:lnTo>
                <a:lnTo>
                  <a:pt x="57150" y="336550"/>
                </a:lnTo>
                <a:lnTo>
                  <a:pt x="57150" y="330200"/>
                </a:lnTo>
                <a:lnTo>
                  <a:pt x="63500" y="323850"/>
                </a:lnTo>
                <a:lnTo>
                  <a:pt x="63500" y="311150"/>
                </a:lnTo>
                <a:lnTo>
                  <a:pt x="69850" y="304800"/>
                </a:lnTo>
                <a:lnTo>
                  <a:pt x="69850" y="292100"/>
                </a:lnTo>
                <a:close/>
                <a:moveTo>
                  <a:pt x="88900" y="260350"/>
                </a:moveTo>
                <a:lnTo>
                  <a:pt x="95250" y="266700"/>
                </a:lnTo>
                <a:lnTo>
                  <a:pt x="82550" y="285750"/>
                </a:lnTo>
                <a:lnTo>
                  <a:pt x="76200" y="279400"/>
                </a:lnTo>
                <a:lnTo>
                  <a:pt x="76200" y="266700"/>
                </a:lnTo>
                <a:lnTo>
                  <a:pt x="82550" y="260350"/>
                </a:lnTo>
                <a:close/>
                <a:moveTo>
                  <a:pt x="69850" y="247650"/>
                </a:moveTo>
                <a:lnTo>
                  <a:pt x="76200" y="254000"/>
                </a:lnTo>
                <a:lnTo>
                  <a:pt x="76200" y="266700"/>
                </a:lnTo>
                <a:lnTo>
                  <a:pt x="69850" y="273050"/>
                </a:lnTo>
                <a:lnTo>
                  <a:pt x="69850" y="279400"/>
                </a:lnTo>
                <a:lnTo>
                  <a:pt x="63500" y="285750"/>
                </a:lnTo>
                <a:lnTo>
                  <a:pt x="63500" y="292100"/>
                </a:lnTo>
                <a:lnTo>
                  <a:pt x="57150" y="298450"/>
                </a:lnTo>
                <a:lnTo>
                  <a:pt x="50800" y="298450"/>
                </a:lnTo>
                <a:lnTo>
                  <a:pt x="44450" y="292100"/>
                </a:lnTo>
                <a:lnTo>
                  <a:pt x="44450" y="279400"/>
                </a:lnTo>
                <a:lnTo>
                  <a:pt x="50800" y="273050"/>
                </a:lnTo>
                <a:lnTo>
                  <a:pt x="50800" y="266700"/>
                </a:lnTo>
                <a:lnTo>
                  <a:pt x="57150" y="260350"/>
                </a:lnTo>
                <a:lnTo>
                  <a:pt x="57150" y="254000"/>
                </a:lnTo>
                <a:lnTo>
                  <a:pt x="63500" y="247650"/>
                </a:lnTo>
                <a:close/>
                <a:moveTo>
                  <a:pt x="69850" y="241300"/>
                </a:moveTo>
                <a:lnTo>
                  <a:pt x="76200" y="234950"/>
                </a:lnTo>
                <a:lnTo>
                  <a:pt x="82550" y="241300"/>
                </a:lnTo>
                <a:lnTo>
                  <a:pt x="82550" y="247650"/>
                </a:lnTo>
                <a:lnTo>
                  <a:pt x="76200" y="254000"/>
                </a:lnTo>
                <a:lnTo>
                  <a:pt x="69850" y="247650"/>
                </a:lnTo>
                <a:close/>
                <a:moveTo>
                  <a:pt x="76200" y="234950"/>
                </a:moveTo>
                <a:lnTo>
                  <a:pt x="82550" y="228600"/>
                </a:lnTo>
                <a:lnTo>
                  <a:pt x="88900" y="234950"/>
                </a:lnTo>
                <a:lnTo>
                  <a:pt x="82550" y="241300"/>
                </a:lnTo>
                <a:close/>
                <a:moveTo>
                  <a:pt x="120650" y="196850"/>
                </a:moveTo>
                <a:lnTo>
                  <a:pt x="127000" y="190500"/>
                </a:lnTo>
                <a:lnTo>
                  <a:pt x="133350" y="196850"/>
                </a:lnTo>
                <a:lnTo>
                  <a:pt x="127000" y="203200"/>
                </a:lnTo>
                <a:close/>
              </a:path>
            </a:pathLst>
          </a:custGeom>
          <a:solidFill xmlns:a="http://schemas.openxmlformats.org/drawingml/2006/main">
            <a:srgbClr val="071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Code-driven brush-lettered headline blue">
            <a:extLst xmlns:a="http://schemas.openxmlformats.org/drawingml/2006/main">
              <a:ext uri="{FF2B5EF4-FFF2-40B4-BE49-F238E27FC236}">
                <a16:creationId xmlns:a16="http://schemas.microsoft.com/office/drawing/2014/main" id="{48669D77-AD71-475D-86D1-B190FB9B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736600"/>
            <a:ext cx="9042400" cy="895350"/>
          </a:xfrm>
          <a:custGeom xmlns:a="http://schemas.openxmlformats.org/drawingml/2006/main">
            <a:pathLst>
              <a:path w="9042400" h="895350">
                <a:moveTo>
                  <a:pt x="3771900" y="730250"/>
                </a:moveTo>
                <a:lnTo>
                  <a:pt x="3810000" y="730250"/>
                </a:lnTo>
                <a:lnTo>
                  <a:pt x="3816350" y="723900"/>
                </a:lnTo>
                <a:lnTo>
                  <a:pt x="3860800" y="723900"/>
                </a:lnTo>
                <a:lnTo>
                  <a:pt x="3778250" y="723900"/>
                </a:lnTo>
                <a:close/>
                <a:moveTo>
                  <a:pt x="6940550" y="692150"/>
                </a:moveTo>
                <a:lnTo>
                  <a:pt x="6953250" y="692150"/>
                </a:lnTo>
                <a:lnTo>
                  <a:pt x="6959600" y="698500"/>
                </a:lnTo>
                <a:lnTo>
                  <a:pt x="7010400" y="698500"/>
                </a:lnTo>
                <a:lnTo>
                  <a:pt x="7016750" y="704850"/>
                </a:lnTo>
                <a:lnTo>
                  <a:pt x="7099300" y="704850"/>
                </a:lnTo>
                <a:lnTo>
                  <a:pt x="7105650" y="711200"/>
                </a:lnTo>
                <a:lnTo>
                  <a:pt x="7105650" y="723900"/>
                </a:lnTo>
                <a:lnTo>
                  <a:pt x="7099300" y="730250"/>
                </a:lnTo>
                <a:lnTo>
                  <a:pt x="7048500" y="730250"/>
                </a:lnTo>
                <a:lnTo>
                  <a:pt x="7226300" y="730250"/>
                </a:lnTo>
                <a:lnTo>
                  <a:pt x="7232650" y="736600"/>
                </a:lnTo>
                <a:lnTo>
                  <a:pt x="7239000" y="730250"/>
                </a:lnTo>
                <a:lnTo>
                  <a:pt x="7264400" y="730250"/>
                </a:lnTo>
                <a:lnTo>
                  <a:pt x="7270750" y="736600"/>
                </a:lnTo>
                <a:lnTo>
                  <a:pt x="7448550" y="736600"/>
                </a:lnTo>
                <a:lnTo>
                  <a:pt x="7454900" y="742950"/>
                </a:lnTo>
                <a:lnTo>
                  <a:pt x="7499350" y="742950"/>
                </a:lnTo>
                <a:lnTo>
                  <a:pt x="7467600" y="742950"/>
                </a:lnTo>
                <a:lnTo>
                  <a:pt x="7461250" y="736600"/>
                </a:lnTo>
                <a:lnTo>
                  <a:pt x="7410450" y="736600"/>
                </a:lnTo>
                <a:lnTo>
                  <a:pt x="7404100" y="730250"/>
                </a:lnTo>
                <a:lnTo>
                  <a:pt x="7372350" y="730250"/>
                </a:lnTo>
                <a:lnTo>
                  <a:pt x="7366000" y="723900"/>
                </a:lnTo>
                <a:lnTo>
                  <a:pt x="7378700" y="711200"/>
                </a:lnTo>
                <a:lnTo>
                  <a:pt x="7454900" y="711200"/>
                </a:lnTo>
                <a:lnTo>
                  <a:pt x="7461250" y="717550"/>
                </a:lnTo>
                <a:lnTo>
                  <a:pt x="7581900" y="717550"/>
                </a:lnTo>
                <a:lnTo>
                  <a:pt x="7588250" y="723900"/>
                </a:lnTo>
                <a:lnTo>
                  <a:pt x="7689850" y="723900"/>
                </a:lnTo>
                <a:lnTo>
                  <a:pt x="7696200" y="730250"/>
                </a:lnTo>
                <a:lnTo>
                  <a:pt x="7766050" y="730250"/>
                </a:lnTo>
                <a:lnTo>
                  <a:pt x="7772400" y="736600"/>
                </a:lnTo>
                <a:lnTo>
                  <a:pt x="7854950" y="736600"/>
                </a:lnTo>
                <a:lnTo>
                  <a:pt x="7861300" y="742950"/>
                </a:lnTo>
                <a:lnTo>
                  <a:pt x="7893050" y="742950"/>
                </a:lnTo>
                <a:lnTo>
                  <a:pt x="7899400" y="749300"/>
                </a:lnTo>
                <a:lnTo>
                  <a:pt x="8020050" y="749300"/>
                </a:lnTo>
                <a:lnTo>
                  <a:pt x="8026400" y="755650"/>
                </a:lnTo>
                <a:lnTo>
                  <a:pt x="8058150" y="755650"/>
                </a:lnTo>
                <a:lnTo>
                  <a:pt x="8039100" y="755650"/>
                </a:lnTo>
                <a:lnTo>
                  <a:pt x="8032750" y="749300"/>
                </a:lnTo>
                <a:lnTo>
                  <a:pt x="7994650" y="749300"/>
                </a:lnTo>
                <a:lnTo>
                  <a:pt x="7988300" y="742950"/>
                </a:lnTo>
                <a:lnTo>
                  <a:pt x="7918450" y="742950"/>
                </a:lnTo>
                <a:lnTo>
                  <a:pt x="7912100" y="736600"/>
                </a:lnTo>
                <a:lnTo>
                  <a:pt x="7861300" y="736600"/>
                </a:lnTo>
                <a:lnTo>
                  <a:pt x="7854950" y="730250"/>
                </a:lnTo>
                <a:lnTo>
                  <a:pt x="7791450" y="730250"/>
                </a:lnTo>
                <a:lnTo>
                  <a:pt x="7785100" y="723900"/>
                </a:lnTo>
                <a:lnTo>
                  <a:pt x="7677150" y="723900"/>
                </a:lnTo>
                <a:lnTo>
                  <a:pt x="7670800" y="717550"/>
                </a:lnTo>
                <a:lnTo>
                  <a:pt x="7600950" y="717550"/>
                </a:lnTo>
                <a:lnTo>
                  <a:pt x="7594600" y="711200"/>
                </a:lnTo>
                <a:lnTo>
                  <a:pt x="7512050" y="711200"/>
                </a:lnTo>
                <a:lnTo>
                  <a:pt x="7505700" y="704850"/>
                </a:lnTo>
                <a:lnTo>
                  <a:pt x="7404100" y="704850"/>
                </a:lnTo>
                <a:lnTo>
                  <a:pt x="7397750" y="698500"/>
                </a:lnTo>
                <a:lnTo>
                  <a:pt x="7264400" y="698500"/>
                </a:lnTo>
                <a:lnTo>
                  <a:pt x="7258050" y="692150"/>
                </a:lnTo>
                <a:lnTo>
                  <a:pt x="7124700" y="692150"/>
                </a:lnTo>
                <a:lnTo>
                  <a:pt x="7118350" y="685800"/>
                </a:lnTo>
                <a:lnTo>
                  <a:pt x="7086600" y="685800"/>
                </a:lnTo>
                <a:lnTo>
                  <a:pt x="7080250" y="692150"/>
                </a:lnTo>
                <a:lnTo>
                  <a:pt x="7061200" y="692150"/>
                </a:lnTo>
                <a:lnTo>
                  <a:pt x="7054850" y="685800"/>
                </a:lnTo>
                <a:lnTo>
                  <a:pt x="7016750" y="685800"/>
                </a:lnTo>
                <a:lnTo>
                  <a:pt x="7010400" y="692150"/>
                </a:lnTo>
                <a:lnTo>
                  <a:pt x="7004050" y="692150"/>
                </a:lnTo>
                <a:lnTo>
                  <a:pt x="6997700" y="685800"/>
                </a:lnTo>
                <a:lnTo>
                  <a:pt x="6972300" y="685800"/>
                </a:lnTo>
                <a:lnTo>
                  <a:pt x="6965950" y="692150"/>
                </a:lnTo>
                <a:close/>
                <a:moveTo>
                  <a:pt x="6934200" y="730250"/>
                </a:moveTo>
                <a:lnTo>
                  <a:pt x="6927850" y="730250"/>
                </a:lnTo>
                <a:lnTo>
                  <a:pt x="6921500" y="723900"/>
                </a:lnTo>
                <a:lnTo>
                  <a:pt x="6902450" y="723900"/>
                </a:lnTo>
                <a:lnTo>
                  <a:pt x="6896100" y="717550"/>
                </a:lnTo>
                <a:lnTo>
                  <a:pt x="6889750" y="723900"/>
                </a:lnTo>
                <a:lnTo>
                  <a:pt x="6877050" y="711200"/>
                </a:lnTo>
                <a:lnTo>
                  <a:pt x="6699250" y="711200"/>
                </a:lnTo>
                <a:lnTo>
                  <a:pt x="6692900" y="704850"/>
                </a:lnTo>
                <a:lnTo>
                  <a:pt x="6648450" y="704850"/>
                </a:lnTo>
                <a:lnTo>
                  <a:pt x="6642100" y="698500"/>
                </a:lnTo>
                <a:lnTo>
                  <a:pt x="6648450" y="692150"/>
                </a:lnTo>
                <a:lnTo>
                  <a:pt x="6711950" y="692150"/>
                </a:lnTo>
                <a:lnTo>
                  <a:pt x="6686550" y="692150"/>
                </a:lnTo>
                <a:lnTo>
                  <a:pt x="6680200" y="685800"/>
                </a:lnTo>
                <a:lnTo>
                  <a:pt x="6667500" y="685800"/>
                </a:lnTo>
                <a:lnTo>
                  <a:pt x="6661150" y="692150"/>
                </a:lnTo>
                <a:lnTo>
                  <a:pt x="6642100" y="679450"/>
                </a:lnTo>
                <a:lnTo>
                  <a:pt x="6591300" y="679450"/>
                </a:lnTo>
                <a:lnTo>
                  <a:pt x="6584950" y="673100"/>
                </a:lnTo>
                <a:lnTo>
                  <a:pt x="6445250" y="673100"/>
                </a:lnTo>
                <a:lnTo>
                  <a:pt x="6438900" y="679450"/>
                </a:lnTo>
                <a:lnTo>
                  <a:pt x="6388100" y="679450"/>
                </a:lnTo>
                <a:lnTo>
                  <a:pt x="6381750" y="673100"/>
                </a:lnTo>
                <a:lnTo>
                  <a:pt x="6375400" y="679450"/>
                </a:lnTo>
                <a:lnTo>
                  <a:pt x="6369050" y="679450"/>
                </a:lnTo>
                <a:lnTo>
                  <a:pt x="6362700" y="673100"/>
                </a:lnTo>
                <a:lnTo>
                  <a:pt x="6254750" y="673100"/>
                </a:lnTo>
                <a:lnTo>
                  <a:pt x="6248400" y="679450"/>
                </a:lnTo>
                <a:lnTo>
                  <a:pt x="6235700" y="679450"/>
                </a:lnTo>
                <a:lnTo>
                  <a:pt x="6229350" y="685800"/>
                </a:lnTo>
                <a:lnTo>
                  <a:pt x="6019800" y="685800"/>
                </a:lnTo>
                <a:lnTo>
                  <a:pt x="6013450" y="679450"/>
                </a:lnTo>
                <a:lnTo>
                  <a:pt x="5994400" y="679450"/>
                </a:lnTo>
                <a:lnTo>
                  <a:pt x="5988050" y="673100"/>
                </a:lnTo>
                <a:lnTo>
                  <a:pt x="5975350" y="673100"/>
                </a:lnTo>
                <a:lnTo>
                  <a:pt x="5969000" y="679450"/>
                </a:lnTo>
                <a:lnTo>
                  <a:pt x="5956300" y="679450"/>
                </a:lnTo>
                <a:lnTo>
                  <a:pt x="5949950" y="673100"/>
                </a:lnTo>
                <a:lnTo>
                  <a:pt x="5207000" y="673100"/>
                </a:lnTo>
                <a:lnTo>
                  <a:pt x="5200650" y="679450"/>
                </a:lnTo>
                <a:lnTo>
                  <a:pt x="4965700" y="679450"/>
                </a:lnTo>
                <a:lnTo>
                  <a:pt x="4959350" y="685800"/>
                </a:lnTo>
                <a:lnTo>
                  <a:pt x="4711700" y="685800"/>
                </a:lnTo>
                <a:lnTo>
                  <a:pt x="4705350" y="692150"/>
                </a:lnTo>
                <a:lnTo>
                  <a:pt x="4610100" y="692150"/>
                </a:lnTo>
                <a:lnTo>
                  <a:pt x="4603750" y="698500"/>
                </a:lnTo>
                <a:lnTo>
                  <a:pt x="4597400" y="698500"/>
                </a:lnTo>
                <a:lnTo>
                  <a:pt x="4591050" y="692150"/>
                </a:lnTo>
                <a:lnTo>
                  <a:pt x="4559300" y="692150"/>
                </a:lnTo>
                <a:lnTo>
                  <a:pt x="4552950" y="698500"/>
                </a:lnTo>
                <a:lnTo>
                  <a:pt x="4349750" y="698500"/>
                </a:lnTo>
                <a:lnTo>
                  <a:pt x="4343400" y="704850"/>
                </a:lnTo>
                <a:lnTo>
                  <a:pt x="4311650" y="704850"/>
                </a:lnTo>
                <a:lnTo>
                  <a:pt x="4298950" y="717550"/>
                </a:lnTo>
                <a:lnTo>
                  <a:pt x="4279900" y="717550"/>
                </a:lnTo>
                <a:lnTo>
                  <a:pt x="4273550" y="711200"/>
                </a:lnTo>
                <a:lnTo>
                  <a:pt x="4273550" y="704850"/>
                </a:lnTo>
                <a:lnTo>
                  <a:pt x="4267200" y="704850"/>
                </a:lnTo>
                <a:lnTo>
                  <a:pt x="4267200" y="711200"/>
                </a:lnTo>
                <a:lnTo>
                  <a:pt x="4260850" y="717550"/>
                </a:lnTo>
                <a:lnTo>
                  <a:pt x="4248150" y="717550"/>
                </a:lnTo>
                <a:lnTo>
                  <a:pt x="4241800" y="723900"/>
                </a:lnTo>
                <a:lnTo>
                  <a:pt x="4178300" y="723900"/>
                </a:lnTo>
                <a:lnTo>
                  <a:pt x="4171950" y="730250"/>
                </a:lnTo>
                <a:lnTo>
                  <a:pt x="4121150" y="730250"/>
                </a:lnTo>
                <a:lnTo>
                  <a:pt x="4108450" y="717550"/>
                </a:lnTo>
                <a:lnTo>
                  <a:pt x="4114800" y="711200"/>
                </a:lnTo>
                <a:lnTo>
                  <a:pt x="4133850" y="711200"/>
                </a:lnTo>
                <a:lnTo>
                  <a:pt x="4140200" y="704850"/>
                </a:lnTo>
                <a:lnTo>
                  <a:pt x="4159250" y="704850"/>
                </a:lnTo>
                <a:lnTo>
                  <a:pt x="4114800" y="704850"/>
                </a:lnTo>
                <a:lnTo>
                  <a:pt x="4108450" y="711200"/>
                </a:lnTo>
                <a:lnTo>
                  <a:pt x="4013200" y="711200"/>
                </a:lnTo>
                <a:lnTo>
                  <a:pt x="4006850" y="717550"/>
                </a:lnTo>
                <a:lnTo>
                  <a:pt x="3892550" y="717550"/>
                </a:lnTo>
                <a:lnTo>
                  <a:pt x="3892550" y="723900"/>
                </a:lnTo>
                <a:lnTo>
                  <a:pt x="3898900" y="723900"/>
                </a:lnTo>
                <a:lnTo>
                  <a:pt x="3905250" y="730250"/>
                </a:lnTo>
                <a:lnTo>
                  <a:pt x="3892550" y="742950"/>
                </a:lnTo>
                <a:lnTo>
                  <a:pt x="3790950" y="742950"/>
                </a:lnTo>
                <a:lnTo>
                  <a:pt x="3784600" y="749300"/>
                </a:lnTo>
                <a:lnTo>
                  <a:pt x="3714750" y="749300"/>
                </a:lnTo>
                <a:lnTo>
                  <a:pt x="3708400" y="742950"/>
                </a:lnTo>
                <a:lnTo>
                  <a:pt x="3721100" y="730250"/>
                </a:lnTo>
                <a:lnTo>
                  <a:pt x="3752850" y="730250"/>
                </a:lnTo>
                <a:lnTo>
                  <a:pt x="3708400" y="730250"/>
                </a:lnTo>
                <a:lnTo>
                  <a:pt x="3702050" y="736600"/>
                </a:lnTo>
                <a:lnTo>
                  <a:pt x="3613150" y="736600"/>
                </a:lnTo>
                <a:lnTo>
                  <a:pt x="3606800" y="742950"/>
                </a:lnTo>
                <a:lnTo>
                  <a:pt x="3536950" y="742950"/>
                </a:lnTo>
                <a:lnTo>
                  <a:pt x="3530600" y="749300"/>
                </a:lnTo>
                <a:lnTo>
                  <a:pt x="3460750" y="749300"/>
                </a:lnTo>
                <a:lnTo>
                  <a:pt x="3454400" y="755650"/>
                </a:lnTo>
                <a:lnTo>
                  <a:pt x="3409950" y="755650"/>
                </a:lnTo>
                <a:lnTo>
                  <a:pt x="3435350" y="755650"/>
                </a:lnTo>
                <a:lnTo>
                  <a:pt x="3441700" y="762000"/>
                </a:lnTo>
                <a:lnTo>
                  <a:pt x="3441700" y="768350"/>
                </a:lnTo>
                <a:lnTo>
                  <a:pt x="3435350" y="774700"/>
                </a:lnTo>
                <a:lnTo>
                  <a:pt x="3409950" y="774700"/>
                </a:lnTo>
                <a:lnTo>
                  <a:pt x="3403600" y="781050"/>
                </a:lnTo>
                <a:lnTo>
                  <a:pt x="3397250" y="781050"/>
                </a:lnTo>
                <a:lnTo>
                  <a:pt x="3390900" y="774700"/>
                </a:lnTo>
                <a:lnTo>
                  <a:pt x="3390900" y="768350"/>
                </a:lnTo>
                <a:lnTo>
                  <a:pt x="3397250" y="762000"/>
                </a:lnTo>
                <a:lnTo>
                  <a:pt x="3346450" y="762000"/>
                </a:lnTo>
                <a:lnTo>
                  <a:pt x="3340100" y="768350"/>
                </a:lnTo>
                <a:lnTo>
                  <a:pt x="3276600" y="768350"/>
                </a:lnTo>
                <a:lnTo>
                  <a:pt x="3270250" y="774700"/>
                </a:lnTo>
                <a:lnTo>
                  <a:pt x="3219450" y="774700"/>
                </a:lnTo>
                <a:lnTo>
                  <a:pt x="3213100" y="781050"/>
                </a:lnTo>
                <a:lnTo>
                  <a:pt x="3181350" y="781050"/>
                </a:lnTo>
                <a:lnTo>
                  <a:pt x="3175000" y="787400"/>
                </a:lnTo>
                <a:lnTo>
                  <a:pt x="3124200" y="787400"/>
                </a:lnTo>
                <a:lnTo>
                  <a:pt x="3117850" y="793750"/>
                </a:lnTo>
                <a:lnTo>
                  <a:pt x="3073400" y="793750"/>
                </a:lnTo>
                <a:lnTo>
                  <a:pt x="3067050" y="800100"/>
                </a:lnTo>
                <a:lnTo>
                  <a:pt x="3028950" y="800100"/>
                </a:lnTo>
                <a:lnTo>
                  <a:pt x="3022600" y="806450"/>
                </a:lnTo>
                <a:lnTo>
                  <a:pt x="2997200" y="806450"/>
                </a:lnTo>
                <a:lnTo>
                  <a:pt x="2990850" y="812800"/>
                </a:lnTo>
                <a:lnTo>
                  <a:pt x="2952750" y="812800"/>
                </a:lnTo>
                <a:lnTo>
                  <a:pt x="2946400" y="819150"/>
                </a:lnTo>
                <a:lnTo>
                  <a:pt x="2933700" y="819150"/>
                </a:lnTo>
                <a:lnTo>
                  <a:pt x="2927350" y="825500"/>
                </a:lnTo>
                <a:lnTo>
                  <a:pt x="2882900" y="825500"/>
                </a:lnTo>
                <a:lnTo>
                  <a:pt x="2876550" y="831850"/>
                </a:lnTo>
                <a:lnTo>
                  <a:pt x="2863850" y="831850"/>
                </a:lnTo>
                <a:lnTo>
                  <a:pt x="2857500" y="838200"/>
                </a:lnTo>
                <a:lnTo>
                  <a:pt x="2851150" y="838200"/>
                </a:lnTo>
                <a:lnTo>
                  <a:pt x="2844800" y="844550"/>
                </a:lnTo>
                <a:lnTo>
                  <a:pt x="2844800" y="850900"/>
                </a:lnTo>
                <a:lnTo>
                  <a:pt x="2832100" y="863600"/>
                </a:lnTo>
                <a:lnTo>
                  <a:pt x="2838450" y="869950"/>
                </a:lnTo>
                <a:lnTo>
                  <a:pt x="2838450" y="876300"/>
                </a:lnTo>
                <a:lnTo>
                  <a:pt x="2844800" y="882650"/>
                </a:lnTo>
                <a:lnTo>
                  <a:pt x="2851150" y="882650"/>
                </a:lnTo>
                <a:lnTo>
                  <a:pt x="2863850" y="895350"/>
                </a:lnTo>
                <a:lnTo>
                  <a:pt x="2908300" y="895350"/>
                </a:lnTo>
                <a:lnTo>
                  <a:pt x="2914650" y="889000"/>
                </a:lnTo>
                <a:lnTo>
                  <a:pt x="2927350" y="889000"/>
                </a:lnTo>
                <a:lnTo>
                  <a:pt x="2933700" y="882650"/>
                </a:lnTo>
                <a:lnTo>
                  <a:pt x="2971800" y="882650"/>
                </a:lnTo>
                <a:lnTo>
                  <a:pt x="2978150" y="876300"/>
                </a:lnTo>
                <a:lnTo>
                  <a:pt x="3022600" y="876300"/>
                </a:lnTo>
                <a:lnTo>
                  <a:pt x="3028950" y="869950"/>
                </a:lnTo>
                <a:lnTo>
                  <a:pt x="3067050" y="869950"/>
                </a:lnTo>
                <a:lnTo>
                  <a:pt x="3073400" y="863600"/>
                </a:lnTo>
                <a:lnTo>
                  <a:pt x="3111500" y="863600"/>
                </a:lnTo>
                <a:lnTo>
                  <a:pt x="3117850" y="857250"/>
                </a:lnTo>
                <a:lnTo>
                  <a:pt x="3162300" y="857250"/>
                </a:lnTo>
                <a:lnTo>
                  <a:pt x="3168650" y="850900"/>
                </a:lnTo>
                <a:lnTo>
                  <a:pt x="3200400" y="850900"/>
                </a:lnTo>
                <a:lnTo>
                  <a:pt x="3206750" y="844550"/>
                </a:lnTo>
                <a:lnTo>
                  <a:pt x="3251200" y="844550"/>
                </a:lnTo>
                <a:lnTo>
                  <a:pt x="3257550" y="838200"/>
                </a:lnTo>
                <a:lnTo>
                  <a:pt x="3314700" y="838200"/>
                </a:lnTo>
                <a:lnTo>
                  <a:pt x="3321050" y="831850"/>
                </a:lnTo>
                <a:lnTo>
                  <a:pt x="3365500" y="831850"/>
                </a:lnTo>
                <a:lnTo>
                  <a:pt x="3371850" y="825500"/>
                </a:lnTo>
                <a:lnTo>
                  <a:pt x="3429000" y="825500"/>
                </a:lnTo>
                <a:lnTo>
                  <a:pt x="3435350" y="819150"/>
                </a:lnTo>
                <a:lnTo>
                  <a:pt x="3492500" y="819150"/>
                </a:lnTo>
                <a:lnTo>
                  <a:pt x="3498850" y="812800"/>
                </a:lnTo>
                <a:lnTo>
                  <a:pt x="3556000" y="812800"/>
                </a:lnTo>
                <a:lnTo>
                  <a:pt x="3562350" y="806450"/>
                </a:lnTo>
                <a:lnTo>
                  <a:pt x="3625850" y="806450"/>
                </a:lnTo>
                <a:lnTo>
                  <a:pt x="3632200" y="800100"/>
                </a:lnTo>
                <a:lnTo>
                  <a:pt x="3708400" y="800100"/>
                </a:lnTo>
                <a:lnTo>
                  <a:pt x="3714750" y="793750"/>
                </a:lnTo>
                <a:lnTo>
                  <a:pt x="3797300" y="793750"/>
                </a:lnTo>
                <a:lnTo>
                  <a:pt x="3803650" y="787400"/>
                </a:lnTo>
                <a:lnTo>
                  <a:pt x="3898900" y="787400"/>
                </a:lnTo>
                <a:lnTo>
                  <a:pt x="3905250" y="781050"/>
                </a:lnTo>
                <a:lnTo>
                  <a:pt x="3949700" y="781050"/>
                </a:lnTo>
                <a:lnTo>
                  <a:pt x="3835400" y="781050"/>
                </a:lnTo>
                <a:lnTo>
                  <a:pt x="3829050" y="787400"/>
                </a:lnTo>
                <a:lnTo>
                  <a:pt x="3727450" y="787400"/>
                </a:lnTo>
                <a:lnTo>
                  <a:pt x="3721100" y="793750"/>
                </a:lnTo>
                <a:lnTo>
                  <a:pt x="3644900" y="793750"/>
                </a:lnTo>
                <a:lnTo>
                  <a:pt x="3638550" y="800100"/>
                </a:lnTo>
                <a:lnTo>
                  <a:pt x="3600450" y="800100"/>
                </a:lnTo>
                <a:lnTo>
                  <a:pt x="3594100" y="806450"/>
                </a:lnTo>
                <a:lnTo>
                  <a:pt x="3517900" y="806450"/>
                </a:lnTo>
                <a:lnTo>
                  <a:pt x="3511550" y="812800"/>
                </a:lnTo>
                <a:lnTo>
                  <a:pt x="3441700" y="812800"/>
                </a:lnTo>
                <a:lnTo>
                  <a:pt x="3435350" y="819150"/>
                </a:lnTo>
                <a:lnTo>
                  <a:pt x="3327400" y="819150"/>
                </a:lnTo>
                <a:lnTo>
                  <a:pt x="3321050" y="825500"/>
                </a:lnTo>
                <a:lnTo>
                  <a:pt x="3257550" y="825500"/>
                </a:lnTo>
                <a:lnTo>
                  <a:pt x="3251200" y="831850"/>
                </a:lnTo>
                <a:lnTo>
                  <a:pt x="3219450" y="831850"/>
                </a:lnTo>
                <a:lnTo>
                  <a:pt x="3213100" y="838200"/>
                </a:lnTo>
                <a:lnTo>
                  <a:pt x="3175000" y="838200"/>
                </a:lnTo>
                <a:lnTo>
                  <a:pt x="3168650" y="844550"/>
                </a:lnTo>
                <a:lnTo>
                  <a:pt x="3098800" y="844550"/>
                </a:lnTo>
                <a:lnTo>
                  <a:pt x="3092450" y="838200"/>
                </a:lnTo>
                <a:lnTo>
                  <a:pt x="3098800" y="831850"/>
                </a:lnTo>
                <a:lnTo>
                  <a:pt x="3117850" y="831850"/>
                </a:lnTo>
                <a:lnTo>
                  <a:pt x="3124200" y="825500"/>
                </a:lnTo>
                <a:lnTo>
                  <a:pt x="3149600" y="825500"/>
                </a:lnTo>
                <a:lnTo>
                  <a:pt x="3155950" y="819150"/>
                </a:lnTo>
                <a:lnTo>
                  <a:pt x="3213100" y="819150"/>
                </a:lnTo>
                <a:lnTo>
                  <a:pt x="3219450" y="812800"/>
                </a:lnTo>
                <a:lnTo>
                  <a:pt x="3263900" y="812800"/>
                </a:lnTo>
                <a:lnTo>
                  <a:pt x="3270250" y="806450"/>
                </a:lnTo>
                <a:lnTo>
                  <a:pt x="3321050" y="806450"/>
                </a:lnTo>
                <a:lnTo>
                  <a:pt x="3327400" y="800100"/>
                </a:lnTo>
                <a:lnTo>
                  <a:pt x="3384550" y="800100"/>
                </a:lnTo>
                <a:lnTo>
                  <a:pt x="3390900" y="793750"/>
                </a:lnTo>
                <a:lnTo>
                  <a:pt x="3448050" y="793750"/>
                </a:lnTo>
                <a:lnTo>
                  <a:pt x="3454400" y="787400"/>
                </a:lnTo>
                <a:lnTo>
                  <a:pt x="3517900" y="787400"/>
                </a:lnTo>
                <a:lnTo>
                  <a:pt x="3524250" y="781050"/>
                </a:lnTo>
                <a:lnTo>
                  <a:pt x="3613150" y="781050"/>
                </a:lnTo>
                <a:lnTo>
                  <a:pt x="3619500" y="774700"/>
                </a:lnTo>
                <a:lnTo>
                  <a:pt x="3714750" y="774700"/>
                </a:lnTo>
                <a:lnTo>
                  <a:pt x="3721100" y="768350"/>
                </a:lnTo>
                <a:lnTo>
                  <a:pt x="3797300" y="768350"/>
                </a:lnTo>
                <a:lnTo>
                  <a:pt x="3803650" y="762000"/>
                </a:lnTo>
                <a:lnTo>
                  <a:pt x="3886200" y="762000"/>
                </a:lnTo>
                <a:lnTo>
                  <a:pt x="3892550" y="755650"/>
                </a:lnTo>
                <a:lnTo>
                  <a:pt x="3949700" y="755650"/>
                </a:lnTo>
                <a:lnTo>
                  <a:pt x="3956050" y="749300"/>
                </a:lnTo>
                <a:lnTo>
                  <a:pt x="4006850" y="749300"/>
                </a:lnTo>
                <a:lnTo>
                  <a:pt x="4013200" y="742950"/>
                </a:lnTo>
                <a:lnTo>
                  <a:pt x="4019550" y="742950"/>
                </a:lnTo>
                <a:lnTo>
                  <a:pt x="4025900" y="749300"/>
                </a:lnTo>
                <a:lnTo>
                  <a:pt x="4044950" y="749300"/>
                </a:lnTo>
                <a:lnTo>
                  <a:pt x="4051300" y="742950"/>
                </a:lnTo>
                <a:lnTo>
                  <a:pt x="4076700" y="742950"/>
                </a:lnTo>
                <a:lnTo>
                  <a:pt x="4083050" y="736600"/>
                </a:lnTo>
                <a:lnTo>
                  <a:pt x="4095750" y="736600"/>
                </a:lnTo>
                <a:lnTo>
                  <a:pt x="4102100" y="730250"/>
                </a:lnTo>
                <a:lnTo>
                  <a:pt x="4114800" y="730250"/>
                </a:lnTo>
                <a:lnTo>
                  <a:pt x="4121150" y="736600"/>
                </a:lnTo>
                <a:lnTo>
                  <a:pt x="4127500" y="736600"/>
                </a:lnTo>
                <a:lnTo>
                  <a:pt x="4133850" y="730250"/>
                </a:lnTo>
                <a:lnTo>
                  <a:pt x="4286250" y="730250"/>
                </a:lnTo>
                <a:lnTo>
                  <a:pt x="4292600" y="736600"/>
                </a:lnTo>
                <a:lnTo>
                  <a:pt x="4292600" y="742950"/>
                </a:lnTo>
                <a:lnTo>
                  <a:pt x="4286250" y="749300"/>
                </a:lnTo>
                <a:lnTo>
                  <a:pt x="4267200" y="749300"/>
                </a:lnTo>
                <a:lnTo>
                  <a:pt x="4254500" y="762000"/>
                </a:lnTo>
                <a:lnTo>
                  <a:pt x="4235450" y="762000"/>
                </a:lnTo>
                <a:lnTo>
                  <a:pt x="4229100" y="768350"/>
                </a:lnTo>
                <a:lnTo>
                  <a:pt x="4216400" y="768350"/>
                </a:lnTo>
                <a:lnTo>
                  <a:pt x="4222750" y="774700"/>
                </a:lnTo>
                <a:lnTo>
                  <a:pt x="4248150" y="774700"/>
                </a:lnTo>
                <a:lnTo>
                  <a:pt x="4254500" y="768350"/>
                </a:lnTo>
                <a:lnTo>
                  <a:pt x="4438650" y="768350"/>
                </a:lnTo>
                <a:lnTo>
                  <a:pt x="4445000" y="762000"/>
                </a:lnTo>
                <a:lnTo>
                  <a:pt x="4610100" y="762000"/>
                </a:lnTo>
                <a:lnTo>
                  <a:pt x="4616450" y="755650"/>
                </a:lnTo>
                <a:lnTo>
                  <a:pt x="4775200" y="755650"/>
                </a:lnTo>
                <a:lnTo>
                  <a:pt x="4781550" y="749300"/>
                </a:lnTo>
                <a:lnTo>
                  <a:pt x="4997450" y="749300"/>
                </a:lnTo>
                <a:lnTo>
                  <a:pt x="5003800" y="742950"/>
                </a:lnTo>
                <a:lnTo>
                  <a:pt x="5219700" y="742950"/>
                </a:lnTo>
                <a:lnTo>
                  <a:pt x="5226050" y="736600"/>
                </a:lnTo>
                <a:lnTo>
                  <a:pt x="5372100" y="736600"/>
                </a:lnTo>
                <a:lnTo>
                  <a:pt x="5378450" y="730250"/>
                </a:lnTo>
                <a:lnTo>
                  <a:pt x="5391150" y="730250"/>
                </a:lnTo>
                <a:lnTo>
                  <a:pt x="5397500" y="736600"/>
                </a:lnTo>
                <a:lnTo>
                  <a:pt x="5416550" y="736600"/>
                </a:lnTo>
                <a:lnTo>
                  <a:pt x="5422900" y="730250"/>
                </a:lnTo>
                <a:lnTo>
                  <a:pt x="5829300" y="730250"/>
                </a:lnTo>
                <a:lnTo>
                  <a:pt x="5835650" y="723900"/>
                </a:lnTo>
                <a:lnTo>
                  <a:pt x="5842000" y="730250"/>
                </a:lnTo>
                <a:lnTo>
                  <a:pt x="5924550" y="730250"/>
                </a:lnTo>
                <a:lnTo>
                  <a:pt x="5930900" y="723900"/>
                </a:lnTo>
                <a:lnTo>
                  <a:pt x="6286500" y="723900"/>
                </a:lnTo>
                <a:lnTo>
                  <a:pt x="6292850" y="717550"/>
                </a:lnTo>
                <a:lnTo>
                  <a:pt x="6311900" y="717550"/>
                </a:lnTo>
                <a:lnTo>
                  <a:pt x="6318250" y="723900"/>
                </a:lnTo>
                <a:lnTo>
                  <a:pt x="6851650" y="723900"/>
                </a:lnTo>
                <a:lnTo>
                  <a:pt x="6858000" y="730250"/>
                </a:lnTo>
                <a:close/>
                <a:moveTo>
                  <a:pt x="3238500" y="787400"/>
                </a:moveTo>
                <a:lnTo>
                  <a:pt x="3244850" y="781050"/>
                </a:lnTo>
                <a:lnTo>
                  <a:pt x="3251200" y="781050"/>
                </a:lnTo>
                <a:lnTo>
                  <a:pt x="3257550" y="787400"/>
                </a:lnTo>
                <a:lnTo>
                  <a:pt x="3251200" y="793750"/>
                </a:lnTo>
                <a:lnTo>
                  <a:pt x="3244850" y="793750"/>
                </a:lnTo>
                <a:close/>
                <a:moveTo>
                  <a:pt x="3181350" y="787400"/>
                </a:moveTo>
                <a:lnTo>
                  <a:pt x="3187700" y="781050"/>
                </a:lnTo>
                <a:lnTo>
                  <a:pt x="3213100" y="781050"/>
                </a:lnTo>
                <a:lnTo>
                  <a:pt x="3219450" y="787400"/>
                </a:lnTo>
                <a:lnTo>
                  <a:pt x="3213100" y="793750"/>
                </a:lnTo>
                <a:lnTo>
                  <a:pt x="3187700" y="793750"/>
                </a:lnTo>
                <a:close/>
                <a:moveTo>
                  <a:pt x="3282950" y="781050"/>
                </a:moveTo>
                <a:lnTo>
                  <a:pt x="3289300" y="774700"/>
                </a:lnTo>
                <a:lnTo>
                  <a:pt x="3327400" y="774700"/>
                </a:lnTo>
                <a:lnTo>
                  <a:pt x="3333750" y="781050"/>
                </a:lnTo>
                <a:lnTo>
                  <a:pt x="3327400" y="787400"/>
                </a:lnTo>
                <a:lnTo>
                  <a:pt x="3289300" y="787400"/>
                </a:lnTo>
                <a:close/>
                <a:moveTo>
                  <a:pt x="3327400" y="774700"/>
                </a:moveTo>
                <a:lnTo>
                  <a:pt x="3333750" y="768350"/>
                </a:lnTo>
                <a:lnTo>
                  <a:pt x="3352800" y="768350"/>
                </a:lnTo>
                <a:lnTo>
                  <a:pt x="3359150" y="762000"/>
                </a:lnTo>
                <a:lnTo>
                  <a:pt x="3365500" y="762000"/>
                </a:lnTo>
                <a:lnTo>
                  <a:pt x="3384550" y="774700"/>
                </a:lnTo>
                <a:lnTo>
                  <a:pt x="3378200" y="781050"/>
                </a:lnTo>
                <a:lnTo>
                  <a:pt x="3352800" y="781050"/>
                </a:lnTo>
                <a:lnTo>
                  <a:pt x="3346450" y="787400"/>
                </a:lnTo>
                <a:close/>
                <a:moveTo>
                  <a:pt x="3454400" y="762000"/>
                </a:moveTo>
                <a:lnTo>
                  <a:pt x="3460750" y="755650"/>
                </a:lnTo>
                <a:lnTo>
                  <a:pt x="3479800" y="755650"/>
                </a:lnTo>
                <a:lnTo>
                  <a:pt x="3486150" y="749300"/>
                </a:lnTo>
                <a:lnTo>
                  <a:pt x="3549650" y="749300"/>
                </a:lnTo>
                <a:lnTo>
                  <a:pt x="3556000" y="755650"/>
                </a:lnTo>
                <a:lnTo>
                  <a:pt x="3549650" y="762000"/>
                </a:lnTo>
                <a:lnTo>
                  <a:pt x="3530600" y="762000"/>
                </a:lnTo>
                <a:lnTo>
                  <a:pt x="3524250" y="768350"/>
                </a:lnTo>
                <a:lnTo>
                  <a:pt x="3460750" y="768350"/>
                </a:lnTo>
                <a:close/>
                <a:moveTo>
                  <a:pt x="4298950" y="736600"/>
                </a:moveTo>
                <a:lnTo>
                  <a:pt x="4305300" y="730250"/>
                </a:lnTo>
                <a:lnTo>
                  <a:pt x="4318000" y="730250"/>
                </a:lnTo>
                <a:lnTo>
                  <a:pt x="4324350" y="736600"/>
                </a:lnTo>
                <a:lnTo>
                  <a:pt x="4318000" y="742950"/>
                </a:lnTo>
                <a:lnTo>
                  <a:pt x="4305300" y="742950"/>
                </a:lnTo>
                <a:close/>
                <a:moveTo>
                  <a:pt x="6775450" y="717550"/>
                </a:moveTo>
                <a:lnTo>
                  <a:pt x="6781800" y="711200"/>
                </a:lnTo>
                <a:lnTo>
                  <a:pt x="6788150" y="711200"/>
                </a:lnTo>
                <a:lnTo>
                  <a:pt x="6794500" y="717550"/>
                </a:lnTo>
                <a:lnTo>
                  <a:pt x="6788150" y="723900"/>
                </a:lnTo>
                <a:lnTo>
                  <a:pt x="6781800" y="723900"/>
                </a:lnTo>
                <a:close/>
                <a:moveTo>
                  <a:pt x="4083050" y="723900"/>
                </a:moveTo>
                <a:lnTo>
                  <a:pt x="4076700" y="730250"/>
                </a:lnTo>
                <a:lnTo>
                  <a:pt x="4032250" y="730250"/>
                </a:lnTo>
                <a:lnTo>
                  <a:pt x="4025900" y="736600"/>
                </a:lnTo>
                <a:lnTo>
                  <a:pt x="4019550" y="730250"/>
                </a:lnTo>
                <a:lnTo>
                  <a:pt x="4013200" y="736600"/>
                </a:lnTo>
                <a:lnTo>
                  <a:pt x="3949700" y="736600"/>
                </a:lnTo>
                <a:lnTo>
                  <a:pt x="3937000" y="723900"/>
                </a:lnTo>
                <a:lnTo>
                  <a:pt x="3943350" y="717550"/>
                </a:lnTo>
                <a:lnTo>
                  <a:pt x="4013200" y="717550"/>
                </a:lnTo>
                <a:lnTo>
                  <a:pt x="4019550" y="711200"/>
                </a:lnTo>
                <a:lnTo>
                  <a:pt x="4070350" y="711200"/>
                </a:lnTo>
                <a:close/>
                <a:moveTo>
                  <a:pt x="482600" y="533400"/>
                </a:moveTo>
                <a:lnTo>
                  <a:pt x="501650" y="552450"/>
                </a:lnTo>
                <a:lnTo>
                  <a:pt x="501650" y="558800"/>
                </a:lnTo>
                <a:lnTo>
                  <a:pt x="514350" y="571500"/>
                </a:lnTo>
                <a:lnTo>
                  <a:pt x="527050" y="571500"/>
                </a:lnTo>
                <a:lnTo>
                  <a:pt x="527050" y="565150"/>
                </a:lnTo>
                <a:lnTo>
                  <a:pt x="514350" y="552450"/>
                </a:lnTo>
                <a:lnTo>
                  <a:pt x="508000" y="552450"/>
                </a:lnTo>
                <a:lnTo>
                  <a:pt x="488950" y="533400"/>
                </a:lnTo>
                <a:close/>
                <a:moveTo>
                  <a:pt x="501650" y="558800"/>
                </a:moveTo>
                <a:lnTo>
                  <a:pt x="508000" y="552450"/>
                </a:lnTo>
                <a:lnTo>
                  <a:pt x="514350" y="552450"/>
                </a:lnTo>
                <a:lnTo>
                  <a:pt x="527050" y="565150"/>
                </a:lnTo>
                <a:lnTo>
                  <a:pt x="520700" y="571500"/>
                </a:lnTo>
                <a:lnTo>
                  <a:pt x="514350" y="571500"/>
                </a:lnTo>
                <a:close/>
                <a:moveTo>
                  <a:pt x="2044700" y="508000"/>
                </a:moveTo>
                <a:lnTo>
                  <a:pt x="2032000" y="527050"/>
                </a:lnTo>
                <a:lnTo>
                  <a:pt x="2038350" y="533400"/>
                </a:lnTo>
                <a:lnTo>
                  <a:pt x="2051050" y="514350"/>
                </a:lnTo>
                <a:close/>
                <a:moveTo>
                  <a:pt x="1460500" y="508000"/>
                </a:moveTo>
                <a:lnTo>
                  <a:pt x="1460500" y="514350"/>
                </a:lnTo>
                <a:lnTo>
                  <a:pt x="1466850" y="520700"/>
                </a:lnTo>
                <a:lnTo>
                  <a:pt x="1473200" y="520700"/>
                </a:lnTo>
                <a:lnTo>
                  <a:pt x="1473200" y="508000"/>
                </a:lnTo>
                <a:close/>
                <a:moveTo>
                  <a:pt x="3048000" y="495300"/>
                </a:moveTo>
                <a:lnTo>
                  <a:pt x="3048000" y="501650"/>
                </a:lnTo>
                <a:lnTo>
                  <a:pt x="3060700" y="501650"/>
                </a:lnTo>
                <a:lnTo>
                  <a:pt x="3060700" y="495300"/>
                </a:lnTo>
                <a:close/>
                <a:moveTo>
                  <a:pt x="8991600" y="482600"/>
                </a:moveTo>
                <a:lnTo>
                  <a:pt x="8991600" y="495300"/>
                </a:lnTo>
                <a:lnTo>
                  <a:pt x="8985250" y="501650"/>
                </a:lnTo>
                <a:lnTo>
                  <a:pt x="8985250" y="508000"/>
                </a:lnTo>
                <a:lnTo>
                  <a:pt x="8953500" y="539750"/>
                </a:lnTo>
                <a:lnTo>
                  <a:pt x="8940800" y="539750"/>
                </a:lnTo>
                <a:lnTo>
                  <a:pt x="8947150" y="539750"/>
                </a:lnTo>
                <a:lnTo>
                  <a:pt x="8953500" y="546100"/>
                </a:lnTo>
                <a:lnTo>
                  <a:pt x="8959850" y="546100"/>
                </a:lnTo>
                <a:lnTo>
                  <a:pt x="8985250" y="571500"/>
                </a:lnTo>
                <a:lnTo>
                  <a:pt x="8985250" y="577850"/>
                </a:lnTo>
                <a:lnTo>
                  <a:pt x="8991600" y="584200"/>
                </a:lnTo>
                <a:lnTo>
                  <a:pt x="8991600" y="603250"/>
                </a:lnTo>
                <a:lnTo>
                  <a:pt x="8997950" y="603250"/>
                </a:lnTo>
                <a:lnTo>
                  <a:pt x="8997950" y="584200"/>
                </a:lnTo>
                <a:lnTo>
                  <a:pt x="9004300" y="577850"/>
                </a:lnTo>
                <a:lnTo>
                  <a:pt x="9004300" y="565150"/>
                </a:lnTo>
                <a:lnTo>
                  <a:pt x="9029700" y="539750"/>
                </a:lnTo>
                <a:lnTo>
                  <a:pt x="9042400" y="539750"/>
                </a:lnTo>
                <a:lnTo>
                  <a:pt x="9036050" y="533400"/>
                </a:lnTo>
                <a:lnTo>
                  <a:pt x="9023350" y="533400"/>
                </a:lnTo>
                <a:lnTo>
                  <a:pt x="9004300" y="514350"/>
                </a:lnTo>
                <a:lnTo>
                  <a:pt x="9004300" y="520700"/>
                </a:lnTo>
                <a:lnTo>
                  <a:pt x="9023350" y="539750"/>
                </a:lnTo>
                <a:lnTo>
                  <a:pt x="9004300" y="558800"/>
                </a:lnTo>
                <a:lnTo>
                  <a:pt x="9004300" y="565150"/>
                </a:lnTo>
                <a:lnTo>
                  <a:pt x="8991600" y="577850"/>
                </a:lnTo>
                <a:lnTo>
                  <a:pt x="8985250" y="571500"/>
                </a:lnTo>
                <a:lnTo>
                  <a:pt x="8985250" y="565150"/>
                </a:lnTo>
                <a:lnTo>
                  <a:pt x="8959850" y="539750"/>
                </a:lnTo>
                <a:lnTo>
                  <a:pt x="8972550" y="527050"/>
                </a:lnTo>
                <a:lnTo>
                  <a:pt x="8978900" y="527050"/>
                </a:lnTo>
                <a:lnTo>
                  <a:pt x="8978900" y="520700"/>
                </a:lnTo>
                <a:lnTo>
                  <a:pt x="8997950" y="501650"/>
                </a:lnTo>
                <a:lnTo>
                  <a:pt x="8997950" y="495300"/>
                </a:lnTo>
                <a:lnTo>
                  <a:pt x="8991600" y="488950"/>
                </a:lnTo>
                <a:close/>
                <a:moveTo>
                  <a:pt x="1257300" y="476250"/>
                </a:moveTo>
                <a:lnTo>
                  <a:pt x="1250950" y="482600"/>
                </a:lnTo>
                <a:lnTo>
                  <a:pt x="1250950" y="488950"/>
                </a:lnTo>
                <a:lnTo>
                  <a:pt x="1225550" y="514350"/>
                </a:lnTo>
                <a:lnTo>
                  <a:pt x="1219200" y="508000"/>
                </a:lnTo>
                <a:lnTo>
                  <a:pt x="1219200" y="514350"/>
                </a:lnTo>
                <a:lnTo>
                  <a:pt x="1212850" y="520700"/>
                </a:lnTo>
                <a:lnTo>
                  <a:pt x="1206500" y="514350"/>
                </a:lnTo>
                <a:lnTo>
                  <a:pt x="1200150" y="514350"/>
                </a:lnTo>
                <a:lnTo>
                  <a:pt x="1200150" y="520700"/>
                </a:lnTo>
                <a:lnTo>
                  <a:pt x="1187450" y="533400"/>
                </a:lnTo>
                <a:lnTo>
                  <a:pt x="1200150" y="520700"/>
                </a:lnTo>
                <a:lnTo>
                  <a:pt x="1206500" y="527050"/>
                </a:lnTo>
                <a:lnTo>
                  <a:pt x="1206500" y="533400"/>
                </a:lnTo>
                <a:lnTo>
                  <a:pt x="1219200" y="520700"/>
                </a:lnTo>
                <a:lnTo>
                  <a:pt x="1231900" y="520700"/>
                </a:lnTo>
                <a:lnTo>
                  <a:pt x="1238250" y="514350"/>
                </a:lnTo>
                <a:lnTo>
                  <a:pt x="1231900" y="508000"/>
                </a:lnTo>
                <a:lnTo>
                  <a:pt x="1244600" y="495300"/>
                </a:lnTo>
                <a:lnTo>
                  <a:pt x="1250950" y="501650"/>
                </a:lnTo>
                <a:lnTo>
                  <a:pt x="1257300" y="495300"/>
                </a:lnTo>
                <a:close/>
                <a:moveTo>
                  <a:pt x="241300" y="476250"/>
                </a:moveTo>
                <a:lnTo>
                  <a:pt x="234950" y="476250"/>
                </a:lnTo>
                <a:lnTo>
                  <a:pt x="228600" y="482600"/>
                </a:lnTo>
                <a:lnTo>
                  <a:pt x="222250" y="482600"/>
                </a:lnTo>
                <a:lnTo>
                  <a:pt x="215900" y="476250"/>
                </a:lnTo>
                <a:lnTo>
                  <a:pt x="209550" y="482600"/>
                </a:lnTo>
                <a:lnTo>
                  <a:pt x="203200" y="482600"/>
                </a:lnTo>
                <a:lnTo>
                  <a:pt x="190500" y="495300"/>
                </a:lnTo>
                <a:lnTo>
                  <a:pt x="184150" y="495300"/>
                </a:lnTo>
                <a:lnTo>
                  <a:pt x="171450" y="508000"/>
                </a:lnTo>
                <a:lnTo>
                  <a:pt x="165100" y="508000"/>
                </a:lnTo>
                <a:lnTo>
                  <a:pt x="152400" y="520700"/>
                </a:lnTo>
                <a:lnTo>
                  <a:pt x="146050" y="520700"/>
                </a:lnTo>
                <a:lnTo>
                  <a:pt x="127000" y="539750"/>
                </a:lnTo>
                <a:lnTo>
                  <a:pt x="120650" y="539750"/>
                </a:lnTo>
                <a:lnTo>
                  <a:pt x="88900" y="571500"/>
                </a:lnTo>
                <a:lnTo>
                  <a:pt x="82550" y="571500"/>
                </a:lnTo>
                <a:lnTo>
                  <a:pt x="82550" y="577850"/>
                </a:lnTo>
                <a:lnTo>
                  <a:pt x="76200" y="584200"/>
                </a:lnTo>
                <a:lnTo>
                  <a:pt x="76200" y="596900"/>
                </a:lnTo>
                <a:lnTo>
                  <a:pt x="82550" y="596900"/>
                </a:lnTo>
                <a:lnTo>
                  <a:pt x="95250" y="609600"/>
                </a:lnTo>
                <a:lnTo>
                  <a:pt x="101600" y="609600"/>
                </a:lnTo>
                <a:lnTo>
                  <a:pt x="114300" y="596900"/>
                </a:lnTo>
                <a:lnTo>
                  <a:pt x="120650" y="596900"/>
                </a:lnTo>
                <a:lnTo>
                  <a:pt x="146050" y="571500"/>
                </a:lnTo>
                <a:lnTo>
                  <a:pt x="152400" y="571500"/>
                </a:lnTo>
                <a:lnTo>
                  <a:pt x="241300" y="482600"/>
                </a:lnTo>
                <a:close/>
                <a:moveTo>
                  <a:pt x="1625600" y="463550"/>
                </a:moveTo>
                <a:lnTo>
                  <a:pt x="1606550" y="482600"/>
                </a:lnTo>
                <a:lnTo>
                  <a:pt x="1606550" y="488950"/>
                </a:lnTo>
                <a:lnTo>
                  <a:pt x="1612900" y="488950"/>
                </a:lnTo>
                <a:lnTo>
                  <a:pt x="1619250" y="482600"/>
                </a:lnTo>
                <a:lnTo>
                  <a:pt x="1612900" y="476250"/>
                </a:lnTo>
                <a:close/>
                <a:moveTo>
                  <a:pt x="1606550" y="482600"/>
                </a:moveTo>
                <a:lnTo>
                  <a:pt x="1612900" y="476250"/>
                </a:lnTo>
                <a:lnTo>
                  <a:pt x="1619250" y="482600"/>
                </a:lnTo>
                <a:lnTo>
                  <a:pt x="1612900" y="488950"/>
                </a:lnTo>
                <a:close/>
                <a:moveTo>
                  <a:pt x="1060450" y="463550"/>
                </a:moveTo>
                <a:lnTo>
                  <a:pt x="1047750" y="476250"/>
                </a:lnTo>
                <a:lnTo>
                  <a:pt x="1054100" y="482600"/>
                </a:lnTo>
                <a:lnTo>
                  <a:pt x="1060450" y="476250"/>
                </a:lnTo>
                <a:close/>
                <a:moveTo>
                  <a:pt x="1047750" y="476250"/>
                </a:moveTo>
                <a:lnTo>
                  <a:pt x="1054100" y="469900"/>
                </a:lnTo>
                <a:lnTo>
                  <a:pt x="1060450" y="476250"/>
                </a:lnTo>
                <a:lnTo>
                  <a:pt x="1054100" y="482600"/>
                </a:lnTo>
                <a:close/>
                <a:moveTo>
                  <a:pt x="1435100" y="450850"/>
                </a:moveTo>
                <a:lnTo>
                  <a:pt x="1428750" y="457200"/>
                </a:lnTo>
                <a:lnTo>
                  <a:pt x="1428750" y="463550"/>
                </a:lnTo>
                <a:lnTo>
                  <a:pt x="1435100" y="469900"/>
                </a:lnTo>
                <a:lnTo>
                  <a:pt x="1435100" y="482600"/>
                </a:lnTo>
                <a:lnTo>
                  <a:pt x="1441450" y="482600"/>
                </a:lnTo>
                <a:lnTo>
                  <a:pt x="1441450" y="450850"/>
                </a:lnTo>
                <a:close/>
                <a:moveTo>
                  <a:pt x="3416300" y="431800"/>
                </a:moveTo>
                <a:lnTo>
                  <a:pt x="3416300" y="444500"/>
                </a:lnTo>
                <a:lnTo>
                  <a:pt x="3422650" y="444500"/>
                </a:lnTo>
                <a:lnTo>
                  <a:pt x="3422650" y="431800"/>
                </a:lnTo>
                <a:close/>
                <a:moveTo>
                  <a:pt x="3003550" y="425450"/>
                </a:moveTo>
                <a:lnTo>
                  <a:pt x="3003550" y="438150"/>
                </a:lnTo>
                <a:lnTo>
                  <a:pt x="3009900" y="444500"/>
                </a:lnTo>
                <a:lnTo>
                  <a:pt x="3009900" y="469900"/>
                </a:lnTo>
                <a:lnTo>
                  <a:pt x="3016250" y="469900"/>
                </a:lnTo>
                <a:lnTo>
                  <a:pt x="3022600" y="476250"/>
                </a:lnTo>
                <a:lnTo>
                  <a:pt x="3016250" y="482600"/>
                </a:lnTo>
                <a:lnTo>
                  <a:pt x="3022600" y="476250"/>
                </a:lnTo>
                <a:lnTo>
                  <a:pt x="3009900" y="457200"/>
                </a:lnTo>
                <a:lnTo>
                  <a:pt x="3009900" y="438150"/>
                </a:lnTo>
                <a:lnTo>
                  <a:pt x="3016250" y="431800"/>
                </a:lnTo>
                <a:lnTo>
                  <a:pt x="3035300" y="431800"/>
                </a:lnTo>
                <a:lnTo>
                  <a:pt x="3028950" y="431800"/>
                </a:lnTo>
                <a:lnTo>
                  <a:pt x="3022600" y="425450"/>
                </a:lnTo>
                <a:close/>
                <a:moveTo>
                  <a:pt x="2470150" y="400050"/>
                </a:moveTo>
                <a:lnTo>
                  <a:pt x="2463800" y="406400"/>
                </a:lnTo>
                <a:lnTo>
                  <a:pt x="2470150" y="412750"/>
                </a:lnTo>
                <a:lnTo>
                  <a:pt x="2470150" y="419100"/>
                </a:lnTo>
                <a:lnTo>
                  <a:pt x="2463800" y="425450"/>
                </a:lnTo>
                <a:lnTo>
                  <a:pt x="2470150" y="431800"/>
                </a:lnTo>
                <a:lnTo>
                  <a:pt x="2470150" y="444500"/>
                </a:lnTo>
                <a:lnTo>
                  <a:pt x="2470150" y="412750"/>
                </a:lnTo>
                <a:lnTo>
                  <a:pt x="2476500" y="406400"/>
                </a:lnTo>
                <a:close/>
                <a:moveTo>
                  <a:pt x="2692400" y="393700"/>
                </a:moveTo>
                <a:lnTo>
                  <a:pt x="2686050" y="400050"/>
                </a:lnTo>
                <a:lnTo>
                  <a:pt x="2679700" y="400050"/>
                </a:lnTo>
                <a:lnTo>
                  <a:pt x="2679700" y="425450"/>
                </a:lnTo>
                <a:lnTo>
                  <a:pt x="2673350" y="431800"/>
                </a:lnTo>
                <a:lnTo>
                  <a:pt x="2660650" y="431800"/>
                </a:lnTo>
                <a:lnTo>
                  <a:pt x="2679700" y="431800"/>
                </a:lnTo>
                <a:lnTo>
                  <a:pt x="2679700" y="419100"/>
                </a:lnTo>
                <a:lnTo>
                  <a:pt x="2686050" y="412750"/>
                </a:lnTo>
                <a:lnTo>
                  <a:pt x="2692400" y="419100"/>
                </a:lnTo>
                <a:lnTo>
                  <a:pt x="2692400" y="425450"/>
                </a:lnTo>
                <a:lnTo>
                  <a:pt x="2692400" y="406400"/>
                </a:lnTo>
                <a:lnTo>
                  <a:pt x="2686050" y="400050"/>
                </a:lnTo>
                <a:close/>
                <a:moveTo>
                  <a:pt x="3238500" y="381000"/>
                </a:moveTo>
                <a:lnTo>
                  <a:pt x="3238500" y="412750"/>
                </a:lnTo>
                <a:lnTo>
                  <a:pt x="3244850" y="412750"/>
                </a:lnTo>
                <a:lnTo>
                  <a:pt x="3251200" y="419100"/>
                </a:lnTo>
                <a:lnTo>
                  <a:pt x="3263900" y="419100"/>
                </a:lnTo>
                <a:lnTo>
                  <a:pt x="3263900" y="412750"/>
                </a:lnTo>
                <a:lnTo>
                  <a:pt x="3257550" y="406400"/>
                </a:lnTo>
                <a:lnTo>
                  <a:pt x="3251200" y="406400"/>
                </a:lnTo>
                <a:lnTo>
                  <a:pt x="3244850" y="412750"/>
                </a:lnTo>
                <a:lnTo>
                  <a:pt x="3238500" y="406400"/>
                </a:lnTo>
                <a:close/>
                <a:moveTo>
                  <a:pt x="2933700" y="381000"/>
                </a:moveTo>
                <a:lnTo>
                  <a:pt x="2921000" y="393700"/>
                </a:lnTo>
                <a:lnTo>
                  <a:pt x="2927350" y="400050"/>
                </a:lnTo>
                <a:lnTo>
                  <a:pt x="2927350" y="393700"/>
                </a:lnTo>
                <a:lnTo>
                  <a:pt x="2933700" y="387350"/>
                </a:lnTo>
                <a:close/>
                <a:moveTo>
                  <a:pt x="3251200" y="361950"/>
                </a:moveTo>
                <a:lnTo>
                  <a:pt x="3251200" y="381000"/>
                </a:lnTo>
                <a:lnTo>
                  <a:pt x="3257550" y="381000"/>
                </a:lnTo>
                <a:lnTo>
                  <a:pt x="3263900" y="374650"/>
                </a:lnTo>
                <a:close/>
                <a:moveTo>
                  <a:pt x="1181100" y="361950"/>
                </a:moveTo>
                <a:lnTo>
                  <a:pt x="1174750" y="361950"/>
                </a:lnTo>
                <a:lnTo>
                  <a:pt x="1168400" y="368300"/>
                </a:lnTo>
                <a:lnTo>
                  <a:pt x="1168400" y="374650"/>
                </a:lnTo>
                <a:lnTo>
                  <a:pt x="1174750" y="374650"/>
                </a:lnTo>
                <a:lnTo>
                  <a:pt x="1174750" y="368300"/>
                </a:lnTo>
                <a:close/>
                <a:moveTo>
                  <a:pt x="914400" y="361950"/>
                </a:moveTo>
                <a:lnTo>
                  <a:pt x="901700" y="361950"/>
                </a:lnTo>
                <a:lnTo>
                  <a:pt x="895350" y="368300"/>
                </a:lnTo>
                <a:lnTo>
                  <a:pt x="895350" y="381000"/>
                </a:lnTo>
                <a:lnTo>
                  <a:pt x="901700" y="387350"/>
                </a:lnTo>
                <a:lnTo>
                  <a:pt x="901700" y="393700"/>
                </a:lnTo>
                <a:lnTo>
                  <a:pt x="901700" y="381000"/>
                </a:lnTo>
                <a:close/>
                <a:moveTo>
                  <a:pt x="2324100" y="355600"/>
                </a:moveTo>
                <a:lnTo>
                  <a:pt x="2298700" y="381000"/>
                </a:lnTo>
                <a:lnTo>
                  <a:pt x="2298700" y="387350"/>
                </a:lnTo>
                <a:lnTo>
                  <a:pt x="2305050" y="387350"/>
                </a:lnTo>
                <a:lnTo>
                  <a:pt x="2317750" y="374650"/>
                </a:lnTo>
                <a:lnTo>
                  <a:pt x="2317750" y="368300"/>
                </a:lnTo>
                <a:lnTo>
                  <a:pt x="2324100" y="361950"/>
                </a:lnTo>
                <a:close/>
                <a:moveTo>
                  <a:pt x="2305050" y="374650"/>
                </a:moveTo>
                <a:lnTo>
                  <a:pt x="2311400" y="368300"/>
                </a:lnTo>
                <a:lnTo>
                  <a:pt x="2317750" y="374650"/>
                </a:lnTo>
                <a:lnTo>
                  <a:pt x="2311400" y="381000"/>
                </a:lnTo>
                <a:close/>
                <a:moveTo>
                  <a:pt x="0" y="393700"/>
                </a:moveTo>
                <a:lnTo>
                  <a:pt x="6350" y="400050"/>
                </a:lnTo>
                <a:lnTo>
                  <a:pt x="6350" y="406400"/>
                </a:lnTo>
                <a:lnTo>
                  <a:pt x="95250" y="406400"/>
                </a:lnTo>
                <a:lnTo>
                  <a:pt x="101600" y="400050"/>
                </a:lnTo>
                <a:lnTo>
                  <a:pt x="158750" y="400050"/>
                </a:lnTo>
                <a:lnTo>
                  <a:pt x="165100" y="393700"/>
                </a:lnTo>
                <a:lnTo>
                  <a:pt x="196850" y="393700"/>
                </a:lnTo>
                <a:lnTo>
                  <a:pt x="196850" y="387350"/>
                </a:lnTo>
                <a:lnTo>
                  <a:pt x="209550" y="374650"/>
                </a:lnTo>
                <a:lnTo>
                  <a:pt x="203200" y="368300"/>
                </a:lnTo>
                <a:lnTo>
                  <a:pt x="171450" y="368300"/>
                </a:lnTo>
                <a:lnTo>
                  <a:pt x="165100" y="361950"/>
                </a:lnTo>
                <a:lnTo>
                  <a:pt x="50800" y="361950"/>
                </a:lnTo>
                <a:lnTo>
                  <a:pt x="44450" y="355600"/>
                </a:lnTo>
                <a:lnTo>
                  <a:pt x="19050" y="355600"/>
                </a:lnTo>
                <a:lnTo>
                  <a:pt x="6350" y="368300"/>
                </a:lnTo>
                <a:lnTo>
                  <a:pt x="6350" y="374650"/>
                </a:lnTo>
                <a:lnTo>
                  <a:pt x="0" y="381000"/>
                </a:lnTo>
                <a:close/>
                <a:moveTo>
                  <a:pt x="165100" y="381000"/>
                </a:moveTo>
                <a:lnTo>
                  <a:pt x="171450" y="374650"/>
                </a:lnTo>
                <a:lnTo>
                  <a:pt x="190500" y="374650"/>
                </a:lnTo>
                <a:lnTo>
                  <a:pt x="196850" y="381000"/>
                </a:lnTo>
                <a:lnTo>
                  <a:pt x="184150" y="393700"/>
                </a:lnTo>
                <a:close/>
                <a:moveTo>
                  <a:pt x="2781300" y="342900"/>
                </a:moveTo>
                <a:lnTo>
                  <a:pt x="2781300" y="349250"/>
                </a:lnTo>
                <a:lnTo>
                  <a:pt x="2819400" y="349250"/>
                </a:lnTo>
                <a:lnTo>
                  <a:pt x="2806700" y="349250"/>
                </a:lnTo>
                <a:lnTo>
                  <a:pt x="2800350" y="342900"/>
                </a:lnTo>
                <a:lnTo>
                  <a:pt x="2800350" y="336550"/>
                </a:lnTo>
                <a:lnTo>
                  <a:pt x="2794000" y="336550"/>
                </a:lnTo>
                <a:lnTo>
                  <a:pt x="2787650" y="342900"/>
                </a:lnTo>
                <a:close/>
                <a:moveTo>
                  <a:pt x="1466850" y="336550"/>
                </a:moveTo>
                <a:lnTo>
                  <a:pt x="1454150" y="349250"/>
                </a:lnTo>
                <a:lnTo>
                  <a:pt x="1454150" y="355600"/>
                </a:lnTo>
                <a:lnTo>
                  <a:pt x="1460500" y="355600"/>
                </a:lnTo>
                <a:lnTo>
                  <a:pt x="1460500" y="349250"/>
                </a:lnTo>
                <a:lnTo>
                  <a:pt x="1466850" y="342900"/>
                </a:lnTo>
                <a:close/>
                <a:moveTo>
                  <a:pt x="2012950" y="317500"/>
                </a:moveTo>
                <a:lnTo>
                  <a:pt x="2012950" y="330200"/>
                </a:lnTo>
                <a:lnTo>
                  <a:pt x="2006600" y="336550"/>
                </a:lnTo>
                <a:lnTo>
                  <a:pt x="2012950" y="336550"/>
                </a:lnTo>
                <a:lnTo>
                  <a:pt x="2019300" y="342900"/>
                </a:lnTo>
                <a:lnTo>
                  <a:pt x="2019300" y="330200"/>
                </a:lnTo>
                <a:lnTo>
                  <a:pt x="2012950" y="323850"/>
                </a:lnTo>
                <a:close/>
                <a:moveTo>
                  <a:pt x="2940050" y="285750"/>
                </a:moveTo>
                <a:lnTo>
                  <a:pt x="2927350" y="298450"/>
                </a:lnTo>
                <a:lnTo>
                  <a:pt x="2921000" y="298450"/>
                </a:lnTo>
                <a:lnTo>
                  <a:pt x="2921000" y="304800"/>
                </a:lnTo>
                <a:lnTo>
                  <a:pt x="2914650" y="311150"/>
                </a:lnTo>
                <a:lnTo>
                  <a:pt x="2914650" y="317500"/>
                </a:lnTo>
                <a:lnTo>
                  <a:pt x="2927350" y="304800"/>
                </a:lnTo>
                <a:lnTo>
                  <a:pt x="2927350" y="298450"/>
                </a:lnTo>
                <a:close/>
                <a:moveTo>
                  <a:pt x="2762250" y="285750"/>
                </a:moveTo>
                <a:lnTo>
                  <a:pt x="2762250" y="292100"/>
                </a:lnTo>
                <a:lnTo>
                  <a:pt x="2781300" y="292100"/>
                </a:lnTo>
                <a:lnTo>
                  <a:pt x="2781300" y="285750"/>
                </a:lnTo>
                <a:close/>
                <a:moveTo>
                  <a:pt x="488950" y="285750"/>
                </a:moveTo>
                <a:lnTo>
                  <a:pt x="482600" y="292100"/>
                </a:lnTo>
                <a:lnTo>
                  <a:pt x="482600" y="323850"/>
                </a:lnTo>
                <a:lnTo>
                  <a:pt x="488950" y="317500"/>
                </a:lnTo>
                <a:lnTo>
                  <a:pt x="488950" y="311150"/>
                </a:lnTo>
                <a:lnTo>
                  <a:pt x="482600" y="304800"/>
                </a:lnTo>
                <a:lnTo>
                  <a:pt x="482600" y="292100"/>
                </a:lnTo>
                <a:close/>
                <a:moveTo>
                  <a:pt x="8445500" y="266700"/>
                </a:moveTo>
                <a:lnTo>
                  <a:pt x="8432800" y="279400"/>
                </a:lnTo>
                <a:lnTo>
                  <a:pt x="8432800" y="285750"/>
                </a:lnTo>
                <a:lnTo>
                  <a:pt x="8426450" y="292100"/>
                </a:lnTo>
                <a:lnTo>
                  <a:pt x="8426450" y="311150"/>
                </a:lnTo>
                <a:lnTo>
                  <a:pt x="8420100" y="317500"/>
                </a:lnTo>
                <a:lnTo>
                  <a:pt x="8420100" y="361950"/>
                </a:lnTo>
                <a:lnTo>
                  <a:pt x="8413750" y="368300"/>
                </a:lnTo>
                <a:lnTo>
                  <a:pt x="8413750" y="412750"/>
                </a:lnTo>
                <a:lnTo>
                  <a:pt x="8407400" y="419100"/>
                </a:lnTo>
                <a:lnTo>
                  <a:pt x="8407400" y="488950"/>
                </a:lnTo>
                <a:lnTo>
                  <a:pt x="8420100" y="488950"/>
                </a:lnTo>
                <a:lnTo>
                  <a:pt x="8426450" y="495300"/>
                </a:lnTo>
                <a:lnTo>
                  <a:pt x="8426450" y="508000"/>
                </a:lnTo>
                <a:lnTo>
                  <a:pt x="8445500" y="488950"/>
                </a:lnTo>
                <a:lnTo>
                  <a:pt x="8445500" y="450850"/>
                </a:lnTo>
                <a:lnTo>
                  <a:pt x="8451850" y="444500"/>
                </a:lnTo>
                <a:lnTo>
                  <a:pt x="8451850" y="412750"/>
                </a:lnTo>
                <a:lnTo>
                  <a:pt x="8458200" y="406400"/>
                </a:lnTo>
                <a:lnTo>
                  <a:pt x="8458200" y="368300"/>
                </a:lnTo>
                <a:lnTo>
                  <a:pt x="8464550" y="361950"/>
                </a:lnTo>
                <a:lnTo>
                  <a:pt x="8464550" y="330200"/>
                </a:lnTo>
                <a:lnTo>
                  <a:pt x="8470900" y="323850"/>
                </a:lnTo>
                <a:lnTo>
                  <a:pt x="8470900" y="304800"/>
                </a:lnTo>
                <a:lnTo>
                  <a:pt x="8477250" y="298450"/>
                </a:lnTo>
                <a:lnTo>
                  <a:pt x="8477250" y="285750"/>
                </a:lnTo>
                <a:lnTo>
                  <a:pt x="8464550" y="273050"/>
                </a:lnTo>
                <a:lnTo>
                  <a:pt x="8451850" y="273050"/>
                </a:lnTo>
                <a:close/>
                <a:moveTo>
                  <a:pt x="8420100" y="387350"/>
                </a:moveTo>
                <a:lnTo>
                  <a:pt x="8426450" y="381000"/>
                </a:lnTo>
                <a:lnTo>
                  <a:pt x="8432800" y="387350"/>
                </a:lnTo>
                <a:lnTo>
                  <a:pt x="8426450" y="393700"/>
                </a:lnTo>
                <a:close/>
                <a:moveTo>
                  <a:pt x="8820150" y="260350"/>
                </a:moveTo>
                <a:lnTo>
                  <a:pt x="8807450" y="260350"/>
                </a:lnTo>
                <a:lnTo>
                  <a:pt x="8801100" y="266700"/>
                </a:lnTo>
                <a:lnTo>
                  <a:pt x="8794750" y="266700"/>
                </a:lnTo>
                <a:lnTo>
                  <a:pt x="8788400" y="273050"/>
                </a:lnTo>
                <a:lnTo>
                  <a:pt x="8782050" y="273050"/>
                </a:lnTo>
                <a:lnTo>
                  <a:pt x="8769350" y="285750"/>
                </a:lnTo>
                <a:lnTo>
                  <a:pt x="8769350" y="292100"/>
                </a:lnTo>
                <a:lnTo>
                  <a:pt x="8743950" y="317500"/>
                </a:lnTo>
                <a:lnTo>
                  <a:pt x="8737600" y="311150"/>
                </a:lnTo>
                <a:lnTo>
                  <a:pt x="8737600" y="304800"/>
                </a:lnTo>
                <a:lnTo>
                  <a:pt x="8743950" y="298450"/>
                </a:lnTo>
                <a:lnTo>
                  <a:pt x="8743950" y="273050"/>
                </a:lnTo>
                <a:lnTo>
                  <a:pt x="8737600" y="266700"/>
                </a:lnTo>
                <a:lnTo>
                  <a:pt x="8724900" y="266700"/>
                </a:lnTo>
                <a:lnTo>
                  <a:pt x="8718550" y="273050"/>
                </a:lnTo>
                <a:lnTo>
                  <a:pt x="8712200" y="273050"/>
                </a:lnTo>
                <a:lnTo>
                  <a:pt x="8705850" y="279400"/>
                </a:lnTo>
                <a:lnTo>
                  <a:pt x="8699500" y="279400"/>
                </a:lnTo>
                <a:lnTo>
                  <a:pt x="8699500" y="304800"/>
                </a:lnTo>
                <a:lnTo>
                  <a:pt x="8693150" y="311150"/>
                </a:lnTo>
                <a:lnTo>
                  <a:pt x="8693150" y="361950"/>
                </a:lnTo>
                <a:lnTo>
                  <a:pt x="8686800" y="368300"/>
                </a:lnTo>
                <a:lnTo>
                  <a:pt x="8686800" y="419100"/>
                </a:lnTo>
                <a:lnTo>
                  <a:pt x="8680450" y="425450"/>
                </a:lnTo>
                <a:lnTo>
                  <a:pt x="8680450" y="495300"/>
                </a:lnTo>
                <a:lnTo>
                  <a:pt x="8693150" y="495300"/>
                </a:lnTo>
                <a:lnTo>
                  <a:pt x="8699500" y="501650"/>
                </a:lnTo>
                <a:lnTo>
                  <a:pt x="8712200" y="501650"/>
                </a:lnTo>
                <a:lnTo>
                  <a:pt x="8712200" y="495300"/>
                </a:lnTo>
                <a:lnTo>
                  <a:pt x="8718550" y="488950"/>
                </a:lnTo>
                <a:lnTo>
                  <a:pt x="8718550" y="450850"/>
                </a:lnTo>
                <a:lnTo>
                  <a:pt x="8724900" y="444500"/>
                </a:lnTo>
                <a:lnTo>
                  <a:pt x="8724900" y="438150"/>
                </a:lnTo>
                <a:lnTo>
                  <a:pt x="8718550" y="431800"/>
                </a:lnTo>
                <a:lnTo>
                  <a:pt x="8718550" y="425450"/>
                </a:lnTo>
                <a:lnTo>
                  <a:pt x="8724900" y="419100"/>
                </a:lnTo>
                <a:lnTo>
                  <a:pt x="8724900" y="412750"/>
                </a:lnTo>
                <a:lnTo>
                  <a:pt x="8731250" y="406400"/>
                </a:lnTo>
                <a:lnTo>
                  <a:pt x="8731250" y="400050"/>
                </a:lnTo>
                <a:lnTo>
                  <a:pt x="8737600" y="393700"/>
                </a:lnTo>
                <a:lnTo>
                  <a:pt x="8737600" y="387350"/>
                </a:lnTo>
                <a:lnTo>
                  <a:pt x="8750300" y="374650"/>
                </a:lnTo>
                <a:lnTo>
                  <a:pt x="8750300" y="368300"/>
                </a:lnTo>
                <a:lnTo>
                  <a:pt x="8756650" y="361950"/>
                </a:lnTo>
                <a:lnTo>
                  <a:pt x="8756650" y="355600"/>
                </a:lnTo>
                <a:lnTo>
                  <a:pt x="8794750" y="317500"/>
                </a:lnTo>
                <a:lnTo>
                  <a:pt x="8807450" y="330200"/>
                </a:lnTo>
                <a:lnTo>
                  <a:pt x="8807450" y="355600"/>
                </a:lnTo>
                <a:lnTo>
                  <a:pt x="8801100" y="361950"/>
                </a:lnTo>
                <a:lnTo>
                  <a:pt x="8801100" y="400050"/>
                </a:lnTo>
                <a:lnTo>
                  <a:pt x="8794750" y="406400"/>
                </a:lnTo>
                <a:lnTo>
                  <a:pt x="8794750" y="501650"/>
                </a:lnTo>
                <a:lnTo>
                  <a:pt x="8813800" y="520700"/>
                </a:lnTo>
                <a:lnTo>
                  <a:pt x="8820150" y="514350"/>
                </a:lnTo>
                <a:lnTo>
                  <a:pt x="8832850" y="514350"/>
                </a:lnTo>
                <a:lnTo>
                  <a:pt x="8832850" y="508000"/>
                </a:lnTo>
                <a:lnTo>
                  <a:pt x="8845550" y="488950"/>
                </a:lnTo>
                <a:lnTo>
                  <a:pt x="8845550" y="476250"/>
                </a:lnTo>
                <a:lnTo>
                  <a:pt x="8839200" y="482600"/>
                </a:lnTo>
                <a:lnTo>
                  <a:pt x="8832850" y="476250"/>
                </a:lnTo>
                <a:lnTo>
                  <a:pt x="8832850" y="419100"/>
                </a:lnTo>
                <a:lnTo>
                  <a:pt x="8839200" y="412750"/>
                </a:lnTo>
                <a:lnTo>
                  <a:pt x="8839200" y="368300"/>
                </a:lnTo>
                <a:lnTo>
                  <a:pt x="8845550" y="361950"/>
                </a:lnTo>
                <a:lnTo>
                  <a:pt x="8845550" y="292100"/>
                </a:lnTo>
                <a:lnTo>
                  <a:pt x="8839200" y="285750"/>
                </a:lnTo>
                <a:lnTo>
                  <a:pt x="8839200" y="279400"/>
                </a:lnTo>
                <a:close/>
                <a:moveTo>
                  <a:pt x="8597900" y="260350"/>
                </a:moveTo>
                <a:lnTo>
                  <a:pt x="8585200" y="260350"/>
                </a:lnTo>
                <a:lnTo>
                  <a:pt x="8578850" y="266700"/>
                </a:lnTo>
                <a:lnTo>
                  <a:pt x="8572500" y="266700"/>
                </a:lnTo>
                <a:lnTo>
                  <a:pt x="8534400" y="304800"/>
                </a:lnTo>
                <a:lnTo>
                  <a:pt x="8534400" y="311150"/>
                </a:lnTo>
                <a:lnTo>
                  <a:pt x="8515350" y="330200"/>
                </a:lnTo>
                <a:lnTo>
                  <a:pt x="8515350" y="336550"/>
                </a:lnTo>
                <a:lnTo>
                  <a:pt x="8509000" y="342900"/>
                </a:lnTo>
                <a:lnTo>
                  <a:pt x="8509000" y="355600"/>
                </a:lnTo>
                <a:lnTo>
                  <a:pt x="8502650" y="361950"/>
                </a:lnTo>
                <a:lnTo>
                  <a:pt x="8502650" y="368300"/>
                </a:lnTo>
                <a:lnTo>
                  <a:pt x="8496300" y="374650"/>
                </a:lnTo>
                <a:lnTo>
                  <a:pt x="8496300" y="387350"/>
                </a:lnTo>
                <a:lnTo>
                  <a:pt x="8489950" y="393700"/>
                </a:lnTo>
                <a:lnTo>
                  <a:pt x="8489950" y="412750"/>
                </a:lnTo>
                <a:lnTo>
                  <a:pt x="8483600" y="419100"/>
                </a:lnTo>
                <a:lnTo>
                  <a:pt x="8483600" y="431800"/>
                </a:lnTo>
                <a:lnTo>
                  <a:pt x="8489950" y="438150"/>
                </a:lnTo>
                <a:lnTo>
                  <a:pt x="8489950" y="450850"/>
                </a:lnTo>
                <a:lnTo>
                  <a:pt x="8496300" y="457200"/>
                </a:lnTo>
                <a:lnTo>
                  <a:pt x="8496300" y="469900"/>
                </a:lnTo>
                <a:lnTo>
                  <a:pt x="8521700" y="495300"/>
                </a:lnTo>
                <a:lnTo>
                  <a:pt x="8521700" y="501650"/>
                </a:lnTo>
                <a:lnTo>
                  <a:pt x="8528050" y="501650"/>
                </a:lnTo>
                <a:lnTo>
                  <a:pt x="8534400" y="508000"/>
                </a:lnTo>
                <a:lnTo>
                  <a:pt x="8572500" y="508000"/>
                </a:lnTo>
                <a:lnTo>
                  <a:pt x="8578850" y="501650"/>
                </a:lnTo>
                <a:lnTo>
                  <a:pt x="8585200" y="501650"/>
                </a:lnTo>
                <a:lnTo>
                  <a:pt x="8591550" y="495300"/>
                </a:lnTo>
                <a:lnTo>
                  <a:pt x="8597900" y="495300"/>
                </a:lnTo>
                <a:lnTo>
                  <a:pt x="8616950" y="476250"/>
                </a:lnTo>
                <a:lnTo>
                  <a:pt x="8616950" y="469900"/>
                </a:lnTo>
                <a:lnTo>
                  <a:pt x="8623300" y="463550"/>
                </a:lnTo>
                <a:lnTo>
                  <a:pt x="8629650" y="463550"/>
                </a:lnTo>
                <a:lnTo>
                  <a:pt x="8629650" y="457200"/>
                </a:lnTo>
                <a:lnTo>
                  <a:pt x="8642350" y="444500"/>
                </a:lnTo>
                <a:lnTo>
                  <a:pt x="8642350" y="438150"/>
                </a:lnTo>
                <a:lnTo>
                  <a:pt x="8655050" y="419100"/>
                </a:lnTo>
                <a:lnTo>
                  <a:pt x="8655050" y="406400"/>
                </a:lnTo>
                <a:lnTo>
                  <a:pt x="8661400" y="400050"/>
                </a:lnTo>
                <a:lnTo>
                  <a:pt x="8661400" y="336550"/>
                </a:lnTo>
                <a:lnTo>
                  <a:pt x="8655050" y="330200"/>
                </a:lnTo>
                <a:lnTo>
                  <a:pt x="8655050" y="323850"/>
                </a:lnTo>
                <a:lnTo>
                  <a:pt x="8661400" y="317500"/>
                </a:lnTo>
                <a:lnTo>
                  <a:pt x="8661400" y="304800"/>
                </a:lnTo>
                <a:lnTo>
                  <a:pt x="8655050" y="298450"/>
                </a:lnTo>
                <a:lnTo>
                  <a:pt x="8623300" y="298450"/>
                </a:lnTo>
                <a:lnTo>
                  <a:pt x="8616950" y="292100"/>
                </a:lnTo>
                <a:lnTo>
                  <a:pt x="8616950" y="285750"/>
                </a:lnTo>
                <a:lnTo>
                  <a:pt x="8623300" y="279400"/>
                </a:lnTo>
                <a:lnTo>
                  <a:pt x="8623300" y="273050"/>
                </a:lnTo>
                <a:lnTo>
                  <a:pt x="8616950" y="266700"/>
                </a:lnTo>
                <a:lnTo>
                  <a:pt x="8604250" y="266700"/>
                </a:lnTo>
                <a:close/>
                <a:moveTo>
                  <a:pt x="8597900" y="311150"/>
                </a:moveTo>
                <a:lnTo>
                  <a:pt x="8616950" y="330200"/>
                </a:lnTo>
                <a:lnTo>
                  <a:pt x="8616950" y="400050"/>
                </a:lnTo>
                <a:lnTo>
                  <a:pt x="8610600" y="406400"/>
                </a:lnTo>
                <a:lnTo>
                  <a:pt x="8610600" y="412750"/>
                </a:lnTo>
                <a:lnTo>
                  <a:pt x="8604250" y="419100"/>
                </a:lnTo>
                <a:lnTo>
                  <a:pt x="8604250" y="425450"/>
                </a:lnTo>
                <a:lnTo>
                  <a:pt x="8591550" y="438150"/>
                </a:lnTo>
                <a:lnTo>
                  <a:pt x="8591550" y="444500"/>
                </a:lnTo>
                <a:lnTo>
                  <a:pt x="8578850" y="457200"/>
                </a:lnTo>
                <a:lnTo>
                  <a:pt x="8572500" y="457200"/>
                </a:lnTo>
                <a:lnTo>
                  <a:pt x="8566150" y="463550"/>
                </a:lnTo>
                <a:lnTo>
                  <a:pt x="8553450" y="463550"/>
                </a:lnTo>
                <a:lnTo>
                  <a:pt x="8540750" y="450850"/>
                </a:lnTo>
                <a:lnTo>
                  <a:pt x="8540750" y="431800"/>
                </a:lnTo>
                <a:lnTo>
                  <a:pt x="8534400" y="425450"/>
                </a:lnTo>
                <a:lnTo>
                  <a:pt x="8534400" y="412750"/>
                </a:lnTo>
                <a:lnTo>
                  <a:pt x="8540750" y="406400"/>
                </a:lnTo>
                <a:lnTo>
                  <a:pt x="8540750" y="387350"/>
                </a:lnTo>
                <a:lnTo>
                  <a:pt x="8547100" y="381000"/>
                </a:lnTo>
                <a:lnTo>
                  <a:pt x="8547100" y="368300"/>
                </a:lnTo>
                <a:lnTo>
                  <a:pt x="8553450" y="361950"/>
                </a:lnTo>
                <a:lnTo>
                  <a:pt x="8553450" y="355600"/>
                </a:lnTo>
                <a:lnTo>
                  <a:pt x="8559800" y="349250"/>
                </a:lnTo>
                <a:lnTo>
                  <a:pt x="8559800" y="342900"/>
                </a:lnTo>
                <a:lnTo>
                  <a:pt x="8572500" y="330200"/>
                </a:lnTo>
                <a:lnTo>
                  <a:pt x="8572500" y="323850"/>
                </a:lnTo>
                <a:lnTo>
                  <a:pt x="8585200" y="311150"/>
                </a:lnTo>
                <a:close/>
                <a:moveTo>
                  <a:pt x="2044700" y="254000"/>
                </a:moveTo>
                <a:lnTo>
                  <a:pt x="2044700" y="273050"/>
                </a:lnTo>
                <a:lnTo>
                  <a:pt x="2051050" y="279400"/>
                </a:lnTo>
                <a:lnTo>
                  <a:pt x="2051050" y="285750"/>
                </a:lnTo>
                <a:lnTo>
                  <a:pt x="2044700" y="292100"/>
                </a:lnTo>
                <a:lnTo>
                  <a:pt x="2038350" y="285750"/>
                </a:lnTo>
                <a:lnTo>
                  <a:pt x="2044700" y="292100"/>
                </a:lnTo>
                <a:lnTo>
                  <a:pt x="2038350" y="298450"/>
                </a:lnTo>
                <a:lnTo>
                  <a:pt x="2038350" y="304800"/>
                </a:lnTo>
                <a:lnTo>
                  <a:pt x="2044700" y="304800"/>
                </a:lnTo>
                <a:lnTo>
                  <a:pt x="2051050" y="298450"/>
                </a:lnTo>
                <a:lnTo>
                  <a:pt x="2051050" y="279400"/>
                </a:lnTo>
                <a:lnTo>
                  <a:pt x="2044700" y="273050"/>
                </a:lnTo>
                <a:close/>
                <a:moveTo>
                  <a:pt x="8026400" y="247650"/>
                </a:moveTo>
                <a:lnTo>
                  <a:pt x="8020050" y="254000"/>
                </a:lnTo>
                <a:lnTo>
                  <a:pt x="8007350" y="254000"/>
                </a:lnTo>
                <a:lnTo>
                  <a:pt x="7975600" y="285750"/>
                </a:lnTo>
                <a:lnTo>
                  <a:pt x="7975600" y="292100"/>
                </a:lnTo>
                <a:lnTo>
                  <a:pt x="7962900" y="304800"/>
                </a:lnTo>
                <a:lnTo>
                  <a:pt x="7956550" y="304800"/>
                </a:lnTo>
                <a:lnTo>
                  <a:pt x="7950200" y="298450"/>
                </a:lnTo>
                <a:lnTo>
                  <a:pt x="7950200" y="292100"/>
                </a:lnTo>
                <a:lnTo>
                  <a:pt x="7956550" y="285750"/>
                </a:lnTo>
                <a:lnTo>
                  <a:pt x="7956550" y="266700"/>
                </a:lnTo>
                <a:lnTo>
                  <a:pt x="7950200" y="260350"/>
                </a:lnTo>
                <a:lnTo>
                  <a:pt x="7950200" y="254000"/>
                </a:lnTo>
                <a:lnTo>
                  <a:pt x="7937500" y="254000"/>
                </a:lnTo>
                <a:lnTo>
                  <a:pt x="7931150" y="260350"/>
                </a:lnTo>
                <a:lnTo>
                  <a:pt x="7924800" y="260350"/>
                </a:lnTo>
                <a:lnTo>
                  <a:pt x="7918450" y="266700"/>
                </a:lnTo>
                <a:lnTo>
                  <a:pt x="7912100" y="266700"/>
                </a:lnTo>
                <a:lnTo>
                  <a:pt x="7912100" y="292100"/>
                </a:lnTo>
                <a:lnTo>
                  <a:pt x="7905750" y="298450"/>
                </a:lnTo>
                <a:lnTo>
                  <a:pt x="7905750" y="330200"/>
                </a:lnTo>
                <a:lnTo>
                  <a:pt x="7899400" y="336550"/>
                </a:lnTo>
                <a:lnTo>
                  <a:pt x="7899400" y="400050"/>
                </a:lnTo>
                <a:lnTo>
                  <a:pt x="7893050" y="406400"/>
                </a:lnTo>
                <a:lnTo>
                  <a:pt x="7893050" y="438150"/>
                </a:lnTo>
                <a:lnTo>
                  <a:pt x="7886700" y="444500"/>
                </a:lnTo>
                <a:lnTo>
                  <a:pt x="7886700" y="488950"/>
                </a:lnTo>
                <a:lnTo>
                  <a:pt x="7893050" y="495300"/>
                </a:lnTo>
                <a:lnTo>
                  <a:pt x="7899400" y="495300"/>
                </a:lnTo>
                <a:lnTo>
                  <a:pt x="7905750" y="501650"/>
                </a:lnTo>
                <a:lnTo>
                  <a:pt x="7912100" y="501650"/>
                </a:lnTo>
                <a:lnTo>
                  <a:pt x="7931150" y="488950"/>
                </a:lnTo>
                <a:lnTo>
                  <a:pt x="7931150" y="469900"/>
                </a:lnTo>
                <a:lnTo>
                  <a:pt x="7937500" y="463550"/>
                </a:lnTo>
                <a:lnTo>
                  <a:pt x="7937500" y="406400"/>
                </a:lnTo>
                <a:lnTo>
                  <a:pt x="7943850" y="400050"/>
                </a:lnTo>
                <a:lnTo>
                  <a:pt x="7943850" y="393700"/>
                </a:lnTo>
                <a:lnTo>
                  <a:pt x="7950200" y="387350"/>
                </a:lnTo>
                <a:lnTo>
                  <a:pt x="7950200" y="381000"/>
                </a:lnTo>
                <a:lnTo>
                  <a:pt x="7956550" y="374650"/>
                </a:lnTo>
                <a:lnTo>
                  <a:pt x="7956550" y="368300"/>
                </a:lnTo>
                <a:lnTo>
                  <a:pt x="7962900" y="361950"/>
                </a:lnTo>
                <a:lnTo>
                  <a:pt x="7962900" y="355600"/>
                </a:lnTo>
                <a:lnTo>
                  <a:pt x="7975600" y="342900"/>
                </a:lnTo>
                <a:lnTo>
                  <a:pt x="7975600" y="336550"/>
                </a:lnTo>
                <a:lnTo>
                  <a:pt x="8007350" y="304800"/>
                </a:lnTo>
                <a:lnTo>
                  <a:pt x="8013700" y="304800"/>
                </a:lnTo>
                <a:lnTo>
                  <a:pt x="8020050" y="298450"/>
                </a:lnTo>
                <a:lnTo>
                  <a:pt x="8026400" y="298450"/>
                </a:lnTo>
                <a:lnTo>
                  <a:pt x="8032750" y="304800"/>
                </a:lnTo>
                <a:lnTo>
                  <a:pt x="8032750" y="311150"/>
                </a:lnTo>
                <a:lnTo>
                  <a:pt x="8045450" y="311150"/>
                </a:lnTo>
                <a:lnTo>
                  <a:pt x="8051800" y="304800"/>
                </a:lnTo>
                <a:lnTo>
                  <a:pt x="8051800" y="298450"/>
                </a:lnTo>
                <a:lnTo>
                  <a:pt x="8058150" y="292100"/>
                </a:lnTo>
                <a:lnTo>
                  <a:pt x="8058150" y="273050"/>
                </a:lnTo>
                <a:lnTo>
                  <a:pt x="8045450" y="260350"/>
                </a:lnTo>
                <a:lnTo>
                  <a:pt x="8039100" y="260350"/>
                </a:lnTo>
                <a:close/>
                <a:moveTo>
                  <a:pt x="7829550" y="247650"/>
                </a:moveTo>
                <a:lnTo>
                  <a:pt x="7785100" y="247650"/>
                </a:lnTo>
                <a:lnTo>
                  <a:pt x="7778750" y="254000"/>
                </a:lnTo>
                <a:lnTo>
                  <a:pt x="7772400" y="254000"/>
                </a:lnTo>
                <a:lnTo>
                  <a:pt x="7766050" y="260350"/>
                </a:lnTo>
                <a:lnTo>
                  <a:pt x="7759700" y="260350"/>
                </a:lnTo>
                <a:lnTo>
                  <a:pt x="7747000" y="273050"/>
                </a:lnTo>
                <a:lnTo>
                  <a:pt x="7747000" y="279400"/>
                </a:lnTo>
                <a:lnTo>
                  <a:pt x="7721600" y="304800"/>
                </a:lnTo>
                <a:lnTo>
                  <a:pt x="7721600" y="311150"/>
                </a:lnTo>
                <a:lnTo>
                  <a:pt x="7715250" y="317500"/>
                </a:lnTo>
                <a:lnTo>
                  <a:pt x="7715250" y="323850"/>
                </a:lnTo>
                <a:lnTo>
                  <a:pt x="7708900" y="330200"/>
                </a:lnTo>
                <a:lnTo>
                  <a:pt x="7708900" y="336550"/>
                </a:lnTo>
                <a:lnTo>
                  <a:pt x="7696200" y="349250"/>
                </a:lnTo>
                <a:lnTo>
                  <a:pt x="7696200" y="368300"/>
                </a:lnTo>
                <a:lnTo>
                  <a:pt x="7677150" y="387350"/>
                </a:lnTo>
                <a:lnTo>
                  <a:pt x="7677150" y="400050"/>
                </a:lnTo>
                <a:lnTo>
                  <a:pt x="7689850" y="412750"/>
                </a:lnTo>
                <a:lnTo>
                  <a:pt x="7689850" y="457200"/>
                </a:lnTo>
                <a:lnTo>
                  <a:pt x="7696200" y="463550"/>
                </a:lnTo>
                <a:lnTo>
                  <a:pt x="7696200" y="469900"/>
                </a:lnTo>
                <a:lnTo>
                  <a:pt x="7715250" y="488950"/>
                </a:lnTo>
                <a:lnTo>
                  <a:pt x="7721600" y="488950"/>
                </a:lnTo>
                <a:lnTo>
                  <a:pt x="7740650" y="501650"/>
                </a:lnTo>
                <a:lnTo>
                  <a:pt x="7797800" y="501650"/>
                </a:lnTo>
                <a:lnTo>
                  <a:pt x="7804150" y="495300"/>
                </a:lnTo>
                <a:lnTo>
                  <a:pt x="7816850" y="495300"/>
                </a:lnTo>
                <a:lnTo>
                  <a:pt x="7823200" y="488950"/>
                </a:lnTo>
                <a:lnTo>
                  <a:pt x="7829550" y="488950"/>
                </a:lnTo>
                <a:lnTo>
                  <a:pt x="7867650" y="450850"/>
                </a:lnTo>
                <a:lnTo>
                  <a:pt x="7861300" y="450850"/>
                </a:lnTo>
                <a:lnTo>
                  <a:pt x="7854950" y="457200"/>
                </a:lnTo>
                <a:lnTo>
                  <a:pt x="7848600" y="450850"/>
                </a:lnTo>
                <a:lnTo>
                  <a:pt x="7848600" y="438150"/>
                </a:lnTo>
                <a:lnTo>
                  <a:pt x="7854950" y="431800"/>
                </a:lnTo>
                <a:lnTo>
                  <a:pt x="7848600" y="425450"/>
                </a:lnTo>
                <a:lnTo>
                  <a:pt x="7835900" y="438150"/>
                </a:lnTo>
                <a:lnTo>
                  <a:pt x="7829550" y="438150"/>
                </a:lnTo>
                <a:lnTo>
                  <a:pt x="7816850" y="450850"/>
                </a:lnTo>
                <a:lnTo>
                  <a:pt x="7810500" y="450850"/>
                </a:lnTo>
                <a:lnTo>
                  <a:pt x="7804150" y="457200"/>
                </a:lnTo>
                <a:lnTo>
                  <a:pt x="7791450" y="457200"/>
                </a:lnTo>
                <a:lnTo>
                  <a:pt x="7785100" y="463550"/>
                </a:lnTo>
                <a:lnTo>
                  <a:pt x="7766050" y="463550"/>
                </a:lnTo>
                <a:lnTo>
                  <a:pt x="7747000" y="450850"/>
                </a:lnTo>
                <a:lnTo>
                  <a:pt x="7747000" y="444500"/>
                </a:lnTo>
                <a:lnTo>
                  <a:pt x="7734300" y="425450"/>
                </a:lnTo>
                <a:lnTo>
                  <a:pt x="7734300" y="406400"/>
                </a:lnTo>
                <a:lnTo>
                  <a:pt x="7740650" y="400050"/>
                </a:lnTo>
                <a:lnTo>
                  <a:pt x="7778750" y="400050"/>
                </a:lnTo>
                <a:lnTo>
                  <a:pt x="7785100" y="393700"/>
                </a:lnTo>
                <a:lnTo>
                  <a:pt x="7797800" y="393700"/>
                </a:lnTo>
                <a:lnTo>
                  <a:pt x="7804150" y="387350"/>
                </a:lnTo>
                <a:lnTo>
                  <a:pt x="7810500" y="387350"/>
                </a:lnTo>
                <a:lnTo>
                  <a:pt x="7816850" y="381000"/>
                </a:lnTo>
                <a:lnTo>
                  <a:pt x="7823200" y="381000"/>
                </a:lnTo>
                <a:lnTo>
                  <a:pt x="7861300" y="342900"/>
                </a:lnTo>
                <a:lnTo>
                  <a:pt x="7861300" y="336550"/>
                </a:lnTo>
                <a:lnTo>
                  <a:pt x="7867650" y="330200"/>
                </a:lnTo>
                <a:lnTo>
                  <a:pt x="7867650" y="292100"/>
                </a:lnTo>
                <a:lnTo>
                  <a:pt x="7861300" y="285750"/>
                </a:lnTo>
                <a:lnTo>
                  <a:pt x="7861300" y="279400"/>
                </a:lnTo>
                <a:lnTo>
                  <a:pt x="7854950" y="273050"/>
                </a:lnTo>
                <a:lnTo>
                  <a:pt x="7854950" y="266700"/>
                </a:lnTo>
                <a:lnTo>
                  <a:pt x="7842250" y="254000"/>
                </a:lnTo>
                <a:lnTo>
                  <a:pt x="7835900" y="254000"/>
                </a:lnTo>
                <a:close/>
                <a:moveTo>
                  <a:pt x="7829550" y="469900"/>
                </a:moveTo>
                <a:lnTo>
                  <a:pt x="7829550" y="463550"/>
                </a:lnTo>
                <a:lnTo>
                  <a:pt x="7835900" y="457200"/>
                </a:lnTo>
                <a:lnTo>
                  <a:pt x="7848600" y="457200"/>
                </a:lnTo>
                <a:lnTo>
                  <a:pt x="7854950" y="463550"/>
                </a:lnTo>
                <a:lnTo>
                  <a:pt x="7835900" y="476250"/>
                </a:lnTo>
                <a:close/>
                <a:moveTo>
                  <a:pt x="7823200" y="285750"/>
                </a:moveTo>
                <a:lnTo>
                  <a:pt x="7835900" y="298450"/>
                </a:lnTo>
                <a:lnTo>
                  <a:pt x="7835900" y="311150"/>
                </a:lnTo>
                <a:lnTo>
                  <a:pt x="7823200" y="323850"/>
                </a:lnTo>
                <a:lnTo>
                  <a:pt x="7823200" y="330200"/>
                </a:lnTo>
                <a:lnTo>
                  <a:pt x="7797800" y="355600"/>
                </a:lnTo>
                <a:lnTo>
                  <a:pt x="7791450" y="355600"/>
                </a:lnTo>
                <a:lnTo>
                  <a:pt x="7785100" y="361950"/>
                </a:lnTo>
                <a:lnTo>
                  <a:pt x="7772400" y="361950"/>
                </a:lnTo>
                <a:lnTo>
                  <a:pt x="7766050" y="368300"/>
                </a:lnTo>
                <a:lnTo>
                  <a:pt x="7759700" y="368300"/>
                </a:lnTo>
                <a:lnTo>
                  <a:pt x="7747000" y="355600"/>
                </a:lnTo>
                <a:lnTo>
                  <a:pt x="7753350" y="349250"/>
                </a:lnTo>
                <a:lnTo>
                  <a:pt x="7753350" y="342900"/>
                </a:lnTo>
                <a:lnTo>
                  <a:pt x="7759700" y="336550"/>
                </a:lnTo>
                <a:lnTo>
                  <a:pt x="7759700" y="330200"/>
                </a:lnTo>
                <a:lnTo>
                  <a:pt x="7778750" y="311150"/>
                </a:lnTo>
                <a:lnTo>
                  <a:pt x="7778750" y="304800"/>
                </a:lnTo>
                <a:lnTo>
                  <a:pt x="7785100" y="298450"/>
                </a:lnTo>
                <a:lnTo>
                  <a:pt x="7791450" y="298450"/>
                </a:lnTo>
                <a:lnTo>
                  <a:pt x="7804150" y="285750"/>
                </a:lnTo>
                <a:close/>
                <a:moveTo>
                  <a:pt x="514350" y="247650"/>
                </a:moveTo>
                <a:lnTo>
                  <a:pt x="508000" y="254000"/>
                </a:lnTo>
                <a:lnTo>
                  <a:pt x="508000" y="260350"/>
                </a:lnTo>
                <a:lnTo>
                  <a:pt x="495300" y="273050"/>
                </a:lnTo>
                <a:lnTo>
                  <a:pt x="501650" y="279400"/>
                </a:lnTo>
                <a:lnTo>
                  <a:pt x="501650" y="285750"/>
                </a:lnTo>
                <a:lnTo>
                  <a:pt x="501650" y="279400"/>
                </a:lnTo>
                <a:lnTo>
                  <a:pt x="508000" y="273050"/>
                </a:lnTo>
                <a:lnTo>
                  <a:pt x="514350" y="279400"/>
                </a:lnTo>
                <a:lnTo>
                  <a:pt x="514350" y="298450"/>
                </a:lnTo>
                <a:lnTo>
                  <a:pt x="508000" y="304800"/>
                </a:lnTo>
                <a:lnTo>
                  <a:pt x="508000" y="317500"/>
                </a:lnTo>
                <a:lnTo>
                  <a:pt x="501650" y="323850"/>
                </a:lnTo>
                <a:lnTo>
                  <a:pt x="501650" y="336550"/>
                </a:lnTo>
                <a:lnTo>
                  <a:pt x="495300" y="342900"/>
                </a:lnTo>
                <a:lnTo>
                  <a:pt x="495300" y="361950"/>
                </a:lnTo>
                <a:lnTo>
                  <a:pt x="501650" y="355600"/>
                </a:lnTo>
                <a:lnTo>
                  <a:pt x="501650" y="342900"/>
                </a:lnTo>
                <a:lnTo>
                  <a:pt x="508000" y="336550"/>
                </a:lnTo>
                <a:lnTo>
                  <a:pt x="508000" y="323850"/>
                </a:lnTo>
                <a:lnTo>
                  <a:pt x="514350" y="317500"/>
                </a:lnTo>
                <a:lnTo>
                  <a:pt x="514350" y="298450"/>
                </a:lnTo>
                <a:lnTo>
                  <a:pt x="520700" y="292100"/>
                </a:lnTo>
                <a:lnTo>
                  <a:pt x="520700" y="279400"/>
                </a:lnTo>
                <a:lnTo>
                  <a:pt x="514350" y="279400"/>
                </a:lnTo>
                <a:lnTo>
                  <a:pt x="508000" y="273050"/>
                </a:lnTo>
                <a:lnTo>
                  <a:pt x="508000" y="266700"/>
                </a:lnTo>
                <a:lnTo>
                  <a:pt x="514350" y="260350"/>
                </a:lnTo>
                <a:close/>
                <a:moveTo>
                  <a:pt x="2362200" y="241300"/>
                </a:moveTo>
                <a:lnTo>
                  <a:pt x="2362200" y="260350"/>
                </a:lnTo>
                <a:lnTo>
                  <a:pt x="2355850" y="266700"/>
                </a:lnTo>
                <a:lnTo>
                  <a:pt x="2355850" y="273050"/>
                </a:lnTo>
                <a:lnTo>
                  <a:pt x="2349500" y="279400"/>
                </a:lnTo>
                <a:lnTo>
                  <a:pt x="2343150" y="273050"/>
                </a:lnTo>
                <a:lnTo>
                  <a:pt x="2343150" y="266700"/>
                </a:lnTo>
                <a:lnTo>
                  <a:pt x="2343150" y="279400"/>
                </a:lnTo>
                <a:lnTo>
                  <a:pt x="2336800" y="285750"/>
                </a:lnTo>
                <a:lnTo>
                  <a:pt x="2343150" y="279400"/>
                </a:lnTo>
                <a:lnTo>
                  <a:pt x="2349500" y="285750"/>
                </a:lnTo>
                <a:lnTo>
                  <a:pt x="2349500" y="292100"/>
                </a:lnTo>
                <a:lnTo>
                  <a:pt x="2336800" y="304800"/>
                </a:lnTo>
                <a:lnTo>
                  <a:pt x="2330450" y="298450"/>
                </a:lnTo>
                <a:lnTo>
                  <a:pt x="2324100" y="304800"/>
                </a:lnTo>
                <a:lnTo>
                  <a:pt x="2324100" y="317500"/>
                </a:lnTo>
                <a:lnTo>
                  <a:pt x="2330450" y="311150"/>
                </a:lnTo>
                <a:lnTo>
                  <a:pt x="2336800" y="311150"/>
                </a:lnTo>
                <a:lnTo>
                  <a:pt x="2336800" y="304800"/>
                </a:lnTo>
                <a:lnTo>
                  <a:pt x="2349500" y="292100"/>
                </a:lnTo>
                <a:lnTo>
                  <a:pt x="2349500" y="285750"/>
                </a:lnTo>
                <a:lnTo>
                  <a:pt x="2355850" y="279400"/>
                </a:lnTo>
                <a:lnTo>
                  <a:pt x="2355850" y="266700"/>
                </a:lnTo>
                <a:lnTo>
                  <a:pt x="2362200" y="260350"/>
                </a:lnTo>
                <a:close/>
                <a:moveTo>
                  <a:pt x="2311400" y="241300"/>
                </a:moveTo>
                <a:lnTo>
                  <a:pt x="2311400" y="266700"/>
                </a:lnTo>
                <a:lnTo>
                  <a:pt x="2305050" y="273050"/>
                </a:lnTo>
                <a:lnTo>
                  <a:pt x="2298700" y="266700"/>
                </a:lnTo>
                <a:lnTo>
                  <a:pt x="2298700" y="254000"/>
                </a:lnTo>
                <a:lnTo>
                  <a:pt x="2298700" y="285750"/>
                </a:lnTo>
                <a:lnTo>
                  <a:pt x="2292350" y="292100"/>
                </a:lnTo>
                <a:lnTo>
                  <a:pt x="2292350" y="304800"/>
                </a:lnTo>
                <a:lnTo>
                  <a:pt x="2286000" y="311150"/>
                </a:lnTo>
                <a:lnTo>
                  <a:pt x="2286000" y="323850"/>
                </a:lnTo>
                <a:lnTo>
                  <a:pt x="2292350" y="330200"/>
                </a:lnTo>
                <a:lnTo>
                  <a:pt x="2292350" y="317500"/>
                </a:lnTo>
                <a:lnTo>
                  <a:pt x="2298700" y="311150"/>
                </a:lnTo>
                <a:lnTo>
                  <a:pt x="2298700" y="298450"/>
                </a:lnTo>
                <a:lnTo>
                  <a:pt x="2305050" y="292100"/>
                </a:lnTo>
                <a:lnTo>
                  <a:pt x="2305050" y="273050"/>
                </a:lnTo>
                <a:lnTo>
                  <a:pt x="2311400" y="266700"/>
                </a:lnTo>
                <a:close/>
                <a:moveTo>
                  <a:pt x="7639050" y="241300"/>
                </a:moveTo>
                <a:lnTo>
                  <a:pt x="7626350" y="241300"/>
                </a:lnTo>
                <a:lnTo>
                  <a:pt x="7620000" y="234950"/>
                </a:lnTo>
                <a:lnTo>
                  <a:pt x="7613650" y="241300"/>
                </a:lnTo>
                <a:lnTo>
                  <a:pt x="7600950" y="241300"/>
                </a:lnTo>
                <a:lnTo>
                  <a:pt x="7556500" y="285750"/>
                </a:lnTo>
                <a:lnTo>
                  <a:pt x="7556500" y="292100"/>
                </a:lnTo>
                <a:lnTo>
                  <a:pt x="7550150" y="298450"/>
                </a:lnTo>
                <a:lnTo>
                  <a:pt x="7543800" y="298450"/>
                </a:lnTo>
                <a:lnTo>
                  <a:pt x="7537450" y="292100"/>
                </a:lnTo>
                <a:lnTo>
                  <a:pt x="7537450" y="279400"/>
                </a:lnTo>
                <a:lnTo>
                  <a:pt x="7543800" y="273050"/>
                </a:lnTo>
                <a:lnTo>
                  <a:pt x="7543800" y="254000"/>
                </a:lnTo>
                <a:lnTo>
                  <a:pt x="7531100" y="241300"/>
                </a:lnTo>
                <a:lnTo>
                  <a:pt x="7524750" y="247650"/>
                </a:lnTo>
                <a:lnTo>
                  <a:pt x="7512050" y="247650"/>
                </a:lnTo>
                <a:lnTo>
                  <a:pt x="7505700" y="254000"/>
                </a:lnTo>
                <a:lnTo>
                  <a:pt x="7499350" y="254000"/>
                </a:lnTo>
                <a:lnTo>
                  <a:pt x="7486650" y="266700"/>
                </a:lnTo>
                <a:lnTo>
                  <a:pt x="7486650" y="311150"/>
                </a:lnTo>
                <a:lnTo>
                  <a:pt x="7480300" y="317500"/>
                </a:lnTo>
                <a:lnTo>
                  <a:pt x="7480300" y="361950"/>
                </a:lnTo>
                <a:lnTo>
                  <a:pt x="7473950" y="368300"/>
                </a:lnTo>
                <a:lnTo>
                  <a:pt x="7473950" y="425450"/>
                </a:lnTo>
                <a:lnTo>
                  <a:pt x="7467600" y="431800"/>
                </a:lnTo>
                <a:lnTo>
                  <a:pt x="7467600" y="469900"/>
                </a:lnTo>
                <a:lnTo>
                  <a:pt x="7461250" y="476250"/>
                </a:lnTo>
                <a:lnTo>
                  <a:pt x="7467600" y="482600"/>
                </a:lnTo>
                <a:lnTo>
                  <a:pt x="7480300" y="482600"/>
                </a:lnTo>
                <a:lnTo>
                  <a:pt x="7486650" y="488950"/>
                </a:lnTo>
                <a:lnTo>
                  <a:pt x="7505700" y="488950"/>
                </a:lnTo>
                <a:lnTo>
                  <a:pt x="7512050" y="482600"/>
                </a:lnTo>
                <a:lnTo>
                  <a:pt x="7512050" y="450850"/>
                </a:lnTo>
                <a:lnTo>
                  <a:pt x="7518400" y="444500"/>
                </a:lnTo>
                <a:lnTo>
                  <a:pt x="7518400" y="431800"/>
                </a:lnTo>
                <a:lnTo>
                  <a:pt x="7505700" y="419100"/>
                </a:lnTo>
                <a:lnTo>
                  <a:pt x="7505700" y="412750"/>
                </a:lnTo>
                <a:lnTo>
                  <a:pt x="7518400" y="400050"/>
                </a:lnTo>
                <a:lnTo>
                  <a:pt x="7524750" y="400050"/>
                </a:lnTo>
                <a:lnTo>
                  <a:pt x="7524750" y="393700"/>
                </a:lnTo>
                <a:lnTo>
                  <a:pt x="7531100" y="387350"/>
                </a:lnTo>
                <a:lnTo>
                  <a:pt x="7531100" y="381000"/>
                </a:lnTo>
                <a:lnTo>
                  <a:pt x="7543800" y="368300"/>
                </a:lnTo>
                <a:lnTo>
                  <a:pt x="7543800" y="361950"/>
                </a:lnTo>
                <a:lnTo>
                  <a:pt x="7556500" y="349250"/>
                </a:lnTo>
                <a:lnTo>
                  <a:pt x="7556500" y="342900"/>
                </a:lnTo>
                <a:lnTo>
                  <a:pt x="7600950" y="298450"/>
                </a:lnTo>
                <a:lnTo>
                  <a:pt x="7607300" y="298450"/>
                </a:lnTo>
                <a:lnTo>
                  <a:pt x="7613650" y="304800"/>
                </a:lnTo>
                <a:lnTo>
                  <a:pt x="7613650" y="342900"/>
                </a:lnTo>
                <a:lnTo>
                  <a:pt x="7607300" y="349250"/>
                </a:lnTo>
                <a:lnTo>
                  <a:pt x="7607300" y="387350"/>
                </a:lnTo>
                <a:lnTo>
                  <a:pt x="7600950" y="393700"/>
                </a:lnTo>
                <a:lnTo>
                  <a:pt x="7600950" y="450850"/>
                </a:lnTo>
                <a:lnTo>
                  <a:pt x="7594600" y="457200"/>
                </a:lnTo>
                <a:lnTo>
                  <a:pt x="7594600" y="476250"/>
                </a:lnTo>
                <a:lnTo>
                  <a:pt x="7620000" y="501650"/>
                </a:lnTo>
                <a:lnTo>
                  <a:pt x="7632700" y="501650"/>
                </a:lnTo>
                <a:lnTo>
                  <a:pt x="7632700" y="488950"/>
                </a:lnTo>
                <a:lnTo>
                  <a:pt x="7645400" y="469900"/>
                </a:lnTo>
                <a:lnTo>
                  <a:pt x="7645400" y="419100"/>
                </a:lnTo>
                <a:lnTo>
                  <a:pt x="7651750" y="412750"/>
                </a:lnTo>
                <a:lnTo>
                  <a:pt x="7651750" y="381000"/>
                </a:lnTo>
                <a:lnTo>
                  <a:pt x="7658100" y="374650"/>
                </a:lnTo>
                <a:lnTo>
                  <a:pt x="7658100" y="349250"/>
                </a:lnTo>
                <a:lnTo>
                  <a:pt x="7664450" y="342900"/>
                </a:lnTo>
                <a:lnTo>
                  <a:pt x="7664450" y="273050"/>
                </a:lnTo>
                <a:lnTo>
                  <a:pt x="7658100" y="266700"/>
                </a:lnTo>
                <a:lnTo>
                  <a:pt x="7658100" y="260350"/>
                </a:lnTo>
                <a:close/>
                <a:moveTo>
                  <a:pt x="7391400" y="234950"/>
                </a:moveTo>
                <a:lnTo>
                  <a:pt x="7372350" y="234950"/>
                </a:lnTo>
                <a:lnTo>
                  <a:pt x="7366000" y="241300"/>
                </a:lnTo>
                <a:lnTo>
                  <a:pt x="7353300" y="241300"/>
                </a:lnTo>
                <a:lnTo>
                  <a:pt x="7346950" y="247650"/>
                </a:lnTo>
                <a:lnTo>
                  <a:pt x="7340600" y="247650"/>
                </a:lnTo>
                <a:lnTo>
                  <a:pt x="7296150" y="292100"/>
                </a:lnTo>
                <a:lnTo>
                  <a:pt x="7296150" y="298450"/>
                </a:lnTo>
                <a:lnTo>
                  <a:pt x="7283450" y="311150"/>
                </a:lnTo>
                <a:lnTo>
                  <a:pt x="7283450" y="317500"/>
                </a:lnTo>
                <a:lnTo>
                  <a:pt x="7277100" y="323850"/>
                </a:lnTo>
                <a:lnTo>
                  <a:pt x="7277100" y="330200"/>
                </a:lnTo>
                <a:lnTo>
                  <a:pt x="7264400" y="349250"/>
                </a:lnTo>
                <a:lnTo>
                  <a:pt x="7264400" y="361950"/>
                </a:lnTo>
                <a:lnTo>
                  <a:pt x="7258050" y="368300"/>
                </a:lnTo>
                <a:lnTo>
                  <a:pt x="7251700" y="368300"/>
                </a:lnTo>
                <a:lnTo>
                  <a:pt x="7239000" y="387350"/>
                </a:lnTo>
                <a:lnTo>
                  <a:pt x="7239000" y="393700"/>
                </a:lnTo>
                <a:lnTo>
                  <a:pt x="7251700" y="406400"/>
                </a:lnTo>
                <a:lnTo>
                  <a:pt x="7251700" y="438150"/>
                </a:lnTo>
                <a:lnTo>
                  <a:pt x="7258050" y="444500"/>
                </a:lnTo>
                <a:lnTo>
                  <a:pt x="7258050" y="450850"/>
                </a:lnTo>
                <a:lnTo>
                  <a:pt x="7264400" y="457200"/>
                </a:lnTo>
                <a:lnTo>
                  <a:pt x="7264400" y="463550"/>
                </a:lnTo>
                <a:lnTo>
                  <a:pt x="7289800" y="488950"/>
                </a:lnTo>
                <a:lnTo>
                  <a:pt x="7296150" y="488950"/>
                </a:lnTo>
                <a:lnTo>
                  <a:pt x="7302500" y="495300"/>
                </a:lnTo>
                <a:lnTo>
                  <a:pt x="7315200" y="495300"/>
                </a:lnTo>
                <a:lnTo>
                  <a:pt x="7321550" y="501650"/>
                </a:lnTo>
                <a:lnTo>
                  <a:pt x="7359650" y="501650"/>
                </a:lnTo>
                <a:lnTo>
                  <a:pt x="7366000" y="495300"/>
                </a:lnTo>
                <a:lnTo>
                  <a:pt x="7378700" y="495300"/>
                </a:lnTo>
                <a:lnTo>
                  <a:pt x="7385050" y="488950"/>
                </a:lnTo>
                <a:lnTo>
                  <a:pt x="7391400" y="488950"/>
                </a:lnTo>
                <a:lnTo>
                  <a:pt x="7397750" y="482600"/>
                </a:lnTo>
                <a:lnTo>
                  <a:pt x="7404100" y="482600"/>
                </a:lnTo>
                <a:lnTo>
                  <a:pt x="7416800" y="469900"/>
                </a:lnTo>
                <a:lnTo>
                  <a:pt x="7423150" y="469900"/>
                </a:lnTo>
                <a:lnTo>
                  <a:pt x="7448550" y="444500"/>
                </a:lnTo>
                <a:lnTo>
                  <a:pt x="7442200" y="444500"/>
                </a:lnTo>
                <a:lnTo>
                  <a:pt x="7435850" y="450850"/>
                </a:lnTo>
                <a:lnTo>
                  <a:pt x="7423150" y="450850"/>
                </a:lnTo>
                <a:lnTo>
                  <a:pt x="7416800" y="444500"/>
                </a:lnTo>
                <a:lnTo>
                  <a:pt x="7416800" y="438150"/>
                </a:lnTo>
                <a:lnTo>
                  <a:pt x="7429500" y="425450"/>
                </a:lnTo>
                <a:lnTo>
                  <a:pt x="7416800" y="425450"/>
                </a:lnTo>
                <a:lnTo>
                  <a:pt x="7378700" y="450850"/>
                </a:lnTo>
                <a:lnTo>
                  <a:pt x="7366000" y="450850"/>
                </a:lnTo>
                <a:lnTo>
                  <a:pt x="7359650" y="457200"/>
                </a:lnTo>
                <a:lnTo>
                  <a:pt x="7334250" y="457200"/>
                </a:lnTo>
                <a:lnTo>
                  <a:pt x="7315200" y="444500"/>
                </a:lnTo>
                <a:lnTo>
                  <a:pt x="7315200" y="438150"/>
                </a:lnTo>
                <a:lnTo>
                  <a:pt x="7308850" y="431800"/>
                </a:lnTo>
                <a:lnTo>
                  <a:pt x="7308850" y="419100"/>
                </a:lnTo>
                <a:lnTo>
                  <a:pt x="7302500" y="412750"/>
                </a:lnTo>
                <a:lnTo>
                  <a:pt x="7302500" y="406400"/>
                </a:lnTo>
                <a:lnTo>
                  <a:pt x="7315200" y="393700"/>
                </a:lnTo>
                <a:lnTo>
                  <a:pt x="7359650" y="393700"/>
                </a:lnTo>
                <a:lnTo>
                  <a:pt x="7366000" y="387350"/>
                </a:lnTo>
                <a:lnTo>
                  <a:pt x="7378700" y="387350"/>
                </a:lnTo>
                <a:lnTo>
                  <a:pt x="7391400" y="374650"/>
                </a:lnTo>
                <a:lnTo>
                  <a:pt x="7397750" y="374650"/>
                </a:lnTo>
                <a:lnTo>
                  <a:pt x="7442200" y="330200"/>
                </a:lnTo>
                <a:lnTo>
                  <a:pt x="7442200" y="323850"/>
                </a:lnTo>
                <a:lnTo>
                  <a:pt x="7448550" y="317500"/>
                </a:lnTo>
                <a:lnTo>
                  <a:pt x="7448550" y="292100"/>
                </a:lnTo>
                <a:lnTo>
                  <a:pt x="7442200" y="285750"/>
                </a:lnTo>
                <a:lnTo>
                  <a:pt x="7442200" y="273050"/>
                </a:lnTo>
                <a:lnTo>
                  <a:pt x="7416800" y="247650"/>
                </a:lnTo>
                <a:lnTo>
                  <a:pt x="7410450" y="247650"/>
                </a:lnTo>
                <a:close/>
                <a:moveTo>
                  <a:pt x="7397750" y="469900"/>
                </a:moveTo>
                <a:lnTo>
                  <a:pt x="7397750" y="463550"/>
                </a:lnTo>
                <a:lnTo>
                  <a:pt x="7404100" y="457200"/>
                </a:lnTo>
                <a:lnTo>
                  <a:pt x="7410450" y="457200"/>
                </a:lnTo>
                <a:lnTo>
                  <a:pt x="7416800" y="463550"/>
                </a:lnTo>
                <a:lnTo>
                  <a:pt x="7404100" y="476250"/>
                </a:lnTo>
                <a:close/>
                <a:moveTo>
                  <a:pt x="7397750" y="279400"/>
                </a:moveTo>
                <a:lnTo>
                  <a:pt x="7410450" y="298450"/>
                </a:lnTo>
                <a:lnTo>
                  <a:pt x="7410450" y="304800"/>
                </a:lnTo>
                <a:lnTo>
                  <a:pt x="7404100" y="311150"/>
                </a:lnTo>
                <a:lnTo>
                  <a:pt x="7404100" y="317500"/>
                </a:lnTo>
                <a:lnTo>
                  <a:pt x="7378700" y="342900"/>
                </a:lnTo>
                <a:lnTo>
                  <a:pt x="7372350" y="342900"/>
                </a:lnTo>
                <a:lnTo>
                  <a:pt x="7366000" y="349250"/>
                </a:lnTo>
                <a:lnTo>
                  <a:pt x="7359650" y="349250"/>
                </a:lnTo>
                <a:lnTo>
                  <a:pt x="7340600" y="361950"/>
                </a:lnTo>
                <a:lnTo>
                  <a:pt x="7327900" y="361950"/>
                </a:lnTo>
                <a:lnTo>
                  <a:pt x="7321550" y="355600"/>
                </a:lnTo>
                <a:lnTo>
                  <a:pt x="7321550" y="342900"/>
                </a:lnTo>
                <a:lnTo>
                  <a:pt x="7327900" y="336550"/>
                </a:lnTo>
                <a:lnTo>
                  <a:pt x="7327900" y="330200"/>
                </a:lnTo>
                <a:lnTo>
                  <a:pt x="7340600" y="317500"/>
                </a:lnTo>
                <a:lnTo>
                  <a:pt x="7340600" y="311150"/>
                </a:lnTo>
                <a:lnTo>
                  <a:pt x="7366000" y="285750"/>
                </a:lnTo>
                <a:lnTo>
                  <a:pt x="7372350" y="285750"/>
                </a:lnTo>
                <a:lnTo>
                  <a:pt x="7378700" y="279400"/>
                </a:lnTo>
                <a:close/>
                <a:moveTo>
                  <a:pt x="5054600" y="234950"/>
                </a:moveTo>
                <a:lnTo>
                  <a:pt x="5035550" y="234950"/>
                </a:lnTo>
                <a:lnTo>
                  <a:pt x="5029200" y="241300"/>
                </a:lnTo>
                <a:lnTo>
                  <a:pt x="5022850" y="241300"/>
                </a:lnTo>
                <a:lnTo>
                  <a:pt x="5022850" y="247650"/>
                </a:lnTo>
                <a:lnTo>
                  <a:pt x="5016500" y="254000"/>
                </a:lnTo>
                <a:lnTo>
                  <a:pt x="5016500" y="266700"/>
                </a:lnTo>
                <a:lnTo>
                  <a:pt x="5010150" y="273050"/>
                </a:lnTo>
                <a:lnTo>
                  <a:pt x="5010150" y="298450"/>
                </a:lnTo>
                <a:lnTo>
                  <a:pt x="5003800" y="304800"/>
                </a:lnTo>
                <a:lnTo>
                  <a:pt x="5003800" y="349250"/>
                </a:lnTo>
                <a:lnTo>
                  <a:pt x="4997450" y="355600"/>
                </a:lnTo>
                <a:lnTo>
                  <a:pt x="4997450" y="406400"/>
                </a:lnTo>
                <a:lnTo>
                  <a:pt x="4991100" y="412750"/>
                </a:lnTo>
                <a:lnTo>
                  <a:pt x="4991100" y="469900"/>
                </a:lnTo>
                <a:lnTo>
                  <a:pt x="5003800" y="469900"/>
                </a:lnTo>
                <a:lnTo>
                  <a:pt x="5010150" y="476250"/>
                </a:lnTo>
                <a:lnTo>
                  <a:pt x="5010150" y="482600"/>
                </a:lnTo>
                <a:lnTo>
                  <a:pt x="5022850" y="495300"/>
                </a:lnTo>
                <a:lnTo>
                  <a:pt x="5041900" y="476250"/>
                </a:lnTo>
                <a:lnTo>
                  <a:pt x="5048250" y="476250"/>
                </a:lnTo>
                <a:lnTo>
                  <a:pt x="5048250" y="412750"/>
                </a:lnTo>
                <a:lnTo>
                  <a:pt x="5054600" y="406400"/>
                </a:lnTo>
                <a:lnTo>
                  <a:pt x="5054600" y="374650"/>
                </a:lnTo>
                <a:lnTo>
                  <a:pt x="5060950" y="368300"/>
                </a:lnTo>
                <a:lnTo>
                  <a:pt x="5060950" y="336550"/>
                </a:lnTo>
                <a:lnTo>
                  <a:pt x="5067300" y="330200"/>
                </a:lnTo>
                <a:lnTo>
                  <a:pt x="5067300" y="304800"/>
                </a:lnTo>
                <a:lnTo>
                  <a:pt x="5073650" y="298450"/>
                </a:lnTo>
                <a:lnTo>
                  <a:pt x="5073650" y="273050"/>
                </a:lnTo>
                <a:lnTo>
                  <a:pt x="5080000" y="266700"/>
                </a:lnTo>
                <a:lnTo>
                  <a:pt x="5080000" y="247650"/>
                </a:lnTo>
                <a:lnTo>
                  <a:pt x="5073650" y="247650"/>
                </a:lnTo>
                <a:close/>
                <a:moveTo>
                  <a:pt x="6661150" y="228600"/>
                </a:moveTo>
                <a:lnTo>
                  <a:pt x="6629400" y="228600"/>
                </a:lnTo>
                <a:lnTo>
                  <a:pt x="6623050" y="234950"/>
                </a:lnTo>
                <a:lnTo>
                  <a:pt x="6610350" y="234950"/>
                </a:lnTo>
                <a:lnTo>
                  <a:pt x="6597650" y="247650"/>
                </a:lnTo>
                <a:lnTo>
                  <a:pt x="6591300" y="247650"/>
                </a:lnTo>
                <a:lnTo>
                  <a:pt x="6578600" y="260350"/>
                </a:lnTo>
                <a:lnTo>
                  <a:pt x="6578600" y="266700"/>
                </a:lnTo>
                <a:lnTo>
                  <a:pt x="6553200" y="292100"/>
                </a:lnTo>
                <a:lnTo>
                  <a:pt x="6553200" y="298450"/>
                </a:lnTo>
                <a:lnTo>
                  <a:pt x="6540500" y="311150"/>
                </a:lnTo>
                <a:lnTo>
                  <a:pt x="6540500" y="317500"/>
                </a:lnTo>
                <a:lnTo>
                  <a:pt x="6527800" y="336550"/>
                </a:lnTo>
                <a:lnTo>
                  <a:pt x="6527800" y="349250"/>
                </a:lnTo>
                <a:lnTo>
                  <a:pt x="6521450" y="355600"/>
                </a:lnTo>
                <a:lnTo>
                  <a:pt x="6521450" y="361950"/>
                </a:lnTo>
                <a:lnTo>
                  <a:pt x="6515100" y="368300"/>
                </a:lnTo>
                <a:lnTo>
                  <a:pt x="6508750" y="368300"/>
                </a:lnTo>
                <a:lnTo>
                  <a:pt x="6508750" y="374650"/>
                </a:lnTo>
                <a:lnTo>
                  <a:pt x="6502400" y="381000"/>
                </a:lnTo>
                <a:lnTo>
                  <a:pt x="6515100" y="400050"/>
                </a:lnTo>
                <a:lnTo>
                  <a:pt x="6515100" y="425450"/>
                </a:lnTo>
                <a:lnTo>
                  <a:pt x="6521450" y="431800"/>
                </a:lnTo>
                <a:lnTo>
                  <a:pt x="6521450" y="444500"/>
                </a:lnTo>
                <a:lnTo>
                  <a:pt x="6527800" y="450850"/>
                </a:lnTo>
                <a:lnTo>
                  <a:pt x="6527800" y="457200"/>
                </a:lnTo>
                <a:lnTo>
                  <a:pt x="6540500" y="469900"/>
                </a:lnTo>
                <a:lnTo>
                  <a:pt x="6546850" y="469900"/>
                </a:lnTo>
                <a:lnTo>
                  <a:pt x="6559550" y="482600"/>
                </a:lnTo>
                <a:lnTo>
                  <a:pt x="6565900" y="482600"/>
                </a:lnTo>
                <a:lnTo>
                  <a:pt x="6572250" y="488950"/>
                </a:lnTo>
                <a:lnTo>
                  <a:pt x="6597650" y="488950"/>
                </a:lnTo>
                <a:lnTo>
                  <a:pt x="6604000" y="495300"/>
                </a:lnTo>
                <a:lnTo>
                  <a:pt x="6616700" y="495300"/>
                </a:lnTo>
                <a:lnTo>
                  <a:pt x="6623050" y="488950"/>
                </a:lnTo>
                <a:lnTo>
                  <a:pt x="6642100" y="488950"/>
                </a:lnTo>
                <a:lnTo>
                  <a:pt x="6648450" y="482600"/>
                </a:lnTo>
                <a:lnTo>
                  <a:pt x="6661150" y="482600"/>
                </a:lnTo>
                <a:lnTo>
                  <a:pt x="6667500" y="476250"/>
                </a:lnTo>
                <a:lnTo>
                  <a:pt x="6673850" y="476250"/>
                </a:lnTo>
                <a:lnTo>
                  <a:pt x="6692900" y="457200"/>
                </a:lnTo>
                <a:lnTo>
                  <a:pt x="6699250" y="457200"/>
                </a:lnTo>
                <a:lnTo>
                  <a:pt x="6711950" y="444500"/>
                </a:lnTo>
                <a:lnTo>
                  <a:pt x="6711950" y="438150"/>
                </a:lnTo>
                <a:lnTo>
                  <a:pt x="6699250" y="438150"/>
                </a:lnTo>
                <a:lnTo>
                  <a:pt x="6692900" y="431800"/>
                </a:lnTo>
                <a:lnTo>
                  <a:pt x="6692900" y="425450"/>
                </a:lnTo>
                <a:lnTo>
                  <a:pt x="6699250" y="419100"/>
                </a:lnTo>
                <a:lnTo>
                  <a:pt x="6699250" y="412750"/>
                </a:lnTo>
                <a:lnTo>
                  <a:pt x="6692900" y="412750"/>
                </a:lnTo>
                <a:lnTo>
                  <a:pt x="6686550" y="419100"/>
                </a:lnTo>
                <a:lnTo>
                  <a:pt x="6680200" y="419100"/>
                </a:lnTo>
                <a:lnTo>
                  <a:pt x="6667500" y="431800"/>
                </a:lnTo>
                <a:lnTo>
                  <a:pt x="6661150" y="431800"/>
                </a:lnTo>
                <a:lnTo>
                  <a:pt x="6642100" y="444500"/>
                </a:lnTo>
                <a:lnTo>
                  <a:pt x="6629400" y="444500"/>
                </a:lnTo>
                <a:lnTo>
                  <a:pt x="6623050" y="450850"/>
                </a:lnTo>
                <a:lnTo>
                  <a:pt x="6610350" y="450850"/>
                </a:lnTo>
                <a:lnTo>
                  <a:pt x="6604000" y="444500"/>
                </a:lnTo>
                <a:lnTo>
                  <a:pt x="6597650" y="444500"/>
                </a:lnTo>
                <a:lnTo>
                  <a:pt x="6572250" y="419100"/>
                </a:lnTo>
                <a:lnTo>
                  <a:pt x="6572250" y="393700"/>
                </a:lnTo>
                <a:lnTo>
                  <a:pt x="6578600" y="387350"/>
                </a:lnTo>
                <a:lnTo>
                  <a:pt x="6616700" y="387350"/>
                </a:lnTo>
                <a:lnTo>
                  <a:pt x="6623050" y="381000"/>
                </a:lnTo>
                <a:lnTo>
                  <a:pt x="6635750" y="381000"/>
                </a:lnTo>
                <a:lnTo>
                  <a:pt x="6642100" y="374650"/>
                </a:lnTo>
                <a:lnTo>
                  <a:pt x="6648450" y="374650"/>
                </a:lnTo>
                <a:lnTo>
                  <a:pt x="6654800" y="368300"/>
                </a:lnTo>
                <a:lnTo>
                  <a:pt x="6661150" y="368300"/>
                </a:lnTo>
                <a:lnTo>
                  <a:pt x="6667500" y="361950"/>
                </a:lnTo>
                <a:lnTo>
                  <a:pt x="6673850" y="361950"/>
                </a:lnTo>
                <a:lnTo>
                  <a:pt x="6705600" y="330200"/>
                </a:lnTo>
                <a:lnTo>
                  <a:pt x="6705600" y="323850"/>
                </a:lnTo>
                <a:lnTo>
                  <a:pt x="6711950" y="317500"/>
                </a:lnTo>
                <a:lnTo>
                  <a:pt x="6711950" y="279400"/>
                </a:lnTo>
                <a:lnTo>
                  <a:pt x="6705600" y="273050"/>
                </a:lnTo>
                <a:lnTo>
                  <a:pt x="6705600" y="266700"/>
                </a:lnTo>
                <a:lnTo>
                  <a:pt x="6699250" y="260350"/>
                </a:lnTo>
                <a:lnTo>
                  <a:pt x="6699250" y="254000"/>
                </a:lnTo>
                <a:lnTo>
                  <a:pt x="6686550" y="241300"/>
                </a:lnTo>
                <a:lnTo>
                  <a:pt x="6680200" y="241300"/>
                </a:lnTo>
                <a:close/>
                <a:moveTo>
                  <a:pt x="6553200" y="469900"/>
                </a:moveTo>
                <a:lnTo>
                  <a:pt x="6559550" y="463550"/>
                </a:lnTo>
                <a:lnTo>
                  <a:pt x="6565900" y="463550"/>
                </a:lnTo>
                <a:lnTo>
                  <a:pt x="6572250" y="469900"/>
                </a:lnTo>
                <a:lnTo>
                  <a:pt x="6565900" y="476250"/>
                </a:lnTo>
                <a:lnTo>
                  <a:pt x="6559550" y="476250"/>
                </a:lnTo>
                <a:close/>
                <a:moveTo>
                  <a:pt x="6667500" y="457200"/>
                </a:moveTo>
                <a:lnTo>
                  <a:pt x="6673850" y="450850"/>
                </a:lnTo>
                <a:lnTo>
                  <a:pt x="6686550" y="450850"/>
                </a:lnTo>
                <a:lnTo>
                  <a:pt x="6692900" y="457200"/>
                </a:lnTo>
                <a:lnTo>
                  <a:pt x="6686550" y="463550"/>
                </a:lnTo>
                <a:lnTo>
                  <a:pt x="6673850" y="463550"/>
                </a:lnTo>
                <a:close/>
                <a:moveTo>
                  <a:pt x="6673850" y="285750"/>
                </a:moveTo>
                <a:lnTo>
                  <a:pt x="6673850" y="298450"/>
                </a:lnTo>
                <a:lnTo>
                  <a:pt x="6667500" y="304800"/>
                </a:lnTo>
                <a:lnTo>
                  <a:pt x="6667500" y="311150"/>
                </a:lnTo>
                <a:lnTo>
                  <a:pt x="6642100" y="336550"/>
                </a:lnTo>
                <a:lnTo>
                  <a:pt x="6635750" y="336550"/>
                </a:lnTo>
                <a:lnTo>
                  <a:pt x="6616700" y="349250"/>
                </a:lnTo>
                <a:lnTo>
                  <a:pt x="6591300" y="349250"/>
                </a:lnTo>
                <a:lnTo>
                  <a:pt x="6584950" y="342900"/>
                </a:lnTo>
                <a:lnTo>
                  <a:pt x="6584950" y="336550"/>
                </a:lnTo>
                <a:lnTo>
                  <a:pt x="6591300" y="330200"/>
                </a:lnTo>
                <a:lnTo>
                  <a:pt x="6591300" y="323850"/>
                </a:lnTo>
                <a:lnTo>
                  <a:pt x="6597650" y="317500"/>
                </a:lnTo>
                <a:lnTo>
                  <a:pt x="6597650" y="311150"/>
                </a:lnTo>
                <a:lnTo>
                  <a:pt x="6629400" y="279400"/>
                </a:lnTo>
                <a:lnTo>
                  <a:pt x="6635750" y="279400"/>
                </a:lnTo>
                <a:lnTo>
                  <a:pt x="6642100" y="273050"/>
                </a:lnTo>
                <a:lnTo>
                  <a:pt x="6661150" y="273050"/>
                </a:lnTo>
                <a:close/>
                <a:moveTo>
                  <a:pt x="6159500" y="234950"/>
                </a:moveTo>
                <a:lnTo>
                  <a:pt x="6153150" y="241300"/>
                </a:lnTo>
                <a:lnTo>
                  <a:pt x="6146800" y="241300"/>
                </a:lnTo>
                <a:lnTo>
                  <a:pt x="6140450" y="247650"/>
                </a:lnTo>
                <a:lnTo>
                  <a:pt x="6134100" y="247650"/>
                </a:lnTo>
                <a:lnTo>
                  <a:pt x="6115050" y="266700"/>
                </a:lnTo>
                <a:lnTo>
                  <a:pt x="6115050" y="273050"/>
                </a:lnTo>
                <a:lnTo>
                  <a:pt x="6102350" y="285750"/>
                </a:lnTo>
                <a:lnTo>
                  <a:pt x="6102350" y="304800"/>
                </a:lnTo>
                <a:lnTo>
                  <a:pt x="6115050" y="317500"/>
                </a:lnTo>
                <a:lnTo>
                  <a:pt x="6121400" y="317500"/>
                </a:lnTo>
                <a:lnTo>
                  <a:pt x="6127750" y="311150"/>
                </a:lnTo>
                <a:lnTo>
                  <a:pt x="6134100" y="311150"/>
                </a:lnTo>
                <a:lnTo>
                  <a:pt x="6134100" y="304800"/>
                </a:lnTo>
                <a:lnTo>
                  <a:pt x="6159500" y="279400"/>
                </a:lnTo>
                <a:lnTo>
                  <a:pt x="6165850" y="279400"/>
                </a:lnTo>
                <a:lnTo>
                  <a:pt x="6172200" y="273050"/>
                </a:lnTo>
                <a:lnTo>
                  <a:pt x="6191250" y="273050"/>
                </a:lnTo>
                <a:lnTo>
                  <a:pt x="6203950" y="285750"/>
                </a:lnTo>
                <a:lnTo>
                  <a:pt x="6203950" y="330200"/>
                </a:lnTo>
                <a:lnTo>
                  <a:pt x="6197600" y="336550"/>
                </a:lnTo>
                <a:lnTo>
                  <a:pt x="6140450" y="336550"/>
                </a:lnTo>
                <a:lnTo>
                  <a:pt x="6134100" y="342900"/>
                </a:lnTo>
                <a:lnTo>
                  <a:pt x="6121400" y="342900"/>
                </a:lnTo>
                <a:lnTo>
                  <a:pt x="6115050" y="349250"/>
                </a:lnTo>
                <a:lnTo>
                  <a:pt x="6108700" y="349250"/>
                </a:lnTo>
                <a:lnTo>
                  <a:pt x="6102350" y="355600"/>
                </a:lnTo>
                <a:lnTo>
                  <a:pt x="6096000" y="355600"/>
                </a:lnTo>
                <a:lnTo>
                  <a:pt x="6064250" y="387350"/>
                </a:lnTo>
                <a:lnTo>
                  <a:pt x="6064250" y="400050"/>
                </a:lnTo>
                <a:lnTo>
                  <a:pt x="6057900" y="406400"/>
                </a:lnTo>
                <a:lnTo>
                  <a:pt x="6057900" y="450850"/>
                </a:lnTo>
                <a:lnTo>
                  <a:pt x="6064250" y="457200"/>
                </a:lnTo>
                <a:lnTo>
                  <a:pt x="6064250" y="463550"/>
                </a:lnTo>
                <a:lnTo>
                  <a:pt x="6076950" y="476250"/>
                </a:lnTo>
                <a:lnTo>
                  <a:pt x="6083300" y="476250"/>
                </a:lnTo>
                <a:lnTo>
                  <a:pt x="6102350" y="488950"/>
                </a:lnTo>
                <a:lnTo>
                  <a:pt x="6127750" y="488950"/>
                </a:lnTo>
                <a:lnTo>
                  <a:pt x="6134100" y="482600"/>
                </a:lnTo>
                <a:lnTo>
                  <a:pt x="6146800" y="482600"/>
                </a:lnTo>
                <a:lnTo>
                  <a:pt x="6153150" y="476250"/>
                </a:lnTo>
                <a:lnTo>
                  <a:pt x="6159500" y="476250"/>
                </a:lnTo>
                <a:lnTo>
                  <a:pt x="6197600" y="438150"/>
                </a:lnTo>
                <a:lnTo>
                  <a:pt x="6203950" y="444500"/>
                </a:lnTo>
                <a:lnTo>
                  <a:pt x="6203950" y="457200"/>
                </a:lnTo>
                <a:lnTo>
                  <a:pt x="6210300" y="463550"/>
                </a:lnTo>
                <a:lnTo>
                  <a:pt x="6210300" y="469900"/>
                </a:lnTo>
                <a:lnTo>
                  <a:pt x="6216650" y="476250"/>
                </a:lnTo>
                <a:lnTo>
                  <a:pt x="6216650" y="482600"/>
                </a:lnTo>
                <a:lnTo>
                  <a:pt x="6235700" y="495300"/>
                </a:lnTo>
                <a:lnTo>
                  <a:pt x="6242050" y="488950"/>
                </a:lnTo>
                <a:lnTo>
                  <a:pt x="6248400" y="488950"/>
                </a:lnTo>
                <a:lnTo>
                  <a:pt x="6242050" y="482600"/>
                </a:lnTo>
                <a:lnTo>
                  <a:pt x="6242050" y="476250"/>
                </a:lnTo>
                <a:lnTo>
                  <a:pt x="6261100" y="457200"/>
                </a:lnTo>
                <a:lnTo>
                  <a:pt x="6267450" y="457200"/>
                </a:lnTo>
                <a:lnTo>
                  <a:pt x="6273800" y="450850"/>
                </a:lnTo>
                <a:lnTo>
                  <a:pt x="6280150" y="457200"/>
                </a:lnTo>
                <a:lnTo>
                  <a:pt x="6280150" y="450850"/>
                </a:lnTo>
                <a:lnTo>
                  <a:pt x="6292850" y="438150"/>
                </a:lnTo>
                <a:lnTo>
                  <a:pt x="6292850" y="431800"/>
                </a:lnTo>
                <a:lnTo>
                  <a:pt x="6299200" y="425450"/>
                </a:lnTo>
                <a:lnTo>
                  <a:pt x="6305550" y="431800"/>
                </a:lnTo>
                <a:lnTo>
                  <a:pt x="6305550" y="438150"/>
                </a:lnTo>
                <a:lnTo>
                  <a:pt x="6324600" y="457200"/>
                </a:lnTo>
                <a:lnTo>
                  <a:pt x="6330950" y="457200"/>
                </a:lnTo>
                <a:lnTo>
                  <a:pt x="6343650" y="469900"/>
                </a:lnTo>
                <a:lnTo>
                  <a:pt x="6375400" y="469900"/>
                </a:lnTo>
                <a:lnTo>
                  <a:pt x="6381750" y="463550"/>
                </a:lnTo>
                <a:lnTo>
                  <a:pt x="6388100" y="463550"/>
                </a:lnTo>
                <a:lnTo>
                  <a:pt x="6413500" y="438150"/>
                </a:lnTo>
                <a:lnTo>
                  <a:pt x="6419850" y="444500"/>
                </a:lnTo>
                <a:lnTo>
                  <a:pt x="6419850" y="469900"/>
                </a:lnTo>
                <a:lnTo>
                  <a:pt x="6413500" y="476250"/>
                </a:lnTo>
                <a:lnTo>
                  <a:pt x="6413500" y="495300"/>
                </a:lnTo>
                <a:lnTo>
                  <a:pt x="6407150" y="501650"/>
                </a:lnTo>
                <a:lnTo>
                  <a:pt x="6407150" y="520700"/>
                </a:lnTo>
                <a:lnTo>
                  <a:pt x="6400800" y="527050"/>
                </a:lnTo>
                <a:lnTo>
                  <a:pt x="6400800" y="539750"/>
                </a:lnTo>
                <a:lnTo>
                  <a:pt x="6394450" y="546100"/>
                </a:lnTo>
                <a:lnTo>
                  <a:pt x="6394450" y="552450"/>
                </a:lnTo>
                <a:lnTo>
                  <a:pt x="6388100" y="558800"/>
                </a:lnTo>
                <a:lnTo>
                  <a:pt x="6388100" y="565150"/>
                </a:lnTo>
                <a:lnTo>
                  <a:pt x="6362700" y="590550"/>
                </a:lnTo>
                <a:lnTo>
                  <a:pt x="6356350" y="590550"/>
                </a:lnTo>
                <a:lnTo>
                  <a:pt x="6350000" y="596900"/>
                </a:lnTo>
                <a:lnTo>
                  <a:pt x="6343650" y="596900"/>
                </a:lnTo>
                <a:lnTo>
                  <a:pt x="6337300" y="590550"/>
                </a:lnTo>
                <a:lnTo>
                  <a:pt x="6330950" y="590550"/>
                </a:lnTo>
                <a:lnTo>
                  <a:pt x="6318250" y="577850"/>
                </a:lnTo>
                <a:lnTo>
                  <a:pt x="6318250" y="571500"/>
                </a:lnTo>
                <a:lnTo>
                  <a:pt x="6305550" y="552450"/>
                </a:lnTo>
                <a:lnTo>
                  <a:pt x="6305550" y="546100"/>
                </a:lnTo>
                <a:lnTo>
                  <a:pt x="6311900" y="539750"/>
                </a:lnTo>
                <a:lnTo>
                  <a:pt x="6311900" y="527050"/>
                </a:lnTo>
                <a:lnTo>
                  <a:pt x="6305550" y="533400"/>
                </a:lnTo>
                <a:lnTo>
                  <a:pt x="6299200" y="533400"/>
                </a:lnTo>
                <a:lnTo>
                  <a:pt x="6273800" y="558800"/>
                </a:lnTo>
                <a:lnTo>
                  <a:pt x="6273800" y="565150"/>
                </a:lnTo>
                <a:lnTo>
                  <a:pt x="6267450" y="571500"/>
                </a:lnTo>
                <a:lnTo>
                  <a:pt x="6267450" y="590550"/>
                </a:lnTo>
                <a:lnTo>
                  <a:pt x="6273800" y="596900"/>
                </a:lnTo>
                <a:lnTo>
                  <a:pt x="6273800" y="603250"/>
                </a:lnTo>
                <a:lnTo>
                  <a:pt x="6292850" y="622300"/>
                </a:lnTo>
                <a:lnTo>
                  <a:pt x="6292850" y="628650"/>
                </a:lnTo>
                <a:lnTo>
                  <a:pt x="6299200" y="628650"/>
                </a:lnTo>
                <a:lnTo>
                  <a:pt x="6311900" y="641350"/>
                </a:lnTo>
                <a:lnTo>
                  <a:pt x="6324600" y="641350"/>
                </a:lnTo>
                <a:lnTo>
                  <a:pt x="6330950" y="647700"/>
                </a:lnTo>
                <a:lnTo>
                  <a:pt x="6369050" y="647700"/>
                </a:lnTo>
                <a:lnTo>
                  <a:pt x="6375400" y="641350"/>
                </a:lnTo>
                <a:lnTo>
                  <a:pt x="6381750" y="641350"/>
                </a:lnTo>
                <a:lnTo>
                  <a:pt x="6400800" y="622300"/>
                </a:lnTo>
                <a:lnTo>
                  <a:pt x="6407150" y="622300"/>
                </a:lnTo>
                <a:lnTo>
                  <a:pt x="6413500" y="615950"/>
                </a:lnTo>
                <a:lnTo>
                  <a:pt x="6413500" y="603250"/>
                </a:lnTo>
                <a:lnTo>
                  <a:pt x="6419850" y="596900"/>
                </a:lnTo>
                <a:lnTo>
                  <a:pt x="6426200" y="596900"/>
                </a:lnTo>
                <a:lnTo>
                  <a:pt x="6438900" y="584200"/>
                </a:lnTo>
                <a:lnTo>
                  <a:pt x="6438900" y="571500"/>
                </a:lnTo>
                <a:lnTo>
                  <a:pt x="6451600" y="558800"/>
                </a:lnTo>
                <a:lnTo>
                  <a:pt x="6451600" y="546100"/>
                </a:lnTo>
                <a:lnTo>
                  <a:pt x="6457950" y="539750"/>
                </a:lnTo>
                <a:lnTo>
                  <a:pt x="6457950" y="520700"/>
                </a:lnTo>
                <a:lnTo>
                  <a:pt x="6464300" y="514350"/>
                </a:lnTo>
                <a:lnTo>
                  <a:pt x="6464300" y="488950"/>
                </a:lnTo>
                <a:lnTo>
                  <a:pt x="6470650" y="482600"/>
                </a:lnTo>
                <a:lnTo>
                  <a:pt x="6470650" y="450850"/>
                </a:lnTo>
                <a:lnTo>
                  <a:pt x="6477000" y="444500"/>
                </a:lnTo>
                <a:lnTo>
                  <a:pt x="6477000" y="412750"/>
                </a:lnTo>
                <a:lnTo>
                  <a:pt x="6483350" y="406400"/>
                </a:lnTo>
                <a:lnTo>
                  <a:pt x="6483350" y="361950"/>
                </a:lnTo>
                <a:lnTo>
                  <a:pt x="6489700" y="355600"/>
                </a:lnTo>
                <a:lnTo>
                  <a:pt x="6489700" y="323850"/>
                </a:lnTo>
                <a:lnTo>
                  <a:pt x="6496050" y="317500"/>
                </a:lnTo>
                <a:lnTo>
                  <a:pt x="6496050" y="292100"/>
                </a:lnTo>
                <a:lnTo>
                  <a:pt x="6502400" y="285750"/>
                </a:lnTo>
                <a:lnTo>
                  <a:pt x="6502400" y="273050"/>
                </a:lnTo>
                <a:lnTo>
                  <a:pt x="6508750" y="266700"/>
                </a:lnTo>
                <a:lnTo>
                  <a:pt x="6502400" y="260350"/>
                </a:lnTo>
                <a:lnTo>
                  <a:pt x="6502400" y="254000"/>
                </a:lnTo>
                <a:lnTo>
                  <a:pt x="6496050" y="254000"/>
                </a:lnTo>
                <a:lnTo>
                  <a:pt x="6477000" y="241300"/>
                </a:lnTo>
                <a:lnTo>
                  <a:pt x="6470650" y="247650"/>
                </a:lnTo>
                <a:lnTo>
                  <a:pt x="6464300" y="247650"/>
                </a:lnTo>
                <a:lnTo>
                  <a:pt x="6451600" y="234950"/>
                </a:lnTo>
                <a:lnTo>
                  <a:pt x="6451600" y="228600"/>
                </a:lnTo>
                <a:lnTo>
                  <a:pt x="6445250" y="228600"/>
                </a:lnTo>
                <a:lnTo>
                  <a:pt x="6438900" y="222250"/>
                </a:lnTo>
                <a:lnTo>
                  <a:pt x="6407150" y="222250"/>
                </a:lnTo>
                <a:lnTo>
                  <a:pt x="6400800" y="228600"/>
                </a:lnTo>
                <a:lnTo>
                  <a:pt x="6394450" y="228600"/>
                </a:lnTo>
                <a:lnTo>
                  <a:pt x="6388100" y="234950"/>
                </a:lnTo>
                <a:lnTo>
                  <a:pt x="6381750" y="234950"/>
                </a:lnTo>
                <a:lnTo>
                  <a:pt x="6337300" y="279400"/>
                </a:lnTo>
                <a:lnTo>
                  <a:pt x="6337300" y="285750"/>
                </a:lnTo>
                <a:lnTo>
                  <a:pt x="6324600" y="298450"/>
                </a:lnTo>
                <a:lnTo>
                  <a:pt x="6324600" y="304800"/>
                </a:lnTo>
                <a:lnTo>
                  <a:pt x="6318250" y="311150"/>
                </a:lnTo>
                <a:lnTo>
                  <a:pt x="6318250" y="317500"/>
                </a:lnTo>
                <a:lnTo>
                  <a:pt x="6311900" y="323850"/>
                </a:lnTo>
                <a:lnTo>
                  <a:pt x="6311900" y="330200"/>
                </a:lnTo>
                <a:lnTo>
                  <a:pt x="6299200" y="349250"/>
                </a:lnTo>
                <a:lnTo>
                  <a:pt x="6299200" y="361950"/>
                </a:lnTo>
                <a:lnTo>
                  <a:pt x="6292850" y="368300"/>
                </a:lnTo>
                <a:lnTo>
                  <a:pt x="6292850" y="406400"/>
                </a:lnTo>
                <a:lnTo>
                  <a:pt x="6299200" y="412750"/>
                </a:lnTo>
                <a:lnTo>
                  <a:pt x="6299200" y="425450"/>
                </a:lnTo>
                <a:lnTo>
                  <a:pt x="6292850" y="431800"/>
                </a:lnTo>
                <a:lnTo>
                  <a:pt x="6286500" y="425450"/>
                </a:lnTo>
                <a:lnTo>
                  <a:pt x="6280150" y="431800"/>
                </a:lnTo>
                <a:lnTo>
                  <a:pt x="6273800" y="431800"/>
                </a:lnTo>
                <a:lnTo>
                  <a:pt x="6261100" y="444500"/>
                </a:lnTo>
                <a:lnTo>
                  <a:pt x="6254750" y="444500"/>
                </a:lnTo>
                <a:lnTo>
                  <a:pt x="6242050" y="425450"/>
                </a:lnTo>
                <a:lnTo>
                  <a:pt x="6242050" y="406400"/>
                </a:lnTo>
                <a:lnTo>
                  <a:pt x="6248400" y="400050"/>
                </a:lnTo>
                <a:lnTo>
                  <a:pt x="6248400" y="361950"/>
                </a:lnTo>
                <a:lnTo>
                  <a:pt x="6254750" y="355600"/>
                </a:lnTo>
                <a:lnTo>
                  <a:pt x="6254750" y="323850"/>
                </a:lnTo>
                <a:lnTo>
                  <a:pt x="6261100" y="317500"/>
                </a:lnTo>
                <a:lnTo>
                  <a:pt x="6261100" y="279400"/>
                </a:lnTo>
                <a:lnTo>
                  <a:pt x="6254750" y="273050"/>
                </a:lnTo>
                <a:lnTo>
                  <a:pt x="6254750" y="266700"/>
                </a:lnTo>
                <a:lnTo>
                  <a:pt x="6248400" y="260350"/>
                </a:lnTo>
                <a:lnTo>
                  <a:pt x="6242050" y="260350"/>
                </a:lnTo>
                <a:lnTo>
                  <a:pt x="6229350" y="247650"/>
                </a:lnTo>
                <a:lnTo>
                  <a:pt x="6229350" y="241300"/>
                </a:lnTo>
                <a:lnTo>
                  <a:pt x="6223000" y="241300"/>
                </a:lnTo>
                <a:lnTo>
                  <a:pt x="6203950" y="228600"/>
                </a:lnTo>
                <a:lnTo>
                  <a:pt x="6178550" y="228600"/>
                </a:lnTo>
                <a:lnTo>
                  <a:pt x="6172200" y="234950"/>
                </a:lnTo>
                <a:close/>
                <a:moveTo>
                  <a:pt x="6400800" y="438150"/>
                </a:moveTo>
                <a:lnTo>
                  <a:pt x="6400800" y="431800"/>
                </a:lnTo>
                <a:lnTo>
                  <a:pt x="6407150" y="425450"/>
                </a:lnTo>
                <a:lnTo>
                  <a:pt x="6413500" y="425450"/>
                </a:lnTo>
                <a:lnTo>
                  <a:pt x="6419850" y="431800"/>
                </a:lnTo>
                <a:lnTo>
                  <a:pt x="6407150" y="444500"/>
                </a:lnTo>
                <a:close/>
                <a:moveTo>
                  <a:pt x="6184900" y="361950"/>
                </a:moveTo>
                <a:lnTo>
                  <a:pt x="6191250" y="368300"/>
                </a:lnTo>
                <a:lnTo>
                  <a:pt x="6191250" y="381000"/>
                </a:lnTo>
                <a:lnTo>
                  <a:pt x="6184900" y="387350"/>
                </a:lnTo>
                <a:lnTo>
                  <a:pt x="6184900" y="393700"/>
                </a:lnTo>
                <a:lnTo>
                  <a:pt x="6178550" y="400050"/>
                </a:lnTo>
                <a:lnTo>
                  <a:pt x="6178550" y="406400"/>
                </a:lnTo>
                <a:lnTo>
                  <a:pt x="6140450" y="444500"/>
                </a:lnTo>
                <a:lnTo>
                  <a:pt x="6121400" y="444500"/>
                </a:lnTo>
                <a:lnTo>
                  <a:pt x="6108700" y="431800"/>
                </a:lnTo>
                <a:lnTo>
                  <a:pt x="6108700" y="406400"/>
                </a:lnTo>
                <a:lnTo>
                  <a:pt x="6146800" y="368300"/>
                </a:lnTo>
                <a:lnTo>
                  <a:pt x="6159500" y="368300"/>
                </a:lnTo>
                <a:lnTo>
                  <a:pt x="6165850" y="361950"/>
                </a:lnTo>
                <a:close/>
                <a:moveTo>
                  <a:pt x="6337300" y="311150"/>
                </a:moveTo>
                <a:lnTo>
                  <a:pt x="6343650" y="304800"/>
                </a:lnTo>
                <a:lnTo>
                  <a:pt x="6350000" y="311150"/>
                </a:lnTo>
                <a:lnTo>
                  <a:pt x="6343650" y="317500"/>
                </a:lnTo>
                <a:close/>
                <a:moveTo>
                  <a:pt x="6343650" y="304800"/>
                </a:moveTo>
                <a:lnTo>
                  <a:pt x="6350000" y="298450"/>
                </a:lnTo>
                <a:lnTo>
                  <a:pt x="6356350" y="304800"/>
                </a:lnTo>
                <a:lnTo>
                  <a:pt x="6350000" y="311150"/>
                </a:lnTo>
                <a:close/>
                <a:moveTo>
                  <a:pt x="6426200" y="266700"/>
                </a:moveTo>
                <a:lnTo>
                  <a:pt x="6445250" y="285750"/>
                </a:lnTo>
                <a:lnTo>
                  <a:pt x="6445250" y="292100"/>
                </a:lnTo>
                <a:lnTo>
                  <a:pt x="6438900" y="298450"/>
                </a:lnTo>
                <a:lnTo>
                  <a:pt x="6438900" y="323850"/>
                </a:lnTo>
                <a:lnTo>
                  <a:pt x="6432550" y="330200"/>
                </a:lnTo>
                <a:lnTo>
                  <a:pt x="6432550" y="355600"/>
                </a:lnTo>
                <a:lnTo>
                  <a:pt x="6426200" y="361950"/>
                </a:lnTo>
                <a:lnTo>
                  <a:pt x="6426200" y="368300"/>
                </a:lnTo>
                <a:lnTo>
                  <a:pt x="6419850" y="374650"/>
                </a:lnTo>
                <a:lnTo>
                  <a:pt x="6419850" y="381000"/>
                </a:lnTo>
                <a:lnTo>
                  <a:pt x="6381750" y="419100"/>
                </a:lnTo>
                <a:lnTo>
                  <a:pt x="6369050" y="419100"/>
                </a:lnTo>
                <a:lnTo>
                  <a:pt x="6350000" y="400050"/>
                </a:lnTo>
                <a:lnTo>
                  <a:pt x="6350000" y="361950"/>
                </a:lnTo>
                <a:lnTo>
                  <a:pt x="6356350" y="355600"/>
                </a:lnTo>
                <a:lnTo>
                  <a:pt x="6356350" y="342900"/>
                </a:lnTo>
                <a:lnTo>
                  <a:pt x="6362700" y="336550"/>
                </a:lnTo>
                <a:lnTo>
                  <a:pt x="6362700" y="330200"/>
                </a:lnTo>
                <a:lnTo>
                  <a:pt x="6375400" y="317500"/>
                </a:lnTo>
                <a:lnTo>
                  <a:pt x="6375400" y="311150"/>
                </a:lnTo>
                <a:lnTo>
                  <a:pt x="6381750" y="304800"/>
                </a:lnTo>
                <a:lnTo>
                  <a:pt x="6381750" y="298450"/>
                </a:lnTo>
                <a:lnTo>
                  <a:pt x="6407150" y="273050"/>
                </a:lnTo>
                <a:lnTo>
                  <a:pt x="6413500" y="273050"/>
                </a:lnTo>
                <a:lnTo>
                  <a:pt x="6419850" y="266700"/>
                </a:lnTo>
                <a:close/>
                <a:moveTo>
                  <a:pt x="5727700" y="254000"/>
                </a:moveTo>
                <a:lnTo>
                  <a:pt x="5727700" y="330200"/>
                </a:lnTo>
                <a:lnTo>
                  <a:pt x="5721350" y="336550"/>
                </a:lnTo>
                <a:lnTo>
                  <a:pt x="5721350" y="387350"/>
                </a:lnTo>
                <a:lnTo>
                  <a:pt x="5715000" y="393700"/>
                </a:lnTo>
                <a:lnTo>
                  <a:pt x="5715000" y="438150"/>
                </a:lnTo>
                <a:lnTo>
                  <a:pt x="5708650" y="444500"/>
                </a:lnTo>
                <a:lnTo>
                  <a:pt x="5708650" y="469900"/>
                </a:lnTo>
                <a:lnTo>
                  <a:pt x="5727700" y="469900"/>
                </a:lnTo>
                <a:lnTo>
                  <a:pt x="5740400" y="482600"/>
                </a:lnTo>
                <a:lnTo>
                  <a:pt x="5759450" y="469900"/>
                </a:lnTo>
                <a:lnTo>
                  <a:pt x="5759450" y="463550"/>
                </a:lnTo>
                <a:lnTo>
                  <a:pt x="5765800" y="457200"/>
                </a:lnTo>
                <a:lnTo>
                  <a:pt x="5765800" y="425450"/>
                </a:lnTo>
                <a:lnTo>
                  <a:pt x="5772150" y="419100"/>
                </a:lnTo>
                <a:lnTo>
                  <a:pt x="5772150" y="406400"/>
                </a:lnTo>
                <a:lnTo>
                  <a:pt x="5765800" y="412750"/>
                </a:lnTo>
                <a:lnTo>
                  <a:pt x="5759450" y="406400"/>
                </a:lnTo>
                <a:lnTo>
                  <a:pt x="5759450" y="381000"/>
                </a:lnTo>
                <a:lnTo>
                  <a:pt x="5765800" y="374650"/>
                </a:lnTo>
                <a:lnTo>
                  <a:pt x="5772150" y="374650"/>
                </a:lnTo>
                <a:lnTo>
                  <a:pt x="5778500" y="381000"/>
                </a:lnTo>
                <a:lnTo>
                  <a:pt x="5778500" y="393700"/>
                </a:lnTo>
                <a:lnTo>
                  <a:pt x="5778500" y="381000"/>
                </a:lnTo>
                <a:lnTo>
                  <a:pt x="5784850" y="374650"/>
                </a:lnTo>
                <a:lnTo>
                  <a:pt x="5784850" y="368300"/>
                </a:lnTo>
                <a:lnTo>
                  <a:pt x="5797550" y="355600"/>
                </a:lnTo>
                <a:lnTo>
                  <a:pt x="5797550" y="349250"/>
                </a:lnTo>
                <a:lnTo>
                  <a:pt x="5803900" y="342900"/>
                </a:lnTo>
                <a:lnTo>
                  <a:pt x="5803900" y="336550"/>
                </a:lnTo>
                <a:lnTo>
                  <a:pt x="5810250" y="330200"/>
                </a:lnTo>
                <a:lnTo>
                  <a:pt x="5810250" y="323850"/>
                </a:lnTo>
                <a:lnTo>
                  <a:pt x="5829300" y="304800"/>
                </a:lnTo>
                <a:lnTo>
                  <a:pt x="5829300" y="298450"/>
                </a:lnTo>
                <a:lnTo>
                  <a:pt x="5835650" y="292100"/>
                </a:lnTo>
                <a:lnTo>
                  <a:pt x="5848350" y="292100"/>
                </a:lnTo>
                <a:lnTo>
                  <a:pt x="5854700" y="298450"/>
                </a:lnTo>
                <a:lnTo>
                  <a:pt x="5854700" y="323850"/>
                </a:lnTo>
                <a:lnTo>
                  <a:pt x="5848350" y="330200"/>
                </a:lnTo>
                <a:lnTo>
                  <a:pt x="5848350" y="387350"/>
                </a:lnTo>
                <a:lnTo>
                  <a:pt x="5842000" y="393700"/>
                </a:lnTo>
                <a:lnTo>
                  <a:pt x="5842000" y="450850"/>
                </a:lnTo>
                <a:lnTo>
                  <a:pt x="5848350" y="450850"/>
                </a:lnTo>
                <a:lnTo>
                  <a:pt x="5867400" y="469900"/>
                </a:lnTo>
                <a:lnTo>
                  <a:pt x="5873750" y="463550"/>
                </a:lnTo>
                <a:lnTo>
                  <a:pt x="5873750" y="457200"/>
                </a:lnTo>
                <a:lnTo>
                  <a:pt x="5892800" y="438150"/>
                </a:lnTo>
                <a:lnTo>
                  <a:pt x="5892800" y="425450"/>
                </a:lnTo>
                <a:lnTo>
                  <a:pt x="5899150" y="419100"/>
                </a:lnTo>
                <a:lnTo>
                  <a:pt x="5899150" y="406400"/>
                </a:lnTo>
                <a:lnTo>
                  <a:pt x="5905500" y="400050"/>
                </a:lnTo>
                <a:lnTo>
                  <a:pt x="5905500" y="387350"/>
                </a:lnTo>
                <a:lnTo>
                  <a:pt x="5911850" y="381000"/>
                </a:lnTo>
                <a:lnTo>
                  <a:pt x="5911850" y="374650"/>
                </a:lnTo>
                <a:lnTo>
                  <a:pt x="5918200" y="368300"/>
                </a:lnTo>
                <a:lnTo>
                  <a:pt x="5918200" y="361950"/>
                </a:lnTo>
                <a:lnTo>
                  <a:pt x="5924550" y="355600"/>
                </a:lnTo>
                <a:lnTo>
                  <a:pt x="5924550" y="349250"/>
                </a:lnTo>
                <a:lnTo>
                  <a:pt x="5930900" y="342900"/>
                </a:lnTo>
                <a:lnTo>
                  <a:pt x="5930900" y="336550"/>
                </a:lnTo>
                <a:lnTo>
                  <a:pt x="5937250" y="330200"/>
                </a:lnTo>
                <a:lnTo>
                  <a:pt x="5937250" y="323850"/>
                </a:lnTo>
                <a:lnTo>
                  <a:pt x="5949950" y="311150"/>
                </a:lnTo>
                <a:lnTo>
                  <a:pt x="5949950" y="304800"/>
                </a:lnTo>
                <a:lnTo>
                  <a:pt x="5969000" y="285750"/>
                </a:lnTo>
                <a:lnTo>
                  <a:pt x="5975350" y="285750"/>
                </a:lnTo>
                <a:lnTo>
                  <a:pt x="5981700" y="292100"/>
                </a:lnTo>
                <a:lnTo>
                  <a:pt x="5981700" y="323850"/>
                </a:lnTo>
                <a:lnTo>
                  <a:pt x="5975350" y="330200"/>
                </a:lnTo>
                <a:lnTo>
                  <a:pt x="5975350" y="361950"/>
                </a:lnTo>
                <a:lnTo>
                  <a:pt x="5969000" y="368300"/>
                </a:lnTo>
                <a:lnTo>
                  <a:pt x="5969000" y="406400"/>
                </a:lnTo>
                <a:lnTo>
                  <a:pt x="5962650" y="412750"/>
                </a:lnTo>
                <a:lnTo>
                  <a:pt x="5962650" y="463550"/>
                </a:lnTo>
                <a:lnTo>
                  <a:pt x="5969000" y="469900"/>
                </a:lnTo>
                <a:lnTo>
                  <a:pt x="5975350" y="469900"/>
                </a:lnTo>
                <a:lnTo>
                  <a:pt x="5988050" y="488950"/>
                </a:lnTo>
                <a:lnTo>
                  <a:pt x="5994400" y="482600"/>
                </a:lnTo>
                <a:lnTo>
                  <a:pt x="5994400" y="463550"/>
                </a:lnTo>
                <a:lnTo>
                  <a:pt x="6000750" y="457200"/>
                </a:lnTo>
                <a:lnTo>
                  <a:pt x="6007100" y="457200"/>
                </a:lnTo>
                <a:lnTo>
                  <a:pt x="6013450" y="463550"/>
                </a:lnTo>
                <a:lnTo>
                  <a:pt x="6013450" y="469900"/>
                </a:lnTo>
                <a:lnTo>
                  <a:pt x="6019800" y="463550"/>
                </a:lnTo>
                <a:lnTo>
                  <a:pt x="6019800" y="457200"/>
                </a:lnTo>
                <a:lnTo>
                  <a:pt x="6013450" y="450850"/>
                </a:lnTo>
                <a:lnTo>
                  <a:pt x="6013450" y="419100"/>
                </a:lnTo>
                <a:lnTo>
                  <a:pt x="6019800" y="412750"/>
                </a:lnTo>
                <a:lnTo>
                  <a:pt x="6019800" y="381000"/>
                </a:lnTo>
                <a:lnTo>
                  <a:pt x="6026150" y="374650"/>
                </a:lnTo>
                <a:lnTo>
                  <a:pt x="6026150" y="342900"/>
                </a:lnTo>
                <a:lnTo>
                  <a:pt x="6032500" y="336550"/>
                </a:lnTo>
                <a:lnTo>
                  <a:pt x="6032500" y="260350"/>
                </a:lnTo>
                <a:lnTo>
                  <a:pt x="6026150" y="254000"/>
                </a:lnTo>
                <a:lnTo>
                  <a:pt x="6026150" y="247650"/>
                </a:lnTo>
                <a:lnTo>
                  <a:pt x="6013450" y="228600"/>
                </a:lnTo>
                <a:lnTo>
                  <a:pt x="6007100" y="228600"/>
                </a:lnTo>
                <a:lnTo>
                  <a:pt x="6000750" y="222250"/>
                </a:lnTo>
                <a:lnTo>
                  <a:pt x="5981700" y="222250"/>
                </a:lnTo>
                <a:lnTo>
                  <a:pt x="5975350" y="228600"/>
                </a:lnTo>
                <a:lnTo>
                  <a:pt x="5969000" y="228600"/>
                </a:lnTo>
                <a:lnTo>
                  <a:pt x="5956300" y="241300"/>
                </a:lnTo>
                <a:lnTo>
                  <a:pt x="5949950" y="241300"/>
                </a:lnTo>
                <a:lnTo>
                  <a:pt x="5943600" y="247650"/>
                </a:lnTo>
                <a:lnTo>
                  <a:pt x="5943600" y="254000"/>
                </a:lnTo>
                <a:lnTo>
                  <a:pt x="5924550" y="273050"/>
                </a:lnTo>
                <a:lnTo>
                  <a:pt x="5924550" y="279400"/>
                </a:lnTo>
                <a:lnTo>
                  <a:pt x="5911850" y="298450"/>
                </a:lnTo>
                <a:lnTo>
                  <a:pt x="5905500" y="298450"/>
                </a:lnTo>
                <a:lnTo>
                  <a:pt x="5899150" y="292100"/>
                </a:lnTo>
                <a:lnTo>
                  <a:pt x="5899150" y="254000"/>
                </a:lnTo>
                <a:lnTo>
                  <a:pt x="5892800" y="247650"/>
                </a:lnTo>
                <a:lnTo>
                  <a:pt x="5892800" y="241300"/>
                </a:lnTo>
                <a:lnTo>
                  <a:pt x="5880100" y="228600"/>
                </a:lnTo>
                <a:lnTo>
                  <a:pt x="5873750" y="228600"/>
                </a:lnTo>
                <a:lnTo>
                  <a:pt x="5867400" y="222250"/>
                </a:lnTo>
                <a:lnTo>
                  <a:pt x="5854700" y="222250"/>
                </a:lnTo>
                <a:lnTo>
                  <a:pt x="5848350" y="228600"/>
                </a:lnTo>
                <a:lnTo>
                  <a:pt x="5842000" y="228600"/>
                </a:lnTo>
                <a:lnTo>
                  <a:pt x="5810250" y="260350"/>
                </a:lnTo>
                <a:lnTo>
                  <a:pt x="5810250" y="266700"/>
                </a:lnTo>
                <a:lnTo>
                  <a:pt x="5797550" y="279400"/>
                </a:lnTo>
                <a:lnTo>
                  <a:pt x="5791200" y="273050"/>
                </a:lnTo>
                <a:lnTo>
                  <a:pt x="5791200" y="234950"/>
                </a:lnTo>
                <a:lnTo>
                  <a:pt x="5784850" y="228600"/>
                </a:lnTo>
                <a:lnTo>
                  <a:pt x="5778500" y="228600"/>
                </a:lnTo>
                <a:lnTo>
                  <a:pt x="5772150" y="234950"/>
                </a:lnTo>
                <a:lnTo>
                  <a:pt x="5753100" y="234950"/>
                </a:lnTo>
                <a:lnTo>
                  <a:pt x="5746750" y="241300"/>
                </a:lnTo>
                <a:lnTo>
                  <a:pt x="5740400" y="241300"/>
                </a:lnTo>
                <a:close/>
                <a:moveTo>
                  <a:pt x="5257800" y="222250"/>
                </a:moveTo>
                <a:lnTo>
                  <a:pt x="5219700" y="222250"/>
                </a:lnTo>
                <a:lnTo>
                  <a:pt x="5213350" y="228600"/>
                </a:lnTo>
                <a:lnTo>
                  <a:pt x="5207000" y="228600"/>
                </a:lnTo>
                <a:lnTo>
                  <a:pt x="5200650" y="234950"/>
                </a:lnTo>
                <a:lnTo>
                  <a:pt x="5194300" y="234950"/>
                </a:lnTo>
                <a:lnTo>
                  <a:pt x="5187950" y="241300"/>
                </a:lnTo>
                <a:lnTo>
                  <a:pt x="5181600" y="241300"/>
                </a:lnTo>
                <a:lnTo>
                  <a:pt x="5143500" y="279400"/>
                </a:lnTo>
                <a:lnTo>
                  <a:pt x="5143500" y="285750"/>
                </a:lnTo>
                <a:lnTo>
                  <a:pt x="5130800" y="298450"/>
                </a:lnTo>
                <a:lnTo>
                  <a:pt x="5130800" y="304800"/>
                </a:lnTo>
                <a:lnTo>
                  <a:pt x="5118100" y="317500"/>
                </a:lnTo>
                <a:lnTo>
                  <a:pt x="5118100" y="323850"/>
                </a:lnTo>
                <a:lnTo>
                  <a:pt x="5111750" y="330200"/>
                </a:lnTo>
                <a:lnTo>
                  <a:pt x="5111750" y="342900"/>
                </a:lnTo>
                <a:lnTo>
                  <a:pt x="5105400" y="349250"/>
                </a:lnTo>
                <a:lnTo>
                  <a:pt x="5105400" y="361950"/>
                </a:lnTo>
                <a:lnTo>
                  <a:pt x="5099050" y="368300"/>
                </a:lnTo>
                <a:lnTo>
                  <a:pt x="5099050" y="419100"/>
                </a:lnTo>
                <a:lnTo>
                  <a:pt x="5105400" y="425450"/>
                </a:lnTo>
                <a:lnTo>
                  <a:pt x="5105400" y="438150"/>
                </a:lnTo>
                <a:lnTo>
                  <a:pt x="5111750" y="444500"/>
                </a:lnTo>
                <a:lnTo>
                  <a:pt x="5111750" y="450850"/>
                </a:lnTo>
                <a:lnTo>
                  <a:pt x="5143500" y="482600"/>
                </a:lnTo>
                <a:lnTo>
                  <a:pt x="5149850" y="482600"/>
                </a:lnTo>
                <a:lnTo>
                  <a:pt x="5156200" y="488950"/>
                </a:lnTo>
                <a:lnTo>
                  <a:pt x="5181600" y="488950"/>
                </a:lnTo>
                <a:lnTo>
                  <a:pt x="5187950" y="495300"/>
                </a:lnTo>
                <a:lnTo>
                  <a:pt x="5207000" y="495300"/>
                </a:lnTo>
                <a:lnTo>
                  <a:pt x="5213350" y="488950"/>
                </a:lnTo>
                <a:lnTo>
                  <a:pt x="5232400" y="488950"/>
                </a:lnTo>
                <a:lnTo>
                  <a:pt x="5238750" y="482600"/>
                </a:lnTo>
                <a:lnTo>
                  <a:pt x="5245100" y="482600"/>
                </a:lnTo>
                <a:lnTo>
                  <a:pt x="5251450" y="476250"/>
                </a:lnTo>
                <a:lnTo>
                  <a:pt x="5257800" y="476250"/>
                </a:lnTo>
                <a:lnTo>
                  <a:pt x="5270500" y="463550"/>
                </a:lnTo>
                <a:lnTo>
                  <a:pt x="5276850" y="463550"/>
                </a:lnTo>
                <a:lnTo>
                  <a:pt x="5295900" y="444500"/>
                </a:lnTo>
                <a:lnTo>
                  <a:pt x="5295900" y="438150"/>
                </a:lnTo>
                <a:lnTo>
                  <a:pt x="5308600" y="425450"/>
                </a:lnTo>
                <a:lnTo>
                  <a:pt x="5302250" y="425450"/>
                </a:lnTo>
                <a:lnTo>
                  <a:pt x="5295900" y="431800"/>
                </a:lnTo>
                <a:lnTo>
                  <a:pt x="5289550" y="431800"/>
                </a:lnTo>
                <a:lnTo>
                  <a:pt x="5276850" y="444500"/>
                </a:lnTo>
                <a:lnTo>
                  <a:pt x="5276850" y="450850"/>
                </a:lnTo>
                <a:lnTo>
                  <a:pt x="5257800" y="469900"/>
                </a:lnTo>
                <a:lnTo>
                  <a:pt x="5251450" y="469900"/>
                </a:lnTo>
                <a:lnTo>
                  <a:pt x="5245100" y="463550"/>
                </a:lnTo>
                <a:lnTo>
                  <a:pt x="5245100" y="457200"/>
                </a:lnTo>
                <a:lnTo>
                  <a:pt x="5264150" y="444500"/>
                </a:lnTo>
                <a:lnTo>
                  <a:pt x="5264150" y="438150"/>
                </a:lnTo>
                <a:lnTo>
                  <a:pt x="5276850" y="425450"/>
                </a:lnTo>
                <a:lnTo>
                  <a:pt x="5276850" y="419100"/>
                </a:lnTo>
                <a:lnTo>
                  <a:pt x="5289550" y="406400"/>
                </a:lnTo>
                <a:lnTo>
                  <a:pt x="5289550" y="400050"/>
                </a:lnTo>
                <a:lnTo>
                  <a:pt x="5276850" y="400050"/>
                </a:lnTo>
                <a:lnTo>
                  <a:pt x="5264150" y="412750"/>
                </a:lnTo>
                <a:lnTo>
                  <a:pt x="5257800" y="412750"/>
                </a:lnTo>
                <a:lnTo>
                  <a:pt x="5238750" y="431800"/>
                </a:lnTo>
                <a:lnTo>
                  <a:pt x="5232400" y="431800"/>
                </a:lnTo>
                <a:lnTo>
                  <a:pt x="5226050" y="438150"/>
                </a:lnTo>
                <a:lnTo>
                  <a:pt x="5213350" y="438150"/>
                </a:lnTo>
                <a:lnTo>
                  <a:pt x="5207000" y="444500"/>
                </a:lnTo>
                <a:lnTo>
                  <a:pt x="5187950" y="444500"/>
                </a:lnTo>
                <a:lnTo>
                  <a:pt x="5162550" y="419100"/>
                </a:lnTo>
                <a:lnTo>
                  <a:pt x="5162550" y="361950"/>
                </a:lnTo>
                <a:lnTo>
                  <a:pt x="5168900" y="355600"/>
                </a:lnTo>
                <a:lnTo>
                  <a:pt x="5168900" y="342900"/>
                </a:lnTo>
                <a:lnTo>
                  <a:pt x="5175250" y="336550"/>
                </a:lnTo>
                <a:lnTo>
                  <a:pt x="5175250" y="330200"/>
                </a:lnTo>
                <a:lnTo>
                  <a:pt x="5181600" y="323850"/>
                </a:lnTo>
                <a:lnTo>
                  <a:pt x="5181600" y="317500"/>
                </a:lnTo>
                <a:lnTo>
                  <a:pt x="5194300" y="304800"/>
                </a:lnTo>
                <a:lnTo>
                  <a:pt x="5194300" y="298450"/>
                </a:lnTo>
                <a:lnTo>
                  <a:pt x="5213350" y="279400"/>
                </a:lnTo>
                <a:lnTo>
                  <a:pt x="5219700" y="279400"/>
                </a:lnTo>
                <a:lnTo>
                  <a:pt x="5232400" y="266700"/>
                </a:lnTo>
                <a:lnTo>
                  <a:pt x="5245100" y="266700"/>
                </a:lnTo>
                <a:lnTo>
                  <a:pt x="5257800" y="279400"/>
                </a:lnTo>
                <a:lnTo>
                  <a:pt x="5257800" y="311150"/>
                </a:lnTo>
                <a:lnTo>
                  <a:pt x="5270500" y="311150"/>
                </a:lnTo>
                <a:lnTo>
                  <a:pt x="5276850" y="304800"/>
                </a:lnTo>
                <a:lnTo>
                  <a:pt x="5289550" y="304800"/>
                </a:lnTo>
                <a:lnTo>
                  <a:pt x="5295900" y="298450"/>
                </a:lnTo>
                <a:lnTo>
                  <a:pt x="5295900" y="279400"/>
                </a:lnTo>
                <a:lnTo>
                  <a:pt x="5302250" y="273050"/>
                </a:lnTo>
                <a:lnTo>
                  <a:pt x="5302250" y="260350"/>
                </a:lnTo>
                <a:lnTo>
                  <a:pt x="5289550" y="241300"/>
                </a:lnTo>
                <a:lnTo>
                  <a:pt x="5283200" y="241300"/>
                </a:lnTo>
                <a:lnTo>
                  <a:pt x="5270500" y="228600"/>
                </a:lnTo>
                <a:lnTo>
                  <a:pt x="5264150" y="228600"/>
                </a:lnTo>
                <a:close/>
                <a:moveTo>
                  <a:pt x="2330450" y="222250"/>
                </a:moveTo>
                <a:lnTo>
                  <a:pt x="2330450" y="247650"/>
                </a:lnTo>
                <a:lnTo>
                  <a:pt x="2336800" y="241300"/>
                </a:lnTo>
                <a:lnTo>
                  <a:pt x="2336800" y="228600"/>
                </a:lnTo>
                <a:close/>
                <a:moveTo>
                  <a:pt x="4724400" y="222250"/>
                </a:moveTo>
                <a:lnTo>
                  <a:pt x="4718050" y="222250"/>
                </a:lnTo>
                <a:lnTo>
                  <a:pt x="4711700" y="215900"/>
                </a:lnTo>
                <a:lnTo>
                  <a:pt x="4686300" y="215900"/>
                </a:lnTo>
                <a:lnTo>
                  <a:pt x="4679950" y="222250"/>
                </a:lnTo>
                <a:lnTo>
                  <a:pt x="4673600" y="222250"/>
                </a:lnTo>
                <a:lnTo>
                  <a:pt x="4660900" y="234950"/>
                </a:lnTo>
                <a:lnTo>
                  <a:pt x="4654550" y="234950"/>
                </a:lnTo>
                <a:lnTo>
                  <a:pt x="4635500" y="254000"/>
                </a:lnTo>
                <a:lnTo>
                  <a:pt x="4635500" y="260350"/>
                </a:lnTo>
                <a:lnTo>
                  <a:pt x="4610100" y="285750"/>
                </a:lnTo>
                <a:lnTo>
                  <a:pt x="4603750" y="279400"/>
                </a:lnTo>
                <a:lnTo>
                  <a:pt x="4603750" y="266700"/>
                </a:lnTo>
                <a:lnTo>
                  <a:pt x="4610100" y="260350"/>
                </a:lnTo>
                <a:lnTo>
                  <a:pt x="4610100" y="234950"/>
                </a:lnTo>
                <a:lnTo>
                  <a:pt x="4597400" y="222250"/>
                </a:lnTo>
                <a:lnTo>
                  <a:pt x="4584700" y="222250"/>
                </a:lnTo>
                <a:lnTo>
                  <a:pt x="4578350" y="228600"/>
                </a:lnTo>
                <a:lnTo>
                  <a:pt x="4572000" y="228600"/>
                </a:lnTo>
                <a:lnTo>
                  <a:pt x="4565650" y="234950"/>
                </a:lnTo>
                <a:lnTo>
                  <a:pt x="4552950" y="234950"/>
                </a:lnTo>
                <a:lnTo>
                  <a:pt x="4546600" y="241300"/>
                </a:lnTo>
                <a:lnTo>
                  <a:pt x="4546600" y="285750"/>
                </a:lnTo>
                <a:lnTo>
                  <a:pt x="4540250" y="292100"/>
                </a:lnTo>
                <a:lnTo>
                  <a:pt x="4540250" y="336550"/>
                </a:lnTo>
                <a:lnTo>
                  <a:pt x="4533900" y="342900"/>
                </a:lnTo>
                <a:lnTo>
                  <a:pt x="4533900" y="387350"/>
                </a:lnTo>
                <a:lnTo>
                  <a:pt x="4527550" y="393700"/>
                </a:lnTo>
                <a:lnTo>
                  <a:pt x="4527550" y="431800"/>
                </a:lnTo>
                <a:lnTo>
                  <a:pt x="4521200" y="438150"/>
                </a:lnTo>
                <a:lnTo>
                  <a:pt x="4521200" y="476250"/>
                </a:lnTo>
                <a:lnTo>
                  <a:pt x="4527550" y="476250"/>
                </a:lnTo>
                <a:lnTo>
                  <a:pt x="4533900" y="482600"/>
                </a:lnTo>
                <a:lnTo>
                  <a:pt x="4546600" y="482600"/>
                </a:lnTo>
                <a:lnTo>
                  <a:pt x="4552950" y="488950"/>
                </a:lnTo>
                <a:lnTo>
                  <a:pt x="4565650" y="488950"/>
                </a:lnTo>
                <a:lnTo>
                  <a:pt x="4578350" y="476250"/>
                </a:lnTo>
                <a:lnTo>
                  <a:pt x="4578350" y="438150"/>
                </a:lnTo>
                <a:lnTo>
                  <a:pt x="4584700" y="431800"/>
                </a:lnTo>
                <a:lnTo>
                  <a:pt x="4584700" y="393700"/>
                </a:lnTo>
                <a:lnTo>
                  <a:pt x="4597400" y="381000"/>
                </a:lnTo>
                <a:lnTo>
                  <a:pt x="4597400" y="374650"/>
                </a:lnTo>
                <a:lnTo>
                  <a:pt x="4603750" y="368300"/>
                </a:lnTo>
                <a:lnTo>
                  <a:pt x="4603750" y="361950"/>
                </a:lnTo>
                <a:lnTo>
                  <a:pt x="4616450" y="349250"/>
                </a:lnTo>
                <a:lnTo>
                  <a:pt x="4616450" y="342900"/>
                </a:lnTo>
                <a:lnTo>
                  <a:pt x="4635500" y="323850"/>
                </a:lnTo>
                <a:lnTo>
                  <a:pt x="4635500" y="317500"/>
                </a:lnTo>
                <a:lnTo>
                  <a:pt x="4673600" y="279400"/>
                </a:lnTo>
                <a:lnTo>
                  <a:pt x="4686300" y="279400"/>
                </a:lnTo>
                <a:lnTo>
                  <a:pt x="4692650" y="285750"/>
                </a:lnTo>
                <a:lnTo>
                  <a:pt x="4692650" y="304800"/>
                </a:lnTo>
                <a:lnTo>
                  <a:pt x="4686300" y="311150"/>
                </a:lnTo>
                <a:lnTo>
                  <a:pt x="4686300" y="355600"/>
                </a:lnTo>
                <a:lnTo>
                  <a:pt x="4679950" y="361950"/>
                </a:lnTo>
                <a:lnTo>
                  <a:pt x="4679950" y="406400"/>
                </a:lnTo>
                <a:lnTo>
                  <a:pt x="4673600" y="412750"/>
                </a:lnTo>
                <a:lnTo>
                  <a:pt x="4673600" y="469900"/>
                </a:lnTo>
                <a:lnTo>
                  <a:pt x="4679950" y="476250"/>
                </a:lnTo>
                <a:lnTo>
                  <a:pt x="4686300" y="476250"/>
                </a:lnTo>
                <a:lnTo>
                  <a:pt x="4692650" y="482600"/>
                </a:lnTo>
                <a:lnTo>
                  <a:pt x="4692650" y="488950"/>
                </a:lnTo>
                <a:lnTo>
                  <a:pt x="4705350" y="501650"/>
                </a:lnTo>
                <a:lnTo>
                  <a:pt x="4711700" y="501650"/>
                </a:lnTo>
                <a:lnTo>
                  <a:pt x="4718050" y="495300"/>
                </a:lnTo>
                <a:lnTo>
                  <a:pt x="4718050" y="488950"/>
                </a:lnTo>
                <a:lnTo>
                  <a:pt x="4730750" y="469900"/>
                </a:lnTo>
                <a:lnTo>
                  <a:pt x="4730750" y="406400"/>
                </a:lnTo>
                <a:lnTo>
                  <a:pt x="4737100" y="400050"/>
                </a:lnTo>
                <a:lnTo>
                  <a:pt x="4737100" y="368300"/>
                </a:lnTo>
                <a:lnTo>
                  <a:pt x="4743450" y="361950"/>
                </a:lnTo>
                <a:lnTo>
                  <a:pt x="4743450" y="330200"/>
                </a:lnTo>
                <a:lnTo>
                  <a:pt x="4749800" y="323850"/>
                </a:lnTo>
                <a:lnTo>
                  <a:pt x="4749800" y="266700"/>
                </a:lnTo>
                <a:lnTo>
                  <a:pt x="4743450" y="260350"/>
                </a:lnTo>
                <a:lnTo>
                  <a:pt x="4743450" y="247650"/>
                </a:lnTo>
                <a:lnTo>
                  <a:pt x="4737100" y="241300"/>
                </a:lnTo>
                <a:lnTo>
                  <a:pt x="4737100" y="234950"/>
                </a:lnTo>
                <a:close/>
                <a:moveTo>
                  <a:pt x="4451350" y="222250"/>
                </a:moveTo>
                <a:lnTo>
                  <a:pt x="4432300" y="222250"/>
                </a:lnTo>
                <a:lnTo>
                  <a:pt x="4425950" y="215900"/>
                </a:lnTo>
                <a:lnTo>
                  <a:pt x="4413250" y="215900"/>
                </a:lnTo>
                <a:lnTo>
                  <a:pt x="4406900" y="222250"/>
                </a:lnTo>
                <a:lnTo>
                  <a:pt x="4394200" y="222250"/>
                </a:lnTo>
                <a:lnTo>
                  <a:pt x="4381500" y="234950"/>
                </a:lnTo>
                <a:lnTo>
                  <a:pt x="4375150" y="234950"/>
                </a:lnTo>
                <a:lnTo>
                  <a:pt x="4330700" y="279400"/>
                </a:lnTo>
                <a:lnTo>
                  <a:pt x="4330700" y="285750"/>
                </a:lnTo>
                <a:lnTo>
                  <a:pt x="4318000" y="298450"/>
                </a:lnTo>
                <a:lnTo>
                  <a:pt x="4318000" y="304800"/>
                </a:lnTo>
                <a:lnTo>
                  <a:pt x="4305300" y="317500"/>
                </a:lnTo>
                <a:lnTo>
                  <a:pt x="4305300" y="323850"/>
                </a:lnTo>
                <a:lnTo>
                  <a:pt x="4298950" y="330200"/>
                </a:lnTo>
                <a:lnTo>
                  <a:pt x="4298950" y="342900"/>
                </a:lnTo>
                <a:lnTo>
                  <a:pt x="4292600" y="349250"/>
                </a:lnTo>
                <a:lnTo>
                  <a:pt x="4292600" y="355600"/>
                </a:lnTo>
                <a:lnTo>
                  <a:pt x="4273550" y="374650"/>
                </a:lnTo>
                <a:lnTo>
                  <a:pt x="4273550" y="393700"/>
                </a:lnTo>
                <a:lnTo>
                  <a:pt x="4286250" y="406400"/>
                </a:lnTo>
                <a:lnTo>
                  <a:pt x="4286250" y="431800"/>
                </a:lnTo>
                <a:lnTo>
                  <a:pt x="4292600" y="438150"/>
                </a:lnTo>
                <a:lnTo>
                  <a:pt x="4292600" y="450850"/>
                </a:lnTo>
                <a:lnTo>
                  <a:pt x="4305300" y="463550"/>
                </a:lnTo>
                <a:lnTo>
                  <a:pt x="4305300" y="469900"/>
                </a:lnTo>
                <a:lnTo>
                  <a:pt x="4318000" y="482600"/>
                </a:lnTo>
                <a:lnTo>
                  <a:pt x="4324350" y="482600"/>
                </a:lnTo>
                <a:lnTo>
                  <a:pt x="4343400" y="495300"/>
                </a:lnTo>
                <a:lnTo>
                  <a:pt x="4356100" y="495300"/>
                </a:lnTo>
                <a:lnTo>
                  <a:pt x="4362450" y="501650"/>
                </a:lnTo>
                <a:lnTo>
                  <a:pt x="4400550" y="501650"/>
                </a:lnTo>
                <a:lnTo>
                  <a:pt x="4406900" y="495300"/>
                </a:lnTo>
                <a:lnTo>
                  <a:pt x="4425950" y="495300"/>
                </a:lnTo>
                <a:lnTo>
                  <a:pt x="4432300" y="488950"/>
                </a:lnTo>
                <a:lnTo>
                  <a:pt x="4438650" y="488950"/>
                </a:lnTo>
                <a:lnTo>
                  <a:pt x="4445000" y="482600"/>
                </a:lnTo>
                <a:lnTo>
                  <a:pt x="4451350" y="482600"/>
                </a:lnTo>
                <a:lnTo>
                  <a:pt x="4464050" y="469900"/>
                </a:lnTo>
                <a:lnTo>
                  <a:pt x="4470400" y="469900"/>
                </a:lnTo>
                <a:lnTo>
                  <a:pt x="4495800" y="444500"/>
                </a:lnTo>
                <a:lnTo>
                  <a:pt x="4502150" y="444500"/>
                </a:lnTo>
                <a:lnTo>
                  <a:pt x="4502150" y="438150"/>
                </a:lnTo>
                <a:lnTo>
                  <a:pt x="4495800" y="438150"/>
                </a:lnTo>
                <a:lnTo>
                  <a:pt x="4489450" y="444500"/>
                </a:lnTo>
                <a:lnTo>
                  <a:pt x="4483100" y="444500"/>
                </a:lnTo>
                <a:lnTo>
                  <a:pt x="4476750" y="450850"/>
                </a:lnTo>
                <a:lnTo>
                  <a:pt x="4470400" y="450850"/>
                </a:lnTo>
                <a:lnTo>
                  <a:pt x="4464050" y="444500"/>
                </a:lnTo>
                <a:lnTo>
                  <a:pt x="4464050" y="438150"/>
                </a:lnTo>
                <a:lnTo>
                  <a:pt x="4483100" y="419100"/>
                </a:lnTo>
                <a:lnTo>
                  <a:pt x="4470400" y="419100"/>
                </a:lnTo>
                <a:lnTo>
                  <a:pt x="4464050" y="425450"/>
                </a:lnTo>
                <a:lnTo>
                  <a:pt x="4457700" y="425450"/>
                </a:lnTo>
                <a:lnTo>
                  <a:pt x="4451350" y="431800"/>
                </a:lnTo>
                <a:lnTo>
                  <a:pt x="4445000" y="431800"/>
                </a:lnTo>
                <a:lnTo>
                  <a:pt x="4432300" y="444500"/>
                </a:lnTo>
                <a:lnTo>
                  <a:pt x="4425950" y="444500"/>
                </a:lnTo>
                <a:lnTo>
                  <a:pt x="4419600" y="450850"/>
                </a:lnTo>
                <a:lnTo>
                  <a:pt x="4406900" y="450850"/>
                </a:lnTo>
                <a:lnTo>
                  <a:pt x="4400550" y="457200"/>
                </a:lnTo>
                <a:lnTo>
                  <a:pt x="4381500" y="457200"/>
                </a:lnTo>
                <a:lnTo>
                  <a:pt x="4375150" y="450850"/>
                </a:lnTo>
                <a:lnTo>
                  <a:pt x="4368800" y="450850"/>
                </a:lnTo>
                <a:lnTo>
                  <a:pt x="4349750" y="431800"/>
                </a:lnTo>
                <a:lnTo>
                  <a:pt x="4349750" y="425450"/>
                </a:lnTo>
                <a:lnTo>
                  <a:pt x="4343400" y="419100"/>
                </a:lnTo>
                <a:lnTo>
                  <a:pt x="4343400" y="400050"/>
                </a:lnTo>
                <a:lnTo>
                  <a:pt x="4356100" y="387350"/>
                </a:lnTo>
                <a:lnTo>
                  <a:pt x="4406900" y="387350"/>
                </a:lnTo>
                <a:lnTo>
                  <a:pt x="4413250" y="381000"/>
                </a:lnTo>
                <a:lnTo>
                  <a:pt x="4425950" y="381000"/>
                </a:lnTo>
                <a:lnTo>
                  <a:pt x="4438650" y="368300"/>
                </a:lnTo>
                <a:lnTo>
                  <a:pt x="4445000" y="368300"/>
                </a:lnTo>
                <a:lnTo>
                  <a:pt x="4457700" y="355600"/>
                </a:lnTo>
                <a:lnTo>
                  <a:pt x="4464050" y="355600"/>
                </a:lnTo>
                <a:lnTo>
                  <a:pt x="4489450" y="330200"/>
                </a:lnTo>
                <a:lnTo>
                  <a:pt x="4489450" y="323850"/>
                </a:lnTo>
                <a:lnTo>
                  <a:pt x="4495800" y="317500"/>
                </a:lnTo>
                <a:lnTo>
                  <a:pt x="4495800" y="304800"/>
                </a:lnTo>
                <a:lnTo>
                  <a:pt x="4502150" y="298450"/>
                </a:lnTo>
                <a:lnTo>
                  <a:pt x="4502150" y="285750"/>
                </a:lnTo>
                <a:lnTo>
                  <a:pt x="4489450" y="266700"/>
                </a:lnTo>
                <a:lnTo>
                  <a:pt x="4489450" y="254000"/>
                </a:lnTo>
                <a:lnTo>
                  <a:pt x="4476750" y="241300"/>
                </a:lnTo>
                <a:lnTo>
                  <a:pt x="4470400" y="241300"/>
                </a:lnTo>
                <a:close/>
                <a:moveTo>
                  <a:pt x="4451350" y="469900"/>
                </a:moveTo>
                <a:lnTo>
                  <a:pt x="4457700" y="463550"/>
                </a:lnTo>
                <a:lnTo>
                  <a:pt x="4464050" y="469900"/>
                </a:lnTo>
                <a:lnTo>
                  <a:pt x="4457700" y="476250"/>
                </a:lnTo>
                <a:close/>
                <a:moveTo>
                  <a:pt x="4470400" y="450850"/>
                </a:moveTo>
                <a:lnTo>
                  <a:pt x="4476750" y="457200"/>
                </a:lnTo>
                <a:lnTo>
                  <a:pt x="4476750" y="463550"/>
                </a:lnTo>
                <a:lnTo>
                  <a:pt x="4470400" y="469900"/>
                </a:lnTo>
                <a:lnTo>
                  <a:pt x="4464050" y="469900"/>
                </a:lnTo>
                <a:lnTo>
                  <a:pt x="4457700" y="463550"/>
                </a:lnTo>
                <a:close/>
                <a:moveTo>
                  <a:pt x="4438650" y="266700"/>
                </a:moveTo>
                <a:lnTo>
                  <a:pt x="4451350" y="279400"/>
                </a:lnTo>
                <a:lnTo>
                  <a:pt x="4451350" y="285750"/>
                </a:lnTo>
                <a:lnTo>
                  <a:pt x="4457700" y="292100"/>
                </a:lnTo>
                <a:lnTo>
                  <a:pt x="4451350" y="298450"/>
                </a:lnTo>
                <a:lnTo>
                  <a:pt x="4451350" y="304800"/>
                </a:lnTo>
                <a:lnTo>
                  <a:pt x="4425950" y="330200"/>
                </a:lnTo>
                <a:lnTo>
                  <a:pt x="4419600" y="330200"/>
                </a:lnTo>
                <a:lnTo>
                  <a:pt x="4406900" y="342900"/>
                </a:lnTo>
                <a:lnTo>
                  <a:pt x="4400550" y="342900"/>
                </a:lnTo>
                <a:lnTo>
                  <a:pt x="4394200" y="349250"/>
                </a:lnTo>
                <a:lnTo>
                  <a:pt x="4375150" y="349250"/>
                </a:lnTo>
                <a:lnTo>
                  <a:pt x="4368800" y="355600"/>
                </a:lnTo>
                <a:lnTo>
                  <a:pt x="4362450" y="349250"/>
                </a:lnTo>
                <a:lnTo>
                  <a:pt x="4362450" y="330200"/>
                </a:lnTo>
                <a:lnTo>
                  <a:pt x="4368800" y="323850"/>
                </a:lnTo>
                <a:lnTo>
                  <a:pt x="4368800" y="317500"/>
                </a:lnTo>
                <a:lnTo>
                  <a:pt x="4381500" y="304800"/>
                </a:lnTo>
                <a:lnTo>
                  <a:pt x="4381500" y="298450"/>
                </a:lnTo>
                <a:lnTo>
                  <a:pt x="4406900" y="273050"/>
                </a:lnTo>
                <a:lnTo>
                  <a:pt x="4413250" y="273050"/>
                </a:lnTo>
                <a:lnTo>
                  <a:pt x="4419600" y="266700"/>
                </a:lnTo>
                <a:close/>
                <a:moveTo>
                  <a:pt x="4210050" y="203200"/>
                </a:moveTo>
                <a:lnTo>
                  <a:pt x="4159250" y="203200"/>
                </a:lnTo>
                <a:lnTo>
                  <a:pt x="4152900" y="209550"/>
                </a:lnTo>
                <a:lnTo>
                  <a:pt x="4146550" y="209550"/>
                </a:lnTo>
                <a:lnTo>
                  <a:pt x="4133850" y="222250"/>
                </a:lnTo>
                <a:lnTo>
                  <a:pt x="4127500" y="222250"/>
                </a:lnTo>
                <a:lnTo>
                  <a:pt x="4102100" y="247650"/>
                </a:lnTo>
                <a:lnTo>
                  <a:pt x="4102100" y="254000"/>
                </a:lnTo>
                <a:lnTo>
                  <a:pt x="4083050" y="273050"/>
                </a:lnTo>
                <a:lnTo>
                  <a:pt x="4083050" y="279400"/>
                </a:lnTo>
                <a:lnTo>
                  <a:pt x="4076700" y="285750"/>
                </a:lnTo>
                <a:lnTo>
                  <a:pt x="4076700" y="292100"/>
                </a:lnTo>
                <a:lnTo>
                  <a:pt x="4070350" y="298450"/>
                </a:lnTo>
                <a:lnTo>
                  <a:pt x="4070350" y="304800"/>
                </a:lnTo>
                <a:lnTo>
                  <a:pt x="4064000" y="311150"/>
                </a:lnTo>
                <a:lnTo>
                  <a:pt x="4064000" y="317500"/>
                </a:lnTo>
                <a:lnTo>
                  <a:pt x="4051300" y="336550"/>
                </a:lnTo>
                <a:lnTo>
                  <a:pt x="4051300" y="349250"/>
                </a:lnTo>
                <a:lnTo>
                  <a:pt x="4044950" y="355600"/>
                </a:lnTo>
                <a:lnTo>
                  <a:pt x="4044950" y="374650"/>
                </a:lnTo>
                <a:lnTo>
                  <a:pt x="4038600" y="381000"/>
                </a:lnTo>
                <a:lnTo>
                  <a:pt x="4038600" y="412750"/>
                </a:lnTo>
                <a:lnTo>
                  <a:pt x="4044950" y="419100"/>
                </a:lnTo>
                <a:lnTo>
                  <a:pt x="4044950" y="431800"/>
                </a:lnTo>
                <a:lnTo>
                  <a:pt x="4051300" y="438150"/>
                </a:lnTo>
                <a:lnTo>
                  <a:pt x="4051300" y="444500"/>
                </a:lnTo>
                <a:lnTo>
                  <a:pt x="4057650" y="450850"/>
                </a:lnTo>
                <a:lnTo>
                  <a:pt x="4057650" y="457200"/>
                </a:lnTo>
                <a:lnTo>
                  <a:pt x="4070350" y="469900"/>
                </a:lnTo>
                <a:lnTo>
                  <a:pt x="4076700" y="469900"/>
                </a:lnTo>
                <a:lnTo>
                  <a:pt x="4083050" y="476250"/>
                </a:lnTo>
                <a:lnTo>
                  <a:pt x="4102100" y="476250"/>
                </a:lnTo>
                <a:lnTo>
                  <a:pt x="4114800" y="488950"/>
                </a:lnTo>
                <a:lnTo>
                  <a:pt x="4121150" y="482600"/>
                </a:lnTo>
                <a:lnTo>
                  <a:pt x="4127500" y="482600"/>
                </a:lnTo>
                <a:lnTo>
                  <a:pt x="4133850" y="476250"/>
                </a:lnTo>
                <a:lnTo>
                  <a:pt x="4140200" y="476250"/>
                </a:lnTo>
                <a:lnTo>
                  <a:pt x="4146550" y="469900"/>
                </a:lnTo>
                <a:lnTo>
                  <a:pt x="4152900" y="469900"/>
                </a:lnTo>
                <a:lnTo>
                  <a:pt x="4152900" y="463550"/>
                </a:lnTo>
                <a:lnTo>
                  <a:pt x="4171950" y="444500"/>
                </a:lnTo>
                <a:lnTo>
                  <a:pt x="4178300" y="450850"/>
                </a:lnTo>
                <a:lnTo>
                  <a:pt x="4178300" y="476250"/>
                </a:lnTo>
                <a:lnTo>
                  <a:pt x="4171950" y="482600"/>
                </a:lnTo>
                <a:lnTo>
                  <a:pt x="4171950" y="508000"/>
                </a:lnTo>
                <a:lnTo>
                  <a:pt x="4165600" y="514350"/>
                </a:lnTo>
                <a:lnTo>
                  <a:pt x="4165600" y="533400"/>
                </a:lnTo>
                <a:lnTo>
                  <a:pt x="4159250" y="539750"/>
                </a:lnTo>
                <a:lnTo>
                  <a:pt x="4159250" y="552450"/>
                </a:lnTo>
                <a:lnTo>
                  <a:pt x="4152900" y="558800"/>
                </a:lnTo>
                <a:lnTo>
                  <a:pt x="4152900" y="571500"/>
                </a:lnTo>
                <a:lnTo>
                  <a:pt x="4146550" y="577850"/>
                </a:lnTo>
                <a:lnTo>
                  <a:pt x="4146550" y="584200"/>
                </a:lnTo>
                <a:lnTo>
                  <a:pt x="4114800" y="615950"/>
                </a:lnTo>
                <a:lnTo>
                  <a:pt x="4089400" y="615950"/>
                </a:lnTo>
                <a:lnTo>
                  <a:pt x="4064000" y="590550"/>
                </a:lnTo>
                <a:lnTo>
                  <a:pt x="4064000" y="552450"/>
                </a:lnTo>
                <a:lnTo>
                  <a:pt x="4070350" y="546100"/>
                </a:lnTo>
                <a:lnTo>
                  <a:pt x="4064000" y="546100"/>
                </a:lnTo>
                <a:lnTo>
                  <a:pt x="4057650" y="552450"/>
                </a:lnTo>
                <a:lnTo>
                  <a:pt x="4051300" y="552450"/>
                </a:lnTo>
                <a:lnTo>
                  <a:pt x="4019550" y="584200"/>
                </a:lnTo>
                <a:lnTo>
                  <a:pt x="4019550" y="622300"/>
                </a:lnTo>
                <a:lnTo>
                  <a:pt x="4025900" y="628650"/>
                </a:lnTo>
                <a:lnTo>
                  <a:pt x="4025900" y="635000"/>
                </a:lnTo>
                <a:lnTo>
                  <a:pt x="4057650" y="666750"/>
                </a:lnTo>
                <a:lnTo>
                  <a:pt x="4064000" y="666750"/>
                </a:lnTo>
                <a:lnTo>
                  <a:pt x="4070350" y="673100"/>
                </a:lnTo>
                <a:lnTo>
                  <a:pt x="4083050" y="673100"/>
                </a:lnTo>
                <a:lnTo>
                  <a:pt x="4089400" y="679450"/>
                </a:lnTo>
                <a:lnTo>
                  <a:pt x="4114800" y="679450"/>
                </a:lnTo>
                <a:lnTo>
                  <a:pt x="4121150" y="673100"/>
                </a:lnTo>
                <a:lnTo>
                  <a:pt x="4133850" y="673100"/>
                </a:lnTo>
                <a:lnTo>
                  <a:pt x="4140200" y="666750"/>
                </a:lnTo>
                <a:lnTo>
                  <a:pt x="4146550" y="666750"/>
                </a:lnTo>
                <a:lnTo>
                  <a:pt x="4197350" y="615950"/>
                </a:lnTo>
                <a:lnTo>
                  <a:pt x="4197350" y="609600"/>
                </a:lnTo>
                <a:lnTo>
                  <a:pt x="4210050" y="590550"/>
                </a:lnTo>
                <a:lnTo>
                  <a:pt x="4210050" y="577850"/>
                </a:lnTo>
                <a:lnTo>
                  <a:pt x="4222750" y="558800"/>
                </a:lnTo>
                <a:lnTo>
                  <a:pt x="4222750" y="539750"/>
                </a:lnTo>
                <a:lnTo>
                  <a:pt x="4229100" y="533400"/>
                </a:lnTo>
                <a:lnTo>
                  <a:pt x="4229100" y="508000"/>
                </a:lnTo>
                <a:lnTo>
                  <a:pt x="4235450" y="501650"/>
                </a:lnTo>
                <a:lnTo>
                  <a:pt x="4235450" y="469900"/>
                </a:lnTo>
                <a:lnTo>
                  <a:pt x="4241800" y="463550"/>
                </a:lnTo>
                <a:lnTo>
                  <a:pt x="4241800" y="438150"/>
                </a:lnTo>
                <a:lnTo>
                  <a:pt x="4248150" y="431800"/>
                </a:lnTo>
                <a:lnTo>
                  <a:pt x="4248150" y="393700"/>
                </a:lnTo>
                <a:lnTo>
                  <a:pt x="4254500" y="387350"/>
                </a:lnTo>
                <a:lnTo>
                  <a:pt x="4254500" y="342900"/>
                </a:lnTo>
                <a:lnTo>
                  <a:pt x="4260850" y="336550"/>
                </a:lnTo>
                <a:lnTo>
                  <a:pt x="4260850" y="304800"/>
                </a:lnTo>
                <a:lnTo>
                  <a:pt x="4267200" y="298450"/>
                </a:lnTo>
                <a:lnTo>
                  <a:pt x="4267200" y="279400"/>
                </a:lnTo>
                <a:lnTo>
                  <a:pt x="4273550" y="273050"/>
                </a:lnTo>
                <a:lnTo>
                  <a:pt x="4273550" y="247650"/>
                </a:lnTo>
                <a:lnTo>
                  <a:pt x="4267200" y="247650"/>
                </a:lnTo>
                <a:lnTo>
                  <a:pt x="4254500" y="234950"/>
                </a:lnTo>
                <a:lnTo>
                  <a:pt x="4229100" y="234950"/>
                </a:lnTo>
                <a:lnTo>
                  <a:pt x="4222750" y="228600"/>
                </a:lnTo>
                <a:lnTo>
                  <a:pt x="4222750" y="215900"/>
                </a:lnTo>
                <a:close/>
                <a:moveTo>
                  <a:pt x="4089400" y="317500"/>
                </a:moveTo>
                <a:lnTo>
                  <a:pt x="4095750" y="311150"/>
                </a:lnTo>
                <a:lnTo>
                  <a:pt x="4102100" y="317500"/>
                </a:lnTo>
                <a:lnTo>
                  <a:pt x="4102100" y="323850"/>
                </a:lnTo>
                <a:lnTo>
                  <a:pt x="4095750" y="330200"/>
                </a:lnTo>
                <a:lnTo>
                  <a:pt x="4089400" y="323850"/>
                </a:lnTo>
                <a:close/>
                <a:moveTo>
                  <a:pt x="4095750" y="304800"/>
                </a:moveTo>
                <a:lnTo>
                  <a:pt x="4102100" y="298450"/>
                </a:lnTo>
                <a:lnTo>
                  <a:pt x="4108450" y="304800"/>
                </a:lnTo>
                <a:lnTo>
                  <a:pt x="4108450" y="311150"/>
                </a:lnTo>
                <a:lnTo>
                  <a:pt x="4102100" y="317500"/>
                </a:lnTo>
                <a:lnTo>
                  <a:pt x="4095750" y="311150"/>
                </a:lnTo>
                <a:close/>
                <a:moveTo>
                  <a:pt x="4102100" y="298450"/>
                </a:moveTo>
                <a:lnTo>
                  <a:pt x="4108450" y="292100"/>
                </a:lnTo>
                <a:lnTo>
                  <a:pt x="4114800" y="298450"/>
                </a:lnTo>
                <a:lnTo>
                  <a:pt x="4108450" y="304800"/>
                </a:lnTo>
                <a:close/>
                <a:moveTo>
                  <a:pt x="4191000" y="254000"/>
                </a:moveTo>
                <a:lnTo>
                  <a:pt x="4203700" y="266700"/>
                </a:lnTo>
                <a:lnTo>
                  <a:pt x="4203700" y="273050"/>
                </a:lnTo>
                <a:lnTo>
                  <a:pt x="4210050" y="279400"/>
                </a:lnTo>
                <a:lnTo>
                  <a:pt x="4203700" y="285750"/>
                </a:lnTo>
                <a:lnTo>
                  <a:pt x="4203700" y="304800"/>
                </a:lnTo>
                <a:lnTo>
                  <a:pt x="4197350" y="311150"/>
                </a:lnTo>
                <a:lnTo>
                  <a:pt x="4197350" y="349250"/>
                </a:lnTo>
                <a:lnTo>
                  <a:pt x="4191000" y="355600"/>
                </a:lnTo>
                <a:lnTo>
                  <a:pt x="4191000" y="361950"/>
                </a:lnTo>
                <a:lnTo>
                  <a:pt x="4184650" y="368300"/>
                </a:lnTo>
                <a:lnTo>
                  <a:pt x="4184650" y="374650"/>
                </a:lnTo>
                <a:lnTo>
                  <a:pt x="4171950" y="387350"/>
                </a:lnTo>
                <a:lnTo>
                  <a:pt x="4171950" y="393700"/>
                </a:lnTo>
                <a:lnTo>
                  <a:pt x="4140200" y="425450"/>
                </a:lnTo>
                <a:lnTo>
                  <a:pt x="4121150" y="425450"/>
                </a:lnTo>
                <a:lnTo>
                  <a:pt x="4108450" y="412750"/>
                </a:lnTo>
                <a:lnTo>
                  <a:pt x="4108450" y="406400"/>
                </a:lnTo>
                <a:lnTo>
                  <a:pt x="4102100" y="400050"/>
                </a:lnTo>
                <a:lnTo>
                  <a:pt x="4102100" y="374650"/>
                </a:lnTo>
                <a:lnTo>
                  <a:pt x="4108450" y="368300"/>
                </a:lnTo>
                <a:lnTo>
                  <a:pt x="4108450" y="349250"/>
                </a:lnTo>
                <a:lnTo>
                  <a:pt x="4114800" y="342900"/>
                </a:lnTo>
                <a:lnTo>
                  <a:pt x="4114800" y="330200"/>
                </a:lnTo>
                <a:lnTo>
                  <a:pt x="4127500" y="317500"/>
                </a:lnTo>
                <a:lnTo>
                  <a:pt x="4127500" y="311150"/>
                </a:lnTo>
                <a:lnTo>
                  <a:pt x="4133850" y="304800"/>
                </a:lnTo>
                <a:lnTo>
                  <a:pt x="4133850" y="298450"/>
                </a:lnTo>
                <a:lnTo>
                  <a:pt x="4171950" y="260350"/>
                </a:lnTo>
                <a:lnTo>
                  <a:pt x="4178300" y="260350"/>
                </a:lnTo>
                <a:lnTo>
                  <a:pt x="4184650" y="254000"/>
                </a:lnTo>
                <a:close/>
                <a:moveTo>
                  <a:pt x="2298700" y="190500"/>
                </a:moveTo>
                <a:lnTo>
                  <a:pt x="2298700" y="203200"/>
                </a:lnTo>
                <a:lnTo>
                  <a:pt x="2305050" y="196850"/>
                </a:lnTo>
                <a:lnTo>
                  <a:pt x="2311400" y="203200"/>
                </a:lnTo>
                <a:lnTo>
                  <a:pt x="2311400" y="215900"/>
                </a:lnTo>
                <a:lnTo>
                  <a:pt x="2311400" y="196850"/>
                </a:lnTo>
                <a:lnTo>
                  <a:pt x="2305050" y="190500"/>
                </a:lnTo>
                <a:close/>
                <a:moveTo>
                  <a:pt x="1352550" y="190500"/>
                </a:moveTo>
                <a:lnTo>
                  <a:pt x="1352550" y="196850"/>
                </a:lnTo>
                <a:lnTo>
                  <a:pt x="1358900" y="203200"/>
                </a:lnTo>
                <a:lnTo>
                  <a:pt x="1358900" y="222250"/>
                </a:lnTo>
                <a:lnTo>
                  <a:pt x="1365250" y="222250"/>
                </a:lnTo>
                <a:lnTo>
                  <a:pt x="1358900" y="215900"/>
                </a:lnTo>
                <a:lnTo>
                  <a:pt x="1358900" y="190500"/>
                </a:lnTo>
                <a:close/>
                <a:moveTo>
                  <a:pt x="2051050" y="184150"/>
                </a:moveTo>
                <a:lnTo>
                  <a:pt x="2044700" y="184150"/>
                </a:lnTo>
                <a:lnTo>
                  <a:pt x="2044700" y="190500"/>
                </a:lnTo>
                <a:lnTo>
                  <a:pt x="2038350" y="196850"/>
                </a:lnTo>
                <a:lnTo>
                  <a:pt x="2038350" y="203200"/>
                </a:lnTo>
                <a:lnTo>
                  <a:pt x="2044700" y="209550"/>
                </a:lnTo>
                <a:lnTo>
                  <a:pt x="2044700" y="215900"/>
                </a:lnTo>
                <a:lnTo>
                  <a:pt x="2044700" y="190500"/>
                </a:lnTo>
                <a:close/>
                <a:moveTo>
                  <a:pt x="8477250" y="133350"/>
                </a:moveTo>
                <a:lnTo>
                  <a:pt x="8470900" y="139700"/>
                </a:lnTo>
                <a:lnTo>
                  <a:pt x="8464550" y="139700"/>
                </a:lnTo>
                <a:lnTo>
                  <a:pt x="8451850" y="152400"/>
                </a:lnTo>
                <a:lnTo>
                  <a:pt x="8451850" y="158750"/>
                </a:lnTo>
                <a:lnTo>
                  <a:pt x="8445500" y="165100"/>
                </a:lnTo>
                <a:lnTo>
                  <a:pt x="8445500" y="190500"/>
                </a:lnTo>
                <a:lnTo>
                  <a:pt x="8458200" y="209550"/>
                </a:lnTo>
                <a:lnTo>
                  <a:pt x="8483600" y="209550"/>
                </a:lnTo>
                <a:lnTo>
                  <a:pt x="8489950" y="203200"/>
                </a:lnTo>
                <a:lnTo>
                  <a:pt x="8489950" y="196850"/>
                </a:lnTo>
                <a:lnTo>
                  <a:pt x="8496300" y="190500"/>
                </a:lnTo>
                <a:lnTo>
                  <a:pt x="8496300" y="177800"/>
                </a:lnTo>
                <a:lnTo>
                  <a:pt x="8502650" y="171450"/>
                </a:lnTo>
                <a:lnTo>
                  <a:pt x="8502650" y="158750"/>
                </a:lnTo>
                <a:lnTo>
                  <a:pt x="8496300" y="152400"/>
                </a:lnTo>
                <a:lnTo>
                  <a:pt x="8496300" y="146050"/>
                </a:lnTo>
                <a:lnTo>
                  <a:pt x="8483600" y="146050"/>
                </a:lnTo>
                <a:lnTo>
                  <a:pt x="8477250" y="139700"/>
                </a:lnTo>
                <a:close/>
                <a:moveTo>
                  <a:pt x="107950" y="139700"/>
                </a:moveTo>
                <a:lnTo>
                  <a:pt x="107950" y="146050"/>
                </a:lnTo>
                <a:lnTo>
                  <a:pt x="95250" y="158750"/>
                </a:lnTo>
                <a:lnTo>
                  <a:pt x="95250" y="171450"/>
                </a:lnTo>
                <a:lnTo>
                  <a:pt x="127000" y="203200"/>
                </a:lnTo>
                <a:lnTo>
                  <a:pt x="133350" y="203200"/>
                </a:lnTo>
                <a:lnTo>
                  <a:pt x="158750" y="228600"/>
                </a:lnTo>
                <a:lnTo>
                  <a:pt x="165100" y="228600"/>
                </a:lnTo>
                <a:lnTo>
                  <a:pt x="184150" y="247650"/>
                </a:lnTo>
                <a:lnTo>
                  <a:pt x="190500" y="247650"/>
                </a:lnTo>
                <a:lnTo>
                  <a:pt x="209550" y="266700"/>
                </a:lnTo>
                <a:lnTo>
                  <a:pt x="215900" y="266700"/>
                </a:lnTo>
                <a:lnTo>
                  <a:pt x="228600" y="279400"/>
                </a:lnTo>
                <a:lnTo>
                  <a:pt x="241300" y="279400"/>
                </a:lnTo>
                <a:lnTo>
                  <a:pt x="247650" y="273050"/>
                </a:lnTo>
                <a:lnTo>
                  <a:pt x="254000" y="279400"/>
                </a:lnTo>
                <a:lnTo>
                  <a:pt x="260350" y="279400"/>
                </a:lnTo>
                <a:lnTo>
                  <a:pt x="260350" y="273050"/>
                </a:lnTo>
                <a:lnTo>
                  <a:pt x="177800" y="190500"/>
                </a:lnTo>
                <a:lnTo>
                  <a:pt x="177800" y="184150"/>
                </a:lnTo>
                <a:lnTo>
                  <a:pt x="146050" y="152400"/>
                </a:lnTo>
                <a:lnTo>
                  <a:pt x="139700" y="152400"/>
                </a:lnTo>
                <a:lnTo>
                  <a:pt x="120650" y="133350"/>
                </a:lnTo>
                <a:lnTo>
                  <a:pt x="114300" y="133350"/>
                </a:lnTo>
                <a:close/>
                <a:moveTo>
                  <a:pt x="8350250" y="127000"/>
                </a:moveTo>
                <a:lnTo>
                  <a:pt x="8343900" y="127000"/>
                </a:lnTo>
                <a:lnTo>
                  <a:pt x="8324850" y="114300"/>
                </a:lnTo>
                <a:lnTo>
                  <a:pt x="8312150" y="114300"/>
                </a:lnTo>
                <a:lnTo>
                  <a:pt x="8305800" y="120650"/>
                </a:lnTo>
                <a:lnTo>
                  <a:pt x="8305800" y="139700"/>
                </a:lnTo>
                <a:lnTo>
                  <a:pt x="8299450" y="146050"/>
                </a:lnTo>
                <a:lnTo>
                  <a:pt x="8299450" y="184150"/>
                </a:lnTo>
                <a:lnTo>
                  <a:pt x="8293100" y="190500"/>
                </a:lnTo>
                <a:lnTo>
                  <a:pt x="8293100" y="215900"/>
                </a:lnTo>
                <a:lnTo>
                  <a:pt x="8286750" y="222250"/>
                </a:lnTo>
                <a:lnTo>
                  <a:pt x="8286750" y="228600"/>
                </a:lnTo>
                <a:lnTo>
                  <a:pt x="8267700" y="241300"/>
                </a:lnTo>
                <a:lnTo>
                  <a:pt x="8235950" y="241300"/>
                </a:lnTo>
                <a:lnTo>
                  <a:pt x="8235950" y="247650"/>
                </a:lnTo>
                <a:lnTo>
                  <a:pt x="8229600" y="254000"/>
                </a:lnTo>
                <a:lnTo>
                  <a:pt x="8229600" y="266700"/>
                </a:lnTo>
                <a:lnTo>
                  <a:pt x="8242300" y="285750"/>
                </a:lnTo>
                <a:lnTo>
                  <a:pt x="8248650" y="285750"/>
                </a:lnTo>
                <a:lnTo>
                  <a:pt x="8255000" y="279400"/>
                </a:lnTo>
                <a:lnTo>
                  <a:pt x="8267700" y="279400"/>
                </a:lnTo>
                <a:lnTo>
                  <a:pt x="8274050" y="285750"/>
                </a:lnTo>
                <a:lnTo>
                  <a:pt x="8274050" y="311150"/>
                </a:lnTo>
                <a:lnTo>
                  <a:pt x="8267700" y="317500"/>
                </a:lnTo>
                <a:lnTo>
                  <a:pt x="8267700" y="330200"/>
                </a:lnTo>
                <a:lnTo>
                  <a:pt x="8261350" y="336550"/>
                </a:lnTo>
                <a:lnTo>
                  <a:pt x="8261350" y="355600"/>
                </a:lnTo>
                <a:lnTo>
                  <a:pt x="8255000" y="361950"/>
                </a:lnTo>
                <a:lnTo>
                  <a:pt x="8255000" y="374650"/>
                </a:lnTo>
                <a:lnTo>
                  <a:pt x="8248650" y="381000"/>
                </a:lnTo>
                <a:lnTo>
                  <a:pt x="8248650" y="406400"/>
                </a:lnTo>
                <a:lnTo>
                  <a:pt x="8242300" y="412750"/>
                </a:lnTo>
                <a:lnTo>
                  <a:pt x="8242300" y="450850"/>
                </a:lnTo>
                <a:lnTo>
                  <a:pt x="8235950" y="457200"/>
                </a:lnTo>
                <a:lnTo>
                  <a:pt x="8229600" y="450850"/>
                </a:lnTo>
                <a:lnTo>
                  <a:pt x="8229600" y="444500"/>
                </a:lnTo>
                <a:lnTo>
                  <a:pt x="8223250" y="444500"/>
                </a:lnTo>
                <a:lnTo>
                  <a:pt x="8210550" y="457200"/>
                </a:lnTo>
                <a:lnTo>
                  <a:pt x="8204200" y="457200"/>
                </a:lnTo>
                <a:lnTo>
                  <a:pt x="8191500" y="444500"/>
                </a:lnTo>
                <a:lnTo>
                  <a:pt x="8191500" y="431800"/>
                </a:lnTo>
                <a:lnTo>
                  <a:pt x="8197850" y="425450"/>
                </a:lnTo>
                <a:lnTo>
                  <a:pt x="8197850" y="400050"/>
                </a:lnTo>
                <a:lnTo>
                  <a:pt x="8204200" y="393700"/>
                </a:lnTo>
                <a:lnTo>
                  <a:pt x="8204200" y="368300"/>
                </a:lnTo>
                <a:lnTo>
                  <a:pt x="8210550" y="361950"/>
                </a:lnTo>
                <a:lnTo>
                  <a:pt x="8210550" y="298450"/>
                </a:lnTo>
                <a:lnTo>
                  <a:pt x="8204200" y="292100"/>
                </a:lnTo>
                <a:lnTo>
                  <a:pt x="8204200" y="285750"/>
                </a:lnTo>
                <a:lnTo>
                  <a:pt x="8172450" y="254000"/>
                </a:lnTo>
                <a:lnTo>
                  <a:pt x="8134350" y="254000"/>
                </a:lnTo>
                <a:lnTo>
                  <a:pt x="8128000" y="260350"/>
                </a:lnTo>
                <a:lnTo>
                  <a:pt x="8121650" y="260350"/>
                </a:lnTo>
                <a:lnTo>
                  <a:pt x="8115300" y="266700"/>
                </a:lnTo>
                <a:lnTo>
                  <a:pt x="8108950" y="266700"/>
                </a:lnTo>
                <a:lnTo>
                  <a:pt x="8077200" y="298450"/>
                </a:lnTo>
                <a:lnTo>
                  <a:pt x="8077200" y="304800"/>
                </a:lnTo>
                <a:lnTo>
                  <a:pt x="8070850" y="311150"/>
                </a:lnTo>
                <a:lnTo>
                  <a:pt x="8070850" y="323850"/>
                </a:lnTo>
                <a:lnTo>
                  <a:pt x="8083550" y="336550"/>
                </a:lnTo>
                <a:lnTo>
                  <a:pt x="8096250" y="336550"/>
                </a:lnTo>
                <a:lnTo>
                  <a:pt x="8108950" y="323850"/>
                </a:lnTo>
                <a:lnTo>
                  <a:pt x="8108950" y="317500"/>
                </a:lnTo>
                <a:lnTo>
                  <a:pt x="8121650" y="304800"/>
                </a:lnTo>
                <a:lnTo>
                  <a:pt x="8128000" y="304800"/>
                </a:lnTo>
                <a:lnTo>
                  <a:pt x="8147050" y="292100"/>
                </a:lnTo>
                <a:lnTo>
                  <a:pt x="8166100" y="311150"/>
                </a:lnTo>
                <a:lnTo>
                  <a:pt x="8166100" y="342900"/>
                </a:lnTo>
                <a:lnTo>
                  <a:pt x="8153400" y="355600"/>
                </a:lnTo>
                <a:lnTo>
                  <a:pt x="8121650" y="355600"/>
                </a:lnTo>
                <a:lnTo>
                  <a:pt x="8115300" y="361950"/>
                </a:lnTo>
                <a:lnTo>
                  <a:pt x="8096250" y="361950"/>
                </a:lnTo>
                <a:lnTo>
                  <a:pt x="8089900" y="368300"/>
                </a:lnTo>
                <a:lnTo>
                  <a:pt x="8083550" y="368300"/>
                </a:lnTo>
                <a:lnTo>
                  <a:pt x="8077200" y="374650"/>
                </a:lnTo>
                <a:lnTo>
                  <a:pt x="8070850" y="374650"/>
                </a:lnTo>
                <a:lnTo>
                  <a:pt x="8045450" y="400050"/>
                </a:lnTo>
                <a:lnTo>
                  <a:pt x="8045450" y="406400"/>
                </a:lnTo>
                <a:lnTo>
                  <a:pt x="8039100" y="412750"/>
                </a:lnTo>
                <a:lnTo>
                  <a:pt x="8039100" y="425450"/>
                </a:lnTo>
                <a:lnTo>
                  <a:pt x="8032750" y="431800"/>
                </a:lnTo>
                <a:lnTo>
                  <a:pt x="8032750" y="457200"/>
                </a:lnTo>
                <a:lnTo>
                  <a:pt x="8039100" y="463550"/>
                </a:lnTo>
                <a:lnTo>
                  <a:pt x="8039100" y="476250"/>
                </a:lnTo>
                <a:lnTo>
                  <a:pt x="8045450" y="482600"/>
                </a:lnTo>
                <a:lnTo>
                  <a:pt x="8045450" y="488950"/>
                </a:lnTo>
                <a:lnTo>
                  <a:pt x="8051800" y="488950"/>
                </a:lnTo>
                <a:lnTo>
                  <a:pt x="8064500" y="501650"/>
                </a:lnTo>
                <a:lnTo>
                  <a:pt x="8077200" y="501650"/>
                </a:lnTo>
                <a:lnTo>
                  <a:pt x="8083550" y="508000"/>
                </a:lnTo>
                <a:lnTo>
                  <a:pt x="8089900" y="508000"/>
                </a:lnTo>
                <a:lnTo>
                  <a:pt x="8096250" y="501650"/>
                </a:lnTo>
                <a:lnTo>
                  <a:pt x="8108950" y="501650"/>
                </a:lnTo>
                <a:lnTo>
                  <a:pt x="8128000" y="482600"/>
                </a:lnTo>
                <a:lnTo>
                  <a:pt x="8134350" y="482600"/>
                </a:lnTo>
                <a:lnTo>
                  <a:pt x="8134350" y="476250"/>
                </a:lnTo>
                <a:lnTo>
                  <a:pt x="8147050" y="463550"/>
                </a:lnTo>
                <a:lnTo>
                  <a:pt x="8153400" y="463550"/>
                </a:lnTo>
                <a:lnTo>
                  <a:pt x="8159750" y="469900"/>
                </a:lnTo>
                <a:lnTo>
                  <a:pt x="8159750" y="476250"/>
                </a:lnTo>
                <a:lnTo>
                  <a:pt x="8166100" y="482600"/>
                </a:lnTo>
                <a:lnTo>
                  <a:pt x="8166100" y="488950"/>
                </a:lnTo>
                <a:lnTo>
                  <a:pt x="8172450" y="495300"/>
                </a:lnTo>
                <a:lnTo>
                  <a:pt x="8172450" y="501650"/>
                </a:lnTo>
                <a:lnTo>
                  <a:pt x="8178800" y="501650"/>
                </a:lnTo>
                <a:lnTo>
                  <a:pt x="8185150" y="508000"/>
                </a:lnTo>
                <a:lnTo>
                  <a:pt x="8191500" y="508000"/>
                </a:lnTo>
                <a:lnTo>
                  <a:pt x="8197850" y="501650"/>
                </a:lnTo>
                <a:lnTo>
                  <a:pt x="8204200" y="501650"/>
                </a:lnTo>
                <a:lnTo>
                  <a:pt x="8197850" y="501650"/>
                </a:lnTo>
                <a:lnTo>
                  <a:pt x="8191500" y="495300"/>
                </a:lnTo>
                <a:lnTo>
                  <a:pt x="8191500" y="488950"/>
                </a:lnTo>
                <a:lnTo>
                  <a:pt x="8210550" y="469900"/>
                </a:lnTo>
                <a:lnTo>
                  <a:pt x="8229600" y="469900"/>
                </a:lnTo>
                <a:lnTo>
                  <a:pt x="8229600" y="463550"/>
                </a:lnTo>
                <a:lnTo>
                  <a:pt x="8242300" y="450850"/>
                </a:lnTo>
                <a:lnTo>
                  <a:pt x="8248650" y="457200"/>
                </a:lnTo>
                <a:lnTo>
                  <a:pt x="8248650" y="469900"/>
                </a:lnTo>
                <a:lnTo>
                  <a:pt x="8255000" y="476250"/>
                </a:lnTo>
                <a:lnTo>
                  <a:pt x="8255000" y="482600"/>
                </a:lnTo>
                <a:lnTo>
                  <a:pt x="8274050" y="501650"/>
                </a:lnTo>
                <a:lnTo>
                  <a:pt x="8280400" y="501650"/>
                </a:lnTo>
                <a:lnTo>
                  <a:pt x="8286750" y="508000"/>
                </a:lnTo>
                <a:lnTo>
                  <a:pt x="8324850" y="508000"/>
                </a:lnTo>
                <a:lnTo>
                  <a:pt x="8331200" y="501650"/>
                </a:lnTo>
                <a:lnTo>
                  <a:pt x="8337550" y="501650"/>
                </a:lnTo>
                <a:lnTo>
                  <a:pt x="8356600" y="482600"/>
                </a:lnTo>
                <a:lnTo>
                  <a:pt x="8350250" y="476250"/>
                </a:lnTo>
                <a:lnTo>
                  <a:pt x="8350250" y="469900"/>
                </a:lnTo>
                <a:lnTo>
                  <a:pt x="8362950" y="457200"/>
                </a:lnTo>
                <a:lnTo>
                  <a:pt x="8375650" y="457200"/>
                </a:lnTo>
                <a:lnTo>
                  <a:pt x="8382000" y="450850"/>
                </a:lnTo>
                <a:lnTo>
                  <a:pt x="8382000" y="438150"/>
                </a:lnTo>
                <a:lnTo>
                  <a:pt x="8375650" y="444500"/>
                </a:lnTo>
                <a:lnTo>
                  <a:pt x="8362950" y="444500"/>
                </a:lnTo>
                <a:lnTo>
                  <a:pt x="8356600" y="438150"/>
                </a:lnTo>
                <a:lnTo>
                  <a:pt x="8362950" y="431800"/>
                </a:lnTo>
                <a:lnTo>
                  <a:pt x="8362950" y="425450"/>
                </a:lnTo>
                <a:lnTo>
                  <a:pt x="8369300" y="419100"/>
                </a:lnTo>
                <a:lnTo>
                  <a:pt x="8369300" y="412750"/>
                </a:lnTo>
                <a:lnTo>
                  <a:pt x="8362950" y="412750"/>
                </a:lnTo>
                <a:lnTo>
                  <a:pt x="8350250" y="425450"/>
                </a:lnTo>
                <a:lnTo>
                  <a:pt x="8350250" y="431800"/>
                </a:lnTo>
                <a:lnTo>
                  <a:pt x="8318500" y="463550"/>
                </a:lnTo>
                <a:lnTo>
                  <a:pt x="8305800" y="463550"/>
                </a:lnTo>
                <a:lnTo>
                  <a:pt x="8293100" y="450850"/>
                </a:lnTo>
                <a:lnTo>
                  <a:pt x="8293100" y="400050"/>
                </a:lnTo>
                <a:lnTo>
                  <a:pt x="8299450" y="393700"/>
                </a:lnTo>
                <a:lnTo>
                  <a:pt x="8299450" y="368300"/>
                </a:lnTo>
                <a:lnTo>
                  <a:pt x="8305800" y="361950"/>
                </a:lnTo>
                <a:lnTo>
                  <a:pt x="8305800" y="342900"/>
                </a:lnTo>
                <a:lnTo>
                  <a:pt x="8312150" y="336550"/>
                </a:lnTo>
                <a:lnTo>
                  <a:pt x="8312150" y="311150"/>
                </a:lnTo>
                <a:lnTo>
                  <a:pt x="8318500" y="304800"/>
                </a:lnTo>
                <a:lnTo>
                  <a:pt x="8318500" y="279400"/>
                </a:lnTo>
                <a:lnTo>
                  <a:pt x="8337550" y="266700"/>
                </a:lnTo>
                <a:lnTo>
                  <a:pt x="8362950" y="266700"/>
                </a:lnTo>
                <a:lnTo>
                  <a:pt x="8369300" y="260350"/>
                </a:lnTo>
                <a:lnTo>
                  <a:pt x="8407400" y="260350"/>
                </a:lnTo>
                <a:lnTo>
                  <a:pt x="8407400" y="247650"/>
                </a:lnTo>
                <a:lnTo>
                  <a:pt x="8401050" y="241300"/>
                </a:lnTo>
                <a:lnTo>
                  <a:pt x="8407400" y="234950"/>
                </a:lnTo>
                <a:lnTo>
                  <a:pt x="8407400" y="215900"/>
                </a:lnTo>
                <a:lnTo>
                  <a:pt x="8382000" y="215900"/>
                </a:lnTo>
                <a:lnTo>
                  <a:pt x="8375650" y="222250"/>
                </a:lnTo>
                <a:lnTo>
                  <a:pt x="8343900" y="222250"/>
                </a:lnTo>
                <a:lnTo>
                  <a:pt x="8337550" y="215900"/>
                </a:lnTo>
                <a:lnTo>
                  <a:pt x="8337550" y="196850"/>
                </a:lnTo>
                <a:lnTo>
                  <a:pt x="8343900" y="190500"/>
                </a:lnTo>
                <a:lnTo>
                  <a:pt x="8343900" y="165100"/>
                </a:lnTo>
                <a:lnTo>
                  <a:pt x="8350250" y="158750"/>
                </a:lnTo>
                <a:close/>
                <a:moveTo>
                  <a:pt x="8140700" y="381000"/>
                </a:moveTo>
                <a:lnTo>
                  <a:pt x="8153400" y="393700"/>
                </a:lnTo>
                <a:lnTo>
                  <a:pt x="8153400" y="400050"/>
                </a:lnTo>
                <a:lnTo>
                  <a:pt x="8147050" y="406400"/>
                </a:lnTo>
                <a:lnTo>
                  <a:pt x="8147050" y="412750"/>
                </a:lnTo>
                <a:lnTo>
                  <a:pt x="8140700" y="419100"/>
                </a:lnTo>
                <a:lnTo>
                  <a:pt x="8140700" y="425450"/>
                </a:lnTo>
                <a:lnTo>
                  <a:pt x="8102600" y="463550"/>
                </a:lnTo>
                <a:lnTo>
                  <a:pt x="8089900" y="463550"/>
                </a:lnTo>
                <a:lnTo>
                  <a:pt x="8077200" y="450850"/>
                </a:lnTo>
                <a:lnTo>
                  <a:pt x="8077200" y="431800"/>
                </a:lnTo>
                <a:lnTo>
                  <a:pt x="8083550" y="425450"/>
                </a:lnTo>
                <a:lnTo>
                  <a:pt x="8083550" y="419100"/>
                </a:lnTo>
                <a:lnTo>
                  <a:pt x="8108950" y="393700"/>
                </a:lnTo>
                <a:lnTo>
                  <a:pt x="8115300" y="393700"/>
                </a:lnTo>
                <a:lnTo>
                  <a:pt x="8121650" y="387350"/>
                </a:lnTo>
                <a:lnTo>
                  <a:pt x="8134350" y="387350"/>
                </a:lnTo>
                <a:close/>
                <a:moveTo>
                  <a:pt x="8274050" y="336550"/>
                </a:moveTo>
                <a:lnTo>
                  <a:pt x="8280400" y="342900"/>
                </a:lnTo>
                <a:lnTo>
                  <a:pt x="8280400" y="355600"/>
                </a:lnTo>
                <a:lnTo>
                  <a:pt x="8274050" y="361950"/>
                </a:lnTo>
                <a:lnTo>
                  <a:pt x="8267700" y="355600"/>
                </a:lnTo>
                <a:lnTo>
                  <a:pt x="8267700" y="342900"/>
                </a:lnTo>
                <a:close/>
                <a:moveTo>
                  <a:pt x="5067300" y="88900"/>
                </a:moveTo>
                <a:lnTo>
                  <a:pt x="5060950" y="95250"/>
                </a:lnTo>
                <a:lnTo>
                  <a:pt x="5054600" y="95250"/>
                </a:lnTo>
                <a:lnTo>
                  <a:pt x="5035550" y="114300"/>
                </a:lnTo>
                <a:lnTo>
                  <a:pt x="5035550" y="133350"/>
                </a:lnTo>
                <a:lnTo>
                  <a:pt x="5029200" y="139700"/>
                </a:lnTo>
                <a:lnTo>
                  <a:pt x="5035550" y="146050"/>
                </a:lnTo>
                <a:lnTo>
                  <a:pt x="5035550" y="152400"/>
                </a:lnTo>
                <a:lnTo>
                  <a:pt x="5048250" y="165100"/>
                </a:lnTo>
                <a:lnTo>
                  <a:pt x="5054600" y="165100"/>
                </a:lnTo>
                <a:lnTo>
                  <a:pt x="5060950" y="171450"/>
                </a:lnTo>
                <a:lnTo>
                  <a:pt x="5080000" y="171450"/>
                </a:lnTo>
                <a:lnTo>
                  <a:pt x="5105400" y="133350"/>
                </a:lnTo>
                <a:lnTo>
                  <a:pt x="5105400" y="114300"/>
                </a:lnTo>
                <a:lnTo>
                  <a:pt x="5099050" y="107950"/>
                </a:lnTo>
                <a:lnTo>
                  <a:pt x="5099050" y="101600"/>
                </a:lnTo>
                <a:lnTo>
                  <a:pt x="5092700" y="101600"/>
                </a:lnTo>
                <a:lnTo>
                  <a:pt x="5086350" y="95250"/>
                </a:lnTo>
                <a:lnTo>
                  <a:pt x="5080000" y="95250"/>
                </a:lnTo>
                <a:lnTo>
                  <a:pt x="5073650" y="88900"/>
                </a:lnTo>
                <a:close/>
                <a:moveTo>
                  <a:pt x="2127250" y="76200"/>
                </a:moveTo>
                <a:lnTo>
                  <a:pt x="2127250" y="82550"/>
                </a:lnTo>
                <a:lnTo>
                  <a:pt x="2146300" y="82550"/>
                </a:lnTo>
                <a:lnTo>
                  <a:pt x="2152650" y="76200"/>
                </a:lnTo>
                <a:lnTo>
                  <a:pt x="2159000" y="76200"/>
                </a:lnTo>
                <a:lnTo>
                  <a:pt x="2165350" y="82550"/>
                </a:lnTo>
                <a:lnTo>
                  <a:pt x="2165350" y="76200"/>
                </a:lnTo>
                <a:close/>
                <a:moveTo>
                  <a:pt x="2089150" y="76200"/>
                </a:moveTo>
                <a:lnTo>
                  <a:pt x="2095500" y="82550"/>
                </a:lnTo>
                <a:lnTo>
                  <a:pt x="2108200" y="82550"/>
                </a:lnTo>
                <a:lnTo>
                  <a:pt x="2114550" y="76200"/>
                </a:lnTo>
                <a:close/>
                <a:moveTo>
                  <a:pt x="4876800" y="63500"/>
                </a:moveTo>
                <a:lnTo>
                  <a:pt x="4870450" y="69850"/>
                </a:lnTo>
                <a:lnTo>
                  <a:pt x="4864100" y="69850"/>
                </a:lnTo>
                <a:lnTo>
                  <a:pt x="4851400" y="88900"/>
                </a:lnTo>
                <a:lnTo>
                  <a:pt x="4851400" y="127000"/>
                </a:lnTo>
                <a:lnTo>
                  <a:pt x="4845050" y="133350"/>
                </a:lnTo>
                <a:lnTo>
                  <a:pt x="4845050" y="158750"/>
                </a:lnTo>
                <a:lnTo>
                  <a:pt x="4838700" y="165100"/>
                </a:lnTo>
                <a:lnTo>
                  <a:pt x="4838700" y="190500"/>
                </a:lnTo>
                <a:lnTo>
                  <a:pt x="4826000" y="203200"/>
                </a:lnTo>
                <a:lnTo>
                  <a:pt x="4806950" y="203200"/>
                </a:lnTo>
                <a:lnTo>
                  <a:pt x="4800600" y="209550"/>
                </a:lnTo>
                <a:lnTo>
                  <a:pt x="4768850" y="209550"/>
                </a:lnTo>
                <a:lnTo>
                  <a:pt x="4762500" y="215900"/>
                </a:lnTo>
                <a:lnTo>
                  <a:pt x="4762500" y="241300"/>
                </a:lnTo>
                <a:lnTo>
                  <a:pt x="4775200" y="254000"/>
                </a:lnTo>
                <a:lnTo>
                  <a:pt x="4800600" y="254000"/>
                </a:lnTo>
                <a:lnTo>
                  <a:pt x="4806950" y="247650"/>
                </a:lnTo>
                <a:lnTo>
                  <a:pt x="4819650" y="247650"/>
                </a:lnTo>
                <a:lnTo>
                  <a:pt x="4826000" y="254000"/>
                </a:lnTo>
                <a:lnTo>
                  <a:pt x="4826000" y="266700"/>
                </a:lnTo>
                <a:lnTo>
                  <a:pt x="4819650" y="273050"/>
                </a:lnTo>
                <a:lnTo>
                  <a:pt x="4819650" y="285750"/>
                </a:lnTo>
                <a:lnTo>
                  <a:pt x="4813300" y="292100"/>
                </a:lnTo>
                <a:lnTo>
                  <a:pt x="4813300" y="311150"/>
                </a:lnTo>
                <a:lnTo>
                  <a:pt x="4806950" y="317500"/>
                </a:lnTo>
                <a:lnTo>
                  <a:pt x="4806950" y="330200"/>
                </a:lnTo>
                <a:lnTo>
                  <a:pt x="4800600" y="336550"/>
                </a:lnTo>
                <a:lnTo>
                  <a:pt x="4800600" y="355600"/>
                </a:lnTo>
                <a:lnTo>
                  <a:pt x="4794250" y="361950"/>
                </a:lnTo>
                <a:lnTo>
                  <a:pt x="4794250" y="387350"/>
                </a:lnTo>
                <a:lnTo>
                  <a:pt x="4787900" y="393700"/>
                </a:lnTo>
                <a:lnTo>
                  <a:pt x="4787900" y="438150"/>
                </a:lnTo>
                <a:lnTo>
                  <a:pt x="4794250" y="444500"/>
                </a:lnTo>
                <a:lnTo>
                  <a:pt x="4794250" y="457200"/>
                </a:lnTo>
                <a:lnTo>
                  <a:pt x="4806950" y="469900"/>
                </a:lnTo>
                <a:lnTo>
                  <a:pt x="4806950" y="476250"/>
                </a:lnTo>
                <a:lnTo>
                  <a:pt x="4813300" y="482600"/>
                </a:lnTo>
                <a:lnTo>
                  <a:pt x="4819650" y="482600"/>
                </a:lnTo>
                <a:lnTo>
                  <a:pt x="4826000" y="488950"/>
                </a:lnTo>
                <a:lnTo>
                  <a:pt x="4832350" y="488950"/>
                </a:lnTo>
                <a:lnTo>
                  <a:pt x="4851400" y="501650"/>
                </a:lnTo>
                <a:lnTo>
                  <a:pt x="4870450" y="501650"/>
                </a:lnTo>
                <a:lnTo>
                  <a:pt x="4876800" y="495300"/>
                </a:lnTo>
                <a:lnTo>
                  <a:pt x="4889500" y="495300"/>
                </a:lnTo>
                <a:lnTo>
                  <a:pt x="4895850" y="488950"/>
                </a:lnTo>
                <a:lnTo>
                  <a:pt x="4908550" y="488950"/>
                </a:lnTo>
                <a:lnTo>
                  <a:pt x="4921250" y="476250"/>
                </a:lnTo>
                <a:lnTo>
                  <a:pt x="4914900" y="476250"/>
                </a:lnTo>
                <a:lnTo>
                  <a:pt x="4908550" y="469900"/>
                </a:lnTo>
                <a:lnTo>
                  <a:pt x="4914900" y="463550"/>
                </a:lnTo>
                <a:lnTo>
                  <a:pt x="4914900" y="457200"/>
                </a:lnTo>
                <a:lnTo>
                  <a:pt x="4921250" y="450850"/>
                </a:lnTo>
                <a:lnTo>
                  <a:pt x="4933950" y="450850"/>
                </a:lnTo>
                <a:lnTo>
                  <a:pt x="4940300" y="457200"/>
                </a:lnTo>
                <a:lnTo>
                  <a:pt x="4953000" y="444500"/>
                </a:lnTo>
                <a:lnTo>
                  <a:pt x="4953000" y="438150"/>
                </a:lnTo>
                <a:lnTo>
                  <a:pt x="4959350" y="431800"/>
                </a:lnTo>
                <a:lnTo>
                  <a:pt x="4959350" y="425450"/>
                </a:lnTo>
                <a:lnTo>
                  <a:pt x="4953000" y="431800"/>
                </a:lnTo>
                <a:lnTo>
                  <a:pt x="4946650" y="431800"/>
                </a:lnTo>
                <a:lnTo>
                  <a:pt x="4933950" y="419100"/>
                </a:lnTo>
                <a:lnTo>
                  <a:pt x="4940300" y="412750"/>
                </a:lnTo>
                <a:lnTo>
                  <a:pt x="4940300" y="393700"/>
                </a:lnTo>
                <a:lnTo>
                  <a:pt x="4933950" y="393700"/>
                </a:lnTo>
                <a:lnTo>
                  <a:pt x="4914900" y="412750"/>
                </a:lnTo>
                <a:lnTo>
                  <a:pt x="4914900" y="419100"/>
                </a:lnTo>
                <a:lnTo>
                  <a:pt x="4895850" y="438150"/>
                </a:lnTo>
                <a:lnTo>
                  <a:pt x="4889500" y="438150"/>
                </a:lnTo>
                <a:lnTo>
                  <a:pt x="4883150" y="444500"/>
                </a:lnTo>
                <a:lnTo>
                  <a:pt x="4864100" y="444500"/>
                </a:lnTo>
                <a:lnTo>
                  <a:pt x="4851400" y="431800"/>
                </a:lnTo>
                <a:lnTo>
                  <a:pt x="4851400" y="374650"/>
                </a:lnTo>
                <a:lnTo>
                  <a:pt x="4857750" y="368300"/>
                </a:lnTo>
                <a:lnTo>
                  <a:pt x="4857750" y="336550"/>
                </a:lnTo>
                <a:lnTo>
                  <a:pt x="4864100" y="330200"/>
                </a:lnTo>
                <a:lnTo>
                  <a:pt x="4864100" y="311150"/>
                </a:lnTo>
                <a:lnTo>
                  <a:pt x="4870450" y="304800"/>
                </a:lnTo>
                <a:lnTo>
                  <a:pt x="4870450" y="285750"/>
                </a:lnTo>
                <a:lnTo>
                  <a:pt x="4876800" y="279400"/>
                </a:lnTo>
                <a:lnTo>
                  <a:pt x="4876800" y="247650"/>
                </a:lnTo>
                <a:lnTo>
                  <a:pt x="4889500" y="234950"/>
                </a:lnTo>
                <a:lnTo>
                  <a:pt x="4914900" y="234950"/>
                </a:lnTo>
                <a:lnTo>
                  <a:pt x="4921250" y="228600"/>
                </a:lnTo>
                <a:lnTo>
                  <a:pt x="4946650" y="228600"/>
                </a:lnTo>
                <a:lnTo>
                  <a:pt x="4953000" y="222250"/>
                </a:lnTo>
                <a:lnTo>
                  <a:pt x="4965700" y="222250"/>
                </a:lnTo>
                <a:lnTo>
                  <a:pt x="4972050" y="228600"/>
                </a:lnTo>
                <a:lnTo>
                  <a:pt x="4978400" y="228600"/>
                </a:lnTo>
                <a:lnTo>
                  <a:pt x="4991100" y="215900"/>
                </a:lnTo>
                <a:lnTo>
                  <a:pt x="4984750" y="209550"/>
                </a:lnTo>
                <a:lnTo>
                  <a:pt x="4984750" y="177800"/>
                </a:lnTo>
                <a:lnTo>
                  <a:pt x="4946650" y="177800"/>
                </a:lnTo>
                <a:lnTo>
                  <a:pt x="4940300" y="184150"/>
                </a:lnTo>
                <a:lnTo>
                  <a:pt x="4902200" y="184150"/>
                </a:lnTo>
                <a:lnTo>
                  <a:pt x="4895850" y="177800"/>
                </a:lnTo>
                <a:lnTo>
                  <a:pt x="4895850" y="171450"/>
                </a:lnTo>
                <a:lnTo>
                  <a:pt x="4902200" y="165100"/>
                </a:lnTo>
                <a:lnTo>
                  <a:pt x="4902200" y="146050"/>
                </a:lnTo>
                <a:lnTo>
                  <a:pt x="4908550" y="139700"/>
                </a:lnTo>
                <a:lnTo>
                  <a:pt x="4908550" y="114300"/>
                </a:lnTo>
                <a:lnTo>
                  <a:pt x="4914900" y="107950"/>
                </a:lnTo>
                <a:lnTo>
                  <a:pt x="4914900" y="88900"/>
                </a:lnTo>
                <a:lnTo>
                  <a:pt x="4908550" y="82550"/>
                </a:lnTo>
                <a:lnTo>
                  <a:pt x="4902200" y="82550"/>
                </a:lnTo>
                <a:lnTo>
                  <a:pt x="4895850" y="76200"/>
                </a:lnTo>
                <a:lnTo>
                  <a:pt x="4889500" y="76200"/>
                </a:lnTo>
                <a:close/>
                <a:moveTo>
                  <a:pt x="4838700" y="330200"/>
                </a:moveTo>
                <a:lnTo>
                  <a:pt x="4845050" y="323850"/>
                </a:lnTo>
                <a:lnTo>
                  <a:pt x="4851400" y="330200"/>
                </a:lnTo>
                <a:lnTo>
                  <a:pt x="4845050" y="336550"/>
                </a:lnTo>
                <a:close/>
                <a:moveTo>
                  <a:pt x="2222500" y="57150"/>
                </a:moveTo>
                <a:lnTo>
                  <a:pt x="2222500" y="63500"/>
                </a:lnTo>
                <a:lnTo>
                  <a:pt x="2241550" y="82550"/>
                </a:lnTo>
                <a:lnTo>
                  <a:pt x="2241550" y="88900"/>
                </a:lnTo>
                <a:lnTo>
                  <a:pt x="2254250" y="88900"/>
                </a:lnTo>
                <a:lnTo>
                  <a:pt x="2247900" y="82550"/>
                </a:lnTo>
                <a:lnTo>
                  <a:pt x="2254250" y="76200"/>
                </a:lnTo>
                <a:lnTo>
                  <a:pt x="2247900" y="82550"/>
                </a:lnTo>
                <a:lnTo>
                  <a:pt x="2241550" y="82550"/>
                </a:lnTo>
                <a:lnTo>
                  <a:pt x="2235200" y="76200"/>
                </a:lnTo>
                <a:lnTo>
                  <a:pt x="2235200" y="69850"/>
                </a:lnTo>
                <a:close/>
                <a:moveTo>
                  <a:pt x="2063750" y="50800"/>
                </a:moveTo>
                <a:lnTo>
                  <a:pt x="2108200" y="50800"/>
                </a:lnTo>
                <a:lnTo>
                  <a:pt x="2114550" y="57150"/>
                </a:lnTo>
                <a:lnTo>
                  <a:pt x="2120900" y="57150"/>
                </a:lnTo>
                <a:lnTo>
                  <a:pt x="2127250" y="50800"/>
                </a:lnTo>
                <a:close/>
                <a:moveTo>
                  <a:pt x="1936750" y="101600"/>
                </a:moveTo>
                <a:lnTo>
                  <a:pt x="1955800" y="120650"/>
                </a:lnTo>
                <a:lnTo>
                  <a:pt x="1955800" y="127000"/>
                </a:lnTo>
                <a:lnTo>
                  <a:pt x="1962150" y="133350"/>
                </a:lnTo>
                <a:lnTo>
                  <a:pt x="1949450" y="114300"/>
                </a:lnTo>
                <a:lnTo>
                  <a:pt x="1955800" y="107950"/>
                </a:lnTo>
                <a:lnTo>
                  <a:pt x="1955800" y="101600"/>
                </a:lnTo>
                <a:lnTo>
                  <a:pt x="1968500" y="88900"/>
                </a:lnTo>
                <a:lnTo>
                  <a:pt x="1987550" y="107950"/>
                </a:lnTo>
                <a:lnTo>
                  <a:pt x="1987550" y="114300"/>
                </a:lnTo>
                <a:lnTo>
                  <a:pt x="1987550" y="107950"/>
                </a:lnTo>
                <a:lnTo>
                  <a:pt x="1993900" y="101600"/>
                </a:lnTo>
                <a:lnTo>
                  <a:pt x="2012950" y="101600"/>
                </a:lnTo>
                <a:lnTo>
                  <a:pt x="2006600" y="95250"/>
                </a:lnTo>
                <a:lnTo>
                  <a:pt x="2006600" y="88900"/>
                </a:lnTo>
                <a:lnTo>
                  <a:pt x="2012950" y="82550"/>
                </a:lnTo>
                <a:lnTo>
                  <a:pt x="2063750" y="82550"/>
                </a:lnTo>
                <a:lnTo>
                  <a:pt x="2070100" y="76200"/>
                </a:lnTo>
                <a:lnTo>
                  <a:pt x="2057400" y="76200"/>
                </a:lnTo>
                <a:lnTo>
                  <a:pt x="2051050" y="69850"/>
                </a:lnTo>
                <a:lnTo>
                  <a:pt x="2006600" y="69850"/>
                </a:lnTo>
                <a:lnTo>
                  <a:pt x="1987550" y="57150"/>
                </a:lnTo>
                <a:lnTo>
                  <a:pt x="1993900" y="50800"/>
                </a:lnTo>
                <a:lnTo>
                  <a:pt x="1987550" y="57150"/>
                </a:lnTo>
                <a:lnTo>
                  <a:pt x="1981200" y="57150"/>
                </a:lnTo>
                <a:lnTo>
                  <a:pt x="1974850" y="50800"/>
                </a:lnTo>
                <a:lnTo>
                  <a:pt x="1962150" y="50800"/>
                </a:lnTo>
                <a:lnTo>
                  <a:pt x="1968500" y="57150"/>
                </a:lnTo>
                <a:lnTo>
                  <a:pt x="1968500" y="69850"/>
                </a:lnTo>
                <a:lnTo>
                  <a:pt x="1974850" y="63500"/>
                </a:lnTo>
                <a:lnTo>
                  <a:pt x="1981200" y="69850"/>
                </a:lnTo>
                <a:lnTo>
                  <a:pt x="1993900" y="69850"/>
                </a:lnTo>
                <a:lnTo>
                  <a:pt x="2000250" y="76200"/>
                </a:lnTo>
                <a:lnTo>
                  <a:pt x="2000250" y="82550"/>
                </a:lnTo>
                <a:lnTo>
                  <a:pt x="1993900" y="88900"/>
                </a:lnTo>
                <a:lnTo>
                  <a:pt x="1955800" y="88900"/>
                </a:lnTo>
                <a:lnTo>
                  <a:pt x="1949450" y="82550"/>
                </a:lnTo>
                <a:lnTo>
                  <a:pt x="1955800" y="76200"/>
                </a:lnTo>
                <a:lnTo>
                  <a:pt x="1955800" y="69850"/>
                </a:lnTo>
                <a:lnTo>
                  <a:pt x="1955800" y="76200"/>
                </a:lnTo>
                <a:lnTo>
                  <a:pt x="1943100" y="88900"/>
                </a:lnTo>
                <a:lnTo>
                  <a:pt x="1943100" y="95250"/>
                </a:lnTo>
                <a:close/>
                <a:moveTo>
                  <a:pt x="1949450" y="82550"/>
                </a:moveTo>
                <a:lnTo>
                  <a:pt x="1955800" y="88900"/>
                </a:lnTo>
                <a:lnTo>
                  <a:pt x="1955800" y="107950"/>
                </a:lnTo>
                <a:lnTo>
                  <a:pt x="1949450" y="114300"/>
                </a:lnTo>
                <a:lnTo>
                  <a:pt x="1936750" y="101600"/>
                </a:lnTo>
                <a:close/>
                <a:moveTo>
                  <a:pt x="1968500" y="57150"/>
                </a:moveTo>
                <a:lnTo>
                  <a:pt x="1974850" y="50800"/>
                </a:lnTo>
                <a:lnTo>
                  <a:pt x="1981200" y="57150"/>
                </a:lnTo>
                <a:lnTo>
                  <a:pt x="1974850" y="63500"/>
                </a:lnTo>
                <a:close/>
                <a:moveTo>
                  <a:pt x="5727700" y="19050"/>
                </a:moveTo>
                <a:lnTo>
                  <a:pt x="5721350" y="25400"/>
                </a:lnTo>
                <a:lnTo>
                  <a:pt x="5670550" y="25400"/>
                </a:lnTo>
                <a:lnTo>
                  <a:pt x="5664200" y="31750"/>
                </a:lnTo>
                <a:lnTo>
                  <a:pt x="5626100" y="31750"/>
                </a:lnTo>
                <a:lnTo>
                  <a:pt x="5619750" y="38100"/>
                </a:lnTo>
                <a:lnTo>
                  <a:pt x="5594350" y="38100"/>
                </a:lnTo>
                <a:lnTo>
                  <a:pt x="5588000" y="44450"/>
                </a:lnTo>
                <a:lnTo>
                  <a:pt x="5549900" y="44450"/>
                </a:lnTo>
                <a:lnTo>
                  <a:pt x="5537200" y="57150"/>
                </a:lnTo>
                <a:lnTo>
                  <a:pt x="5537200" y="82550"/>
                </a:lnTo>
                <a:lnTo>
                  <a:pt x="5530850" y="88900"/>
                </a:lnTo>
                <a:lnTo>
                  <a:pt x="5530850" y="101600"/>
                </a:lnTo>
                <a:lnTo>
                  <a:pt x="5543550" y="114300"/>
                </a:lnTo>
                <a:lnTo>
                  <a:pt x="5575300" y="114300"/>
                </a:lnTo>
                <a:lnTo>
                  <a:pt x="5581650" y="107950"/>
                </a:lnTo>
                <a:lnTo>
                  <a:pt x="5594350" y="107950"/>
                </a:lnTo>
                <a:lnTo>
                  <a:pt x="5600700" y="114300"/>
                </a:lnTo>
                <a:lnTo>
                  <a:pt x="5600700" y="127000"/>
                </a:lnTo>
                <a:lnTo>
                  <a:pt x="5594350" y="133350"/>
                </a:lnTo>
                <a:lnTo>
                  <a:pt x="5594350" y="158750"/>
                </a:lnTo>
                <a:lnTo>
                  <a:pt x="5588000" y="165100"/>
                </a:lnTo>
                <a:lnTo>
                  <a:pt x="5588000" y="190500"/>
                </a:lnTo>
                <a:lnTo>
                  <a:pt x="5581650" y="196850"/>
                </a:lnTo>
                <a:lnTo>
                  <a:pt x="5581650" y="215900"/>
                </a:lnTo>
                <a:lnTo>
                  <a:pt x="5575300" y="222250"/>
                </a:lnTo>
                <a:lnTo>
                  <a:pt x="5575300" y="247650"/>
                </a:lnTo>
                <a:lnTo>
                  <a:pt x="5568950" y="254000"/>
                </a:lnTo>
                <a:lnTo>
                  <a:pt x="5568950" y="273050"/>
                </a:lnTo>
                <a:lnTo>
                  <a:pt x="5562600" y="279400"/>
                </a:lnTo>
                <a:lnTo>
                  <a:pt x="5562600" y="311150"/>
                </a:lnTo>
                <a:lnTo>
                  <a:pt x="5556250" y="317500"/>
                </a:lnTo>
                <a:lnTo>
                  <a:pt x="5556250" y="342900"/>
                </a:lnTo>
                <a:lnTo>
                  <a:pt x="5549900" y="349250"/>
                </a:lnTo>
                <a:lnTo>
                  <a:pt x="5549900" y="381000"/>
                </a:lnTo>
                <a:lnTo>
                  <a:pt x="5543550" y="387350"/>
                </a:lnTo>
                <a:lnTo>
                  <a:pt x="5543550" y="425450"/>
                </a:lnTo>
                <a:lnTo>
                  <a:pt x="5537200" y="431800"/>
                </a:lnTo>
                <a:lnTo>
                  <a:pt x="5537200" y="444500"/>
                </a:lnTo>
                <a:lnTo>
                  <a:pt x="5518150" y="457200"/>
                </a:lnTo>
                <a:lnTo>
                  <a:pt x="5486400" y="457200"/>
                </a:lnTo>
                <a:lnTo>
                  <a:pt x="5480050" y="463550"/>
                </a:lnTo>
                <a:lnTo>
                  <a:pt x="5467350" y="463550"/>
                </a:lnTo>
                <a:lnTo>
                  <a:pt x="5461000" y="469900"/>
                </a:lnTo>
                <a:lnTo>
                  <a:pt x="5461000" y="476250"/>
                </a:lnTo>
                <a:lnTo>
                  <a:pt x="5467350" y="482600"/>
                </a:lnTo>
                <a:lnTo>
                  <a:pt x="5454650" y="495300"/>
                </a:lnTo>
                <a:lnTo>
                  <a:pt x="5467350" y="508000"/>
                </a:lnTo>
                <a:lnTo>
                  <a:pt x="5467350" y="514350"/>
                </a:lnTo>
                <a:lnTo>
                  <a:pt x="5480050" y="527050"/>
                </a:lnTo>
                <a:lnTo>
                  <a:pt x="5505450" y="527050"/>
                </a:lnTo>
                <a:lnTo>
                  <a:pt x="5511800" y="520700"/>
                </a:lnTo>
                <a:lnTo>
                  <a:pt x="5537200" y="520700"/>
                </a:lnTo>
                <a:lnTo>
                  <a:pt x="5543550" y="514350"/>
                </a:lnTo>
                <a:lnTo>
                  <a:pt x="5575300" y="514350"/>
                </a:lnTo>
                <a:lnTo>
                  <a:pt x="5581650" y="508000"/>
                </a:lnTo>
                <a:lnTo>
                  <a:pt x="5600700" y="508000"/>
                </a:lnTo>
                <a:lnTo>
                  <a:pt x="5607050" y="501650"/>
                </a:lnTo>
                <a:lnTo>
                  <a:pt x="5632450" y="501650"/>
                </a:lnTo>
                <a:lnTo>
                  <a:pt x="5638800" y="495300"/>
                </a:lnTo>
                <a:lnTo>
                  <a:pt x="5664200" y="495300"/>
                </a:lnTo>
                <a:lnTo>
                  <a:pt x="5670550" y="488950"/>
                </a:lnTo>
                <a:lnTo>
                  <a:pt x="5670550" y="482600"/>
                </a:lnTo>
                <a:lnTo>
                  <a:pt x="5664200" y="476250"/>
                </a:lnTo>
                <a:lnTo>
                  <a:pt x="5676900" y="463550"/>
                </a:lnTo>
                <a:lnTo>
                  <a:pt x="5683250" y="463550"/>
                </a:lnTo>
                <a:lnTo>
                  <a:pt x="5683250" y="457200"/>
                </a:lnTo>
                <a:lnTo>
                  <a:pt x="5676900" y="450850"/>
                </a:lnTo>
                <a:lnTo>
                  <a:pt x="5676900" y="444500"/>
                </a:lnTo>
                <a:lnTo>
                  <a:pt x="5683250" y="438150"/>
                </a:lnTo>
                <a:lnTo>
                  <a:pt x="5683250" y="425450"/>
                </a:lnTo>
                <a:lnTo>
                  <a:pt x="5651500" y="425450"/>
                </a:lnTo>
                <a:lnTo>
                  <a:pt x="5645150" y="431800"/>
                </a:lnTo>
                <a:lnTo>
                  <a:pt x="5632450" y="431800"/>
                </a:lnTo>
                <a:lnTo>
                  <a:pt x="5626100" y="438150"/>
                </a:lnTo>
                <a:lnTo>
                  <a:pt x="5613400" y="438150"/>
                </a:lnTo>
                <a:lnTo>
                  <a:pt x="5607050" y="431800"/>
                </a:lnTo>
                <a:lnTo>
                  <a:pt x="5607050" y="425450"/>
                </a:lnTo>
                <a:lnTo>
                  <a:pt x="5613400" y="419100"/>
                </a:lnTo>
                <a:lnTo>
                  <a:pt x="5613400" y="400050"/>
                </a:lnTo>
                <a:lnTo>
                  <a:pt x="5619750" y="393700"/>
                </a:lnTo>
                <a:lnTo>
                  <a:pt x="5619750" y="368300"/>
                </a:lnTo>
                <a:lnTo>
                  <a:pt x="5626100" y="361950"/>
                </a:lnTo>
                <a:lnTo>
                  <a:pt x="5626100" y="330200"/>
                </a:lnTo>
                <a:lnTo>
                  <a:pt x="5632450" y="323850"/>
                </a:lnTo>
                <a:lnTo>
                  <a:pt x="5632450" y="292100"/>
                </a:lnTo>
                <a:lnTo>
                  <a:pt x="5638800" y="285750"/>
                </a:lnTo>
                <a:lnTo>
                  <a:pt x="5638800" y="260350"/>
                </a:lnTo>
                <a:lnTo>
                  <a:pt x="5645150" y="254000"/>
                </a:lnTo>
                <a:lnTo>
                  <a:pt x="5645150" y="215900"/>
                </a:lnTo>
                <a:lnTo>
                  <a:pt x="5651500" y="209550"/>
                </a:lnTo>
                <a:lnTo>
                  <a:pt x="5651500" y="184150"/>
                </a:lnTo>
                <a:lnTo>
                  <a:pt x="5657850" y="177800"/>
                </a:lnTo>
                <a:lnTo>
                  <a:pt x="5657850" y="158750"/>
                </a:lnTo>
                <a:lnTo>
                  <a:pt x="5664200" y="152400"/>
                </a:lnTo>
                <a:lnTo>
                  <a:pt x="5664200" y="107950"/>
                </a:lnTo>
                <a:lnTo>
                  <a:pt x="5676900" y="95250"/>
                </a:lnTo>
                <a:lnTo>
                  <a:pt x="5702300" y="95250"/>
                </a:lnTo>
                <a:lnTo>
                  <a:pt x="5708650" y="88900"/>
                </a:lnTo>
                <a:lnTo>
                  <a:pt x="5740400" y="88900"/>
                </a:lnTo>
                <a:lnTo>
                  <a:pt x="5746750" y="82550"/>
                </a:lnTo>
                <a:lnTo>
                  <a:pt x="5746750" y="69850"/>
                </a:lnTo>
                <a:lnTo>
                  <a:pt x="5740400" y="63500"/>
                </a:lnTo>
                <a:lnTo>
                  <a:pt x="5746750" y="57150"/>
                </a:lnTo>
                <a:lnTo>
                  <a:pt x="5734050" y="44450"/>
                </a:lnTo>
                <a:lnTo>
                  <a:pt x="5734050" y="38100"/>
                </a:lnTo>
                <a:lnTo>
                  <a:pt x="5740400" y="31750"/>
                </a:lnTo>
                <a:close/>
                <a:moveTo>
                  <a:pt x="5600700" y="196850"/>
                </a:moveTo>
                <a:lnTo>
                  <a:pt x="5607050" y="203200"/>
                </a:lnTo>
                <a:lnTo>
                  <a:pt x="5607050" y="209550"/>
                </a:lnTo>
                <a:lnTo>
                  <a:pt x="5600700" y="215900"/>
                </a:lnTo>
                <a:lnTo>
                  <a:pt x="5594350" y="215900"/>
                </a:lnTo>
                <a:lnTo>
                  <a:pt x="5588000" y="209550"/>
                </a:lnTo>
                <a:close/>
                <a:moveTo>
                  <a:pt x="3962400" y="31750"/>
                </a:moveTo>
                <a:lnTo>
                  <a:pt x="3930650" y="31750"/>
                </a:lnTo>
                <a:lnTo>
                  <a:pt x="3917950" y="19050"/>
                </a:lnTo>
                <a:lnTo>
                  <a:pt x="3898900" y="19050"/>
                </a:lnTo>
                <a:lnTo>
                  <a:pt x="3892550" y="25400"/>
                </a:lnTo>
                <a:lnTo>
                  <a:pt x="3892550" y="31750"/>
                </a:lnTo>
                <a:lnTo>
                  <a:pt x="3879850" y="44450"/>
                </a:lnTo>
                <a:lnTo>
                  <a:pt x="3879850" y="50800"/>
                </a:lnTo>
                <a:lnTo>
                  <a:pt x="3873500" y="57150"/>
                </a:lnTo>
                <a:lnTo>
                  <a:pt x="3873500" y="63500"/>
                </a:lnTo>
                <a:lnTo>
                  <a:pt x="3854450" y="82550"/>
                </a:lnTo>
                <a:lnTo>
                  <a:pt x="3854450" y="88900"/>
                </a:lnTo>
                <a:lnTo>
                  <a:pt x="3848100" y="95250"/>
                </a:lnTo>
                <a:lnTo>
                  <a:pt x="3848100" y="101600"/>
                </a:lnTo>
                <a:lnTo>
                  <a:pt x="3841750" y="107950"/>
                </a:lnTo>
                <a:lnTo>
                  <a:pt x="3841750" y="114300"/>
                </a:lnTo>
                <a:lnTo>
                  <a:pt x="3829050" y="127000"/>
                </a:lnTo>
                <a:lnTo>
                  <a:pt x="3829050" y="133350"/>
                </a:lnTo>
                <a:lnTo>
                  <a:pt x="3822700" y="139700"/>
                </a:lnTo>
                <a:lnTo>
                  <a:pt x="3822700" y="146050"/>
                </a:lnTo>
                <a:lnTo>
                  <a:pt x="3816350" y="152400"/>
                </a:lnTo>
                <a:lnTo>
                  <a:pt x="3816350" y="158750"/>
                </a:lnTo>
                <a:lnTo>
                  <a:pt x="3810000" y="165100"/>
                </a:lnTo>
                <a:lnTo>
                  <a:pt x="3810000" y="171450"/>
                </a:lnTo>
                <a:lnTo>
                  <a:pt x="3797300" y="184150"/>
                </a:lnTo>
                <a:lnTo>
                  <a:pt x="3797300" y="190500"/>
                </a:lnTo>
                <a:lnTo>
                  <a:pt x="3790950" y="196850"/>
                </a:lnTo>
                <a:lnTo>
                  <a:pt x="3790950" y="203200"/>
                </a:lnTo>
                <a:lnTo>
                  <a:pt x="3784600" y="209550"/>
                </a:lnTo>
                <a:lnTo>
                  <a:pt x="3784600" y="215900"/>
                </a:lnTo>
                <a:lnTo>
                  <a:pt x="3771900" y="228600"/>
                </a:lnTo>
                <a:lnTo>
                  <a:pt x="3771900" y="234950"/>
                </a:lnTo>
                <a:lnTo>
                  <a:pt x="3765550" y="241300"/>
                </a:lnTo>
                <a:lnTo>
                  <a:pt x="3765550" y="247650"/>
                </a:lnTo>
                <a:lnTo>
                  <a:pt x="3752850" y="260350"/>
                </a:lnTo>
                <a:lnTo>
                  <a:pt x="3752850" y="266700"/>
                </a:lnTo>
                <a:lnTo>
                  <a:pt x="3746500" y="273050"/>
                </a:lnTo>
                <a:lnTo>
                  <a:pt x="3746500" y="279400"/>
                </a:lnTo>
                <a:lnTo>
                  <a:pt x="3740150" y="285750"/>
                </a:lnTo>
                <a:lnTo>
                  <a:pt x="3740150" y="292100"/>
                </a:lnTo>
                <a:lnTo>
                  <a:pt x="3733800" y="298450"/>
                </a:lnTo>
                <a:lnTo>
                  <a:pt x="3733800" y="304800"/>
                </a:lnTo>
                <a:lnTo>
                  <a:pt x="3727450" y="311150"/>
                </a:lnTo>
                <a:lnTo>
                  <a:pt x="3727450" y="317500"/>
                </a:lnTo>
                <a:lnTo>
                  <a:pt x="3714750" y="330200"/>
                </a:lnTo>
                <a:lnTo>
                  <a:pt x="3714750" y="336550"/>
                </a:lnTo>
                <a:lnTo>
                  <a:pt x="3708400" y="342900"/>
                </a:lnTo>
                <a:lnTo>
                  <a:pt x="3676650" y="342900"/>
                </a:lnTo>
                <a:lnTo>
                  <a:pt x="3670300" y="349250"/>
                </a:lnTo>
                <a:lnTo>
                  <a:pt x="3638550" y="349250"/>
                </a:lnTo>
                <a:lnTo>
                  <a:pt x="3625850" y="361950"/>
                </a:lnTo>
                <a:lnTo>
                  <a:pt x="3632200" y="368300"/>
                </a:lnTo>
                <a:lnTo>
                  <a:pt x="3632200" y="381000"/>
                </a:lnTo>
                <a:lnTo>
                  <a:pt x="3625850" y="387350"/>
                </a:lnTo>
                <a:lnTo>
                  <a:pt x="3625850" y="393700"/>
                </a:lnTo>
                <a:lnTo>
                  <a:pt x="3632200" y="400050"/>
                </a:lnTo>
                <a:lnTo>
                  <a:pt x="3632200" y="406400"/>
                </a:lnTo>
                <a:lnTo>
                  <a:pt x="3638550" y="412750"/>
                </a:lnTo>
                <a:lnTo>
                  <a:pt x="3657600" y="412750"/>
                </a:lnTo>
                <a:lnTo>
                  <a:pt x="3663950" y="406400"/>
                </a:lnTo>
                <a:lnTo>
                  <a:pt x="3676650" y="419100"/>
                </a:lnTo>
                <a:lnTo>
                  <a:pt x="3670300" y="425450"/>
                </a:lnTo>
                <a:lnTo>
                  <a:pt x="3670300" y="431800"/>
                </a:lnTo>
                <a:lnTo>
                  <a:pt x="3663950" y="438150"/>
                </a:lnTo>
                <a:lnTo>
                  <a:pt x="3663950" y="444500"/>
                </a:lnTo>
                <a:lnTo>
                  <a:pt x="3657600" y="450850"/>
                </a:lnTo>
                <a:lnTo>
                  <a:pt x="3657600" y="457200"/>
                </a:lnTo>
                <a:lnTo>
                  <a:pt x="3651250" y="463550"/>
                </a:lnTo>
                <a:lnTo>
                  <a:pt x="3651250" y="469900"/>
                </a:lnTo>
                <a:lnTo>
                  <a:pt x="3644900" y="476250"/>
                </a:lnTo>
                <a:lnTo>
                  <a:pt x="3644900" y="482600"/>
                </a:lnTo>
                <a:lnTo>
                  <a:pt x="3638550" y="488950"/>
                </a:lnTo>
                <a:lnTo>
                  <a:pt x="3638550" y="495300"/>
                </a:lnTo>
                <a:lnTo>
                  <a:pt x="3632200" y="501650"/>
                </a:lnTo>
                <a:lnTo>
                  <a:pt x="3632200" y="508000"/>
                </a:lnTo>
                <a:lnTo>
                  <a:pt x="3619500" y="527050"/>
                </a:lnTo>
                <a:lnTo>
                  <a:pt x="3619500" y="539750"/>
                </a:lnTo>
                <a:lnTo>
                  <a:pt x="3613150" y="546100"/>
                </a:lnTo>
                <a:lnTo>
                  <a:pt x="3613150" y="565150"/>
                </a:lnTo>
                <a:lnTo>
                  <a:pt x="3619500" y="571500"/>
                </a:lnTo>
                <a:lnTo>
                  <a:pt x="3644900" y="571500"/>
                </a:lnTo>
                <a:lnTo>
                  <a:pt x="3657600" y="584200"/>
                </a:lnTo>
                <a:lnTo>
                  <a:pt x="3670300" y="584200"/>
                </a:lnTo>
                <a:lnTo>
                  <a:pt x="3676650" y="577850"/>
                </a:lnTo>
                <a:lnTo>
                  <a:pt x="3689350" y="577850"/>
                </a:lnTo>
                <a:lnTo>
                  <a:pt x="3689350" y="571500"/>
                </a:lnTo>
                <a:lnTo>
                  <a:pt x="3695700" y="565150"/>
                </a:lnTo>
                <a:lnTo>
                  <a:pt x="3695700" y="552450"/>
                </a:lnTo>
                <a:lnTo>
                  <a:pt x="3702050" y="546100"/>
                </a:lnTo>
                <a:lnTo>
                  <a:pt x="3702050" y="533400"/>
                </a:lnTo>
                <a:lnTo>
                  <a:pt x="3714750" y="514350"/>
                </a:lnTo>
                <a:lnTo>
                  <a:pt x="3714750" y="508000"/>
                </a:lnTo>
                <a:lnTo>
                  <a:pt x="3708400" y="501650"/>
                </a:lnTo>
                <a:lnTo>
                  <a:pt x="3708400" y="488950"/>
                </a:lnTo>
                <a:lnTo>
                  <a:pt x="3714750" y="482600"/>
                </a:lnTo>
                <a:lnTo>
                  <a:pt x="3714750" y="469900"/>
                </a:lnTo>
                <a:lnTo>
                  <a:pt x="3721100" y="463550"/>
                </a:lnTo>
                <a:lnTo>
                  <a:pt x="3721100" y="457200"/>
                </a:lnTo>
                <a:lnTo>
                  <a:pt x="3733800" y="444500"/>
                </a:lnTo>
                <a:lnTo>
                  <a:pt x="3740150" y="444500"/>
                </a:lnTo>
                <a:lnTo>
                  <a:pt x="3746500" y="438150"/>
                </a:lnTo>
                <a:lnTo>
                  <a:pt x="3746500" y="431800"/>
                </a:lnTo>
                <a:lnTo>
                  <a:pt x="3752850" y="425450"/>
                </a:lnTo>
                <a:lnTo>
                  <a:pt x="3752850" y="419100"/>
                </a:lnTo>
                <a:lnTo>
                  <a:pt x="3765550" y="400050"/>
                </a:lnTo>
                <a:lnTo>
                  <a:pt x="3810000" y="400050"/>
                </a:lnTo>
                <a:lnTo>
                  <a:pt x="3816350" y="393700"/>
                </a:lnTo>
                <a:lnTo>
                  <a:pt x="3854450" y="393700"/>
                </a:lnTo>
                <a:lnTo>
                  <a:pt x="3860800" y="387350"/>
                </a:lnTo>
                <a:lnTo>
                  <a:pt x="3892550" y="387350"/>
                </a:lnTo>
                <a:lnTo>
                  <a:pt x="3898900" y="381000"/>
                </a:lnTo>
                <a:lnTo>
                  <a:pt x="3911600" y="393700"/>
                </a:lnTo>
                <a:lnTo>
                  <a:pt x="3911600" y="450850"/>
                </a:lnTo>
                <a:lnTo>
                  <a:pt x="3917950" y="457200"/>
                </a:lnTo>
                <a:lnTo>
                  <a:pt x="3917950" y="508000"/>
                </a:lnTo>
                <a:lnTo>
                  <a:pt x="3924300" y="514350"/>
                </a:lnTo>
                <a:lnTo>
                  <a:pt x="3924300" y="527050"/>
                </a:lnTo>
                <a:lnTo>
                  <a:pt x="3924300" y="520700"/>
                </a:lnTo>
                <a:lnTo>
                  <a:pt x="3930650" y="514350"/>
                </a:lnTo>
                <a:lnTo>
                  <a:pt x="3930650" y="482600"/>
                </a:lnTo>
                <a:lnTo>
                  <a:pt x="3937000" y="476250"/>
                </a:lnTo>
                <a:lnTo>
                  <a:pt x="3943350" y="482600"/>
                </a:lnTo>
                <a:lnTo>
                  <a:pt x="3943350" y="514350"/>
                </a:lnTo>
                <a:lnTo>
                  <a:pt x="3949700" y="520700"/>
                </a:lnTo>
                <a:lnTo>
                  <a:pt x="3949700" y="539750"/>
                </a:lnTo>
                <a:lnTo>
                  <a:pt x="3956050" y="546100"/>
                </a:lnTo>
                <a:lnTo>
                  <a:pt x="3962400" y="539750"/>
                </a:lnTo>
                <a:lnTo>
                  <a:pt x="3962400" y="533400"/>
                </a:lnTo>
                <a:lnTo>
                  <a:pt x="3956050" y="527050"/>
                </a:lnTo>
                <a:lnTo>
                  <a:pt x="3956050" y="457200"/>
                </a:lnTo>
                <a:lnTo>
                  <a:pt x="3962400" y="450850"/>
                </a:lnTo>
                <a:lnTo>
                  <a:pt x="3968750" y="450850"/>
                </a:lnTo>
                <a:lnTo>
                  <a:pt x="3975100" y="457200"/>
                </a:lnTo>
                <a:lnTo>
                  <a:pt x="3975100" y="476250"/>
                </a:lnTo>
                <a:lnTo>
                  <a:pt x="3981450" y="482600"/>
                </a:lnTo>
                <a:lnTo>
                  <a:pt x="3981450" y="514350"/>
                </a:lnTo>
                <a:lnTo>
                  <a:pt x="3987800" y="520700"/>
                </a:lnTo>
                <a:lnTo>
                  <a:pt x="3987800" y="533400"/>
                </a:lnTo>
                <a:lnTo>
                  <a:pt x="3987800" y="520700"/>
                </a:lnTo>
                <a:lnTo>
                  <a:pt x="3994150" y="514350"/>
                </a:lnTo>
                <a:lnTo>
                  <a:pt x="3994150" y="469900"/>
                </a:lnTo>
                <a:lnTo>
                  <a:pt x="3987800" y="463550"/>
                </a:lnTo>
                <a:lnTo>
                  <a:pt x="3987800" y="374650"/>
                </a:lnTo>
                <a:lnTo>
                  <a:pt x="4000500" y="361950"/>
                </a:lnTo>
                <a:lnTo>
                  <a:pt x="4019550" y="361950"/>
                </a:lnTo>
                <a:lnTo>
                  <a:pt x="4025900" y="355600"/>
                </a:lnTo>
                <a:lnTo>
                  <a:pt x="4025900" y="349250"/>
                </a:lnTo>
                <a:lnTo>
                  <a:pt x="4006850" y="336550"/>
                </a:lnTo>
                <a:lnTo>
                  <a:pt x="4019550" y="323850"/>
                </a:lnTo>
                <a:lnTo>
                  <a:pt x="4019550" y="311150"/>
                </a:lnTo>
                <a:lnTo>
                  <a:pt x="3987800" y="311150"/>
                </a:lnTo>
                <a:lnTo>
                  <a:pt x="3981450" y="304800"/>
                </a:lnTo>
                <a:lnTo>
                  <a:pt x="3981450" y="146050"/>
                </a:lnTo>
                <a:lnTo>
                  <a:pt x="3975100" y="139700"/>
                </a:lnTo>
                <a:lnTo>
                  <a:pt x="3975100" y="50800"/>
                </a:lnTo>
                <a:close/>
                <a:moveTo>
                  <a:pt x="3956050" y="431800"/>
                </a:moveTo>
                <a:lnTo>
                  <a:pt x="3962400" y="425450"/>
                </a:lnTo>
                <a:lnTo>
                  <a:pt x="3975100" y="444500"/>
                </a:lnTo>
                <a:lnTo>
                  <a:pt x="3968750" y="450850"/>
                </a:lnTo>
                <a:lnTo>
                  <a:pt x="3962400" y="450850"/>
                </a:lnTo>
                <a:lnTo>
                  <a:pt x="3956050" y="444500"/>
                </a:lnTo>
                <a:close/>
                <a:moveTo>
                  <a:pt x="3873500" y="374650"/>
                </a:moveTo>
                <a:lnTo>
                  <a:pt x="3879850" y="368300"/>
                </a:lnTo>
                <a:lnTo>
                  <a:pt x="3898900" y="368300"/>
                </a:lnTo>
                <a:lnTo>
                  <a:pt x="3905250" y="374650"/>
                </a:lnTo>
                <a:lnTo>
                  <a:pt x="3898900" y="381000"/>
                </a:lnTo>
                <a:lnTo>
                  <a:pt x="3879850" y="381000"/>
                </a:lnTo>
                <a:close/>
                <a:moveTo>
                  <a:pt x="4000500" y="342900"/>
                </a:moveTo>
                <a:lnTo>
                  <a:pt x="4006850" y="336550"/>
                </a:lnTo>
                <a:lnTo>
                  <a:pt x="4013200" y="342900"/>
                </a:lnTo>
                <a:lnTo>
                  <a:pt x="4013200" y="349250"/>
                </a:lnTo>
                <a:lnTo>
                  <a:pt x="4006850" y="355600"/>
                </a:lnTo>
                <a:lnTo>
                  <a:pt x="4000500" y="349250"/>
                </a:lnTo>
                <a:close/>
                <a:moveTo>
                  <a:pt x="3797300" y="222250"/>
                </a:moveTo>
                <a:lnTo>
                  <a:pt x="3803650" y="215900"/>
                </a:lnTo>
                <a:lnTo>
                  <a:pt x="3810000" y="222250"/>
                </a:lnTo>
                <a:lnTo>
                  <a:pt x="3810000" y="228600"/>
                </a:lnTo>
                <a:lnTo>
                  <a:pt x="3803650" y="234950"/>
                </a:lnTo>
                <a:lnTo>
                  <a:pt x="3797300" y="228600"/>
                </a:lnTo>
                <a:close/>
                <a:moveTo>
                  <a:pt x="3803650" y="215900"/>
                </a:moveTo>
                <a:lnTo>
                  <a:pt x="3810000" y="209550"/>
                </a:lnTo>
                <a:lnTo>
                  <a:pt x="3816350" y="215900"/>
                </a:lnTo>
                <a:lnTo>
                  <a:pt x="3810000" y="222250"/>
                </a:lnTo>
                <a:close/>
                <a:moveTo>
                  <a:pt x="3898900" y="158750"/>
                </a:moveTo>
                <a:lnTo>
                  <a:pt x="3905250" y="165100"/>
                </a:lnTo>
                <a:lnTo>
                  <a:pt x="3905250" y="298450"/>
                </a:lnTo>
                <a:lnTo>
                  <a:pt x="3911600" y="304800"/>
                </a:lnTo>
                <a:lnTo>
                  <a:pt x="3911600" y="311150"/>
                </a:lnTo>
                <a:lnTo>
                  <a:pt x="3898900" y="323850"/>
                </a:lnTo>
                <a:lnTo>
                  <a:pt x="3848100" y="323850"/>
                </a:lnTo>
                <a:lnTo>
                  <a:pt x="3841750" y="330200"/>
                </a:lnTo>
                <a:lnTo>
                  <a:pt x="3816350" y="330200"/>
                </a:lnTo>
                <a:lnTo>
                  <a:pt x="3810000" y="323850"/>
                </a:lnTo>
                <a:lnTo>
                  <a:pt x="3810000" y="311150"/>
                </a:lnTo>
                <a:lnTo>
                  <a:pt x="3816350" y="304800"/>
                </a:lnTo>
                <a:lnTo>
                  <a:pt x="3816350" y="298450"/>
                </a:lnTo>
                <a:lnTo>
                  <a:pt x="3829050" y="285750"/>
                </a:lnTo>
                <a:lnTo>
                  <a:pt x="3829050" y="279400"/>
                </a:lnTo>
                <a:lnTo>
                  <a:pt x="3835400" y="273050"/>
                </a:lnTo>
                <a:lnTo>
                  <a:pt x="3835400" y="266700"/>
                </a:lnTo>
                <a:lnTo>
                  <a:pt x="3841750" y="260350"/>
                </a:lnTo>
                <a:lnTo>
                  <a:pt x="3841750" y="254000"/>
                </a:lnTo>
                <a:lnTo>
                  <a:pt x="3848100" y="247650"/>
                </a:lnTo>
                <a:lnTo>
                  <a:pt x="3848100" y="241300"/>
                </a:lnTo>
                <a:lnTo>
                  <a:pt x="3854450" y="234950"/>
                </a:lnTo>
                <a:lnTo>
                  <a:pt x="3854450" y="228600"/>
                </a:lnTo>
                <a:lnTo>
                  <a:pt x="3867150" y="215900"/>
                </a:lnTo>
                <a:lnTo>
                  <a:pt x="3867150" y="209550"/>
                </a:lnTo>
                <a:lnTo>
                  <a:pt x="3873500" y="203200"/>
                </a:lnTo>
                <a:lnTo>
                  <a:pt x="3873500" y="196850"/>
                </a:lnTo>
                <a:lnTo>
                  <a:pt x="3879850" y="190500"/>
                </a:lnTo>
                <a:lnTo>
                  <a:pt x="3879850" y="184150"/>
                </a:lnTo>
                <a:lnTo>
                  <a:pt x="3886200" y="177800"/>
                </a:lnTo>
                <a:lnTo>
                  <a:pt x="3886200" y="171450"/>
                </a:lnTo>
                <a:close/>
                <a:moveTo>
                  <a:pt x="7131050" y="0"/>
                </a:moveTo>
                <a:lnTo>
                  <a:pt x="7124700" y="6350"/>
                </a:lnTo>
                <a:lnTo>
                  <a:pt x="7112000" y="6350"/>
                </a:lnTo>
                <a:lnTo>
                  <a:pt x="7105650" y="12700"/>
                </a:lnTo>
                <a:lnTo>
                  <a:pt x="7099300" y="12700"/>
                </a:lnTo>
                <a:lnTo>
                  <a:pt x="7092950" y="19050"/>
                </a:lnTo>
                <a:lnTo>
                  <a:pt x="7086600" y="19050"/>
                </a:lnTo>
                <a:lnTo>
                  <a:pt x="7080250" y="25400"/>
                </a:lnTo>
                <a:lnTo>
                  <a:pt x="7073900" y="25400"/>
                </a:lnTo>
                <a:lnTo>
                  <a:pt x="7067550" y="31750"/>
                </a:lnTo>
                <a:lnTo>
                  <a:pt x="7061200" y="31750"/>
                </a:lnTo>
                <a:lnTo>
                  <a:pt x="7054850" y="38100"/>
                </a:lnTo>
                <a:lnTo>
                  <a:pt x="7048500" y="38100"/>
                </a:lnTo>
                <a:lnTo>
                  <a:pt x="6972300" y="114300"/>
                </a:lnTo>
                <a:lnTo>
                  <a:pt x="6972300" y="120650"/>
                </a:lnTo>
                <a:lnTo>
                  <a:pt x="6959600" y="133350"/>
                </a:lnTo>
                <a:lnTo>
                  <a:pt x="6959600" y="139700"/>
                </a:lnTo>
                <a:lnTo>
                  <a:pt x="6953250" y="146050"/>
                </a:lnTo>
                <a:lnTo>
                  <a:pt x="6953250" y="152400"/>
                </a:lnTo>
                <a:lnTo>
                  <a:pt x="6940550" y="165100"/>
                </a:lnTo>
                <a:lnTo>
                  <a:pt x="6940550" y="171450"/>
                </a:lnTo>
                <a:lnTo>
                  <a:pt x="6927850" y="184150"/>
                </a:lnTo>
                <a:lnTo>
                  <a:pt x="6927850" y="190500"/>
                </a:lnTo>
                <a:lnTo>
                  <a:pt x="6921500" y="196850"/>
                </a:lnTo>
                <a:lnTo>
                  <a:pt x="6921500" y="209550"/>
                </a:lnTo>
                <a:lnTo>
                  <a:pt x="6915150" y="215900"/>
                </a:lnTo>
                <a:lnTo>
                  <a:pt x="6915150" y="222250"/>
                </a:lnTo>
                <a:lnTo>
                  <a:pt x="6902450" y="241300"/>
                </a:lnTo>
                <a:lnTo>
                  <a:pt x="6902450" y="254000"/>
                </a:lnTo>
                <a:lnTo>
                  <a:pt x="6896100" y="260350"/>
                </a:lnTo>
                <a:lnTo>
                  <a:pt x="6896100" y="279400"/>
                </a:lnTo>
                <a:lnTo>
                  <a:pt x="6889750" y="285750"/>
                </a:lnTo>
                <a:lnTo>
                  <a:pt x="6889750" y="311150"/>
                </a:lnTo>
                <a:lnTo>
                  <a:pt x="6883400" y="317500"/>
                </a:lnTo>
                <a:lnTo>
                  <a:pt x="6883400" y="381000"/>
                </a:lnTo>
                <a:lnTo>
                  <a:pt x="6889750" y="387350"/>
                </a:lnTo>
                <a:lnTo>
                  <a:pt x="6889750" y="419100"/>
                </a:lnTo>
                <a:lnTo>
                  <a:pt x="6896100" y="425450"/>
                </a:lnTo>
                <a:lnTo>
                  <a:pt x="6896100" y="431800"/>
                </a:lnTo>
                <a:lnTo>
                  <a:pt x="6902450" y="438150"/>
                </a:lnTo>
                <a:lnTo>
                  <a:pt x="6902450" y="444500"/>
                </a:lnTo>
                <a:lnTo>
                  <a:pt x="6908800" y="450850"/>
                </a:lnTo>
                <a:lnTo>
                  <a:pt x="6908800" y="457200"/>
                </a:lnTo>
                <a:lnTo>
                  <a:pt x="6940550" y="488950"/>
                </a:lnTo>
                <a:lnTo>
                  <a:pt x="6946900" y="488950"/>
                </a:lnTo>
                <a:lnTo>
                  <a:pt x="6959600" y="501650"/>
                </a:lnTo>
                <a:lnTo>
                  <a:pt x="6965950" y="501650"/>
                </a:lnTo>
                <a:lnTo>
                  <a:pt x="6972300" y="508000"/>
                </a:lnTo>
                <a:lnTo>
                  <a:pt x="6991350" y="508000"/>
                </a:lnTo>
                <a:lnTo>
                  <a:pt x="6997700" y="514350"/>
                </a:lnTo>
                <a:lnTo>
                  <a:pt x="7016750" y="514350"/>
                </a:lnTo>
                <a:lnTo>
                  <a:pt x="7023100" y="508000"/>
                </a:lnTo>
                <a:lnTo>
                  <a:pt x="7035800" y="508000"/>
                </a:lnTo>
                <a:lnTo>
                  <a:pt x="7042150" y="501650"/>
                </a:lnTo>
                <a:lnTo>
                  <a:pt x="7048500" y="501650"/>
                </a:lnTo>
                <a:lnTo>
                  <a:pt x="7073900" y="476250"/>
                </a:lnTo>
                <a:lnTo>
                  <a:pt x="7080250" y="476250"/>
                </a:lnTo>
                <a:lnTo>
                  <a:pt x="7092950" y="463550"/>
                </a:lnTo>
                <a:lnTo>
                  <a:pt x="7092950" y="457200"/>
                </a:lnTo>
                <a:lnTo>
                  <a:pt x="7086600" y="450850"/>
                </a:lnTo>
                <a:lnTo>
                  <a:pt x="7124700" y="412750"/>
                </a:lnTo>
                <a:lnTo>
                  <a:pt x="7131050" y="419100"/>
                </a:lnTo>
                <a:lnTo>
                  <a:pt x="7131050" y="482600"/>
                </a:lnTo>
                <a:lnTo>
                  <a:pt x="7124700" y="488950"/>
                </a:lnTo>
                <a:lnTo>
                  <a:pt x="7124700" y="508000"/>
                </a:lnTo>
                <a:lnTo>
                  <a:pt x="7131050" y="514350"/>
                </a:lnTo>
                <a:lnTo>
                  <a:pt x="7131050" y="533400"/>
                </a:lnTo>
                <a:lnTo>
                  <a:pt x="7137400" y="533400"/>
                </a:lnTo>
                <a:lnTo>
                  <a:pt x="7156450" y="514350"/>
                </a:lnTo>
                <a:lnTo>
                  <a:pt x="7156450" y="508000"/>
                </a:lnTo>
                <a:lnTo>
                  <a:pt x="7169150" y="495300"/>
                </a:lnTo>
                <a:lnTo>
                  <a:pt x="7175500" y="501650"/>
                </a:lnTo>
                <a:lnTo>
                  <a:pt x="7175500" y="508000"/>
                </a:lnTo>
                <a:lnTo>
                  <a:pt x="7181850" y="501650"/>
                </a:lnTo>
                <a:lnTo>
                  <a:pt x="7181850" y="431800"/>
                </a:lnTo>
                <a:lnTo>
                  <a:pt x="7188200" y="425450"/>
                </a:lnTo>
                <a:lnTo>
                  <a:pt x="7188200" y="368300"/>
                </a:lnTo>
                <a:lnTo>
                  <a:pt x="7194550" y="361950"/>
                </a:lnTo>
                <a:lnTo>
                  <a:pt x="7194550" y="355600"/>
                </a:lnTo>
                <a:lnTo>
                  <a:pt x="7188200" y="349250"/>
                </a:lnTo>
                <a:lnTo>
                  <a:pt x="7194550" y="342900"/>
                </a:lnTo>
                <a:lnTo>
                  <a:pt x="7194550" y="330200"/>
                </a:lnTo>
                <a:lnTo>
                  <a:pt x="7207250" y="317500"/>
                </a:lnTo>
                <a:lnTo>
                  <a:pt x="7245350" y="317500"/>
                </a:lnTo>
                <a:lnTo>
                  <a:pt x="7251700" y="311150"/>
                </a:lnTo>
                <a:lnTo>
                  <a:pt x="7258050" y="311150"/>
                </a:lnTo>
                <a:lnTo>
                  <a:pt x="7258050" y="304800"/>
                </a:lnTo>
                <a:lnTo>
                  <a:pt x="7251700" y="298450"/>
                </a:lnTo>
                <a:lnTo>
                  <a:pt x="7251700" y="279400"/>
                </a:lnTo>
                <a:lnTo>
                  <a:pt x="7245350" y="273050"/>
                </a:lnTo>
                <a:lnTo>
                  <a:pt x="7245350" y="260350"/>
                </a:lnTo>
                <a:lnTo>
                  <a:pt x="7232650" y="260350"/>
                </a:lnTo>
                <a:lnTo>
                  <a:pt x="7226300" y="254000"/>
                </a:lnTo>
                <a:lnTo>
                  <a:pt x="7207250" y="254000"/>
                </a:lnTo>
                <a:lnTo>
                  <a:pt x="7200900" y="260350"/>
                </a:lnTo>
                <a:lnTo>
                  <a:pt x="7194550" y="254000"/>
                </a:lnTo>
                <a:lnTo>
                  <a:pt x="7169150" y="254000"/>
                </a:lnTo>
                <a:lnTo>
                  <a:pt x="7162800" y="260350"/>
                </a:lnTo>
                <a:lnTo>
                  <a:pt x="7137400" y="260350"/>
                </a:lnTo>
                <a:lnTo>
                  <a:pt x="7131050" y="266700"/>
                </a:lnTo>
                <a:lnTo>
                  <a:pt x="7112000" y="266700"/>
                </a:lnTo>
                <a:lnTo>
                  <a:pt x="7105650" y="273050"/>
                </a:lnTo>
                <a:lnTo>
                  <a:pt x="7073900" y="273050"/>
                </a:lnTo>
                <a:lnTo>
                  <a:pt x="7067550" y="279400"/>
                </a:lnTo>
                <a:lnTo>
                  <a:pt x="7061200" y="279400"/>
                </a:lnTo>
                <a:lnTo>
                  <a:pt x="7048500" y="292100"/>
                </a:lnTo>
                <a:lnTo>
                  <a:pt x="7048500" y="298450"/>
                </a:lnTo>
                <a:lnTo>
                  <a:pt x="7042150" y="304800"/>
                </a:lnTo>
                <a:lnTo>
                  <a:pt x="7042150" y="336550"/>
                </a:lnTo>
                <a:lnTo>
                  <a:pt x="7048500" y="342900"/>
                </a:lnTo>
                <a:lnTo>
                  <a:pt x="7073900" y="342900"/>
                </a:lnTo>
                <a:lnTo>
                  <a:pt x="7080250" y="336550"/>
                </a:lnTo>
                <a:lnTo>
                  <a:pt x="7105650" y="336550"/>
                </a:lnTo>
                <a:lnTo>
                  <a:pt x="7112000" y="330200"/>
                </a:lnTo>
                <a:lnTo>
                  <a:pt x="7118350" y="330200"/>
                </a:lnTo>
                <a:lnTo>
                  <a:pt x="7131050" y="342900"/>
                </a:lnTo>
                <a:lnTo>
                  <a:pt x="7131050" y="349250"/>
                </a:lnTo>
                <a:lnTo>
                  <a:pt x="7124700" y="355600"/>
                </a:lnTo>
                <a:lnTo>
                  <a:pt x="7124700" y="368300"/>
                </a:lnTo>
                <a:lnTo>
                  <a:pt x="7118350" y="374650"/>
                </a:lnTo>
                <a:lnTo>
                  <a:pt x="7118350" y="381000"/>
                </a:lnTo>
                <a:lnTo>
                  <a:pt x="7092950" y="406400"/>
                </a:lnTo>
                <a:lnTo>
                  <a:pt x="7092950" y="412750"/>
                </a:lnTo>
                <a:lnTo>
                  <a:pt x="7054850" y="438150"/>
                </a:lnTo>
                <a:lnTo>
                  <a:pt x="7035800" y="438150"/>
                </a:lnTo>
                <a:lnTo>
                  <a:pt x="7029450" y="444500"/>
                </a:lnTo>
                <a:lnTo>
                  <a:pt x="7016750" y="444500"/>
                </a:lnTo>
                <a:lnTo>
                  <a:pt x="7010400" y="438150"/>
                </a:lnTo>
                <a:lnTo>
                  <a:pt x="6997700" y="438150"/>
                </a:lnTo>
                <a:lnTo>
                  <a:pt x="6972300" y="412750"/>
                </a:lnTo>
                <a:lnTo>
                  <a:pt x="6972300" y="406400"/>
                </a:lnTo>
                <a:lnTo>
                  <a:pt x="6959600" y="387350"/>
                </a:lnTo>
                <a:lnTo>
                  <a:pt x="6959600" y="304800"/>
                </a:lnTo>
                <a:lnTo>
                  <a:pt x="6965950" y="298450"/>
                </a:lnTo>
                <a:lnTo>
                  <a:pt x="6965950" y="279400"/>
                </a:lnTo>
                <a:lnTo>
                  <a:pt x="6972300" y="273050"/>
                </a:lnTo>
                <a:lnTo>
                  <a:pt x="6972300" y="260350"/>
                </a:lnTo>
                <a:lnTo>
                  <a:pt x="6978650" y="254000"/>
                </a:lnTo>
                <a:lnTo>
                  <a:pt x="6978650" y="241300"/>
                </a:lnTo>
                <a:lnTo>
                  <a:pt x="6985000" y="234950"/>
                </a:lnTo>
                <a:lnTo>
                  <a:pt x="6985000" y="228600"/>
                </a:lnTo>
                <a:lnTo>
                  <a:pt x="6991350" y="222250"/>
                </a:lnTo>
                <a:lnTo>
                  <a:pt x="6991350" y="215900"/>
                </a:lnTo>
                <a:lnTo>
                  <a:pt x="6997700" y="209550"/>
                </a:lnTo>
                <a:lnTo>
                  <a:pt x="6997700" y="203200"/>
                </a:lnTo>
                <a:lnTo>
                  <a:pt x="7004050" y="196850"/>
                </a:lnTo>
                <a:lnTo>
                  <a:pt x="7004050" y="190500"/>
                </a:lnTo>
                <a:lnTo>
                  <a:pt x="7016750" y="177800"/>
                </a:lnTo>
                <a:lnTo>
                  <a:pt x="7016750" y="171450"/>
                </a:lnTo>
                <a:lnTo>
                  <a:pt x="7023100" y="165100"/>
                </a:lnTo>
                <a:lnTo>
                  <a:pt x="7023100" y="158750"/>
                </a:lnTo>
                <a:lnTo>
                  <a:pt x="7080250" y="101600"/>
                </a:lnTo>
                <a:lnTo>
                  <a:pt x="7086600" y="101600"/>
                </a:lnTo>
                <a:lnTo>
                  <a:pt x="7099300" y="88900"/>
                </a:lnTo>
                <a:lnTo>
                  <a:pt x="7105650" y="88900"/>
                </a:lnTo>
                <a:lnTo>
                  <a:pt x="7124700" y="76200"/>
                </a:lnTo>
                <a:lnTo>
                  <a:pt x="7143750" y="76200"/>
                </a:lnTo>
                <a:lnTo>
                  <a:pt x="7156450" y="88900"/>
                </a:lnTo>
                <a:lnTo>
                  <a:pt x="7156450" y="95250"/>
                </a:lnTo>
                <a:lnTo>
                  <a:pt x="7162800" y="101600"/>
                </a:lnTo>
                <a:lnTo>
                  <a:pt x="7162800" y="133350"/>
                </a:lnTo>
                <a:lnTo>
                  <a:pt x="7169150" y="127000"/>
                </a:lnTo>
                <a:lnTo>
                  <a:pt x="7175500" y="127000"/>
                </a:lnTo>
                <a:lnTo>
                  <a:pt x="7188200" y="114300"/>
                </a:lnTo>
                <a:lnTo>
                  <a:pt x="7188200" y="101600"/>
                </a:lnTo>
                <a:lnTo>
                  <a:pt x="7207250" y="82550"/>
                </a:lnTo>
                <a:lnTo>
                  <a:pt x="7213600" y="82550"/>
                </a:lnTo>
                <a:lnTo>
                  <a:pt x="7213600" y="69850"/>
                </a:lnTo>
                <a:lnTo>
                  <a:pt x="7200900" y="50800"/>
                </a:lnTo>
                <a:lnTo>
                  <a:pt x="7200900" y="38100"/>
                </a:lnTo>
                <a:lnTo>
                  <a:pt x="7175500" y="12700"/>
                </a:lnTo>
                <a:lnTo>
                  <a:pt x="7162800" y="12700"/>
                </a:lnTo>
                <a:lnTo>
                  <a:pt x="7156450" y="6350"/>
                </a:lnTo>
                <a:lnTo>
                  <a:pt x="7137400" y="6350"/>
                </a:lnTo>
                <a:close/>
                <a:moveTo>
                  <a:pt x="7131050" y="482600"/>
                </a:moveTo>
                <a:lnTo>
                  <a:pt x="7137400" y="476250"/>
                </a:lnTo>
                <a:lnTo>
                  <a:pt x="7143750" y="482600"/>
                </a:lnTo>
                <a:lnTo>
                  <a:pt x="7143750" y="488950"/>
                </a:lnTo>
                <a:lnTo>
                  <a:pt x="7137400" y="495300"/>
                </a:lnTo>
                <a:lnTo>
                  <a:pt x="7131050" y="488950"/>
                </a:lnTo>
                <a:close/>
                <a:moveTo>
                  <a:pt x="6902450" y="349250"/>
                </a:moveTo>
                <a:lnTo>
                  <a:pt x="6908800" y="355600"/>
                </a:lnTo>
                <a:lnTo>
                  <a:pt x="6908800" y="374650"/>
                </a:lnTo>
                <a:lnTo>
                  <a:pt x="6902450" y="381000"/>
                </a:lnTo>
                <a:lnTo>
                  <a:pt x="6896100" y="374650"/>
                </a:lnTo>
                <a:lnTo>
                  <a:pt x="6896100" y="35560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Original prompt">
            <a:extLst xmlns:a="http://schemas.openxmlformats.org/drawingml/2006/main">
              <a:ext uri="{FF2B5EF4-FFF2-40B4-BE49-F238E27FC236}">
                <a16:creationId xmlns:a16="http://schemas.microsoft.com/office/drawing/2014/main" id="{0BEB3681-C670-447E-BFC1-203E04CA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066925"/>
            <a:ext cx="30480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rPr>
              <a:t>1. Text Prompt</a:t>
            </a:r>
          </a:p>
        </p:txBody>
      </p:sp>
      <p:sp>
        <p:nvSpPr>
          <p:cNvPr id="86" name="Initial image">
            <a:extLst xmlns:a="http://schemas.openxmlformats.org/drawingml/2006/main">
              <a:ext uri="{FF2B5EF4-FFF2-40B4-BE49-F238E27FC236}">
                <a16:creationId xmlns:a16="http://schemas.microsoft.com/office/drawing/2014/main" id="{FAD80395-E27E-46A0-9C17-9BADB3E2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75" y="2066925"/>
            <a:ext cx="35242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rPr>
              <a:t>2. Initial Generation</a:t>
            </a:r>
          </a:p>
        </p:txBody>
      </p:sp>
      <p:sp>
        <p:nvSpPr>
          <p:cNvPr id="87" name="Final output">
            <a:extLst xmlns:a="http://schemas.openxmlformats.org/drawingml/2006/main">
              <a:ext uri="{FF2B5EF4-FFF2-40B4-BE49-F238E27FC236}">
                <a16:creationId xmlns:a16="http://schemas.microsoft.com/office/drawing/2014/main" id="{ED808BB3-5107-4B68-A99B-6919E0F8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8582025"/>
            <a:ext cx="29527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rPr>
              <a:t>4. Final Output</a:t>
            </a:r>
          </a:p>
        </p:txBody>
      </p:sp>
      <p:sp>
        <p:nvSpPr>
          <p:cNvPr id="88" name="Review rewrite">
            <a:extLst xmlns:a="http://schemas.openxmlformats.org/drawingml/2006/main">
              <a:ext uri="{FF2B5EF4-FFF2-40B4-BE49-F238E27FC236}">
                <a16:creationId xmlns:a16="http://schemas.microsoft.com/office/drawing/2014/main" id="{7E146E8B-515F-4DA3-9699-BDFD5DAC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75" y="8582025"/>
            <a:ext cx="35242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rPr>
              <a:t>3. Review &amp; Rewrite</a:t>
            </a:r>
          </a:p>
        </p:txBody>
      </p:sp>
      <p:sp>
        <p:nvSpPr>
          <p:cNvPr id="89" name="Human conceptualization">
            <a:extLst xmlns:a="http://schemas.openxmlformats.org/drawingml/2006/main">
              <a:ext uri="{FF2B5EF4-FFF2-40B4-BE49-F238E27FC236}">
                <a16:creationId xmlns:a16="http://schemas.microsoft.com/office/drawing/2014/main" id="{74CBC3FC-C0B4-472F-AC7E-BF94CD26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1075" y="2076450"/>
            <a:ext cx="33337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rPr>
              <a:t>1. Conceptualize</a:t>
            </a:r>
          </a:p>
        </p:txBody>
      </p:sp>
      <p:sp>
        <p:nvSpPr>
          <p:cNvPr id="90" name="Human sketch">
            <a:extLst xmlns:a="http://schemas.openxmlformats.org/drawingml/2006/main">
              <a:ext uri="{FF2B5EF4-FFF2-40B4-BE49-F238E27FC236}">
                <a16:creationId xmlns:a16="http://schemas.microsoft.com/office/drawing/2014/main" id="{BBF686FA-FD1B-4AB2-92D7-E6335907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2076450"/>
            <a:ext cx="338137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rPr>
              <a:t>2. Drawing a sketch</a:t>
            </a:r>
          </a:p>
        </p:txBody>
      </p:sp>
      <p:sp>
        <p:nvSpPr>
          <p:cNvPr id="91" name="Human coloring">
            <a:extLst xmlns:a="http://schemas.openxmlformats.org/drawingml/2006/main">
              <a:ext uri="{FF2B5EF4-FFF2-40B4-BE49-F238E27FC236}">
                <a16:creationId xmlns:a16="http://schemas.microsoft.com/office/drawing/2014/main" id="{D833E74D-0450-4B99-814E-0C7C76FB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0" y="2076450"/>
            <a:ext cx="252412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rPr>
              <a:t>3. Coloring</a:t>
            </a:r>
          </a:p>
        </p:txBody>
      </p:sp>
      <p:sp>
        <p:nvSpPr>
          <p:cNvPr id="92" name="GenClaw search">
            <a:extLst xmlns:a="http://schemas.openxmlformats.org/drawingml/2006/main">
              <a:ext uri="{FF2B5EF4-FFF2-40B4-BE49-F238E27FC236}">
                <a16:creationId xmlns:a16="http://schemas.microsoft.com/office/drawing/2014/main" id="{969A9801-E539-40F6-8DFF-A008D3A1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8582025"/>
            <a:ext cx="38100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rPr>
              <a:t>1. Search &amp; Reasoning</a:t>
            </a:r>
          </a:p>
        </p:txBody>
      </p:sp>
      <p:sp>
        <p:nvSpPr>
          <p:cNvPr id="93" name="GenClaw code">
            <a:extLst xmlns:a="http://schemas.openxmlformats.org/drawingml/2006/main">
              <a:ext uri="{FF2B5EF4-FFF2-40B4-BE49-F238E27FC236}">
                <a16:creationId xmlns:a16="http://schemas.microsoft.com/office/drawing/2014/main" id="{DECCE1C5-FF45-467B-8FA7-511F67BD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3925" y="8582025"/>
            <a:ext cx="38100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rPr>
              <a:t>2. Code (SVG/HTML...)</a:t>
            </a:r>
          </a:p>
        </p:txBody>
      </p:sp>
      <p:sp>
        <p:nvSpPr>
          <p:cNvPr id="94" name="GenClaw generation">
            <a:extLst xmlns:a="http://schemas.openxmlformats.org/drawingml/2006/main">
              <a:ext uri="{FF2B5EF4-FFF2-40B4-BE49-F238E27FC236}">
                <a16:creationId xmlns:a16="http://schemas.microsoft.com/office/drawing/2014/main" id="{C4219A60-7D5E-4700-B75C-E6BC5E62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25875" y="8582025"/>
            <a:ext cx="22860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rPr>
              <a:t>3. Generate</a:t>
            </a:r>
          </a:p>
        </p:txBody>
      </p:sp>
      <p:sp>
        <p:nvSpPr>
          <p:cNvPr id="95" name="Human drawing process line 1">
            <a:extLst xmlns:a="http://schemas.openxmlformats.org/drawingml/2006/main">
              <a:ext uri="{FF2B5EF4-FFF2-40B4-BE49-F238E27FC236}">
                <a16:creationId xmlns:a16="http://schemas.microsoft.com/office/drawing/2014/main" id="{F3CBA6B5-95ED-4C21-A08E-477B3A4D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2480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22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Human</a:t>
            </a:r>
          </a:p>
        </p:txBody>
      </p:sp>
      <p:sp>
        <p:nvSpPr>
          <p:cNvPr id="96" name="Human drawing process line 2">
            <a:extLst xmlns:a="http://schemas.openxmlformats.org/drawingml/2006/main">
              <a:ext uri="{FF2B5EF4-FFF2-40B4-BE49-F238E27FC236}">
                <a16:creationId xmlns:a16="http://schemas.microsoft.com/office/drawing/2014/main" id="{0B09140F-E13B-4954-831D-B84E6B2B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648075"/>
            <a:ext cx="1143000" cy="37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4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4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2094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Drawing</a:t>
            </a:r>
          </a:p>
        </p:txBody>
      </p:sp>
      <p:sp>
        <p:nvSpPr>
          <p:cNvPr id="97" name="Human drawing process line 3">
            <a:extLst xmlns:a="http://schemas.openxmlformats.org/drawingml/2006/main">
              <a:ext uri="{FF2B5EF4-FFF2-40B4-BE49-F238E27FC236}">
                <a16:creationId xmlns:a16="http://schemas.microsoft.com/office/drawing/2014/main" id="{F97FF179-01A0-4051-895B-E667DBD3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0481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22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Process</a:t>
            </a:r>
          </a:p>
        </p:txBody>
      </p:sp>
      <p:sp>
        <p:nvSpPr>
          <p:cNvPr id="98" name="GenClaw generation process line 1">
            <a:extLst xmlns:a="http://schemas.openxmlformats.org/drawingml/2006/main">
              <a:ext uri="{FF2B5EF4-FFF2-40B4-BE49-F238E27FC236}">
                <a16:creationId xmlns:a16="http://schemas.microsoft.com/office/drawing/2014/main" id="{9C0D78AD-9FF1-4684-B4B0-F1EB71B9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5" y="6867525"/>
            <a:ext cx="11525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Our</a:t>
            </a:r>
          </a:p>
        </p:txBody>
      </p:sp>
      <p:sp>
        <p:nvSpPr>
          <p:cNvPr id="99" name="GenClaw generation process line 2">
            <a:extLst xmlns:a="http://schemas.openxmlformats.org/drawingml/2006/main">
              <a:ext uri="{FF2B5EF4-FFF2-40B4-BE49-F238E27FC236}">
                <a16:creationId xmlns:a16="http://schemas.microsoft.com/office/drawing/2014/main" id="{61F20D68-F0B2-4C7A-AC3A-0A049A13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5" y="7162800"/>
            <a:ext cx="11525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GenClaw</a:t>
            </a:r>
          </a:p>
        </p:txBody>
      </p:sp>
      <p:sp>
        <p:nvSpPr>
          <p:cNvPr id="100" name="GenClaw generation process line 3">
            <a:extLst xmlns:a="http://schemas.openxmlformats.org/drawingml/2006/main">
              <a:ext uri="{FF2B5EF4-FFF2-40B4-BE49-F238E27FC236}">
                <a16:creationId xmlns:a16="http://schemas.microsoft.com/office/drawing/2014/main" id="{44DE87A5-4A60-4B42-83D6-F91C97AE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5" y="7458075"/>
            <a:ext cx="1152525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1632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Generation</a:t>
            </a:r>
          </a:p>
        </p:txBody>
      </p:sp>
      <p:sp>
        <p:nvSpPr>
          <p:cNvPr id="101" name="GenClaw generation process line 4">
            <a:extLst xmlns:a="http://schemas.openxmlformats.org/drawingml/2006/main">
              <a:ext uri="{FF2B5EF4-FFF2-40B4-BE49-F238E27FC236}">
                <a16:creationId xmlns:a16="http://schemas.microsoft.com/office/drawing/2014/main" id="{E686BBED-9D77-463B-B99B-F8AD55CD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5" y="7753350"/>
            <a:ext cx="11525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Process</a:t>
            </a:r>
          </a:p>
        </p:txBody>
      </p:sp>
      <p:pic>
        <p:nvPic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7DB31E1-E825-49FB-8592-0C0A47AE7A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f36d8d58748ca"/>
          <a:stretch xmlns:a="http://schemas.openxmlformats.org/drawingml/2006/main"/>
        </p:blipFill>
        <p:spPr>
          <a:xfrm xmlns:a="http://schemas.openxmlformats.org/drawingml/2006/main">
            <a:off x="4496009" y="2695575"/>
            <a:ext cx="2809456" cy="2238375"/>
          </a:xfrm>
          <a:prstGeom xmlns:a="http://schemas.openxmlformats.org/drawingml/2006/main" prst="rect">
            <a:avLst/>
          </a:prstGeom>
        </p:spPr>
      </p:pic>
      <p:sp>
        <p:nvSpPr>
          <p:cNvPr id="103" name="Initial photograph border">
            <a:extLst xmlns:a="http://schemas.openxmlformats.org/drawingml/2006/main">
              <a:ext uri="{FF2B5EF4-FFF2-40B4-BE49-F238E27FC236}">
                <a16:creationId xmlns:a16="http://schemas.microsoft.com/office/drawing/2014/main" id="{92AE30BF-6014-4488-BC40-81759890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67000"/>
            <a:ext cx="2838450" cy="2276475"/>
          </a:xfrm>
          <a:custGeom xmlns:a="http://schemas.openxmlformats.org/drawingml/2006/main">
            <a:pathLst>
              <a:path w="2838450" h="2276475">
                <a:moveTo>
                  <a:pt x="142875" y="0"/>
                </a:moveTo>
                <a:lnTo>
                  <a:pt x="2695575" y="0"/>
                </a:lnTo>
                <a:cubicBezTo>
                  <a:pt x="2774483" y="0"/>
                  <a:pt x="2838450" y="63967"/>
                  <a:pt x="2838450" y="142875"/>
                </a:cubicBezTo>
                <a:lnTo>
                  <a:pt x="2838450" y="2133600"/>
                </a:lnTo>
                <a:cubicBezTo>
                  <a:pt x="2838450" y="2212508"/>
                  <a:pt x="2774483" y="2276475"/>
                  <a:pt x="2695575" y="2276475"/>
                </a:cubicBezTo>
                <a:lnTo>
                  <a:pt x="142875" y="2276475"/>
                </a:lnTo>
                <a:cubicBezTo>
                  <a:pt x="63967" y="2276475"/>
                  <a:pt x="0" y="2212508"/>
                  <a:pt x="0" y="2133600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F0000"/>
            </a:solidFill>
            <a:prstDash val="solid"/>
          </a:ln>
        </p:spPr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021A16E-2AE8-40C2-8DD9-4EB86E9D33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e9716d8c1424b"/>
          <a:stretch xmlns:a="http://schemas.openxmlformats.org/drawingml/2006/main"/>
        </p:blipFill>
        <p:spPr>
          <a:xfrm xmlns:a="http://schemas.openxmlformats.org/drawingml/2006/main">
            <a:off x="812159" y="6000750"/>
            <a:ext cx="2814331" cy="2238375"/>
          </a:xfrm>
          <a:prstGeom xmlns:a="http://schemas.openxmlformats.org/drawingml/2006/main" prst="rect">
            <a:avLst/>
          </a:prstGeom>
        </p:spPr>
      </p:pic>
      <p:sp>
        <p:nvSpPr>
          <p:cNvPr id="105" name="Final photograph border">
            <a:extLst xmlns:a="http://schemas.openxmlformats.org/drawingml/2006/main">
              <a:ext uri="{FF2B5EF4-FFF2-40B4-BE49-F238E27FC236}">
                <a16:creationId xmlns:a16="http://schemas.microsoft.com/office/drawing/2014/main" id="{44A00B5E-9EE3-478E-9A05-B55BFFF2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2838450" cy="2266950"/>
          </a:xfrm>
          <a:custGeom xmlns:a="http://schemas.openxmlformats.org/drawingml/2006/main">
            <a:pathLst>
              <a:path w="2838450" h="2266950">
                <a:moveTo>
                  <a:pt x="142875" y="0"/>
                </a:moveTo>
                <a:lnTo>
                  <a:pt x="2695575" y="0"/>
                </a:lnTo>
                <a:cubicBezTo>
                  <a:pt x="2774483" y="0"/>
                  <a:pt x="2838450" y="63967"/>
                  <a:pt x="2838450" y="142875"/>
                </a:cubicBezTo>
                <a:lnTo>
                  <a:pt x="2838450" y="2124075"/>
                </a:lnTo>
                <a:cubicBezTo>
                  <a:pt x="2838450" y="2202983"/>
                  <a:pt x="2774483" y="2266950"/>
                  <a:pt x="2695575" y="2266950"/>
                </a:cubicBezTo>
                <a:lnTo>
                  <a:pt x="142875" y="2266950"/>
                </a:lnTo>
                <a:cubicBezTo>
                  <a:pt x="63967" y="2266950"/>
                  <a:pt x="0" y="2202983"/>
                  <a:pt x="0" y="21240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F0000"/>
            </a:solidFill>
            <a:prstDash val="solid"/>
          </a:ln>
        </p:spPr>
      </p:sp>
      <p:sp>
        <p:nvSpPr>
          <p:cNvPr id="106" name="Prompt paper">
            <a:extLst xmlns:a="http://schemas.openxmlformats.org/drawingml/2006/main">
              <a:ext uri="{FF2B5EF4-FFF2-40B4-BE49-F238E27FC236}">
                <a16:creationId xmlns:a16="http://schemas.microsoft.com/office/drawing/2014/main" id="{49512635-6430-40B2-9882-993D8B64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2009775" cy="2514600"/>
          </a:xfrm>
          <a:custGeom xmlns:a="http://schemas.openxmlformats.org/drawingml/2006/main">
            <a:pathLst>
              <a:path w="2009775" h="2514600">
                <a:moveTo>
                  <a:pt x="66675" y="0"/>
                </a:moveTo>
                <a:lnTo>
                  <a:pt x="1943100" y="0"/>
                </a:lnTo>
                <a:cubicBezTo>
                  <a:pt x="1979924" y="0"/>
                  <a:pt x="2009775" y="29851"/>
                  <a:pt x="2009775" y="66675"/>
                </a:cubicBezTo>
                <a:lnTo>
                  <a:pt x="2009775" y="2447925"/>
                </a:lnTo>
                <a:cubicBezTo>
                  <a:pt x="2009775" y="2484749"/>
                  <a:pt x="1979924" y="2514600"/>
                  <a:pt x="1943100" y="2514600"/>
                </a:cubicBezTo>
                <a:lnTo>
                  <a:pt x="66675" y="2514600"/>
                </a:lnTo>
                <a:cubicBezTo>
                  <a:pt x="29851" y="2514600"/>
                  <a:pt x="0" y="2484749"/>
                  <a:pt x="0" y="244792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FF7DA"/>
          </a:solidFill>
          <a:ln xmlns:a="http://schemas.openxmlformats.org/drawingml/2006/main" w="14288">
            <a:solidFill>
              <a:srgbClr val="C8B989"/>
            </a:solidFill>
            <a:prstDash val="solid"/>
          </a:ln>
        </p:spPr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5749833-F8DC-4E2F-916F-159E9B9DF2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f846ebb3640f2"/>
          <a:stretch xmlns:a="http://schemas.openxmlformats.org/drawingml/2006/main"/>
        </p:blipFill>
        <p:spPr>
          <a:xfrm xmlns:a="http://schemas.openxmlformats.org/drawingml/2006/main">
            <a:off x="1038505" y="2552700"/>
            <a:ext cx="389965" cy="552450"/>
          </a:xfrm>
          <a:prstGeom xmlns:a="http://schemas.openxmlformats.org/drawingml/2006/main" prst="rect">
            <a:avLst/>
          </a:prstGeom>
        </p:spPr>
      </p:pic>
      <p:sp>
        <p:nvSpPr>
          <p:cNvPr id="108" name="Initial prompt text line 1">
            <a:extLst xmlns:a="http://schemas.openxmlformats.org/drawingml/2006/main">
              <a:ext uri="{FF2B5EF4-FFF2-40B4-BE49-F238E27FC236}">
                <a16:creationId xmlns:a16="http://schemas.microsoft.com/office/drawing/2014/main" id="{A7F3BB9D-B5F5-4EC0-B1C1-6F573FF3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3371850"/>
            <a:ext cx="19526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Generate an</a:t>
            </a:r>
          </a:p>
        </p:txBody>
      </p:sp>
      <p:sp>
        <p:nvSpPr>
          <p:cNvPr id="109" name="Initial prompt text line 2">
            <a:extLst xmlns:a="http://schemas.openxmlformats.org/drawingml/2006/main">
              <a:ext uri="{FF2B5EF4-FFF2-40B4-BE49-F238E27FC236}">
                <a16:creationId xmlns:a16="http://schemas.microsoft.com/office/drawing/2014/main" id="{AE28AFF0-F333-469C-9C7F-A825FE27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3600450"/>
            <a:ext cx="19526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image of a white</a:t>
            </a:r>
          </a:p>
        </p:txBody>
      </p:sp>
      <p:sp>
        <p:nvSpPr>
          <p:cNvPr id="110" name="Initial prompt text line 3">
            <a:extLst xmlns:a="http://schemas.openxmlformats.org/drawingml/2006/main">
              <a:ext uri="{FF2B5EF4-FFF2-40B4-BE49-F238E27FC236}">
                <a16:creationId xmlns:a16="http://schemas.microsoft.com/office/drawing/2014/main" id="{FADF423C-41AB-45EC-A58C-BA0F3FB4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3829050"/>
            <a:ext cx="19526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pelican riding a</a:t>
            </a:r>
          </a:p>
        </p:txBody>
      </p:sp>
      <p:sp>
        <p:nvSpPr>
          <p:cNvPr id="111" name="Initial prompt text line 4">
            <a:extLst xmlns:a="http://schemas.openxmlformats.org/drawingml/2006/main">
              <a:ext uri="{FF2B5EF4-FFF2-40B4-BE49-F238E27FC236}">
                <a16:creationId xmlns:a16="http://schemas.microsoft.com/office/drawing/2014/main" id="{694C1E88-E779-47AF-AA58-2F433BB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4057650"/>
            <a:ext cx="19526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bicycle on a road.</a:t>
            </a:r>
          </a:p>
        </p:txBody>
      </p:sp>
      <p:sp>
        <p:nvSpPr>
          <p:cNvPr id="112" name="Rewritten prompt paper">
            <a:extLst xmlns:a="http://schemas.openxmlformats.org/drawingml/2006/main">
              <a:ext uri="{FF2B5EF4-FFF2-40B4-BE49-F238E27FC236}">
                <a16:creationId xmlns:a16="http://schemas.microsoft.com/office/drawing/2014/main" id="{95F34AEA-D04C-41FF-B670-C4A19CB2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05500"/>
            <a:ext cx="2190750" cy="2581275"/>
          </a:xfrm>
          <a:custGeom xmlns:a="http://schemas.openxmlformats.org/drawingml/2006/main">
            <a:pathLst>
              <a:path w="2190750" h="2581275">
                <a:moveTo>
                  <a:pt x="66675" y="0"/>
                </a:moveTo>
                <a:lnTo>
                  <a:pt x="2124075" y="0"/>
                </a:lnTo>
                <a:cubicBezTo>
                  <a:pt x="2160899" y="0"/>
                  <a:pt x="2190750" y="29851"/>
                  <a:pt x="2190750" y="66675"/>
                </a:cubicBezTo>
                <a:lnTo>
                  <a:pt x="2190750" y="2514600"/>
                </a:lnTo>
                <a:cubicBezTo>
                  <a:pt x="2190750" y="2551424"/>
                  <a:pt x="2160899" y="2581275"/>
                  <a:pt x="2124075" y="2581275"/>
                </a:cubicBezTo>
                <a:lnTo>
                  <a:pt x="66675" y="2581275"/>
                </a:lnTo>
                <a:cubicBezTo>
                  <a:pt x="29851" y="2581275"/>
                  <a:pt x="0" y="2551424"/>
                  <a:pt x="0" y="2514600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FF7DA"/>
          </a:solidFill>
          <a:ln xmlns:a="http://schemas.openxmlformats.org/drawingml/2006/main" w="14288">
            <a:solidFill>
              <a:srgbClr val="C8B989"/>
            </a:solidFill>
            <a:prstDash val="solid"/>
          </a:ln>
        </p:spPr>
      </p:sp>
      <p:pic>
        <p:nvPic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291BDEE-5E92-449B-9112-21A70E092B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243388e3e4649"/>
          <a:stretch xmlns:a="http://schemas.openxmlformats.org/drawingml/2006/main"/>
        </p:blipFill>
        <p:spPr>
          <a:xfrm xmlns:a="http://schemas.openxmlformats.org/drawingml/2006/main">
            <a:off x="5488287" y="5772150"/>
            <a:ext cx="310551" cy="342900"/>
          </a:xfrm>
          <a:prstGeom xmlns:a="http://schemas.openxmlformats.org/drawingml/2006/main" prst="rect">
            <a:avLst/>
          </a:prstGeom>
        </p:spPr>
      </p:pic>
      <p:sp>
        <p:nvSpPr>
          <p:cNvPr id="114" name="Rewritten prompt text line 1">
            <a:extLst xmlns:a="http://schemas.openxmlformats.org/drawingml/2006/main">
              <a:ext uri="{FF2B5EF4-FFF2-40B4-BE49-F238E27FC236}">
                <a16:creationId xmlns:a16="http://schemas.microsoft.com/office/drawing/2014/main" id="{3251A7FC-7A94-4B58-B1B7-18174C79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6438900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Generate a realistic</a:t>
            </a:r>
          </a:p>
        </p:txBody>
      </p:sp>
      <p:sp>
        <p:nvSpPr>
          <p:cNvPr id="115" name="Rewritten prompt text line 2">
            <a:extLst xmlns:a="http://schemas.openxmlformats.org/drawingml/2006/main">
              <a:ext uri="{FF2B5EF4-FFF2-40B4-BE49-F238E27FC236}">
                <a16:creationId xmlns:a16="http://schemas.microsoft.com/office/drawing/2014/main" id="{98869CA4-8033-40DE-BDDE-A4129576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6665595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image of a white</a:t>
            </a:r>
          </a:p>
        </p:txBody>
      </p:sp>
      <p:sp>
        <p:nvSpPr>
          <p:cNvPr id="116" name="Rewritten prompt text line 3">
            <a:extLst xmlns:a="http://schemas.openxmlformats.org/drawingml/2006/main">
              <a:ext uri="{FF2B5EF4-FFF2-40B4-BE49-F238E27FC236}">
                <a16:creationId xmlns:a16="http://schemas.microsoft.com/office/drawing/2014/main" id="{5FCA7765-B66D-4FB0-8FC0-58391CDC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6892290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pelican riding a</a:t>
            </a:r>
          </a:p>
        </p:txBody>
      </p:sp>
      <p:sp>
        <p:nvSpPr>
          <p:cNvPr id="117" name="Rewritten prompt text line 4">
            <a:extLst xmlns:a="http://schemas.openxmlformats.org/drawingml/2006/main">
              <a:ext uri="{FF2B5EF4-FFF2-40B4-BE49-F238E27FC236}">
                <a16:creationId xmlns:a16="http://schemas.microsoft.com/office/drawing/2014/main" id="{753AE518-C6FB-4AE0-BD97-6E1653B4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7118985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bicycle on a road.</a:t>
            </a:r>
          </a:p>
        </p:txBody>
      </p:sp>
      <p:sp>
        <p:nvSpPr>
          <p:cNvPr id="118" name="Rewritten prompt text line 5">
            <a:extLst xmlns:a="http://schemas.openxmlformats.org/drawingml/2006/main">
              <a:ext uri="{FF2B5EF4-FFF2-40B4-BE49-F238E27FC236}">
                <a16:creationId xmlns:a16="http://schemas.microsoft.com/office/drawing/2014/main" id="{99B988D0-751F-4253-91A5-A7E71F00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7345680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Keep the full bicycle</a:t>
            </a:r>
          </a:p>
        </p:txBody>
      </p:sp>
      <p:sp>
        <p:nvSpPr>
          <p:cNvPr id="119" name="Rewritten prompt text line 6">
            <a:extLst xmlns:a="http://schemas.openxmlformats.org/drawingml/2006/main">
              <a:ext uri="{FF2B5EF4-FFF2-40B4-BE49-F238E27FC236}">
                <a16:creationId xmlns:a16="http://schemas.microsoft.com/office/drawing/2014/main" id="{EDECB91C-138D-4C61-8DA9-ADF57257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7572375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visible and make the</a:t>
            </a:r>
          </a:p>
        </p:txBody>
      </p:sp>
      <p:sp>
        <p:nvSpPr>
          <p:cNvPr id="120" name="Rewritten prompt text line 7">
            <a:extLst xmlns:a="http://schemas.openxmlformats.org/drawingml/2006/main">
              <a:ext uri="{FF2B5EF4-FFF2-40B4-BE49-F238E27FC236}">
                <a16:creationId xmlns:a16="http://schemas.microsoft.com/office/drawing/2014/main" id="{97A71C85-C0E7-4E17-87B3-23FBEEB8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7799070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bird look natural.</a:t>
            </a:r>
          </a:p>
        </p:txBody>
      </p:sp>
      <p:pic>
        <p:nvPic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32A8278-E90D-4021-B7FB-5662F280D5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a27fb6a3c4af2"/>
          <a:stretch xmlns:a="http://schemas.openxmlformats.org/drawingml/2006/main"/>
        </p:blipFill>
        <p:spPr>
          <a:xfrm xmlns:a="http://schemas.openxmlformats.org/drawingml/2006/main">
            <a:off x="2428875" y="3724678"/>
            <a:ext cx="2943225" cy="3323419"/>
          </a:xfrm>
          <a:prstGeom xmlns:a="http://schemas.openxmlformats.org/drawingml/2006/main" prst="rect">
            <a:avLst/>
          </a:prstGeom>
        </p:spPr>
      </p:pic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626F13A-764D-4057-BD61-602A43BC8C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e8ca4206946bb"/>
          <a:stretch xmlns:a="http://schemas.openxmlformats.org/drawingml/2006/main"/>
        </p:blipFill>
        <p:spPr>
          <a:xfrm xmlns:a="http://schemas.openxmlformats.org/drawingml/2006/main">
            <a:off x="9220200" y="2610445"/>
            <a:ext cx="2724150" cy="2789634"/>
          </a:xfrm>
          <a:prstGeom xmlns:a="http://schemas.openxmlformats.org/drawingml/2006/main" prst="rect">
            <a:avLst/>
          </a:prstGeom>
        </p:spPr>
      </p:pic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97AF2E2-8259-4D4D-80A2-25113376A6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d2d7ab5c148e7"/>
          <a:stretch xmlns:a="http://schemas.openxmlformats.org/drawingml/2006/main"/>
        </p:blipFill>
        <p:spPr>
          <a:xfrm xmlns:a="http://schemas.openxmlformats.org/drawingml/2006/main">
            <a:off x="12630150" y="2677689"/>
            <a:ext cx="2600325" cy="2836123"/>
          </a:xfrm>
          <a:prstGeom xmlns:a="http://schemas.openxmlformats.org/drawingml/2006/main" prst="rect">
            <a:avLst/>
          </a:prstGeom>
        </p:spPr>
      </p:pic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AF3A37E-3BB2-4775-AE9A-2D540A6D5C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aec2eef5147dd"/>
          <a:stretch xmlns:a="http://schemas.openxmlformats.org/drawingml/2006/main"/>
        </p:blipFill>
        <p:spPr>
          <a:xfrm xmlns:a="http://schemas.openxmlformats.org/drawingml/2006/main">
            <a:off x="16250026" y="2609850"/>
            <a:ext cx="2380497" cy="2905125"/>
          </a:xfrm>
          <a:prstGeom xmlns:a="http://schemas.openxmlformats.org/drawingml/2006/main" prst="rect">
            <a:avLst/>
          </a:prstGeom>
        </p:spPr>
      </p:pic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B810AE2-A1BE-4F6D-89AA-01CF55241B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dc68a85514349"/>
          <a:stretch xmlns:a="http://schemas.openxmlformats.org/drawingml/2006/main"/>
        </p:blipFill>
        <p:spPr>
          <a:xfrm xmlns:a="http://schemas.openxmlformats.org/drawingml/2006/main">
            <a:off x="9144000" y="6401267"/>
            <a:ext cx="2676525" cy="2151716"/>
          </a:xfrm>
          <a:prstGeom xmlns:a="http://schemas.openxmlformats.org/drawingml/2006/main" prst="rect">
            <a:avLst/>
          </a:prstGeom>
        </p:spPr>
      </p:pic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2379B5E-5F7C-42EF-8C2D-487F83F4AE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edd556e224ae9"/>
          <a:stretch xmlns:a="http://schemas.openxmlformats.org/drawingml/2006/main"/>
        </p:blipFill>
        <p:spPr>
          <a:xfrm xmlns:a="http://schemas.openxmlformats.org/drawingml/2006/main">
            <a:off x="12472966" y="7038975"/>
            <a:ext cx="1705017" cy="1476375"/>
          </a:xfrm>
          <a:prstGeom xmlns:a="http://schemas.openxmlformats.org/drawingml/2006/main" prst="rect">
            <a:avLst/>
          </a:prstGeom>
        </p:spPr>
      </p:pic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1DC39E5-5BA3-4377-B7F1-DD4CAEB999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e6b4b8fc44127"/>
          <a:stretch xmlns:a="http://schemas.openxmlformats.org/drawingml/2006/main"/>
        </p:blipFill>
        <p:spPr>
          <a:xfrm xmlns:a="http://schemas.openxmlformats.org/drawingml/2006/main">
            <a:off x="14241039" y="6486525"/>
            <a:ext cx="912072" cy="1476375"/>
          </a:xfrm>
          <a:prstGeom xmlns:a="http://schemas.openxmlformats.org/drawingml/2006/main" prst="rect">
            <a:avLst/>
          </a:prstGeom>
        </p:spPr>
      </p:pic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F9E7A12-FC70-43B8-A862-84A64B77F9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8138c0ab74716"/>
          <a:stretch xmlns:a="http://schemas.openxmlformats.org/drawingml/2006/main"/>
        </p:blipFill>
        <p:spPr>
          <a:xfrm xmlns:a="http://schemas.openxmlformats.org/drawingml/2006/main">
            <a:off x="12707704" y="6381750"/>
            <a:ext cx="1035516" cy="714375"/>
          </a:xfrm>
          <a:prstGeom xmlns:a="http://schemas.openxmlformats.org/drawingml/2006/main" prst="rect">
            <a:avLst/>
          </a:prstGeom>
        </p:spPr>
      </p:pic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ACCA048-B928-4FFF-8862-034282C5BB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6d871e2104cc2"/>
          <a:stretch xmlns:a="http://schemas.openxmlformats.org/drawingml/2006/main"/>
        </p:blipFill>
        <p:spPr>
          <a:xfrm xmlns:a="http://schemas.openxmlformats.org/drawingml/2006/main">
            <a:off x="16182975" y="6412412"/>
            <a:ext cx="2543175" cy="1900827"/>
          </a:xfrm>
          <a:prstGeom xmlns:a="http://schemas.openxmlformats.org/drawingml/2006/main" prst="rect">
            <a:avLst/>
          </a:prstGeom>
        </p:spPr>
      </p:pic>
      <p:sp>
        <p:nvSpPr>
          <p:cNvPr id="130" name="Successful photograph border">
            <a:extLst xmlns:a="http://schemas.openxmlformats.org/drawingml/2006/main">
              <a:ext uri="{FF2B5EF4-FFF2-40B4-BE49-F238E27FC236}">
                <a16:creationId xmlns:a16="http://schemas.microsoft.com/office/drawing/2014/main" id="{FE9BE798-968E-4127-9BC8-F9C91627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6381750"/>
            <a:ext cx="2590800" cy="1952625"/>
          </a:xfrm>
          <a:custGeom xmlns:a="http://schemas.openxmlformats.org/drawingml/2006/main">
            <a:pathLst>
              <a:path w="2590800" h="1952625">
                <a:moveTo>
                  <a:pt x="209550" y="0"/>
                </a:moveTo>
                <a:lnTo>
                  <a:pt x="2381250" y="0"/>
                </a:lnTo>
                <a:cubicBezTo>
                  <a:pt x="2496981" y="0"/>
                  <a:pt x="2590800" y="93819"/>
                  <a:pt x="2590800" y="209550"/>
                </a:cubicBezTo>
                <a:lnTo>
                  <a:pt x="2590800" y="1743075"/>
                </a:lnTo>
                <a:cubicBezTo>
                  <a:pt x="2590800" y="1858806"/>
                  <a:pt x="2496981" y="1952625"/>
                  <a:pt x="2381250" y="1952625"/>
                </a:cubicBezTo>
                <a:lnTo>
                  <a:pt x="209550" y="1952625"/>
                </a:lnTo>
                <a:cubicBezTo>
                  <a:pt x="93819" y="1952625"/>
                  <a:pt x="0" y="1858806"/>
                  <a:pt x="0" y="1743075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E5FA7"/>
            </a:solidFill>
            <a:prstDash val="solid"/>
          </a:ln>
        </p:spPr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AA6B431-20B8-4A0B-B08B-E3A8778B4D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a1439d9674ad8"/>
          <a:stretch xmlns:a="http://schemas.openxmlformats.org/drawingml/2006/main"/>
        </p:blipFill>
        <p:spPr>
          <a:xfrm xmlns:a="http://schemas.openxmlformats.org/drawingml/2006/main">
            <a:off x="16136243" y="7115175"/>
            <a:ext cx="884039" cy="1466850"/>
          </a:xfrm>
          <a:prstGeom xmlns:a="http://schemas.openxmlformats.org/drawingml/2006/main" prst="rect">
            <a:avLst/>
          </a:prstGeom>
        </p:spPr>
      </p:pic>
      <p:sp>
        <p:nvSpPr>
          <p:cNvPr id="132" name="Prompt to image native outline">
            <a:extLst xmlns:a="http://schemas.openxmlformats.org/drawingml/2006/main">
              <a:ext uri="{FF2B5EF4-FFF2-40B4-BE49-F238E27FC236}">
                <a16:creationId xmlns:a16="http://schemas.microsoft.com/office/drawing/2014/main" id="{014E1226-A46B-4D46-80ED-6B216568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52775"/>
            <a:ext cx="1155700" cy="234950"/>
          </a:xfrm>
          <a:custGeom xmlns:a="http://schemas.openxmlformats.org/drawingml/2006/main">
            <a:pathLst>
              <a:path w="1155700" h="234950">
                <a:moveTo>
                  <a:pt x="1155700" y="107950"/>
                </a:moveTo>
                <a:lnTo>
                  <a:pt x="1123950" y="76200"/>
                </a:lnTo>
                <a:lnTo>
                  <a:pt x="1117600" y="76200"/>
                </a:lnTo>
                <a:lnTo>
                  <a:pt x="1111250" y="69850"/>
                </a:lnTo>
                <a:lnTo>
                  <a:pt x="1104900" y="69850"/>
                </a:lnTo>
                <a:lnTo>
                  <a:pt x="1092200" y="57150"/>
                </a:lnTo>
                <a:lnTo>
                  <a:pt x="1085850" y="57150"/>
                </a:lnTo>
                <a:lnTo>
                  <a:pt x="1079500" y="50800"/>
                </a:lnTo>
                <a:lnTo>
                  <a:pt x="1073150" y="50800"/>
                </a:lnTo>
                <a:lnTo>
                  <a:pt x="1066800" y="44450"/>
                </a:lnTo>
                <a:lnTo>
                  <a:pt x="1060450" y="44450"/>
                </a:lnTo>
                <a:lnTo>
                  <a:pt x="1054100" y="38100"/>
                </a:lnTo>
                <a:lnTo>
                  <a:pt x="1047750" y="38100"/>
                </a:lnTo>
                <a:lnTo>
                  <a:pt x="1041400" y="31750"/>
                </a:lnTo>
                <a:lnTo>
                  <a:pt x="1035050" y="31750"/>
                </a:lnTo>
                <a:lnTo>
                  <a:pt x="1028700" y="25400"/>
                </a:lnTo>
                <a:lnTo>
                  <a:pt x="1022350" y="25400"/>
                </a:lnTo>
                <a:lnTo>
                  <a:pt x="1016000" y="19050"/>
                </a:lnTo>
                <a:lnTo>
                  <a:pt x="1009650" y="19050"/>
                </a:lnTo>
                <a:lnTo>
                  <a:pt x="990600" y="6350"/>
                </a:lnTo>
                <a:lnTo>
                  <a:pt x="965200" y="6350"/>
                </a:lnTo>
                <a:lnTo>
                  <a:pt x="958850" y="0"/>
                </a:lnTo>
                <a:lnTo>
                  <a:pt x="952500" y="0"/>
                </a:lnTo>
                <a:lnTo>
                  <a:pt x="952500" y="25400"/>
                </a:lnTo>
                <a:lnTo>
                  <a:pt x="958850" y="31750"/>
                </a:lnTo>
                <a:lnTo>
                  <a:pt x="965200" y="31750"/>
                </a:lnTo>
                <a:lnTo>
                  <a:pt x="977900" y="44450"/>
                </a:lnTo>
                <a:lnTo>
                  <a:pt x="984250" y="44450"/>
                </a:lnTo>
                <a:lnTo>
                  <a:pt x="990600" y="50800"/>
                </a:lnTo>
                <a:lnTo>
                  <a:pt x="996950" y="50800"/>
                </a:lnTo>
                <a:lnTo>
                  <a:pt x="1016000" y="69850"/>
                </a:lnTo>
                <a:lnTo>
                  <a:pt x="1022350" y="69850"/>
                </a:lnTo>
                <a:lnTo>
                  <a:pt x="1035050" y="82550"/>
                </a:lnTo>
                <a:lnTo>
                  <a:pt x="1041400" y="82550"/>
                </a:lnTo>
                <a:lnTo>
                  <a:pt x="1060450" y="101600"/>
                </a:lnTo>
                <a:lnTo>
                  <a:pt x="1054100" y="107950"/>
                </a:lnTo>
                <a:lnTo>
                  <a:pt x="1041400" y="107950"/>
                </a:lnTo>
                <a:lnTo>
                  <a:pt x="1035050" y="101600"/>
                </a:lnTo>
                <a:lnTo>
                  <a:pt x="971550" y="101600"/>
                </a:lnTo>
                <a:lnTo>
                  <a:pt x="965200" y="95250"/>
                </a:lnTo>
                <a:lnTo>
                  <a:pt x="838200" y="95250"/>
                </a:lnTo>
                <a:lnTo>
                  <a:pt x="831850" y="88900"/>
                </a:lnTo>
                <a:lnTo>
                  <a:pt x="774700" y="88900"/>
                </a:lnTo>
                <a:lnTo>
                  <a:pt x="768350" y="95250"/>
                </a:lnTo>
                <a:lnTo>
                  <a:pt x="762000" y="95250"/>
                </a:lnTo>
                <a:lnTo>
                  <a:pt x="755650" y="88900"/>
                </a:lnTo>
                <a:lnTo>
                  <a:pt x="679450" y="88900"/>
                </a:lnTo>
                <a:lnTo>
                  <a:pt x="673100" y="95250"/>
                </a:lnTo>
                <a:lnTo>
                  <a:pt x="666750" y="95250"/>
                </a:lnTo>
                <a:lnTo>
                  <a:pt x="660400" y="88900"/>
                </a:lnTo>
                <a:lnTo>
                  <a:pt x="654050" y="88900"/>
                </a:lnTo>
                <a:lnTo>
                  <a:pt x="647700" y="95250"/>
                </a:lnTo>
                <a:lnTo>
                  <a:pt x="552450" y="95250"/>
                </a:lnTo>
                <a:lnTo>
                  <a:pt x="546100" y="101600"/>
                </a:lnTo>
                <a:lnTo>
                  <a:pt x="501650" y="101600"/>
                </a:lnTo>
                <a:lnTo>
                  <a:pt x="495300" y="107950"/>
                </a:lnTo>
                <a:lnTo>
                  <a:pt x="457200" y="107950"/>
                </a:lnTo>
                <a:lnTo>
                  <a:pt x="450850" y="114300"/>
                </a:lnTo>
                <a:lnTo>
                  <a:pt x="406400" y="114300"/>
                </a:lnTo>
                <a:lnTo>
                  <a:pt x="400050" y="120650"/>
                </a:lnTo>
                <a:lnTo>
                  <a:pt x="342900" y="120650"/>
                </a:lnTo>
                <a:lnTo>
                  <a:pt x="336550" y="127000"/>
                </a:lnTo>
                <a:lnTo>
                  <a:pt x="304800" y="127000"/>
                </a:lnTo>
                <a:lnTo>
                  <a:pt x="298450" y="133350"/>
                </a:lnTo>
                <a:lnTo>
                  <a:pt x="273050" y="133350"/>
                </a:lnTo>
                <a:lnTo>
                  <a:pt x="266700" y="139700"/>
                </a:lnTo>
                <a:lnTo>
                  <a:pt x="241300" y="139700"/>
                </a:lnTo>
                <a:lnTo>
                  <a:pt x="234950" y="146050"/>
                </a:lnTo>
                <a:lnTo>
                  <a:pt x="209550" y="146050"/>
                </a:lnTo>
                <a:lnTo>
                  <a:pt x="203200" y="152400"/>
                </a:lnTo>
                <a:lnTo>
                  <a:pt x="184150" y="152400"/>
                </a:lnTo>
                <a:lnTo>
                  <a:pt x="177800" y="158750"/>
                </a:lnTo>
                <a:lnTo>
                  <a:pt x="158750" y="158750"/>
                </a:lnTo>
                <a:lnTo>
                  <a:pt x="152400" y="165100"/>
                </a:lnTo>
                <a:lnTo>
                  <a:pt x="139700" y="165100"/>
                </a:lnTo>
                <a:lnTo>
                  <a:pt x="133350" y="171450"/>
                </a:lnTo>
                <a:lnTo>
                  <a:pt x="114300" y="171450"/>
                </a:lnTo>
                <a:lnTo>
                  <a:pt x="107950" y="177800"/>
                </a:lnTo>
                <a:lnTo>
                  <a:pt x="95250" y="177800"/>
                </a:lnTo>
                <a:lnTo>
                  <a:pt x="88900" y="184150"/>
                </a:lnTo>
                <a:lnTo>
                  <a:pt x="76200" y="184150"/>
                </a:lnTo>
                <a:lnTo>
                  <a:pt x="69850" y="190500"/>
                </a:lnTo>
                <a:lnTo>
                  <a:pt x="57150" y="190500"/>
                </a:lnTo>
                <a:lnTo>
                  <a:pt x="50800" y="196850"/>
                </a:lnTo>
                <a:lnTo>
                  <a:pt x="38100" y="196850"/>
                </a:lnTo>
                <a:lnTo>
                  <a:pt x="19050" y="209550"/>
                </a:lnTo>
                <a:lnTo>
                  <a:pt x="6350" y="209550"/>
                </a:lnTo>
                <a:lnTo>
                  <a:pt x="0" y="215900"/>
                </a:lnTo>
                <a:lnTo>
                  <a:pt x="0" y="234950"/>
                </a:lnTo>
                <a:lnTo>
                  <a:pt x="12700" y="234950"/>
                </a:lnTo>
                <a:lnTo>
                  <a:pt x="19050" y="228600"/>
                </a:lnTo>
                <a:lnTo>
                  <a:pt x="44450" y="228600"/>
                </a:lnTo>
                <a:lnTo>
                  <a:pt x="50800" y="234950"/>
                </a:lnTo>
                <a:lnTo>
                  <a:pt x="57150" y="234950"/>
                </a:lnTo>
                <a:lnTo>
                  <a:pt x="76200" y="215900"/>
                </a:lnTo>
                <a:lnTo>
                  <a:pt x="82550" y="222250"/>
                </a:lnTo>
                <a:lnTo>
                  <a:pt x="95250" y="222250"/>
                </a:lnTo>
                <a:lnTo>
                  <a:pt x="101600" y="215900"/>
                </a:lnTo>
                <a:lnTo>
                  <a:pt x="114300" y="215900"/>
                </a:lnTo>
                <a:lnTo>
                  <a:pt x="133350" y="203200"/>
                </a:lnTo>
                <a:lnTo>
                  <a:pt x="152400" y="203200"/>
                </a:lnTo>
                <a:lnTo>
                  <a:pt x="158750" y="196850"/>
                </a:lnTo>
                <a:lnTo>
                  <a:pt x="177800" y="196850"/>
                </a:lnTo>
                <a:lnTo>
                  <a:pt x="184150" y="190500"/>
                </a:lnTo>
                <a:lnTo>
                  <a:pt x="203200" y="190500"/>
                </a:lnTo>
                <a:lnTo>
                  <a:pt x="209550" y="184150"/>
                </a:lnTo>
                <a:lnTo>
                  <a:pt x="234950" y="184150"/>
                </a:lnTo>
                <a:lnTo>
                  <a:pt x="241300" y="177800"/>
                </a:lnTo>
                <a:lnTo>
                  <a:pt x="260350" y="177800"/>
                </a:lnTo>
                <a:lnTo>
                  <a:pt x="266700" y="171450"/>
                </a:lnTo>
                <a:lnTo>
                  <a:pt x="292100" y="171450"/>
                </a:lnTo>
                <a:lnTo>
                  <a:pt x="298450" y="165100"/>
                </a:lnTo>
                <a:lnTo>
                  <a:pt x="330200" y="165100"/>
                </a:lnTo>
                <a:lnTo>
                  <a:pt x="336550" y="158750"/>
                </a:lnTo>
                <a:lnTo>
                  <a:pt x="361950" y="158750"/>
                </a:lnTo>
                <a:lnTo>
                  <a:pt x="368300" y="152400"/>
                </a:lnTo>
                <a:lnTo>
                  <a:pt x="400050" y="152400"/>
                </a:lnTo>
                <a:lnTo>
                  <a:pt x="406400" y="146050"/>
                </a:lnTo>
                <a:lnTo>
                  <a:pt x="444500" y="146050"/>
                </a:lnTo>
                <a:lnTo>
                  <a:pt x="450850" y="139700"/>
                </a:lnTo>
                <a:lnTo>
                  <a:pt x="488950" y="139700"/>
                </a:lnTo>
                <a:lnTo>
                  <a:pt x="495300" y="133350"/>
                </a:lnTo>
                <a:lnTo>
                  <a:pt x="558800" y="133350"/>
                </a:lnTo>
                <a:lnTo>
                  <a:pt x="565150" y="127000"/>
                </a:lnTo>
                <a:lnTo>
                  <a:pt x="615950" y="127000"/>
                </a:lnTo>
                <a:lnTo>
                  <a:pt x="622300" y="120650"/>
                </a:lnTo>
                <a:lnTo>
                  <a:pt x="628650" y="120650"/>
                </a:lnTo>
                <a:lnTo>
                  <a:pt x="635000" y="127000"/>
                </a:lnTo>
                <a:lnTo>
                  <a:pt x="666750" y="127000"/>
                </a:lnTo>
                <a:lnTo>
                  <a:pt x="673100" y="120650"/>
                </a:lnTo>
                <a:lnTo>
                  <a:pt x="920750" y="120650"/>
                </a:lnTo>
                <a:lnTo>
                  <a:pt x="927100" y="127000"/>
                </a:lnTo>
                <a:lnTo>
                  <a:pt x="990600" y="127000"/>
                </a:lnTo>
                <a:lnTo>
                  <a:pt x="996950" y="133350"/>
                </a:lnTo>
                <a:lnTo>
                  <a:pt x="1054100" y="133350"/>
                </a:lnTo>
                <a:lnTo>
                  <a:pt x="1060450" y="139700"/>
                </a:lnTo>
                <a:lnTo>
                  <a:pt x="1047750" y="152400"/>
                </a:lnTo>
                <a:lnTo>
                  <a:pt x="1041400" y="152400"/>
                </a:lnTo>
                <a:lnTo>
                  <a:pt x="1035050" y="158750"/>
                </a:lnTo>
                <a:lnTo>
                  <a:pt x="1022350" y="158750"/>
                </a:lnTo>
                <a:lnTo>
                  <a:pt x="1016000" y="165100"/>
                </a:lnTo>
                <a:lnTo>
                  <a:pt x="1009650" y="165100"/>
                </a:lnTo>
                <a:lnTo>
                  <a:pt x="990600" y="177800"/>
                </a:lnTo>
                <a:lnTo>
                  <a:pt x="977900" y="177800"/>
                </a:lnTo>
                <a:lnTo>
                  <a:pt x="965200" y="190500"/>
                </a:lnTo>
                <a:lnTo>
                  <a:pt x="946150" y="190500"/>
                </a:lnTo>
                <a:lnTo>
                  <a:pt x="946150" y="196850"/>
                </a:lnTo>
                <a:lnTo>
                  <a:pt x="939800" y="203200"/>
                </a:lnTo>
                <a:lnTo>
                  <a:pt x="939800" y="209550"/>
                </a:lnTo>
                <a:lnTo>
                  <a:pt x="946150" y="215900"/>
                </a:lnTo>
                <a:lnTo>
                  <a:pt x="952500" y="209550"/>
                </a:lnTo>
                <a:lnTo>
                  <a:pt x="958850" y="215900"/>
                </a:lnTo>
                <a:lnTo>
                  <a:pt x="958850" y="222250"/>
                </a:lnTo>
                <a:lnTo>
                  <a:pt x="965200" y="215900"/>
                </a:lnTo>
                <a:lnTo>
                  <a:pt x="977900" y="215900"/>
                </a:lnTo>
                <a:lnTo>
                  <a:pt x="984250" y="209550"/>
                </a:lnTo>
                <a:lnTo>
                  <a:pt x="996950" y="209550"/>
                </a:lnTo>
                <a:lnTo>
                  <a:pt x="1003300" y="203200"/>
                </a:lnTo>
                <a:lnTo>
                  <a:pt x="1022350" y="203200"/>
                </a:lnTo>
                <a:lnTo>
                  <a:pt x="1028700" y="196850"/>
                </a:lnTo>
                <a:lnTo>
                  <a:pt x="1041400" y="196850"/>
                </a:lnTo>
                <a:lnTo>
                  <a:pt x="1060450" y="184150"/>
                </a:lnTo>
                <a:lnTo>
                  <a:pt x="1073150" y="184150"/>
                </a:lnTo>
                <a:lnTo>
                  <a:pt x="1079500" y="177800"/>
                </a:lnTo>
                <a:lnTo>
                  <a:pt x="1092200" y="177800"/>
                </a:lnTo>
                <a:lnTo>
                  <a:pt x="1098550" y="171450"/>
                </a:lnTo>
                <a:lnTo>
                  <a:pt x="1111250" y="171450"/>
                </a:lnTo>
                <a:lnTo>
                  <a:pt x="1117600" y="165100"/>
                </a:lnTo>
                <a:lnTo>
                  <a:pt x="1123950" y="165100"/>
                </a:lnTo>
                <a:lnTo>
                  <a:pt x="1130300" y="158750"/>
                </a:lnTo>
                <a:lnTo>
                  <a:pt x="1130300" y="152400"/>
                </a:lnTo>
                <a:lnTo>
                  <a:pt x="1136650" y="146050"/>
                </a:lnTo>
                <a:lnTo>
                  <a:pt x="1143000" y="146050"/>
                </a:lnTo>
                <a:lnTo>
                  <a:pt x="1155700" y="133350"/>
                </a:lnTo>
                <a:close/>
              </a:path>
            </a:pathLst>
          </a:custGeom>
          <a:solidFill xmlns:a="http://schemas.openxmlformats.org/drawingml/2006/main">
            <a:srgbClr val="B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Initial to review native outline">
            <a:extLst xmlns:a="http://schemas.openxmlformats.org/drawingml/2006/main">
              <a:ext uri="{FF2B5EF4-FFF2-40B4-BE49-F238E27FC236}">
                <a16:creationId xmlns:a16="http://schemas.microsoft.com/office/drawing/2014/main" id="{C2A127CD-C4DC-4BB4-9939-81FD2178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0" y="4968875"/>
            <a:ext cx="209550" cy="882650"/>
          </a:xfrm>
          <a:custGeom xmlns:a="http://schemas.openxmlformats.org/drawingml/2006/main">
            <a:pathLst>
              <a:path w="209550" h="882650">
                <a:moveTo>
                  <a:pt x="0" y="0"/>
                </a:moveTo>
                <a:lnTo>
                  <a:pt x="0" y="19050"/>
                </a:lnTo>
                <a:lnTo>
                  <a:pt x="6350" y="25400"/>
                </a:lnTo>
                <a:lnTo>
                  <a:pt x="6350" y="31750"/>
                </a:lnTo>
                <a:lnTo>
                  <a:pt x="0" y="38100"/>
                </a:lnTo>
                <a:lnTo>
                  <a:pt x="0" y="44450"/>
                </a:lnTo>
                <a:lnTo>
                  <a:pt x="12700" y="57150"/>
                </a:lnTo>
                <a:lnTo>
                  <a:pt x="12700" y="82550"/>
                </a:lnTo>
                <a:lnTo>
                  <a:pt x="25400" y="101600"/>
                </a:lnTo>
                <a:lnTo>
                  <a:pt x="25400" y="114300"/>
                </a:lnTo>
                <a:lnTo>
                  <a:pt x="31750" y="120650"/>
                </a:lnTo>
                <a:lnTo>
                  <a:pt x="31750" y="139700"/>
                </a:lnTo>
                <a:lnTo>
                  <a:pt x="38100" y="146050"/>
                </a:lnTo>
                <a:lnTo>
                  <a:pt x="38100" y="158750"/>
                </a:lnTo>
                <a:lnTo>
                  <a:pt x="44450" y="165100"/>
                </a:lnTo>
                <a:lnTo>
                  <a:pt x="44450" y="177800"/>
                </a:lnTo>
                <a:lnTo>
                  <a:pt x="50800" y="184150"/>
                </a:lnTo>
                <a:lnTo>
                  <a:pt x="50800" y="203200"/>
                </a:lnTo>
                <a:lnTo>
                  <a:pt x="57150" y="209550"/>
                </a:lnTo>
                <a:lnTo>
                  <a:pt x="57150" y="228600"/>
                </a:lnTo>
                <a:lnTo>
                  <a:pt x="63500" y="234950"/>
                </a:lnTo>
                <a:lnTo>
                  <a:pt x="63500" y="260350"/>
                </a:lnTo>
                <a:lnTo>
                  <a:pt x="69850" y="266700"/>
                </a:lnTo>
                <a:lnTo>
                  <a:pt x="69850" y="292100"/>
                </a:lnTo>
                <a:lnTo>
                  <a:pt x="76200" y="298450"/>
                </a:lnTo>
                <a:lnTo>
                  <a:pt x="76200" y="323850"/>
                </a:lnTo>
                <a:lnTo>
                  <a:pt x="82550" y="330200"/>
                </a:lnTo>
                <a:lnTo>
                  <a:pt x="82550" y="368300"/>
                </a:lnTo>
                <a:lnTo>
                  <a:pt x="88900" y="374650"/>
                </a:lnTo>
                <a:lnTo>
                  <a:pt x="88900" y="419100"/>
                </a:lnTo>
                <a:lnTo>
                  <a:pt x="95250" y="425450"/>
                </a:lnTo>
                <a:lnTo>
                  <a:pt x="95250" y="450850"/>
                </a:lnTo>
                <a:lnTo>
                  <a:pt x="101600" y="457200"/>
                </a:lnTo>
                <a:lnTo>
                  <a:pt x="101600" y="717550"/>
                </a:lnTo>
                <a:lnTo>
                  <a:pt x="95250" y="723900"/>
                </a:lnTo>
                <a:lnTo>
                  <a:pt x="95250" y="781050"/>
                </a:lnTo>
                <a:lnTo>
                  <a:pt x="88900" y="787400"/>
                </a:lnTo>
                <a:lnTo>
                  <a:pt x="88900" y="800100"/>
                </a:lnTo>
                <a:lnTo>
                  <a:pt x="82550" y="806450"/>
                </a:lnTo>
                <a:lnTo>
                  <a:pt x="69850" y="793750"/>
                </a:lnTo>
                <a:lnTo>
                  <a:pt x="69850" y="787400"/>
                </a:lnTo>
                <a:lnTo>
                  <a:pt x="63500" y="781050"/>
                </a:lnTo>
                <a:lnTo>
                  <a:pt x="63500" y="774700"/>
                </a:lnTo>
                <a:lnTo>
                  <a:pt x="57150" y="768350"/>
                </a:lnTo>
                <a:lnTo>
                  <a:pt x="57150" y="762000"/>
                </a:lnTo>
                <a:lnTo>
                  <a:pt x="50800" y="755650"/>
                </a:lnTo>
                <a:lnTo>
                  <a:pt x="50800" y="749300"/>
                </a:lnTo>
                <a:lnTo>
                  <a:pt x="44450" y="742950"/>
                </a:lnTo>
                <a:lnTo>
                  <a:pt x="44450" y="736600"/>
                </a:lnTo>
                <a:lnTo>
                  <a:pt x="38100" y="730250"/>
                </a:lnTo>
                <a:lnTo>
                  <a:pt x="38100" y="723900"/>
                </a:lnTo>
                <a:lnTo>
                  <a:pt x="31750" y="717550"/>
                </a:lnTo>
                <a:lnTo>
                  <a:pt x="19050" y="717550"/>
                </a:lnTo>
                <a:lnTo>
                  <a:pt x="19050" y="723900"/>
                </a:lnTo>
                <a:lnTo>
                  <a:pt x="12700" y="730250"/>
                </a:lnTo>
                <a:lnTo>
                  <a:pt x="12700" y="736600"/>
                </a:lnTo>
                <a:lnTo>
                  <a:pt x="19050" y="742950"/>
                </a:lnTo>
                <a:lnTo>
                  <a:pt x="19050" y="755650"/>
                </a:lnTo>
                <a:lnTo>
                  <a:pt x="25400" y="762000"/>
                </a:lnTo>
                <a:lnTo>
                  <a:pt x="25400" y="774700"/>
                </a:lnTo>
                <a:lnTo>
                  <a:pt x="31750" y="781050"/>
                </a:lnTo>
                <a:lnTo>
                  <a:pt x="31750" y="787400"/>
                </a:lnTo>
                <a:lnTo>
                  <a:pt x="44450" y="806450"/>
                </a:lnTo>
                <a:lnTo>
                  <a:pt x="44450" y="819150"/>
                </a:lnTo>
                <a:lnTo>
                  <a:pt x="50800" y="825500"/>
                </a:lnTo>
                <a:lnTo>
                  <a:pt x="50800" y="831850"/>
                </a:lnTo>
                <a:lnTo>
                  <a:pt x="57150" y="838200"/>
                </a:lnTo>
                <a:lnTo>
                  <a:pt x="57150" y="844550"/>
                </a:lnTo>
                <a:lnTo>
                  <a:pt x="63500" y="850900"/>
                </a:lnTo>
                <a:lnTo>
                  <a:pt x="63500" y="857250"/>
                </a:lnTo>
                <a:lnTo>
                  <a:pt x="69850" y="863600"/>
                </a:lnTo>
                <a:lnTo>
                  <a:pt x="76200" y="863600"/>
                </a:lnTo>
                <a:lnTo>
                  <a:pt x="82550" y="869950"/>
                </a:lnTo>
                <a:lnTo>
                  <a:pt x="82550" y="876300"/>
                </a:lnTo>
                <a:lnTo>
                  <a:pt x="95250" y="876300"/>
                </a:lnTo>
                <a:lnTo>
                  <a:pt x="101600" y="882650"/>
                </a:lnTo>
                <a:lnTo>
                  <a:pt x="107950" y="882650"/>
                </a:lnTo>
                <a:lnTo>
                  <a:pt x="114300" y="876300"/>
                </a:lnTo>
                <a:lnTo>
                  <a:pt x="120650" y="876300"/>
                </a:lnTo>
                <a:lnTo>
                  <a:pt x="152400" y="844550"/>
                </a:lnTo>
                <a:lnTo>
                  <a:pt x="152400" y="838200"/>
                </a:lnTo>
                <a:lnTo>
                  <a:pt x="165100" y="825500"/>
                </a:lnTo>
                <a:lnTo>
                  <a:pt x="165100" y="819150"/>
                </a:lnTo>
                <a:lnTo>
                  <a:pt x="177800" y="806450"/>
                </a:lnTo>
                <a:lnTo>
                  <a:pt x="177800" y="800100"/>
                </a:lnTo>
                <a:lnTo>
                  <a:pt x="184150" y="793750"/>
                </a:lnTo>
                <a:lnTo>
                  <a:pt x="184150" y="787400"/>
                </a:lnTo>
                <a:lnTo>
                  <a:pt x="196850" y="774700"/>
                </a:lnTo>
                <a:lnTo>
                  <a:pt x="196850" y="768350"/>
                </a:lnTo>
                <a:lnTo>
                  <a:pt x="209550" y="749300"/>
                </a:lnTo>
                <a:lnTo>
                  <a:pt x="209550" y="730250"/>
                </a:lnTo>
                <a:lnTo>
                  <a:pt x="190500" y="730250"/>
                </a:lnTo>
                <a:lnTo>
                  <a:pt x="165100" y="755650"/>
                </a:lnTo>
                <a:lnTo>
                  <a:pt x="165100" y="762000"/>
                </a:lnTo>
                <a:lnTo>
                  <a:pt x="139700" y="787400"/>
                </a:lnTo>
                <a:lnTo>
                  <a:pt x="139700" y="793750"/>
                </a:lnTo>
                <a:lnTo>
                  <a:pt x="127000" y="806450"/>
                </a:lnTo>
                <a:lnTo>
                  <a:pt x="120650" y="806450"/>
                </a:lnTo>
                <a:lnTo>
                  <a:pt x="114300" y="800100"/>
                </a:lnTo>
                <a:lnTo>
                  <a:pt x="114300" y="793750"/>
                </a:lnTo>
                <a:lnTo>
                  <a:pt x="120650" y="787400"/>
                </a:lnTo>
                <a:lnTo>
                  <a:pt x="120650" y="730250"/>
                </a:lnTo>
                <a:lnTo>
                  <a:pt x="127000" y="723900"/>
                </a:lnTo>
                <a:lnTo>
                  <a:pt x="127000" y="622300"/>
                </a:lnTo>
                <a:lnTo>
                  <a:pt x="133350" y="615950"/>
                </a:lnTo>
                <a:lnTo>
                  <a:pt x="127000" y="609600"/>
                </a:lnTo>
                <a:lnTo>
                  <a:pt x="127000" y="438150"/>
                </a:lnTo>
                <a:lnTo>
                  <a:pt x="120650" y="431800"/>
                </a:lnTo>
                <a:lnTo>
                  <a:pt x="120650" y="387350"/>
                </a:lnTo>
                <a:lnTo>
                  <a:pt x="114300" y="381000"/>
                </a:lnTo>
                <a:lnTo>
                  <a:pt x="114300" y="342900"/>
                </a:lnTo>
                <a:lnTo>
                  <a:pt x="107950" y="336550"/>
                </a:lnTo>
                <a:lnTo>
                  <a:pt x="107950" y="311150"/>
                </a:lnTo>
                <a:lnTo>
                  <a:pt x="101600" y="304800"/>
                </a:lnTo>
                <a:lnTo>
                  <a:pt x="101600" y="266700"/>
                </a:lnTo>
                <a:lnTo>
                  <a:pt x="95250" y="260350"/>
                </a:lnTo>
                <a:lnTo>
                  <a:pt x="95250" y="228600"/>
                </a:lnTo>
                <a:lnTo>
                  <a:pt x="88900" y="222250"/>
                </a:lnTo>
                <a:lnTo>
                  <a:pt x="88900" y="203200"/>
                </a:lnTo>
                <a:lnTo>
                  <a:pt x="82550" y="196850"/>
                </a:lnTo>
                <a:lnTo>
                  <a:pt x="82550" y="177800"/>
                </a:lnTo>
                <a:lnTo>
                  <a:pt x="76200" y="171450"/>
                </a:lnTo>
                <a:lnTo>
                  <a:pt x="76200" y="152400"/>
                </a:lnTo>
                <a:lnTo>
                  <a:pt x="69850" y="146050"/>
                </a:lnTo>
                <a:lnTo>
                  <a:pt x="69850" y="133350"/>
                </a:lnTo>
                <a:lnTo>
                  <a:pt x="63500" y="127000"/>
                </a:lnTo>
                <a:lnTo>
                  <a:pt x="63500" y="114300"/>
                </a:lnTo>
                <a:lnTo>
                  <a:pt x="57150" y="107950"/>
                </a:lnTo>
                <a:lnTo>
                  <a:pt x="57150" y="95250"/>
                </a:lnTo>
                <a:lnTo>
                  <a:pt x="44450" y="76200"/>
                </a:lnTo>
                <a:lnTo>
                  <a:pt x="44450" y="63500"/>
                </a:lnTo>
                <a:lnTo>
                  <a:pt x="31750" y="44450"/>
                </a:lnTo>
                <a:lnTo>
                  <a:pt x="31750" y="31750"/>
                </a:lnTo>
                <a:lnTo>
                  <a:pt x="25400" y="25400"/>
                </a:lnTo>
                <a:lnTo>
                  <a:pt x="25400" y="19050"/>
                </a:lnTo>
                <a:lnTo>
                  <a:pt x="19050" y="12700"/>
                </a:lnTo>
                <a:lnTo>
                  <a:pt x="19050" y="6350"/>
                </a:lnTo>
                <a:lnTo>
                  <a:pt x="12700" y="0"/>
                </a:lnTo>
                <a:close/>
              </a:path>
            </a:pathLst>
          </a:custGeom>
          <a:solidFill xmlns:a="http://schemas.openxmlformats.org/drawingml/2006/main">
            <a:srgbClr val="B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Rewrite to final native outline">
            <a:extLst xmlns:a="http://schemas.openxmlformats.org/drawingml/2006/main">
              <a:ext uri="{FF2B5EF4-FFF2-40B4-BE49-F238E27FC236}">
                <a16:creationId xmlns:a16="http://schemas.microsoft.com/office/drawing/2014/main" id="{02A4499C-A2A6-40F0-90D5-2D7BE635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381875"/>
            <a:ext cx="1187450" cy="247650"/>
          </a:xfrm>
          <a:custGeom xmlns:a="http://schemas.openxmlformats.org/drawingml/2006/main">
            <a:pathLst>
              <a:path w="1187450" h="247650">
                <a:moveTo>
                  <a:pt x="1187450" y="6350"/>
                </a:moveTo>
                <a:lnTo>
                  <a:pt x="1181100" y="0"/>
                </a:lnTo>
                <a:lnTo>
                  <a:pt x="1174750" y="0"/>
                </a:lnTo>
                <a:lnTo>
                  <a:pt x="1168400" y="6350"/>
                </a:lnTo>
                <a:lnTo>
                  <a:pt x="1149350" y="6350"/>
                </a:lnTo>
                <a:lnTo>
                  <a:pt x="1143000" y="12700"/>
                </a:lnTo>
                <a:lnTo>
                  <a:pt x="1136650" y="6350"/>
                </a:lnTo>
                <a:lnTo>
                  <a:pt x="1136650" y="0"/>
                </a:lnTo>
                <a:lnTo>
                  <a:pt x="1130300" y="0"/>
                </a:lnTo>
                <a:lnTo>
                  <a:pt x="1123950" y="6350"/>
                </a:lnTo>
                <a:lnTo>
                  <a:pt x="1117600" y="6350"/>
                </a:lnTo>
                <a:lnTo>
                  <a:pt x="1117600" y="12700"/>
                </a:lnTo>
                <a:lnTo>
                  <a:pt x="1111250" y="19050"/>
                </a:lnTo>
                <a:lnTo>
                  <a:pt x="1073150" y="19050"/>
                </a:lnTo>
                <a:lnTo>
                  <a:pt x="1054100" y="31750"/>
                </a:lnTo>
                <a:lnTo>
                  <a:pt x="1035050" y="31750"/>
                </a:lnTo>
                <a:lnTo>
                  <a:pt x="1028700" y="38100"/>
                </a:lnTo>
                <a:lnTo>
                  <a:pt x="1009650" y="38100"/>
                </a:lnTo>
                <a:lnTo>
                  <a:pt x="1003300" y="44450"/>
                </a:lnTo>
                <a:lnTo>
                  <a:pt x="984250" y="44450"/>
                </a:lnTo>
                <a:lnTo>
                  <a:pt x="977900" y="50800"/>
                </a:lnTo>
                <a:lnTo>
                  <a:pt x="958850" y="50800"/>
                </a:lnTo>
                <a:lnTo>
                  <a:pt x="952500" y="57150"/>
                </a:lnTo>
                <a:lnTo>
                  <a:pt x="933450" y="57150"/>
                </a:lnTo>
                <a:lnTo>
                  <a:pt x="927100" y="63500"/>
                </a:lnTo>
                <a:lnTo>
                  <a:pt x="901700" y="63500"/>
                </a:lnTo>
                <a:lnTo>
                  <a:pt x="895350" y="69850"/>
                </a:lnTo>
                <a:lnTo>
                  <a:pt x="869950" y="69850"/>
                </a:lnTo>
                <a:lnTo>
                  <a:pt x="863600" y="76200"/>
                </a:lnTo>
                <a:lnTo>
                  <a:pt x="838200" y="76200"/>
                </a:lnTo>
                <a:lnTo>
                  <a:pt x="831850" y="82550"/>
                </a:lnTo>
                <a:lnTo>
                  <a:pt x="800100" y="82550"/>
                </a:lnTo>
                <a:lnTo>
                  <a:pt x="793750" y="88900"/>
                </a:lnTo>
                <a:lnTo>
                  <a:pt x="755650" y="88900"/>
                </a:lnTo>
                <a:lnTo>
                  <a:pt x="749300" y="95250"/>
                </a:lnTo>
                <a:lnTo>
                  <a:pt x="698500" y="95250"/>
                </a:lnTo>
                <a:lnTo>
                  <a:pt x="692150" y="101600"/>
                </a:lnTo>
                <a:lnTo>
                  <a:pt x="660400" y="101600"/>
                </a:lnTo>
                <a:lnTo>
                  <a:pt x="654050" y="107950"/>
                </a:lnTo>
                <a:lnTo>
                  <a:pt x="603250" y="107950"/>
                </a:lnTo>
                <a:lnTo>
                  <a:pt x="596900" y="114300"/>
                </a:lnTo>
                <a:lnTo>
                  <a:pt x="476250" y="114300"/>
                </a:lnTo>
                <a:lnTo>
                  <a:pt x="469900" y="120650"/>
                </a:lnTo>
                <a:lnTo>
                  <a:pt x="247650" y="120650"/>
                </a:lnTo>
                <a:lnTo>
                  <a:pt x="241300" y="114300"/>
                </a:lnTo>
                <a:lnTo>
                  <a:pt x="184150" y="114300"/>
                </a:lnTo>
                <a:lnTo>
                  <a:pt x="177800" y="107950"/>
                </a:lnTo>
                <a:lnTo>
                  <a:pt x="114300" y="107950"/>
                </a:lnTo>
                <a:lnTo>
                  <a:pt x="101600" y="95250"/>
                </a:lnTo>
                <a:lnTo>
                  <a:pt x="107950" y="88900"/>
                </a:lnTo>
                <a:lnTo>
                  <a:pt x="114300" y="88900"/>
                </a:lnTo>
                <a:lnTo>
                  <a:pt x="120650" y="82550"/>
                </a:lnTo>
                <a:lnTo>
                  <a:pt x="133350" y="82550"/>
                </a:lnTo>
                <a:lnTo>
                  <a:pt x="139700" y="76200"/>
                </a:lnTo>
                <a:lnTo>
                  <a:pt x="146050" y="76200"/>
                </a:lnTo>
                <a:lnTo>
                  <a:pt x="165100" y="63500"/>
                </a:lnTo>
                <a:lnTo>
                  <a:pt x="177800" y="63500"/>
                </a:lnTo>
                <a:lnTo>
                  <a:pt x="190500" y="50800"/>
                </a:lnTo>
                <a:lnTo>
                  <a:pt x="209550" y="50800"/>
                </a:lnTo>
                <a:lnTo>
                  <a:pt x="222250" y="38100"/>
                </a:lnTo>
                <a:lnTo>
                  <a:pt x="222250" y="19050"/>
                </a:lnTo>
                <a:lnTo>
                  <a:pt x="215900" y="25400"/>
                </a:lnTo>
                <a:lnTo>
                  <a:pt x="209550" y="25400"/>
                </a:lnTo>
                <a:lnTo>
                  <a:pt x="203200" y="19050"/>
                </a:lnTo>
                <a:lnTo>
                  <a:pt x="190500" y="19050"/>
                </a:lnTo>
                <a:lnTo>
                  <a:pt x="184150" y="25400"/>
                </a:lnTo>
                <a:lnTo>
                  <a:pt x="171450" y="25400"/>
                </a:lnTo>
                <a:lnTo>
                  <a:pt x="165100" y="31750"/>
                </a:lnTo>
                <a:lnTo>
                  <a:pt x="146050" y="31750"/>
                </a:lnTo>
                <a:lnTo>
                  <a:pt x="139700" y="38100"/>
                </a:lnTo>
                <a:lnTo>
                  <a:pt x="127000" y="38100"/>
                </a:lnTo>
                <a:lnTo>
                  <a:pt x="120650" y="44450"/>
                </a:lnTo>
                <a:lnTo>
                  <a:pt x="107950" y="44450"/>
                </a:lnTo>
                <a:lnTo>
                  <a:pt x="88900" y="57150"/>
                </a:lnTo>
                <a:lnTo>
                  <a:pt x="76200" y="57150"/>
                </a:lnTo>
                <a:lnTo>
                  <a:pt x="69850" y="63500"/>
                </a:lnTo>
                <a:lnTo>
                  <a:pt x="57150" y="63500"/>
                </a:lnTo>
                <a:lnTo>
                  <a:pt x="50800" y="69850"/>
                </a:lnTo>
                <a:lnTo>
                  <a:pt x="44450" y="69850"/>
                </a:lnTo>
                <a:lnTo>
                  <a:pt x="38100" y="76200"/>
                </a:lnTo>
                <a:lnTo>
                  <a:pt x="31750" y="76200"/>
                </a:lnTo>
                <a:lnTo>
                  <a:pt x="19050" y="95250"/>
                </a:lnTo>
                <a:lnTo>
                  <a:pt x="6350" y="95250"/>
                </a:lnTo>
                <a:lnTo>
                  <a:pt x="6350" y="101600"/>
                </a:lnTo>
                <a:lnTo>
                  <a:pt x="0" y="107950"/>
                </a:lnTo>
                <a:lnTo>
                  <a:pt x="0" y="133350"/>
                </a:lnTo>
                <a:lnTo>
                  <a:pt x="25400" y="158750"/>
                </a:lnTo>
                <a:lnTo>
                  <a:pt x="31750" y="158750"/>
                </a:lnTo>
                <a:lnTo>
                  <a:pt x="44450" y="171450"/>
                </a:lnTo>
                <a:lnTo>
                  <a:pt x="50800" y="171450"/>
                </a:lnTo>
                <a:lnTo>
                  <a:pt x="63500" y="184150"/>
                </a:lnTo>
                <a:lnTo>
                  <a:pt x="69850" y="184150"/>
                </a:lnTo>
                <a:lnTo>
                  <a:pt x="76200" y="190500"/>
                </a:lnTo>
                <a:lnTo>
                  <a:pt x="82550" y="190500"/>
                </a:lnTo>
                <a:lnTo>
                  <a:pt x="88900" y="196850"/>
                </a:lnTo>
                <a:lnTo>
                  <a:pt x="95250" y="196850"/>
                </a:lnTo>
                <a:lnTo>
                  <a:pt x="101600" y="203200"/>
                </a:lnTo>
                <a:lnTo>
                  <a:pt x="107950" y="203200"/>
                </a:lnTo>
                <a:lnTo>
                  <a:pt x="114300" y="209550"/>
                </a:lnTo>
                <a:lnTo>
                  <a:pt x="120650" y="209550"/>
                </a:lnTo>
                <a:lnTo>
                  <a:pt x="127000" y="215900"/>
                </a:lnTo>
                <a:lnTo>
                  <a:pt x="133350" y="215900"/>
                </a:lnTo>
                <a:lnTo>
                  <a:pt x="139700" y="222250"/>
                </a:lnTo>
                <a:lnTo>
                  <a:pt x="146050" y="222250"/>
                </a:lnTo>
                <a:lnTo>
                  <a:pt x="152400" y="228600"/>
                </a:lnTo>
                <a:lnTo>
                  <a:pt x="158750" y="228600"/>
                </a:lnTo>
                <a:lnTo>
                  <a:pt x="177800" y="241300"/>
                </a:lnTo>
                <a:lnTo>
                  <a:pt x="203200" y="241300"/>
                </a:lnTo>
                <a:lnTo>
                  <a:pt x="209550" y="247650"/>
                </a:lnTo>
                <a:lnTo>
                  <a:pt x="209550" y="241300"/>
                </a:lnTo>
                <a:lnTo>
                  <a:pt x="203200" y="234950"/>
                </a:lnTo>
                <a:lnTo>
                  <a:pt x="209550" y="228600"/>
                </a:lnTo>
                <a:lnTo>
                  <a:pt x="209550" y="222250"/>
                </a:lnTo>
                <a:lnTo>
                  <a:pt x="190500" y="203200"/>
                </a:lnTo>
                <a:lnTo>
                  <a:pt x="184150" y="203200"/>
                </a:lnTo>
                <a:lnTo>
                  <a:pt x="171450" y="190500"/>
                </a:lnTo>
                <a:lnTo>
                  <a:pt x="165100" y="190500"/>
                </a:lnTo>
                <a:lnTo>
                  <a:pt x="158750" y="184150"/>
                </a:lnTo>
                <a:lnTo>
                  <a:pt x="152400" y="184150"/>
                </a:lnTo>
                <a:lnTo>
                  <a:pt x="133350" y="165100"/>
                </a:lnTo>
                <a:lnTo>
                  <a:pt x="127000" y="165100"/>
                </a:lnTo>
                <a:lnTo>
                  <a:pt x="114300" y="152400"/>
                </a:lnTo>
                <a:lnTo>
                  <a:pt x="107950" y="152400"/>
                </a:lnTo>
                <a:lnTo>
                  <a:pt x="101600" y="146050"/>
                </a:lnTo>
                <a:lnTo>
                  <a:pt x="101600" y="139700"/>
                </a:lnTo>
                <a:lnTo>
                  <a:pt x="107950" y="133350"/>
                </a:lnTo>
                <a:lnTo>
                  <a:pt x="114300" y="133350"/>
                </a:lnTo>
                <a:lnTo>
                  <a:pt x="120650" y="139700"/>
                </a:lnTo>
                <a:lnTo>
                  <a:pt x="184150" y="139700"/>
                </a:lnTo>
                <a:lnTo>
                  <a:pt x="190500" y="146050"/>
                </a:lnTo>
                <a:lnTo>
                  <a:pt x="273050" y="146050"/>
                </a:lnTo>
                <a:lnTo>
                  <a:pt x="279400" y="152400"/>
                </a:lnTo>
                <a:lnTo>
                  <a:pt x="285750" y="152400"/>
                </a:lnTo>
                <a:lnTo>
                  <a:pt x="292100" y="146050"/>
                </a:lnTo>
                <a:lnTo>
                  <a:pt x="323850" y="146050"/>
                </a:lnTo>
                <a:lnTo>
                  <a:pt x="330200" y="152400"/>
                </a:lnTo>
                <a:lnTo>
                  <a:pt x="393700" y="152400"/>
                </a:lnTo>
                <a:lnTo>
                  <a:pt x="400050" y="146050"/>
                </a:lnTo>
                <a:lnTo>
                  <a:pt x="406400" y="152400"/>
                </a:lnTo>
                <a:lnTo>
                  <a:pt x="488950" y="152400"/>
                </a:lnTo>
                <a:lnTo>
                  <a:pt x="495300" y="146050"/>
                </a:lnTo>
                <a:lnTo>
                  <a:pt x="501650" y="152400"/>
                </a:lnTo>
                <a:lnTo>
                  <a:pt x="520700" y="152400"/>
                </a:lnTo>
                <a:lnTo>
                  <a:pt x="527050" y="146050"/>
                </a:lnTo>
                <a:lnTo>
                  <a:pt x="615950" y="146050"/>
                </a:lnTo>
                <a:lnTo>
                  <a:pt x="622300" y="139700"/>
                </a:lnTo>
                <a:lnTo>
                  <a:pt x="673100" y="139700"/>
                </a:lnTo>
                <a:lnTo>
                  <a:pt x="679450" y="133350"/>
                </a:lnTo>
                <a:lnTo>
                  <a:pt x="685800" y="139700"/>
                </a:lnTo>
                <a:lnTo>
                  <a:pt x="692150" y="133350"/>
                </a:lnTo>
                <a:lnTo>
                  <a:pt x="711200" y="133350"/>
                </a:lnTo>
                <a:lnTo>
                  <a:pt x="717550" y="127000"/>
                </a:lnTo>
                <a:lnTo>
                  <a:pt x="762000" y="127000"/>
                </a:lnTo>
                <a:lnTo>
                  <a:pt x="768350" y="120650"/>
                </a:lnTo>
                <a:lnTo>
                  <a:pt x="781050" y="120650"/>
                </a:lnTo>
                <a:lnTo>
                  <a:pt x="787400" y="114300"/>
                </a:lnTo>
                <a:lnTo>
                  <a:pt x="793750" y="120650"/>
                </a:lnTo>
                <a:lnTo>
                  <a:pt x="825500" y="120650"/>
                </a:lnTo>
                <a:lnTo>
                  <a:pt x="831850" y="114300"/>
                </a:lnTo>
                <a:lnTo>
                  <a:pt x="863600" y="114300"/>
                </a:lnTo>
                <a:lnTo>
                  <a:pt x="869950" y="107950"/>
                </a:lnTo>
                <a:lnTo>
                  <a:pt x="901700" y="107950"/>
                </a:lnTo>
                <a:lnTo>
                  <a:pt x="908050" y="101600"/>
                </a:lnTo>
                <a:lnTo>
                  <a:pt x="933450" y="101600"/>
                </a:lnTo>
                <a:lnTo>
                  <a:pt x="939800" y="95250"/>
                </a:lnTo>
                <a:lnTo>
                  <a:pt x="958850" y="95250"/>
                </a:lnTo>
                <a:lnTo>
                  <a:pt x="965200" y="88900"/>
                </a:lnTo>
                <a:lnTo>
                  <a:pt x="990600" y="88900"/>
                </a:lnTo>
                <a:lnTo>
                  <a:pt x="996950" y="82550"/>
                </a:lnTo>
                <a:lnTo>
                  <a:pt x="1016000" y="82550"/>
                </a:lnTo>
                <a:lnTo>
                  <a:pt x="1022350" y="76200"/>
                </a:lnTo>
                <a:lnTo>
                  <a:pt x="1035050" y="76200"/>
                </a:lnTo>
                <a:lnTo>
                  <a:pt x="1041400" y="69850"/>
                </a:lnTo>
                <a:lnTo>
                  <a:pt x="1060450" y="69850"/>
                </a:lnTo>
                <a:lnTo>
                  <a:pt x="1079500" y="57150"/>
                </a:lnTo>
                <a:lnTo>
                  <a:pt x="1092200" y="57150"/>
                </a:lnTo>
                <a:lnTo>
                  <a:pt x="1098550" y="50800"/>
                </a:lnTo>
                <a:lnTo>
                  <a:pt x="1117600" y="50800"/>
                </a:lnTo>
                <a:lnTo>
                  <a:pt x="1136650" y="38100"/>
                </a:lnTo>
                <a:lnTo>
                  <a:pt x="1149350" y="38100"/>
                </a:lnTo>
                <a:lnTo>
                  <a:pt x="1155700" y="31750"/>
                </a:lnTo>
                <a:lnTo>
                  <a:pt x="1168400" y="31750"/>
                </a:lnTo>
                <a:lnTo>
                  <a:pt x="1187450" y="19050"/>
                </a:lnTo>
                <a:close/>
                <a:moveTo>
                  <a:pt x="571500" y="127000"/>
                </a:moveTo>
                <a:lnTo>
                  <a:pt x="577850" y="120650"/>
                </a:lnTo>
                <a:lnTo>
                  <a:pt x="584200" y="127000"/>
                </a:lnTo>
                <a:lnTo>
                  <a:pt x="577850" y="133350"/>
                </a:lnTo>
                <a:close/>
              </a:path>
            </a:pathLst>
          </a:custGeom>
          <a:solidFill xmlns:a="http://schemas.openxmlformats.org/drawingml/2006/main">
            <a:srgbClr val="B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Concept to sketch native outline">
            <a:extLst xmlns:a="http://schemas.openxmlformats.org/drawingml/2006/main">
              <a:ext uri="{FF2B5EF4-FFF2-40B4-BE49-F238E27FC236}">
                <a16:creationId xmlns:a16="http://schemas.microsoft.com/office/drawing/2014/main" id="{36E136AB-D8D8-45BC-80F6-4C53AAE7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0" y="3921125"/>
            <a:ext cx="768350" cy="152400"/>
          </a:xfrm>
          <a:custGeom xmlns:a="http://schemas.openxmlformats.org/drawingml/2006/main">
            <a:pathLst>
              <a:path w="768350" h="152400">
                <a:moveTo>
                  <a:pt x="768350" y="69850"/>
                </a:moveTo>
                <a:lnTo>
                  <a:pt x="742950" y="44450"/>
                </a:lnTo>
                <a:lnTo>
                  <a:pt x="736600" y="44450"/>
                </a:lnTo>
                <a:lnTo>
                  <a:pt x="730250" y="38100"/>
                </a:lnTo>
                <a:lnTo>
                  <a:pt x="723900" y="38100"/>
                </a:lnTo>
                <a:lnTo>
                  <a:pt x="711200" y="25400"/>
                </a:lnTo>
                <a:lnTo>
                  <a:pt x="704850" y="25400"/>
                </a:lnTo>
                <a:lnTo>
                  <a:pt x="685800" y="12700"/>
                </a:lnTo>
                <a:lnTo>
                  <a:pt x="673100" y="12700"/>
                </a:lnTo>
                <a:lnTo>
                  <a:pt x="654050" y="0"/>
                </a:lnTo>
                <a:lnTo>
                  <a:pt x="635000" y="0"/>
                </a:lnTo>
                <a:lnTo>
                  <a:pt x="635000" y="12700"/>
                </a:lnTo>
                <a:lnTo>
                  <a:pt x="641350" y="19050"/>
                </a:lnTo>
                <a:lnTo>
                  <a:pt x="647700" y="19050"/>
                </a:lnTo>
                <a:lnTo>
                  <a:pt x="660400" y="31750"/>
                </a:lnTo>
                <a:lnTo>
                  <a:pt x="666750" y="31750"/>
                </a:lnTo>
                <a:lnTo>
                  <a:pt x="679450" y="44450"/>
                </a:lnTo>
                <a:lnTo>
                  <a:pt x="685800" y="44450"/>
                </a:lnTo>
                <a:lnTo>
                  <a:pt x="698500" y="57150"/>
                </a:lnTo>
                <a:lnTo>
                  <a:pt x="698500" y="63500"/>
                </a:lnTo>
                <a:lnTo>
                  <a:pt x="692150" y="69850"/>
                </a:lnTo>
                <a:lnTo>
                  <a:pt x="685800" y="63500"/>
                </a:lnTo>
                <a:lnTo>
                  <a:pt x="635000" y="63500"/>
                </a:lnTo>
                <a:lnTo>
                  <a:pt x="628650" y="57150"/>
                </a:lnTo>
                <a:lnTo>
                  <a:pt x="387350" y="57150"/>
                </a:lnTo>
                <a:lnTo>
                  <a:pt x="381000" y="63500"/>
                </a:lnTo>
                <a:lnTo>
                  <a:pt x="330200" y="63500"/>
                </a:lnTo>
                <a:lnTo>
                  <a:pt x="323850" y="69850"/>
                </a:lnTo>
                <a:lnTo>
                  <a:pt x="285750" y="69850"/>
                </a:lnTo>
                <a:lnTo>
                  <a:pt x="279400" y="76200"/>
                </a:lnTo>
                <a:lnTo>
                  <a:pt x="234950" y="76200"/>
                </a:lnTo>
                <a:lnTo>
                  <a:pt x="228600" y="82550"/>
                </a:lnTo>
                <a:lnTo>
                  <a:pt x="196850" y="82550"/>
                </a:lnTo>
                <a:lnTo>
                  <a:pt x="190500" y="88900"/>
                </a:lnTo>
                <a:lnTo>
                  <a:pt x="165100" y="88900"/>
                </a:lnTo>
                <a:lnTo>
                  <a:pt x="158750" y="95250"/>
                </a:lnTo>
                <a:lnTo>
                  <a:pt x="133350" y="95250"/>
                </a:lnTo>
                <a:lnTo>
                  <a:pt x="127000" y="101600"/>
                </a:lnTo>
                <a:lnTo>
                  <a:pt x="107950" y="101600"/>
                </a:lnTo>
                <a:lnTo>
                  <a:pt x="101600" y="107950"/>
                </a:lnTo>
                <a:lnTo>
                  <a:pt x="82550" y="107950"/>
                </a:lnTo>
                <a:lnTo>
                  <a:pt x="63500" y="120650"/>
                </a:lnTo>
                <a:lnTo>
                  <a:pt x="44450" y="120650"/>
                </a:lnTo>
                <a:lnTo>
                  <a:pt x="38100" y="127000"/>
                </a:lnTo>
                <a:lnTo>
                  <a:pt x="25400" y="127000"/>
                </a:lnTo>
                <a:lnTo>
                  <a:pt x="19050" y="133350"/>
                </a:lnTo>
                <a:lnTo>
                  <a:pt x="12700" y="133350"/>
                </a:lnTo>
                <a:lnTo>
                  <a:pt x="6350" y="139700"/>
                </a:lnTo>
                <a:lnTo>
                  <a:pt x="0" y="139700"/>
                </a:lnTo>
                <a:lnTo>
                  <a:pt x="0" y="152400"/>
                </a:lnTo>
                <a:lnTo>
                  <a:pt x="12700" y="152400"/>
                </a:lnTo>
                <a:lnTo>
                  <a:pt x="19050" y="146050"/>
                </a:lnTo>
                <a:lnTo>
                  <a:pt x="25400" y="152400"/>
                </a:lnTo>
                <a:lnTo>
                  <a:pt x="38100" y="152400"/>
                </a:lnTo>
                <a:lnTo>
                  <a:pt x="50800" y="139700"/>
                </a:lnTo>
                <a:lnTo>
                  <a:pt x="69850" y="139700"/>
                </a:lnTo>
                <a:lnTo>
                  <a:pt x="76200" y="133350"/>
                </a:lnTo>
                <a:lnTo>
                  <a:pt x="95250" y="133350"/>
                </a:lnTo>
                <a:lnTo>
                  <a:pt x="101600" y="127000"/>
                </a:lnTo>
                <a:lnTo>
                  <a:pt x="120650" y="127000"/>
                </a:lnTo>
                <a:lnTo>
                  <a:pt x="127000" y="120650"/>
                </a:lnTo>
                <a:lnTo>
                  <a:pt x="146050" y="120650"/>
                </a:lnTo>
                <a:lnTo>
                  <a:pt x="152400" y="114300"/>
                </a:lnTo>
                <a:lnTo>
                  <a:pt x="177800" y="114300"/>
                </a:lnTo>
                <a:lnTo>
                  <a:pt x="184150" y="107950"/>
                </a:lnTo>
                <a:lnTo>
                  <a:pt x="203200" y="107950"/>
                </a:lnTo>
                <a:lnTo>
                  <a:pt x="209550" y="101600"/>
                </a:lnTo>
                <a:lnTo>
                  <a:pt x="241300" y="101600"/>
                </a:lnTo>
                <a:lnTo>
                  <a:pt x="247650" y="95250"/>
                </a:lnTo>
                <a:lnTo>
                  <a:pt x="285750" y="95250"/>
                </a:lnTo>
                <a:lnTo>
                  <a:pt x="292100" y="88900"/>
                </a:lnTo>
                <a:lnTo>
                  <a:pt x="330200" y="88900"/>
                </a:lnTo>
                <a:lnTo>
                  <a:pt x="336550" y="82550"/>
                </a:lnTo>
                <a:lnTo>
                  <a:pt x="387350" y="82550"/>
                </a:lnTo>
                <a:lnTo>
                  <a:pt x="393700" y="76200"/>
                </a:lnTo>
                <a:lnTo>
                  <a:pt x="628650" y="76200"/>
                </a:lnTo>
                <a:lnTo>
                  <a:pt x="635000" y="82550"/>
                </a:lnTo>
                <a:lnTo>
                  <a:pt x="692150" y="82550"/>
                </a:lnTo>
                <a:lnTo>
                  <a:pt x="698500" y="88900"/>
                </a:lnTo>
                <a:lnTo>
                  <a:pt x="698500" y="95250"/>
                </a:lnTo>
                <a:lnTo>
                  <a:pt x="692150" y="101600"/>
                </a:lnTo>
                <a:lnTo>
                  <a:pt x="679450" y="101600"/>
                </a:lnTo>
                <a:lnTo>
                  <a:pt x="673100" y="107950"/>
                </a:lnTo>
                <a:lnTo>
                  <a:pt x="666750" y="107950"/>
                </a:lnTo>
                <a:lnTo>
                  <a:pt x="647700" y="120650"/>
                </a:lnTo>
                <a:lnTo>
                  <a:pt x="635000" y="120650"/>
                </a:lnTo>
                <a:lnTo>
                  <a:pt x="628650" y="127000"/>
                </a:lnTo>
                <a:lnTo>
                  <a:pt x="628650" y="139700"/>
                </a:lnTo>
                <a:lnTo>
                  <a:pt x="647700" y="139700"/>
                </a:lnTo>
                <a:lnTo>
                  <a:pt x="654050" y="133350"/>
                </a:lnTo>
                <a:lnTo>
                  <a:pt x="673100" y="133350"/>
                </a:lnTo>
                <a:lnTo>
                  <a:pt x="679450" y="127000"/>
                </a:lnTo>
                <a:lnTo>
                  <a:pt x="692150" y="127000"/>
                </a:lnTo>
                <a:lnTo>
                  <a:pt x="711200" y="114300"/>
                </a:lnTo>
                <a:lnTo>
                  <a:pt x="723900" y="114300"/>
                </a:lnTo>
                <a:lnTo>
                  <a:pt x="730250" y="107950"/>
                </a:lnTo>
                <a:lnTo>
                  <a:pt x="736600" y="107950"/>
                </a:lnTo>
                <a:lnTo>
                  <a:pt x="742950" y="101600"/>
                </a:lnTo>
                <a:lnTo>
                  <a:pt x="749300" y="101600"/>
                </a:lnTo>
                <a:lnTo>
                  <a:pt x="768350" y="8255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Sketch to color native outline">
            <a:extLst xmlns:a="http://schemas.openxmlformats.org/drawingml/2006/main">
              <a:ext uri="{FF2B5EF4-FFF2-40B4-BE49-F238E27FC236}">
                <a16:creationId xmlns:a16="http://schemas.microsoft.com/office/drawing/2014/main" id="{4E5E02C1-4A36-4180-911F-7719054E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3500" y="3911600"/>
            <a:ext cx="762000" cy="158750"/>
          </a:xfrm>
          <a:custGeom xmlns:a="http://schemas.openxmlformats.org/drawingml/2006/main">
            <a:pathLst>
              <a:path w="762000" h="158750">
                <a:moveTo>
                  <a:pt x="762000" y="76200"/>
                </a:moveTo>
                <a:lnTo>
                  <a:pt x="736600" y="50800"/>
                </a:lnTo>
                <a:lnTo>
                  <a:pt x="730250" y="50800"/>
                </a:lnTo>
                <a:lnTo>
                  <a:pt x="723900" y="44450"/>
                </a:lnTo>
                <a:lnTo>
                  <a:pt x="717550" y="44450"/>
                </a:lnTo>
                <a:lnTo>
                  <a:pt x="711200" y="38100"/>
                </a:lnTo>
                <a:lnTo>
                  <a:pt x="704850" y="38100"/>
                </a:lnTo>
                <a:lnTo>
                  <a:pt x="698500" y="31750"/>
                </a:lnTo>
                <a:lnTo>
                  <a:pt x="692150" y="31750"/>
                </a:lnTo>
                <a:lnTo>
                  <a:pt x="685800" y="25400"/>
                </a:lnTo>
                <a:lnTo>
                  <a:pt x="679450" y="25400"/>
                </a:lnTo>
                <a:lnTo>
                  <a:pt x="666750" y="12700"/>
                </a:lnTo>
                <a:lnTo>
                  <a:pt x="654050" y="12700"/>
                </a:lnTo>
                <a:lnTo>
                  <a:pt x="647700" y="6350"/>
                </a:lnTo>
                <a:lnTo>
                  <a:pt x="635000" y="6350"/>
                </a:lnTo>
                <a:lnTo>
                  <a:pt x="628650" y="0"/>
                </a:lnTo>
                <a:lnTo>
                  <a:pt x="628650" y="19050"/>
                </a:lnTo>
                <a:lnTo>
                  <a:pt x="635000" y="25400"/>
                </a:lnTo>
                <a:lnTo>
                  <a:pt x="641350" y="25400"/>
                </a:lnTo>
                <a:lnTo>
                  <a:pt x="654050" y="38100"/>
                </a:lnTo>
                <a:lnTo>
                  <a:pt x="660400" y="38100"/>
                </a:lnTo>
                <a:lnTo>
                  <a:pt x="673100" y="50800"/>
                </a:lnTo>
                <a:lnTo>
                  <a:pt x="679450" y="50800"/>
                </a:lnTo>
                <a:lnTo>
                  <a:pt x="692150" y="63500"/>
                </a:lnTo>
                <a:lnTo>
                  <a:pt x="692150" y="69850"/>
                </a:lnTo>
                <a:lnTo>
                  <a:pt x="685800" y="76200"/>
                </a:lnTo>
                <a:lnTo>
                  <a:pt x="679450" y="69850"/>
                </a:lnTo>
                <a:lnTo>
                  <a:pt x="609600" y="69850"/>
                </a:lnTo>
                <a:lnTo>
                  <a:pt x="603250" y="63500"/>
                </a:lnTo>
                <a:lnTo>
                  <a:pt x="387350" y="63500"/>
                </a:lnTo>
                <a:lnTo>
                  <a:pt x="381000" y="69850"/>
                </a:lnTo>
                <a:lnTo>
                  <a:pt x="323850" y="69850"/>
                </a:lnTo>
                <a:lnTo>
                  <a:pt x="317500" y="76200"/>
                </a:lnTo>
                <a:lnTo>
                  <a:pt x="285750" y="76200"/>
                </a:lnTo>
                <a:lnTo>
                  <a:pt x="279400" y="82550"/>
                </a:lnTo>
                <a:lnTo>
                  <a:pt x="234950" y="82550"/>
                </a:lnTo>
                <a:lnTo>
                  <a:pt x="228600" y="88900"/>
                </a:lnTo>
                <a:lnTo>
                  <a:pt x="190500" y="88900"/>
                </a:lnTo>
                <a:lnTo>
                  <a:pt x="184150" y="95250"/>
                </a:lnTo>
                <a:lnTo>
                  <a:pt x="158750" y="95250"/>
                </a:lnTo>
                <a:lnTo>
                  <a:pt x="152400" y="101600"/>
                </a:lnTo>
                <a:lnTo>
                  <a:pt x="133350" y="101600"/>
                </a:lnTo>
                <a:lnTo>
                  <a:pt x="127000" y="107950"/>
                </a:lnTo>
                <a:lnTo>
                  <a:pt x="107950" y="107950"/>
                </a:lnTo>
                <a:lnTo>
                  <a:pt x="101600" y="114300"/>
                </a:lnTo>
                <a:lnTo>
                  <a:pt x="82550" y="114300"/>
                </a:lnTo>
                <a:lnTo>
                  <a:pt x="76200" y="120650"/>
                </a:lnTo>
                <a:lnTo>
                  <a:pt x="63500" y="120650"/>
                </a:lnTo>
                <a:lnTo>
                  <a:pt x="57150" y="127000"/>
                </a:lnTo>
                <a:lnTo>
                  <a:pt x="44450" y="127000"/>
                </a:lnTo>
                <a:lnTo>
                  <a:pt x="25400" y="139700"/>
                </a:lnTo>
                <a:lnTo>
                  <a:pt x="12700" y="139700"/>
                </a:lnTo>
                <a:lnTo>
                  <a:pt x="6350" y="146050"/>
                </a:lnTo>
                <a:lnTo>
                  <a:pt x="0" y="146050"/>
                </a:lnTo>
                <a:lnTo>
                  <a:pt x="0" y="158750"/>
                </a:lnTo>
                <a:lnTo>
                  <a:pt x="12700" y="158750"/>
                </a:lnTo>
                <a:lnTo>
                  <a:pt x="19050" y="152400"/>
                </a:lnTo>
                <a:lnTo>
                  <a:pt x="25400" y="158750"/>
                </a:lnTo>
                <a:lnTo>
                  <a:pt x="31750" y="158750"/>
                </a:lnTo>
                <a:lnTo>
                  <a:pt x="44450" y="146050"/>
                </a:lnTo>
                <a:lnTo>
                  <a:pt x="69850" y="146050"/>
                </a:lnTo>
                <a:lnTo>
                  <a:pt x="76200" y="139700"/>
                </a:lnTo>
                <a:lnTo>
                  <a:pt x="95250" y="139700"/>
                </a:lnTo>
                <a:lnTo>
                  <a:pt x="101600" y="133350"/>
                </a:lnTo>
                <a:lnTo>
                  <a:pt x="114300" y="133350"/>
                </a:lnTo>
                <a:lnTo>
                  <a:pt x="120650" y="127000"/>
                </a:lnTo>
                <a:lnTo>
                  <a:pt x="146050" y="127000"/>
                </a:lnTo>
                <a:lnTo>
                  <a:pt x="152400" y="120650"/>
                </a:lnTo>
                <a:lnTo>
                  <a:pt x="171450" y="120650"/>
                </a:lnTo>
                <a:lnTo>
                  <a:pt x="177800" y="114300"/>
                </a:lnTo>
                <a:lnTo>
                  <a:pt x="203200" y="114300"/>
                </a:lnTo>
                <a:lnTo>
                  <a:pt x="209550" y="107950"/>
                </a:lnTo>
                <a:lnTo>
                  <a:pt x="234950" y="107950"/>
                </a:lnTo>
                <a:lnTo>
                  <a:pt x="241300" y="101600"/>
                </a:lnTo>
                <a:lnTo>
                  <a:pt x="279400" y="101600"/>
                </a:lnTo>
                <a:lnTo>
                  <a:pt x="285750" y="95250"/>
                </a:lnTo>
                <a:lnTo>
                  <a:pt x="336550" y="95250"/>
                </a:lnTo>
                <a:lnTo>
                  <a:pt x="342900" y="88900"/>
                </a:lnTo>
                <a:lnTo>
                  <a:pt x="349250" y="88900"/>
                </a:lnTo>
                <a:lnTo>
                  <a:pt x="355600" y="95250"/>
                </a:lnTo>
                <a:lnTo>
                  <a:pt x="361950" y="88900"/>
                </a:lnTo>
                <a:lnTo>
                  <a:pt x="387350" y="88900"/>
                </a:lnTo>
                <a:lnTo>
                  <a:pt x="393700" y="82550"/>
                </a:lnTo>
                <a:lnTo>
                  <a:pt x="628650" y="82550"/>
                </a:lnTo>
                <a:lnTo>
                  <a:pt x="635000" y="88900"/>
                </a:lnTo>
                <a:lnTo>
                  <a:pt x="685800" y="88900"/>
                </a:lnTo>
                <a:lnTo>
                  <a:pt x="692150" y="95250"/>
                </a:lnTo>
                <a:lnTo>
                  <a:pt x="692150" y="101600"/>
                </a:lnTo>
                <a:lnTo>
                  <a:pt x="685800" y="107950"/>
                </a:lnTo>
                <a:lnTo>
                  <a:pt x="673100" y="107950"/>
                </a:lnTo>
                <a:lnTo>
                  <a:pt x="666750" y="114300"/>
                </a:lnTo>
                <a:lnTo>
                  <a:pt x="660400" y="114300"/>
                </a:lnTo>
                <a:lnTo>
                  <a:pt x="641350" y="127000"/>
                </a:lnTo>
                <a:lnTo>
                  <a:pt x="628650" y="127000"/>
                </a:lnTo>
                <a:lnTo>
                  <a:pt x="622300" y="133350"/>
                </a:lnTo>
                <a:lnTo>
                  <a:pt x="622300" y="146050"/>
                </a:lnTo>
                <a:lnTo>
                  <a:pt x="641350" y="146050"/>
                </a:lnTo>
                <a:lnTo>
                  <a:pt x="647700" y="139700"/>
                </a:lnTo>
                <a:lnTo>
                  <a:pt x="666750" y="139700"/>
                </a:lnTo>
                <a:lnTo>
                  <a:pt x="673100" y="133350"/>
                </a:lnTo>
                <a:lnTo>
                  <a:pt x="685800" y="133350"/>
                </a:lnTo>
                <a:lnTo>
                  <a:pt x="704850" y="120650"/>
                </a:lnTo>
                <a:lnTo>
                  <a:pt x="717550" y="120650"/>
                </a:lnTo>
                <a:lnTo>
                  <a:pt x="723900" y="114300"/>
                </a:lnTo>
                <a:lnTo>
                  <a:pt x="730250" y="114300"/>
                </a:lnTo>
                <a:lnTo>
                  <a:pt x="736600" y="107950"/>
                </a:lnTo>
                <a:lnTo>
                  <a:pt x="742950" y="107950"/>
                </a:lnTo>
                <a:lnTo>
                  <a:pt x="762000" y="8890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Search to code native outline">
            <a:extLst xmlns:a="http://schemas.openxmlformats.org/drawingml/2006/main">
              <a:ext uri="{FF2B5EF4-FFF2-40B4-BE49-F238E27FC236}">
                <a16:creationId xmlns:a16="http://schemas.microsoft.com/office/drawing/2014/main" id="{1744DBA4-0FF0-4519-8D80-4F4D9FD1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7410450"/>
            <a:ext cx="666750" cy="139700"/>
          </a:xfrm>
          <a:custGeom xmlns:a="http://schemas.openxmlformats.org/drawingml/2006/main">
            <a:pathLst>
              <a:path w="666750" h="139700">
                <a:moveTo>
                  <a:pt x="666750" y="69850"/>
                </a:moveTo>
                <a:lnTo>
                  <a:pt x="647700" y="50800"/>
                </a:lnTo>
                <a:lnTo>
                  <a:pt x="641350" y="50800"/>
                </a:lnTo>
                <a:lnTo>
                  <a:pt x="635000" y="44450"/>
                </a:lnTo>
                <a:lnTo>
                  <a:pt x="628650" y="44450"/>
                </a:lnTo>
                <a:lnTo>
                  <a:pt x="615950" y="31750"/>
                </a:lnTo>
                <a:lnTo>
                  <a:pt x="609600" y="31750"/>
                </a:lnTo>
                <a:lnTo>
                  <a:pt x="590550" y="19050"/>
                </a:lnTo>
                <a:lnTo>
                  <a:pt x="577850" y="19050"/>
                </a:lnTo>
                <a:lnTo>
                  <a:pt x="558800" y="6350"/>
                </a:lnTo>
                <a:lnTo>
                  <a:pt x="546100" y="6350"/>
                </a:lnTo>
                <a:lnTo>
                  <a:pt x="539750" y="0"/>
                </a:lnTo>
                <a:lnTo>
                  <a:pt x="533400" y="0"/>
                </a:lnTo>
                <a:lnTo>
                  <a:pt x="533400" y="12700"/>
                </a:lnTo>
                <a:lnTo>
                  <a:pt x="546100" y="25400"/>
                </a:lnTo>
                <a:lnTo>
                  <a:pt x="552450" y="25400"/>
                </a:lnTo>
                <a:lnTo>
                  <a:pt x="565150" y="38100"/>
                </a:lnTo>
                <a:lnTo>
                  <a:pt x="571500" y="38100"/>
                </a:lnTo>
                <a:lnTo>
                  <a:pt x="584200" y="50800"/>
                </a:lnTo>
                <a:lnTo>
                  <a:pt x="590550" y="50800"/>
                </a:lnTo>
                <a:lnTo>
                  <a:pt x="596900" y="57150"/>
                </a:lnTo>
                <a:lnTo>
                  <a:pt x="596900" y="63500"/>
                </a:lnTo>
                <a:lnTo>
                  <a:pt x="590550" y="69850"/>
                </a:lnTo>
                <a:lnTo>
                  <a:pt x="584200" y="63500"/>
                </a:lnTo>
                <a:lnTo>
                  <a:pt x="508000" y="63500"/>
                </a:lnTo>
                <a:lnTo>
                  <a:pt x="501650" y="57150"/>
                </a:lnTo>
                <a:lnTo>
                  <a:pt x="304800" y="57150"/>
                </a:lnTo>
                <a:lnTo>
                  <a:pt x="298450" y="63500"/>
                </a:lnTo>
                <a:lnTo>
                  <a:pt x="234950" y="63500"/>
                </a:lnTo>
                <a:lnTo>
                  <a:pt x="228600" y="69850"/>
                </a:lnTo>
                <a:lnTo>
                  <a:pt x="190500" y="69850"/>
                </a:lnTo>
                <a:lnTo>
                  <a:pt x="184150" y="76200"/>
                </a:lnTo>
                <a:lnTo>
                  <a:pt x="139700" y="76200"/>
                </a:lnTo>
                <a:lnTo>
                  <a:pt x="133350" y="82550"/>
                </a:lnTo>
                <a:lnTo>
                  <a:pt x="88900" y="82550"/>
                </a:lnTo>
                <a:lnTo>
                  <a:pt x="82550" y="88900"/>
                </a:lnTo>
                <a:lnTo>
                  <a:pt x="57150" y="88900"/>
                </a:lnTo>
                <a:lnTo>
                  <a:pt x="50800" y="95250"/>
                </a:lnTo>
                <a:lnTo>
                  <a:pt x="25400" y="95250"/>
                </a:lnTo>
                <a:lnTo>
                  <a:pt x="19050" y="101600"/>
                </a:lnTo>
                <a:lnTo>
                  <a:pt x="0" y="101600"/>
                </a:lnTo>
                <a:lnTo>
                  <a:pt x="0" y="133350"/>
                </a:lnTo>
                <a:lnTo>
                  <a:pt x="6350" y="127000"/>
                </a:lnTo>
                <a:lnTo>
                  <a:pt x="19050" y="127000"/>
                </a:lnTo>
                <a:lnTo>
                  <a:pt x="25400" y="120650"/>
                </a:lnTo>
                <a:lnTo>
                  <a:pt x="50800" y="120650"/>
                </a:lnTo>
                <a:lnTo>
                  <a:pt x="57150" y="114300"/>
                </a:lnTo>
                <a:lnTo>
                  <a:pt x="76200" y="114300"/>
                </a:lnTo>
                <a:lnTo>
                  <a:pt x="82550" y="107950"/>
                </a:lnTo>
                <a:lnTo>
                  <a:pt x="101600" y="107950"/>
                </a:lnTo>
                <a:lnTo>
                  <a:pt x="107950" y="101600"/>
                </a:lnTo>
                <a:lnTo>
                  <a:pt x="133350" y="101600"/>
                </a:lnTo>
                <a:lnTo>
                  <a:pt x="139700" y="95250"/>
                </a:lnTo>
                <a:lnTo>
                  <a:pt x="171450" y="95250"/>
                </a:lnTo>
                <a:lnTo>
                  <a:pt x="177800" y="88900"/>
                </a:lnTo>
                <a:lnTo>
                  <a:pt x="222250" y="88900"/>
                </a:lnTo>
                <a:lnTo>
                  <a:pt x="228600" y="82550"/>
                </a:lnTo>
                <a:lnTo>
                  <a:pt x="279400" y="82550"/>
                </a:lnTo>
                <a:lnTo>
                  <a:pt x="285750" y="76200"/>
                </a:lnTo>
                <a:lnTo>
                  <a:pt x="533400" y="76200"/>
                </a:lnTo>
                <a:lnTo>
                  <a:pt x="539750" y="82550"/>
                </a:lnTo>
                <a:lnTo>
                  <a:pt x="590550" y="82550"/>
                </a:lnTo>
                <a:lnTo>
                  <a:pt x="596900" y="88900"/>
                </a:lnTo>
                <a:lnTo>
                  <a:pt x="584200" y="101600"/>
                </a:lnTo>
                <a:lnTo>
                  <a:pt x="577850" y="101600"/>
                </a:lnTo>
                <a:lnTo>
                  <a:pt x="558800" y="114300"/>
                </a:lnTo>
                <a:lnTo>
                  <a:pt x="546100" y="114300"/>
                </a:lnTo>
                <a:lnTo>
                  <a:pt x="539750" y="120650"/>
                </a:lnTo>
                <a:lnTo>
                  <a:pt x="533400" y="120650"/>
                </a:lnTo>
                <a:lnTo>
                  <a:pt x="527050" y="127000"/>
                </a:lnTo>
                <a:lnTo>
                  <a:pt x="527050" y="133350"/>
                </a:lnTo>
                <a:lnTo>
                  <a:pt x="533400" y="133350"/>
                </a:lnTo>
                <a:lnTo>
                  <a:pt x="539750" y="139700"/>
                </a:lnTo>
                <a:lnTo>
                  <a:pt x="546100" y="133350"/>
                </a:lnTo>
                <a:lnTo>
                  <a:pt x="558800" y="133350"/>
                </a:lnTo>
                <a:lnTo>
                  <a:pt x="565150" y="127000"/>
                </a:lnTo>
                <a:lnTo>
                  <a:pt x="584200" y="127000"/>
                </a:lnTo>
                <a:lnTo>
                  <a:pt x="590550" y="120650"/>
                </a:lnTo>
                <a:lnTo>
                  <a:pt x="603250" y="120650"/>
                </a:lnTo>
                <a:lnTo>
                  <a:pt x="609600" y="114300"/>
                </a:lnTo>
                <a:lnTo>
                  <a:pt x="622300" y="114300"/>
                </a:lnTo>
                <a:lnTo>
                  <a:pt x="628650" y="107950"/>
                </a:lnTo>
                <a:lnTo>
                  <a:pt x="635000" y="107950"/>
                </a:lnTo>
                <a:lnTo>
                  <a:pt x="641350" y="101600"/>
                </a:lnTo>
                <a:lnTo>
                  <a:pt x="647700" y="101600"/>
                </a:lnTo>
                <a:lnTo>
                  <a:pt x="666750" y="8255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Code to final native outline">
            <a:extLst xmlns:a="http://schemas.openxmlformats.org/drawingml/2006/main">
              <a:ext uri="{FF2B5EF4-FFF2-40B4-BE49-F238E27FC236}">
                <a16:creationId xmlns:a16="http://schemas.microsoft.com/office/drawing/2014/main" id="{27513DCF-C3BB-4B1F-B47E-0E88FE9B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7407275"/>
            <a:ext cx="762000" cy="152400"/>
          </a:xfrm>
          <a:custGeom xmlns:a="http://schemas.openxmlformats.org/drawingml/2006/main">
            <a:pathLst>
              <a:path w="762000" h="152400">
                <a:moveTo>
                  <a:pt x="762000" y="76200"/>
                </a:moveTo>
                <a:lnTo>
                  <a:pt x="755650" y="69850"/>
                </a:lnTo>
                <a:lnTo>
                  <a:pt x="755650" y="63500"/>
                </a:lnTo>
                <a:lnTo>
                  <a:pt x="749300" y="57150"/>
                </a:lnTo>
                <a:lnTo>
                  <a:pt x="742950" y="57150"/>
                </a:lnTo>
                <a:lnTo>
                  <a:pt x="730250" y="44450"/>
                </a:lnTo>
                <a:lnTo>
                  <a:pt x="723900" y="44450"/>
                </a:lnTo>
                <a:lnTo>
                  <a:pt x="717550" y="38100"/>
                </a:lnTo>
                <a:lnTo>
                  <a:pt x="711200" y="38100"/>
                </a:lnTo>
                <a:lnTo>
                  <a:pt x="704850" y="31750"/>
                </a:lnTo>
                <a:lnTo>
                  <a:pt x="698500" y="31750"/>
                </a:lnTo>
                <a:lnTo>
                  <a:pt x="692150" y="25400"/>
                </a:lnTo>
                <a:lnTo>
                  <a:pt x="685800" y="25400"/>
                </a:lnTo>
                <a:lnTo>
                  <a:pt x="679450" y="19050"/>
                </a:lnTo>
                <a:lnTo>
                  <a:pt x="673100" y="19050"/>
                </a:lnTo>
                <a:lnTo>
                  <a:pt x="654050" y="6350"/>
                </a:lnTo>
                <a:lnTo>
                  <a:pt x="635000" y="6350"/>
                </a:lnTo>
                <a:lnTo>
                  <a:pt x="628650" y="0"/>
                </a:lnTo>
                <a:lnTo>
                  <a:pt x="628650" y="12700"/>
                </a:lnTo>
                <a:lnTo>
                  <a:pt x="641350" y="25400"/>
                </a:lnTo>
                <a:lnTo>
                  <a:pt x="647700" y="25400"/>
                </a:lnTo>
                <a:lnTo>
                  <a:pt x="660400" y="38100"/>
                </a:lnTo>
                <a:lnTo>
                  <a:pt x="666750" y="38100"/>
                </a:lnTo>
                <a:lnTo>
                  <a:pt x="679450" y="50800"/>
                </a:lnTo>
                <a:lnTo>
                  <a:pt x="685800" y="50800"/>
                </a:lnTo>
                <a:lnTo>
                  <a:pt x="692150" y="57150"/>
                </a:lnTo>
                <a:lnTo>
                  <a:pt x="692150" y="63500"/>
                </a:lnTo>
                <a:lnTo>
                  <a:pt x="685800" y="69850"/>
                </a:lnTo>
                <a:lnTo>
                  <a:pt x="660400" y="69850"/>
                </a:lnTo>
                <a:lnTo>
                  <a:pt x="654050" y="63500"/>
                </a:lnTo>
                <a:lnTo>
                  <a:pt x="355600" y="63500"/>
                </a:lnTo>
                <a:lnTo>
                  <a:pt x="349250" y="69850"/>
                </a:lnTo>
                <a:lnTo>
                  <a:pt x="304800" y="69850"/>
                </a:lnTo>
                <a:lnTo>
                  <a:pt x="298450" y="76200"/>
                </a:lnTo>
                <a:lnTo>
                  <a:pt x="266700" y="76200"/>
                </a:lnTo>
                <a:lnTo>
                  <a:pt x="260350" y="82550"/>
                </a:lnTo>
                <a:lnTo>
                  <a:pt x="209550" y="82550"/>
                </a:lnTo>
                <a:lnTo>
                  <a:pt x="203200" y="88900"/>
                </a:lnTo>
                <a:lnTo>
                  <a:pt x="177800" y="88900"/>
                </a:lnTo>
                <a:lnTo>
                  <a:pt x="171450" y="95250"/>
                </a:lnTo>
                <a:lnTo>
                  <a:pt x="146050" y="95250"/>
                </a:lnTo>
                <a:lnTo>
                  <a:pt x="139700" y="101600"/>
                </a:lnTo>
                <a:lnTo>
                  <a:pt x="120650" y="101600"/>
                </a:lnTo>
                <a:lnTo>
                  <a:pt x="114300" y="107950"/>
                </a:lnTo>
                <a:lnTo>
                  <a:pt x="95250" y="107950"/>
                </a:lnTo>
                <a:lnTo>
                  <a:pt x="88900" y="114300"/>
                </a:lnTo>
                <a:lnTo>
                  <a:pt x="76200" y="114300"/>
                </a:lnTo>
                <a:lnTo>
                  <a:pt x="69850" y="120650"/>
                </a:lnTo>
                <a:lnTo>
                  <a:pt x="50800" y="120650"/>
                </a:lnTo>
                <a:lnTo>
                  <a:pt x="44450" y="127000"/>
                </a:lnTo>
                <a:lnTo>
                  <a:pt x="38100" y="127000"/>
                </a:lnTo>
                <a:lnTo>
                  <a:pt x="31750" y="133350"/>
                </a:lnTo>
                <a:lnTo>
                  <a:pt x="19050" y="133350"/>
                </a:lnTo>
                <a:lnTo>
                  <a:pt x="0" y="146050"/>
                </a:lnTo>
                <a:lnTo>
                  <a:pt x="6350" y="152400"/>
                </a:lnTo>
                <a:lnTo>
                  <a:pt x="38100" y="152400"/>
                </a:lnTo>
                <a:lnTo>
                  <a:pt x="57150" y="139700"/>
                </a:lnTo>
                <a:lnTo>
                  <a:pt x="82550" y="139700"/>
                </a:lnTo>
                <a:lnTo>
                  <a:pt x="88900" y="133350"/>
                </a:lnTo>
                <a:lnTo>
                  <a:pt x="101600" y="133350"/>
                </a:lnTo>
                <a:lnTo>
                  <a:pt x="107950" y="127000"/>
                </a:lnTo>
                <a:lnTo>
                  <a:pt x="127000" y="127000"/>
                </a:lnTo>
                <a:lnTo>
                  <a:pt x="133350" y="120650"/>
                </a:lnTo>
                <a:lnTo>
                  <a:pt x="152400" y="120650"/>
                </a:lnTo>
                <a:lnTo>
                  <a:pt x="158750" y="114300"/>
                </a:lnTo>
                <a:lnTo>
                  <a:pt x="190500" y="114300"/>
                </a:lnTo>
                <a:lnTo>
                  <a:pt x="196850" y="107950"/>
                </a:lnTo>
                <a:lnTo>
                  <a:pt x="215900" y="107950"/>
                </a:lnTo>
                <a:lnTo>
                  <a:pt x="222250" y="101600"/>
                </a:lnTo>
                <a:lnTo>
                  <a:pt x="254000" y="101600"/>
                </a:lnTo>
                <a:lnTo>
                  <a:pt x="260350" y="95250"/>
                </a:lnTo>
                <a:lnTo>
                  <a:pt x="298450" y="95250"/>
                </a:lnTo>
                <a:lnTo>
                  <a:pt x="304800" y="88900"/>
                </a:lnTo>
                <a:lnTo>
                  <a:pt x="355600" y="88900"/>
                </a:lnTo>
                <a:lnTo>
                  <a:pt x="361950" y="82550"/>
                </a:lnTo>
                <a:lnTo>
                  <a:pt x="438150" y="82550"/>
                </a:lnTo>
                <a:lnTo>
                  <a:pt x="444500" y="76200"/>
                </a:lnTo>
                <a:lnTo>
                  <a:pt x="609600" y="76200"/>
                </a:lnTo>
                <a:lnTo>
                  <a:pt x="615950" y="82550"/>
                </a:lnTo>
                <a:lnTo>
                  <a:pt x="679450" y="82550"/>
                </a:lnTo>
                <a:lnTo>
                  <a:pt x="692150" y="95250"/>
                </a:lnTo>
                <a:lnTo>
                  <a:pt x="685800" y="101600"/>
                </a:lnTo>
                <a:lnTo>
                  <a:pt x="679450" y="101600"/>
                </a:lnTo>
                <a:lnTo>
                  <a:pt x="673100" y="107950"/>
                </a:lnTo>
                <a:lnTo>
                  <a:pt x="666750" y="107950"/>
                </a:lnTo>
                <a:lnTo>
                  <a:pt x="647700" y="120650"/>
                </a:lnTo>
                <a:lnTo>
                  <a:pt x="635000" y="120650"/>
                </a:lnTo>
                <a:lnTo>
                  <a:pt x="628650" y="127000"/>
                </a:lnTo>
                <a:lnTo>
                  <a:pt x="622300" y="127000"/>
                </a:lnTo>
                <a:lnTo>
                  <a:pt x="622300" y="139700"/>
                </a:lnTo>
                <a:lnTo>
                  <a:pt x="647700" y="139700"/>
                </a:lnTo>
                <a:lnTo>
                  <a:pt x="654050" y="133350"/>
                </a:lnTo>
                <a:lnTo>
                  <a:pt x="673100" y="133350"/>
                </a:lnTo>
                <a:lnTo>
                  <a:pt x="692150" y="120650"/>
                </a:lnTo>
                <a:lnTo>
                  <a:pt x="704850" y="120650"/>
                </a:lnTo>
                <a:lnTo>
                  <a:pt x="711200" y="114300"/>
                </a:lnTo>
                <a:lnTo>
                  <a:pt x="723900" y="114300"/>
                </a:lnTo>
                <a:lnTo>
                  <a:pt x="730250" y="107950"/>
                </a:lnTo>
                <a:lnTo>
                  <a:pt x="736600" y="107950"/>
                </a:lnTo>
                <a:lnTo>
                  <a:pt x="762000" y="8255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Failure cross down 0">
            <a:extLst xmlns:a="http://schemas.openxmlformats.org/drawingml/2006/main">
              <a:ext uri="{FF2B5EF4-FFF2-40B4-BE49-F238E27FC236}">
                <a16:creationId xmlns:a16="http://schemas.microsoft.com/office/drawing/2014/main" id="{DD0BF04A-056F-45B1-BA33-9790C34C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38650"/>
            <a:ext cx="857250" cy="857250"/>
          </a:xfrm>
          <a:custGeom xmlns:a="http://schemas.openxmlformats.org/drawingml/2006/main">
            <a:pathLst>
              <a:path w="857250" h="857250">
                <a:moveTo>
                  <a:pt x="0" y="0"/>
                </a:moveTo>
                <a:lnTo>
                  <a:pt x="85725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80975">
            <a:solidFill>
              <a:srgbClr val="FFFFFF"/>
            </a:solidFill>
            <a:prstDash val="solid"/>
          </a:ln>
        </p:spPr>
      </p:sp>
      <p:sp>
        <p:nvSpPr>
          <p:cNvPr id="140" name="Failure cross up 0">
            <a:extLst xmlns:a="http://schemas.openxmlformats.org/drawingml/2006/main">
              <a:ext uri="{FF2B5EF4-FFF2-40B4-BE49-F238E27FC236}">
                <a16:creationId xmlns:a16="http://schemas.microsoft.com/office/drawing/2014/main" id="{6786023D-B92C-456C-AD77-C2A8E16A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38650"/>
            <a:ext cx="857250" cy="857250"/>
          </a:xfrm>
          <a:custGeom xmlns:a="http://schemas.openxmlformats.org/drawingml/2006/main">
            <a:pathLst>
              <a:path w="857250" h="857250">
                <a:moveTo>
                  <a:pt x="857250" y="0"/>
                </a:move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80975">
            <a:solidFill>
              <a:srgbClr val="FFFFFF"/>
            </a:solidFill>
            <a:prstDash val="solid"/>
          </a:ln>
        </p:spPr>
      </p:sp>
      <p:sp>
        <p:nvSpPr>
          <p:cNvPr id="141" name="Failure cross red down 0">
            <a:extLst xmlns:a="http://schemas.openxmlformats.org/drawingml/2006/main">
              <a:ext uri="{FF2B5EF4-FFF2-40B4-BE49-F238E27FC236}">
                <a16:creationId xmlns:a16="http://schemas.microsoft.com/office/drawing/2014/main" id="{EE13D7BA-5FC5-4406-BCAF-DC60EF34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38650"/>
            <a:ext cx="857250" cy="857250"/>
          </a:xfrm>
          <a:custGeom xmlns:a="http://schemas.openxmlformats.org/drawingml/2006/main">
            <a:pathLst>
              <a:path w="857250" h="857250">
                <a:moveTo>
                  <a:pt x="0" y="0"/>
                </a:moveTo>
                <a:lnTo>
                  <a:pt x="85725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E20000"/>
            </a:solidFill>
            <a:prstDash val="solid"/>
          </a:ln>
        </p:spPr>
      </p:sp>
      <p:sp>
        <p:nvSpPr>
          <p:cNvPr id="142" name="Failure cross red up 0">
            <a:extLst xmlns:a="http://schemas.openxmlformats.org/drawingml/2006/main">
              <a:ext uri="{FF2B5EF4-FFF2-40B4-BE49-F238E27FC236}">
                <a16:creationId xmlns:a16="http://schemas.microsoft.com/office/drawing/2014/main" id="{28C3786F-2DD5-4041-9F43-A8C755E2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38650"/>
            <a:ext cx="857250" cy="857250"/>
          </a:xfrm>
          <a:custGeom xmlns:a="http://schemas.openxmlformats.org/drawingml/2006/main">
            <a:pathLst>
              <a:path w="857250" h="857250">
                <a:moveTo>
                  <a:pt x="857250" y="0"/>
                </a:move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E20000"/>
            </a:solidFill>
            <a:prstDash val="solid"/>
          </a:ln>
        </p:spPr>
      </p:sp>
      <p:sp>
        <p:nvSpPr>
          <p:cNvPr id="143" name="Failure cross down 1">
            <a:extLst xmlns:a="http://schemas.openxmlformats.org/drawingml/2006/main">
              <a:ext uri="{FF2B5EF4-FFF2-40B4-BE49-F238E27FC236}">
                <a16:creationId xmlns:a16="http://schemas.microsoft.com/office/drawing/2014/main" id="{9D4090BE-2EA2-4653-8E23-E853FCDA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800100" cy="800100"/>
          </a:xfrm>
          <a:custGeom xmlns:a="http://schemas.openxmlformats.org/drawingml/2006/main">
            <a:pathLst>
              <a:path w="800100" h="800100">
                <a:moveTo>
                  <a:pt x="0" y="0"/>
                </a:moveTo>
                <a:lnTo>
                  <a:pt x="80010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80975">
            <a:solidFill>
              <a:srgbClr val="FFFFFF"/>
            </a:solidFill>
            <a:prstDash val="solid"/>
          </a:ln>
        </p:spPr>
      </p:sp>
      <p:sp>
        <p:nvSpPr>
          <p:cNvPr id="144" name="Failure cross up 1">
            <a:extLst xmlns:a="http://schemas.openxmlformats.org/drawingml/2006/main">
              <a:ext uri="{FF2B5EF4-FFF2-40B4-BE49-F238E27FC236}">
                <a16:creationId xmlns:a16="http://schemas.microsoft.com/office/drawing/2014/main" id="{2B98125C-3FD3-4DE6-86EF-B11C2C4A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800100" cy="800100"/>
          </a:xfrm>
          <a:custGeom xmlns:a="http://schemas.openxmlformats.org/drawingml/2006/main">
            <a:pathLst>
              <a:path w="800100" h="800100">
                <a:moveTo>
                  <a:pt x="80010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80975">
            <a:solidFill>
              <a:srgbClr val="FFFFFF"/>
            </a:solidFill>
            <a:prstDash val="solid"/>
          </a:ln>
        </p:spPr>
      </p:sp>
      <p:sp>
        <p:nvSpPr>
          <p:cNvPr id="145" name="Failure cross red down 1">
            <a:extLst xmlns:a="http://schemas.openxmlformats.org/drawingml/2006/main">
              <a:ext uri="{FF2B5EF4-FFF2-40B4-BE49-F238E27FC236}">
                <a16:creationId xmlns:a16="http://schemas.microsoft.com/office/drawing/2014/main" id="{47C83548-52F3-4DB8-8B0C-F91D4A26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800100" cy="800100"/>
          </a:xfrm>
          <a:custGeom xmlns:a="http://schemas.openxmlformats.org/drawingml/2006/main">
            <a:pathLst>
              <a:path w="800100" h="800100">
                <a:moveTo>
                  <a:pt x="0" y="0"/>
                </a:moveTo>
                <a:lnTo>
                  <a:pt x="80010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E20000"/>
            </a:solidFill>
            <a:prstDash val="solid"/>
          </a:ln>
        </p:spPr>
      </p:sp>
      <p:sp>
        <p:nvSpPr>
          <p:cNvPr id="146" name="Failure cross red up 1">
            <a:extLst xmlns:a="http://schemas.openxmlformats.org/drawingml/2006/main">
              <a:ext uri="{FF2B5EF4-FFF2-40B4-BE49-F238E27FC236}">
                <a16:creationId xmlns:a16="http://schemas.microsoft.com/office/drawing/2014/main" id="{E2D8697F-808B-42C6-9FFE-7C411036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800100" cy="800100"/>
          </a:xfrm>
          <a:custGeom xmlns:a="http://schemas.openxmlformats.org/drawingml/2006/main">
            <a:pathLst>
              <a:path w="800100" h="800100">
                <a:moveTo>
                  <a:pt x="80010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E20000"/>
            </a:solidFill>
            <a:prstDash val="solid"/>
          </a:ln>
        </p:spPr>
      </p:sp>
      <p:sp>
        <p:nvSpPr>
          <p:cNvPr id="147" name="Drawing process left rule">
            <a:extLst xmlns:a="http://schemas.openxmlformats.org/drawingml/2006/main">
              <a:ext uri="{FF2B5EF4-FFF2-40B4-BE49-F238E27FC236}">
                <a16:creationId xmlns:a16="http://schemas.microsoft.com/office/drawing/2014/main" id="{E861B53F-8FAD-451D-9888-73BD0C8C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972175"/>
            <a:ext cx="3057525" cy="191"/>
          </a:xfrm>
          <a:custGeom xmlns:a="http://schemas.openxmlformats.org/drawingml/2006/main">
            <a:pathLst>
              <a:path w="3057525" h="191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E5FA7"/>
            </a:solidFill>
            <a:prstDash val="solid"/>
          </a:ln>
        </p:spPr>
      </p:sp>
      <p:sp>
        <p:nvSpPr>
          <p:cNvPr id="148" name="Drawing process right rule shaft">
            <a:extLst xmlns:a="http://schemas.openxmlformats.org/drawingml/2006/main">
              <a:ext uri="{FF2B5EF4-FFF2-40B4-BE49-F238E27FC236}">
                <a16:creationId xmlns:a16="http://schemas.microsoft.com/office/drawing/2014/main" id="{76CC47B6-54CD-4A89-8E42-26EA1EFC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5972175"/>
            <a:ext cx="3086100" cy="191"/>
          </a:xfrm>
          <a:custGeom xmlns:a="http://schemas.openxmlformats.org/drawingml/2006/main">
            <a:pathLst>
              <a:path w="3086100" h="191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E5FA7"/>
            </a:solidFill>
            <a:prstDash val="solid"/>
          </a:ln>
        </p:spPr>
      </p:sp>
      <p:sp>
        <p:nvSpPr>
          <p:cNvPr id="149" name="Drawing process right rule arrowhead">
            <a:extLst xmlns:a="http://schemas.openxmlformats.org/drawingml/2006/main">
              <a:ext uri="{FF2B5EF4-FFF2-40B4-BE49-F238E27FC236}">
                <a16:creationId xmlns:a16="http://schemas.microsoft.com/office/drawing/2014/main" id="{F6BAD505-F0AE-447B-8654-5F7DD5D5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2325" y="5888355"/>
            <a:ext cx="152400" cy="167640"/>
          </a:xfrm>
          <a:custGeom xmlns:a="http://schemas.openxmlformats.org/drawingml/2006/main">
            <a:pathLst>
              <a:path w="152400" h="167640">
                <a:moveTo>
                  <a:pt x="152400" y="83820"/>
                </a:moveTo>
                <a:lnTo>
                  <a:pt x="0" y="0"/>
                </a:lnTo>
                <a:lnTo>
                  <a:pt x="0" y="16764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raw as human being lettering dark">
            <a:extLst xmlns:a="http://schemas.openxmlformats.org/drawingml/2006/main">
              <a:ext uri="{FF2B5EF4-FFF2-40B4-BE49-F238E27FC236}">
                <a16:creationId xmlns:a16="http://schemas.microsoft.com/office/drawing/2014/main" id="{F1971353-1DAC-4B23-95D3-0D58EFD9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0200" y="5594350"/>
            <a:ext cx="2705100" cy="254000"/>
          </a:xfrm>
          <a:custGeom xmlns:a="http://schemas.openxmlformats.org/drawingml/2006/main">
            <a:pathLst>
              <a:path w="2705100" h="254000">
                <a:moveTo>
                  <a:pt x="647700" y="209550"/>
                </a:moveTo>
                <a:lnTo>
                  <a:pt x="635000" y="209550"/>
                </a:lnTo>
                <a:lnTo>
                  <a:pt x="615950" y="228600"/>
                </a:lnTo>
                <a:lnTo>
                  <a:pt x="609600" y="228600"/>
                </a:lnTo>
                <a:lnTo>
                  <a:pt x="609600" y="234950"/>
                </a:lnTo>
                <a:lnTo>
                  <a:pt x="615950" y="234950"/>
                </a:lnTo>
                <a:lnTo>
                  <a:pt x="635000" y="247650"/>
                </a:lnTo>
                <a:lnTo>
                  <a:pt x="615950" y="228600"/>
                </a:lnTo>
                <a:lnTo>
                  <a:pt x="635000" y="209550"/>
                </a:lnTo>
                <a:close/>
                <a:moveTo>
                  <a:pt x="787400" y="203200"/>
                </a:moveTo>
                <a:lnTo>
                  <a:pt x="787400" y="209550"/>
                </a:lnTo>
                <a:lnTo>
                  <a:pt x="793750" y="209550"/>
                </a:lnTo>
                <a:lnTo>
                  <a:pt x="806450" y="222250"/>
                </a:lnTo>
                <a:lnTo>
                  <a:pt x="806450" y="215900"/>
                </a:lnTo>
                <a:close/>
                <a:moveTo>
                  <a:pt x="533400" y="203200"/>
                </a:moveTo>
                <a:lnTo>
                  <a:pt x="533400" y="209550"/>
                </a:lnTo>
                <a:lnTo>
                  <a:pt x="527050" y="215900"/>
                </a:lnTo>
                <a:lnTo>
                  <a:pt x="533400" y="209550"/>
                </a:lnTo>
                <a:lnTo>
                  <a:pt x="539750" y="215900"/>
                </a:lnTo>
                <a:lnTo>
                  <a:pt x="539750" y="222250"/>
                </a:lnTo>
                <a:lnTo>
                  <a:pt x="552450" y="222250"/>
                </a:lnTo>
                <a:lnTo>
                  <a:pt x="552450" y="215900"/>
                </a:lnTo>
                <a:close/>
                <a:moveTo>
                  <a:pt x="0" y="177800"/>
                </a:moveTo>
                <a:lnTo>
                  <a:pt x="12700" y="190500"/>
                </a:lnTo>
                <a:lnTo>
                  <a:pt x="19050" y="190500"/>
                </a:lnTo>
                <a:lnTo>
                  <a:pt x="6350" y="177800"/>
                </a:lnTo>
                <a:close/>
                <a:moveTo>
                  <a:pt x="152400" y="171450"/>
                </a:moveTo>
                <a:lnTo>
                  <a:pt x="152400" y="184150"/>
                </a:lnTo>
                <a:lnTo>
                  <a:pt x="146050" y="190500"/>
                </a:lnTo>
                <a:lnTo>
                  <a:pt x="146050" y="196850"/>
                </a:lnTo>
                <a:lnTo>
                  <a:pt x="152400" y="203200"/>
                </a:lnTo>
                <a:lnTo>
                  <a:pt x="152400" y="222250"/>
                </a:lnTo>
                <a:lnTo>
                  <a:pt x="146050" y="228600"/>
                </a:lnTo>
                <a:lnTo>
                  <a:pt x="139700" y="222250"/>
                </a:lnTo>
                <a:lnTo>
                  <a:pt x="139700" y="209550"/>
                </a:lnTo>
                <a:lnTo>
                  <a:pt x="139700" y="228600"/>
                </a:lnTo>
                <a:lnTo>
                  <a:pt x="146050" y="234950"/>
                </a:lnTo>
                <a:lnTo>
                  <a:pt x="146050" y="254000"/>
                </a:lnTo>
                <a:lnTo>
                  <a:pt x="146050" y="234950"/>
                </a:lnTo>
                <a:lnTo>
                  <a:pt x="152400" y="228600"/>
                </a:lnTo>
                <a:lnTo>
                  <a:pt x="158750" y="228600"/>
                </a:lnTo>
                <a:lnTo>
                  <a:pt x="152400" y="222250"/>
                </a:lnTo>
                <a:lnTo>
                  <a:pt x="158750" y="215900"/>
                </a:lnTo>
                <a:lnTo>
                  <a:pt x="158750" y="203200"/>
                </a:lnTo>
                <a:lnTo>
                  <a:pt x="152400" y="196850"/>
                </a:lnTo>
                <a:close/>
                <a:moveTo>
                  <a:pt x="412750" y="139700"/>
                </a:moveTo>
                <a:lnTo>
                  <a:pt x="412750" y="152400"/>
                </a:lnTo>
                <a:lnTo>
                  <a:pt x="393700" y="165100"/>
                </a:lnTo>
                <a:lnTo>
                  <a:pt x="393700" y="190500"/>
                </a:lnTo>
                <a:lnTo>
                  <a:pt x="387350" y="196850"/>
                </a:lnTo>
                <a:lnTo>
                  <a:pt x="381000" y="196850"/>
                </a:lnTo>
                <a:lnTo>
                  <a:pt x="387350" y="203200"/>
                </a:lnTo>
                <a:lnTo>
                  <a:pt x="387350" y="209550"/>
                </a:lnTo>
                <a:lnTo>
                  <a:pt x="387350" y="196850"/>
                </a:lnTo>
                <a:lnTo>
                  <a:pt x="400050" y="184150"/>
                </a:lnTo>
                <a:lnTo>
                  <a:pt x="406400" y="190500"/>
                </a:lnTo>
                <a:lnTo>
                  <a:pt x="406400" y="203200"/>
                </a:lnTo>
                <a:lnTo>
                  <a:pt x="406400" y="184150"/>
                </a:lnTo>
                <a:lnTo>
                  <a:pt x="400050" y="177800"/>
                </a:lnTo>
                <a:lnTo>
                  <a:pt x="400050" y="165100"/>
                </a:lnTo>
                <a:lnTo>
                  <a:pt x="406400" y="158750"/>
                </a:lnTo>
                <a:lnTo>
                  <a:pt x="412750" y="165100"/>
                </a:lnTo>
                <a:close/>
                <a:moveTo>
                  <a:pt x="184150" y="133350"/>
                </a:moveTo>
                <a:lnTo>
                  <a:pt x="184150" y="146050"/>
                </a:lnTo>
                <a:lnTo>
                  <a:pt x="171450" y="165100"/>
                </a:lnTo>
                <a:lnTo>
                  <a:pt x="190500" y="177800"/>
                </a:lnTo>
                <a:lnTo>
                  <a:pt x="184150" y="184150"/>
                </a:lnTo>
                <a:lnTo>
                  <a:pt x="196850" y="165100"/>
                </a:lnTo>
                <a:lnTo>
                  <a:pt x="196850" y="158750"/>
                </a:lnTo>
                <a:lnTo>
                  <a:pt x="190500" y="152400"/>
                </a:lnTo>
                <a:lnTo>
                  <a:pt x="190500" y="139700"/>
                </a:lnTo>
                <a:close/>
                <a:moveTo>
                  <a:pt x="184150" y="158750"/>
                </a:moveTo>
                <a:lnTo>
                  <a:pt x="190500" y="152400"/>
                </a:lnTo>
                <a:lnTo>
                  <a:pt x="196850" y="158750"/>
                </a:lnTo>
                <a:lnTo>
                  <a:pt x="190500" y="165100"/>
                </a:lnTo>
                <a:close/>
                <a:moveTo>
                  <a:pt x="2654300" y="88900"/>
                </a:moveTo>
                <a:lnTo>
                  <a:pt x="2654300" y="101600"/>
                </a:lnTo>
                <a:lnTo>
                  <a:pt x="2660650" y="107950"/>
                </a:lnTo>
                <a:lnTo>
                  <a:pt x="2660650" y="120650"/>
                </a:lnTo>
                <a:lnTo>
                  <a:pt x="2667000" y="127000"/>
                </a:lnTo>
                <a:lnTo>
                  <a:pt x="2667000" y="133350"/>
                </a:lnTo>
                <a:lnTo>
                  <a:pt x="2660650" y="139700"/>
                </a:lnTo>
                <a:lnTo>
                  <a:pt x="2660650" y="146050"/>
                </a:lnTo>
                <a:lnTo>
                  <a:pt x="2654300" y="152400"/>
                </a:lnTo>
                <a:lnTo>
                  <a:pt x="2647950" y="152400"/>
                </a:lnTo>
                <a:lnTo>
                  <a:pt x="2647950" y="158750"/>
                </a:lnTo>
                <a:lnTo>
                  <a:pt x="2654300" y="165100"/>
                </a:lnTo>
                <a:lnTo>
                  <a:pt x="2654300" y="152400"/>
                </a:lnTo>
                <a:lnTo>
                  <a:pt x="2660650" y="146050"/>
                </a:lnTo>
                <a:lnTo>
                  <a:pt x="2660650" y="139700"/>
                </a:lnTo>
                <a:lnTo>
                  <a:pt x="2667000" y="133350"/>
                </a:lnTo>
                <a:lnTo>
                  <a:pt x="2667000" y="120650"/>
                </a:lnTo>
                <a:lnTo>
                  <a:pt x="2673350" y="114300"/>
                </a:lnTo>
                <a:lnTo>
                  <a:pt x="2673350" y="107950"/>
                </a:lnTo>
                <a:lnTo>
                  <a:pt x="2673350" y="114300"/>
                </a:lnTo>
                <a:lnTo>
                  <a:pt x="2667000" y="120650"/>
                </a:lnTo>
                <a:lnTo>
                  <a:pt x="2660650" y="114300"/>
                </a:lnTo>
                <a:lnTo>
                  <a:pt x="2660650" y="107950"/>
                </a:lnTo>
                <a:lnTo>
                  <a:pt x="2654300" y="101600"/>
                </a:lnTo>
                <a:close/>
                <a:moveTo>
                  <a:pt x="196850" y="69850"/>
                </a:moveTo>
                <a:lnTo>
                  <a:pt x="196850" y="76200"/>
                </a:lnTo>
                <a:lnTo>
                  <a:pt x="184150" y="88900"/>
                </a:lnTo>
                <a:lnTo>
                  <a:pt x="184150" y="95250"/>
                </a:lnTo>
                <a:lnTo>
                  <a:pt x="184150" y="88900"/>
                </a:lnTo>
                <a:lnTo>
                  <a:pt x="190500" y="82550"/>
                </a:lnTo>
                <a:lnTo>
                  <a:pt x="196850" y="88900"/>
                </a:lnTo>
                <a:lnTo>
                  <a:pt x="196850" y="107950"/>
                </a:lnTo>
                <a:lnTo>
                  <a:pt x="203200" y="114300"/>
                </a:lnTo>
                <a:lnTo>
                  <a:pt x="203200" y="139700"/>
                </a:lnTo>
                <a:lnTo>
                  <a:pt x="209550" y="133350"/>
                </a:lnTo>
                <a:lnTo>
                  <a:pt x="209550" y="114300"/>
                </a:lnTo>
                <a:lnTo>
                  <a:pt x="222250" y="101600"/>
                </a:lnTo>
                <a:lnTo>
                  <a:pt x="222250" y="82550"/>
                </a:lnTo>
                <a:lnTo>
                  <a:pt x="215900" y="82550"/>
                </a:lnTo>
                <a:close/>
                <a:moveTo>
                  <a:pt x="215900" y="82550"/>
                </a:moveTo>
                <a:lnTo>
                  <a:pt x="222250" y="88900"/>
                </a:lnTo>
                <a:lnTo>
                  <a:pt x="222250" y="101600"/>
                </a:lnTo>
                <a:lnTo>
                  <a:pt x="215900" y="107950"/>
                </a:lnTo>
                <a:lnTo>
                  <a:pt x="209550" y="101600"/>
                </a:lnTo>
                <a:lnTo>
                  <a:pt x="209550" y="88900"/>
                </a:lnTo>
                <a:close/>
                <a:moveTo>
                  <a:pt x="361950" y="50800"/>
                </a:moveTo>
                <a:lnTo>
                  <a:pt x="361950" y="63500"/>
                </a:lnTo>
                <a:lnTo>
                  <a:pt x="368300" y="69850"/>
                </a:lnTo>
                <a:lnTo>
                  <a:pt x="368300" y="76200"/>
                </a:lnTo>
                <a:lnTo>
                  <a:pt x="381000" y="95250"/>
                </a:lnTo>
                <a:lnTo>
                  <a:pt x="381000" y="107950"/>
                </a:lnTo>
                <a:lnTo>
                  <a:pt x="387350" y="114300"/>
                </a:lnTo>
                <a:lnTo>
                  <a:pt x="387350" y="146050"/>
                </a:lnTo>
                <a:lnTo>
                  <a:pt x="387350" y="114300"/>
                </a:lnTo>
                <a:lnTo>
                  <a:pt x="381000" y="107950"/>
                </a:lnTo>
                <a:lnTo>
                  <a:pt x="381000" y="101600"/>
                </a:lnTo>
                <a:lnTo>
                  <a:pt x="387350" y="95250"/>
                </a:lnTo>
                <a:lnTo>
                  <a:pt x="400050" y="107950"/>
                </a:lnTo>
                <a:lnTo>
                  <a:pt x="400050" y="114300"/>
                </a:lnTo>
                <a:lnTo>
                  <a:pt x="406400" y="120650"/>
                </a:lnTo>
                <a:lnTo>
                  <a:pt x="406400" y="127000"/>
                </a:lnTo>
                <a:lnTo>
                  <a:pt x="406400" y="107950"/>
                </a:lnTo>
                <a:lnTo>
                  <a:pt x="400050" y="101600"/>
                </a:lnTo>
                <a:lnTo>
                  <a:pt x="400050" y="95250"/>
                </a:lnTo>
                <a:lnTo>
                  <a:pt x="387350" y="76200"/>
                </a:lnTo>
                <a:lnTo>
                  <a:pt x="387350" y="88900"/>
                </a:lnTo>
                <a:lnTo>
                  <a:pt x="381000" y="95250"/>
                </a:lnTo>
                <a:lnTo>
                  <a:pt x="374650" y="88900"/>
                </a:lnTo>
                <a:lnTo>
                  <a:pt x="374650" y="76200"/>
                </a:lnTo>
                <a:lnTo>
                  <a:pt x="368300" y="69850"/>
                </a:lnTo>
                <a:lnTo>
                  <a:pt x="374650" y="63500"/>
                </a:lnTo>
                <a:lnTo>
                  <a:pt x="374650" y="57150"/>
                </a:lnTo>
                <a:lnTo>
                  <a:pt x="368300" y="57150"/>
                </a:lnTo>
                <a:close/>
                <a:moveTo>
                  <a:pt x="190500" y="44450"/>
                </a:moveTo>
                <a:lnTo>
                  <a:pt x="177800" y="44450"/>
                </a:lnTo>
                <a:lnTo>
                  <a:pt x="171450" y="38100"/>
                </a:lnTo>
                <a:lnTo>
                  <a:pt x="165100" y="38100"/>
                </a:lnTo>
                <a:lnTo>
                  <a:pt x="158750" y="44450"/>
                </a:lnTo>
                <a:lnTo>
                  <a:pt x="146050" y="44450"/>
                </a:lnTo>
                <a:lnTo>
                  <a:pt x="152400" y="50800"/>
                </a:lnTo>
                <a:lnTo>
                  <a:pt x="146050" y="57150"/>
                </a:lnTo>
                <a:lnTo>
                  <a:pt x="139700" y="57150"/>
                </a:lnTo>
                <a:lnTo>
                  <a:pt x="133350" y="50800"/>
                </a:lnTo>
                <a:lnTo>
                  <a:pt x="120650" y="50800"/>
                </a:lnTo>
                <a:lnTo>
                  <a:pt x="114300" y="57150"/>
                </a:lnTo>
                <a:lnTo>
                  <a:pt x="107950" y="57150"/>
                </a:lnTo>
                <a:lnTo>
                  <a:pt x="101600" y="63500"/>
                </a:lnTo>
                <a:lnTo>
                  <a:pt x="95250" y="63500"/>
                </a:lnTo>
                <a:lnTo>
                  <a:pt x="88900" y="69850"/>
                </a:lnTo>
                <a:lnTo>
                  <a:pt x="82550" y="69850"/>
                </a:lnTo>
                <a:lnTo>
                  <a:pt x="76200" y="76200"/>
                </a:lnTo>
                <a:lnTo>
                  <a:pt x="69850" y="76200"/>
                </a:lnTo>
                <a:lnTo>
                  <a:pt x="50800" y="95250"/>
                </a:lnTo>
                <a:lnTo>
                  <a:pt x="44450" y="95250"/>
                </a:lnTo>
                <a:lnTo>
                  <a:pt x="31750" y="107950"/>
                </a:lnTo>
                <a:lnTo>
                  <a:pt x="38100" y="101600"/>
                </a:lnTo>
                <a:lnTo>
                  <a:pt x="44450" y="101600"/>
                </a:lnTo>
                <a:lnTo>
                  <a:pt x="57150" y="88900"/>
                </a:lnTo>
                <a:lnTo>
                  <a:pt x="63500" y="88900"/>
                </a:lnTo>
                <a:lnTo>
                  <a:pt x="82550" y="69850"/>
                </a:lnTo>
                <a:lnTo>
                  <a:pt x="88900" y="69850"/>
                </a:lnTo>
                <a:lnTo>
                  <a:pt x="95250" y="63500"/>
                </a:lnTo>
                <a:lnTo>
                  <a:pt x="101600" y="63500"/>
                </a:lnTo>
                <a:lnTo>
                  <a:pt x="107950" y="69850"/>
                </a:lnTo>
                <a:lnTo>
                  <a:pt x="101600" y="76200"/>
                </a:lnTo>
                <a:lnTo>
                  <a:pt x="107950" y="69850"/>
                </a:lnTo>
                <a:lnTo>
                  <a:pt x="120650" y="69850"/>
                </a:lnTo>
                <a:lnTo>
                  <a:pt x="139700" y="57150"/>
                </a:lnTo>
                <a:lnTo>
                  <a:pt x="152400" y="57150"/>
                </a:lnTo>
                <a:lnTo>
                  <a:pt x="158750" y="50800"/>
                </a:lnTo>
                <a:lnTo>
                  <a:pt x="171450" y="50800"/>
                </a:lnTo>
                <a:lnTo>
                  <a:pt x="177800" y="44450"/>
                </a:lnTo>
                <a:close/>
                <a:moveTo>
                  <a:pt x="101600" y="63500"/>
                </a:moveTo>
                <a:lnTo>
                  <a:pt x="120650" y="50800"/>
                </a:lnTo>
                <a:lnTo>
                  <a:pt x="127000" y="50800"/>
                </a:lnTo>
                <a:lnTo>
                  <a:pt x="133350" y="57150"/>
                </a:lnTo>
                <a:lnTo>
                  <a:pt x="120650" y="69850"/>
                </a:lnTo>
                <a:lnTo>
                  <a:pt x="107950" y="69850"/>
                </a:lnTo>
                <a:close/>
                <a:moveTo>
                  <a:pt x="2692400" y="19050"/>
                </a:moveTo>
                <a:lnTo>
                  <a:pt x="2686050" y="19050"/>
                </a:lnTo>
                <a:lnTo>
                  <a:pt x="2673350" y="38100"/>
                </a:lnTo>
                <a:lnTo>
                  <a:pt x="2673350" y="44450"/>
                </a:lnTo>
                <a:lnTo>
                  <a:pt x="2679700" y="38100"/>
                </a:lnTo>
                <a:lnTo>
                  <a:pt x="2679700" y="25400"/>
                </a:lnTo>
                <a:lnTo>
                  <a:pt x="2686050" y="19050"/>
                </a:lnTo>
                <a:lnTo>
                  <a:pt x="2698750" y="31750"/>
                </a:lnTo>
                <a:lnTo>
                  <a:pt x="2698750" y="44450"/>
                </a:lnTo>
                <a:lnTo>
                  <a:pt x="2686050" y="57150"/>
                </a:lnTo>
                <a:lnTo>
                  <a:pt x="2686050" y="76200"/>
                </a:lnTo>
                <a:lnTo>
                  <a:pt x="2679700" y="82550"/>
                </a:lnTo>
                <a:lnTo>
                  <a:pt x="2660650" y="69850"/>
                </a:lnTo>
                <a:lnTo>
                  <a:pt x="2667000" y="63500"/>
                </a:lnTo>
                <a:lnTo>
                  <a:pt x="2667000" y="57150"/>
                </a:lnTo>
                <a:lnTo>
                  <a:pt x="2667000" y="63500"/>
                </a:lnTo>
                <a:lnTo>
                  <a:pt x="2660650" y="69850"/>
                </a:lnTo>
                <a:lnTo>
                  <a:pt x="2667000" y="76200"/>
                </a:lnTo>
                <a:lnTo>
                  <a:pt x="2667000" y="82550"/>
                </a:lnTo>
                <a:lnTo>
                  <a:pt x="2673350" y="76200"/>
                </a:lnTo>
                <a:lnTo>
                  <a:pt x="2679700" y="82550"/>
                </a:lnTo>
                <a:lnTo>
                  <a:pt x="2679700" y="95250"/>
                </a:lnTo>
                <a:lnTo>
                  <a:pt x="2679700" y="88900"/>
                </a:lnTo>
                <a:lnTo>
                  <a:pt x="2692400" y="69850"/>
                </a:lnTo>
                <a:lnTo>
                  <a:pt x="2692400" y="57150"/>
                </a:lnTo>
                <a:lnTo>
                  <a:pt x="2698750" y="50800"/>
                </a:lnTo>
                <a:lnTo>
                  <a:pt x="2698750" y="38100"/>
                </a:lnTo>
                <a:lnTo>
                  <a:pt x="2705100" y="31750"/>
                </a:lnTo>
                <a:close/>
                <a:moveTo>
                  <a:pt x="196850" y="31750"/>
                </a:moveTo>
                <a:lnTo>
                  <a:pt x="203200" y="31750"/>
                </a:lnTo>
                <a:lnTo>
                  <a:pt x="209550" y="38100"/>
                </a:lnTo>
                <a:lnTo>
                  <a:pt x="228600" y="38100"/>
                </a:lnTo>
                <a:lnTo>
                  <a:pt x="234950" y="31750"/>
                </a:lnTo>
                <a:lnTo>
                  <a:pt x="298450" y="31750"/>
                </a:lnTo>
                <a:lnTo>
                  <a:pt x="304800" y="38100"/>
                </a:lnTo>
                <a:lnTo>
                  <a:pt x="323850" y="38100"/>
                </a:lnTo>
                <a:lnTo>
                  <a:pt x="330200" y="44450"/>
                </a:lnTo>
                <a:lnTo>
                  <a:pt x="336550" y="44450"/>
                </a:lnTo>
                <a:lnTo>
                  <a:pt x="342900" y="38100"/>
                </a:lnTo>
                <a:lnTo>
                  <a:pt x="336550" y="31750"/>
                </a:lnTo>
                <a:lnTo>
                  <a:pt x="330200" y="31750"/>
                </a:lnTo>
                <a:lnTo>
                  <a:pt x="323850" y="38100"/>
                </a:lnTo>
                <a:lnTo>
                  <a:pt x="304800" y="38100"/>
                </a:lnTo>
                <a:lnTo>
                  <a:pt x="298450" y="31750"/>
                </a:lnTo>
                <a:lnTo>
                  <a:pt x="234950" y="31750"/>
                </a:lnTo>
                <a:lnTo>
                  <a:pt x="228600" y="38100"/>
                </a:lnTo>
                <a:lnTo>
                  <a:pt x="222250" y="38100"/>
                </a:lnTo>
                <a:lnTo>
                  <a:pt x="215900" y="31750"/>
                </a:lnTo>
                <a:lnTo>
                  <a:pt x="215900" y="25400"/>
                </a:lnTo>
                <a:lnTo>
                  <a:pt x="222250" y="19050"/>
                </a:lnTo>
                <a:lnTo>
                  <a:pt x="298450" y="19050"/>
                </a:lnTo>
                <a:lnTo>
                  <a:pt x="273050" y="19050"/>
                </a:lnTo>
                <a:lnTo>
                  <a:pt x="266700" y="12700"/>
                </a:lnTo>
                <a:lnTo>
                  <a:pt x="228600" y="12700"/>
                </a:lnTo>
                <a:lnTo>
                  <a:pt x="222250" y="19050"/>
                </a:lnTo>
                <a:lnTo>
                  <a:pt x="215900" y="19050"/>
                </a:lnTo>
                <a:lnTo>
                  <a:pt x="203200" y="31750"/>
                </a:lnTo>
                <a:close/>
                <a:moveTo>
                  <a:pt x="323850" y="38100"/>
                </a:moveTo>
                <a:lnTo>
                  <a:pt x="330200" y="31750"/>
                </a:lnTo>
                <a:lnTo>
                  <a:pt x="336550" y="38100"/>
                </a:lnTo>
                <a:lnTo>
                  <a:pt x="330200" y="44450"/>
                </a:lnTo>
                <a:close/>
                <a:moveTo>
                  <a:pt x="1644650" y="0"/>
                </a:moveTo>
                <a:lnTo>
                  <a:pt x="1651000" y="6350"/>
                </a:lnTo>
                <a:lnTo>
                  <a:pt x="1644650" y="12700"/>
                </a:lnTo>
                <a:lnTo>
                  <a:pt x="1644650" y="19050"/>
                </a:lnTo>
                <a:lnTo>
                  <a:pt x="1638300" y="25400"/>
                </a:lnTo>
                <a:lnTo>
                  <a:pt x="1638300" y="31750"/>
                </a:lnTo>
                <a:lnTo>
                  <a:pt x="1631950" y="38100"/>
                </a:lnTo>
                <a:lnTo>
                  <a:pt x="1625600" y="31750"/>
                </a:lnTo>
                <a:lnTo>
                  <a:pt x="1631950" y="38100"/>
                </a:lnTo>
                <a:lnTo>
                  <a:pt x="1631950" y="50800"/>
                </a:lnTo>
                <a:lnTo>
                  <a:pt x="1625600" y="57150"/>
                </a:lnTo>
                <a:lnTo>
                  <a:pt x="1619250" y="57150"/>
                </a:lnTo>
                <a:lnTo>
                  <a:pt x="1612900" y="50800"/>
                </a:lnTo>
                <a:lnTo>
                  <a:pt x="1612900" y="69850"/>
                </a:lnTo>
                <a:lnTo>
                  <a:pt x="1619250" y="63500"/>
                </a:lnTo>
                <a:lnTo>
                  <a:pt x="1625600" y="69850"/>
                </a:lnTo>
                <a:lnTo>
                  <a:pt x="1625600" y="57150"/>
                </a:lnTo>
                <a:lnTo>
                  <a:pt x="1631950" y="50800"/>
                </a:lnTo>
                <a:lnTo>
                  <a:pt x="1631950" y="38100"/>
                </a:lnTo>
                <a:lnTo>
                  <a:pt x="1638300" y="31750"/>
                </a:lnTo>
                <a:lnTo>
                  <a:pt x="1638300" y="25400"/>
                </a:lnTo>
                <a:lnTo>
                  <a:pt x="1651000" y="6350"/>
                </a:lnTo>
                <a:close/>
              </a:path>
            </a:pathLst>
          </a:custGeom>
          <a:solidFill xmlns:a="http://schemas.openxmlformats.org/drawingml/2006/main">
            <a:srgbClr val="101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raw as human being lettering blue">
            <a:extLst xmlns:a="http://schemas.openxmlformats.org/drawingml/2006/main">
              <a:ext uri="{FF2B5EF4-FFF2-40B4-BE49-F238E27FC236}">
                <a16:creationId xmlns:a16="http://schemas.microsoft.com/office/drawing/2014/main" id="{F900906C-E4B5-4E83-9B71-AC94082F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850" y="5581650"/>
            <a:ext cx="3625850" cy="584200"/>
          </a:xfrm>
          <a:custGeom xmlns:a="http://schemas.openxmlformats.org/drawingml/2006/main">
            <a:pathLst>
              <a:path w="3625850" h="584200">
                <a:moveTo>
                  <a:pt x="1993900" y="450850"/>
                </a:moveTo>
                <a:lnTo>
                  <a:pt x="2184400" y="450850"/>
                </a:lnTo>
                <a:lnTo>
                  <a:pt x="2190750" y="457200"/>
                </a:lnTo>
                <a:lnTo>
                  <a:pt x="2343150" y="457200"/>
                </a:lnTo>
                <a:lnTo>
                  <a:pt x="2349500" y="463550"/>
                </a:lnTo>
                <a:lnTo>
                  <a:pt x="2457450" y="463550"/>
                </a:lnTo>
                <a:lnTo>
                  <a:pt x="2419350" y="463550"/>
                </a:lnTo>
                <a:lnTo>
                  <a:pt x="2413000" y="457200"/>
                </a:lnTo>
                <a:lnTo>
                  <a:pt x="2393950" y="457200"/>
                </a:lnTo>
                <a:lnTo>
                  <a:pt x="2387600" y="463550"/>
                </a:lnTo>
                <a:lnTo>
                  <a:pt x="2381250" y="457200"/>
                </a:lnTo>
                <a:lnTo>
                  <a:pt x="2368550" y="457200"/>
                </a:lnTo>
                <a:lnTo>
                  <a:pt x="2362200" y="463550"/>
                </a:lnTo>
                <a:lnTo>
                  <a:pt x="2355850" y="457200"/>
                </a:lnTo>
                <a:lnTo>
                  <a:pt x="2336800" y="457200"/>
                </a:lnTo>
                <a:lnTo>
                  <a:pt x="2330450" y="450850"/>
                </a:lnTo>
                <a:lnTo>
                  <a:pt x="2286000" y="450850"/>
                </a:lnTo>
                <a:lnTo>
                  <a:pt x="2279650" y="457200"/>
                </a:lnTo>
                <a:lnTo>
                  <a:pt x="2260600" y="457200"/>
                </a:lnTo>
                <a:lnTo>
                  <a:pt x="2254250" y="450850"/>
                </a:lnTo>
                <a:lnTo>
                  <a:pt x="2247900" y="457200"/>
                </a:lnTo>
                <a:lnTo>
                  <a:pt x="2235200" y="457200"/>
                </a:lnTo>
                <a:lnTo>
                  <a:pt x="2228850" y="450850"/>
                </a:lnTo>
                <a:lnTo>
                  <a:pt x="2165350" y="450850"/>
                </a:lnTo>
                <a:lnTo>
                  <a:pt x="2159000" y="444500"/>
                </a:lnTo>
                <a:lnTo>
                  <a:pt x="2152650" y="444500"/>
                </a:lnTo>
                <a:lnTo>
                  <a:pt x="2146300" y="450850"/>
                </a:lnTo>
                <a:lnTo>
                  <a:pt x="2025650" y="450850"/>
                </a:lnTo>
                <a:lnTo>
                  <a:pt x="2019300" y="444500"/>
                </a:lnTo>
                <a:lnTo>
                  <a:pt x="2012950" y="444500"/>
                </a:lnTo>
                <a:lnTo>
                  <a:pt x="2006600" y="450850"/>
                </a:lnTo>
                <a:close/>
                <a:moveTo>
                  <a:pt x="1822450" y="438150"/>
                </a:moveTo>
                <a:lnTo>
                  <a:pt x="1803400" y="438150"/>
                </a:lnTo>
                <a:lnTo>
                  <a:pt x="1797050" y="431800"/>
                </a:lnTo>
                <a:lnTo>
                  <a:pt x="1790700" y="438150"/>
                </a:lnTo>
                <a:lnTo>
                  <a:pt x="1784350" y="431800"/>
                </a:lnTo>
                <a:lnTo>
                  <a:pt x="1771650" y="431800"/>
                </a:lnTo>
                <a:lnTo>
                  <a:pt x="1765300" y="438150"/>
                </a:lnTo>
                <a:lnTo>
                  <a:pt x="1587500" y="438150"/>
                </a:lnTo>
                <a:lnTo>
                  <a:pt x="1581150" y="444500"/>
                </a:lnTo>
                <a:lnTo>
                  <a:pt x="1435100" y="444500"/>
                </a:lnTo>
                <a:lnTo>
                  <a:pt x="1428750" y="450850"/>
                </a:lnTo>
                <a:lnTo>
                  <a:pt x="1352550" y="450850"/>
                </a:lnTo>
                <a:lnTo>
                  <a:pt x="1346200" y="457200"/>
                </a:lnTo>
                <a:lnTo>
                  <a:pt x="1270000" y="457200"/>
                </a:lnTo>
                <a:lnTo>
                  <a:pt x="1263650" y="463550"/>
                </a:lnTo>
                <a:lnTo>
                  <a:pt x="1200150" y="463550"/>
                </a:lnTo>
                <a:lnTo>
                  <a:pt x="1193800" y="469900"/>
                </a:lnTo>
                <a:lnTo>
                  <a:pt x="1136650" y="469900"/>
                </a:lnTo>
                <a:lnTo>
                  <a:pt x="1130300" y="476250"/>
                </a:lnTo>
                <a:lnTo>
                  <a:pt x="1085850" y="476250"/>
                </a:lnTo>
                <a:lnTo>
                  <a:pt x="1079500" y="482600"/>
                </a:lnTo>
                <a:lnTo>
                  <a:pt x="1035050" y="482600"/>
                </a:lnTo>
                <a:lnTo>
                  <a:pt x="1028700" y="488950"/>
                </a:lnTo>
                <a:lnTo>
                  <a:pt x="984250" y="488950"/>
                </a:lnTo>
                <a:lnTo>
                  <a:pt x="977900" y="495300"/>
                </a:lnTo>
                <a:lnTo>
                  <a:pt x="939800" y="495300"/>
                </a:lnTo>
                <a:lnTo>
                  <a:pt x="933450" y="501650"/>
                </a:lnTo>
                <a:lnTo>
                  <a:pt x="895350" y="501650"/>
                </a:lnTo>
                <a:lnTo>
                  <a:pt x="889000" y="508000"/>
                </a:lnTo>
                <a:lnTo>
                  <a:pt x="857250" y="508000"/>
                </a:lnTo>
                <a:lnTo>
                  <a:pt x="850900" y="514350"/>
                </a:lnTo>
                <a:lnTo>
                  <a:pt x="825500" y="514350"/>
                </a:lnTo>
                <a:lnTo>
                  <a:pt x="819150" y="520700"/>
                </a:lnTo>
                <a:lnTo>
                  <a:pt x="793750" y="520700"/>
                </a:lnTo>
                <a:lnTo>
                  <a:pt x="787400" y="527050"/>
                </a:lnTo>
                <a:lnTo>
                  <a:pt x="768350" y="527050"/>
                </a:lnTo>
                <a:lnTo>
                  <a:pt x="781050" y="527050"/>
                </a:lnTo>
                <a:lnTo>
                  <a:pt x="787400" y="533400"/>
                </a:lnTo>
                <a:lnTo>
                  <a:pt x="781050" y="539750"/>
                </a:lnTo>
                <a:lnTo>
                  <a:pt x="812800" y="539750"/>
                </a:lnTo>
                <a:lnTo>
                  <a:pt x="819150" y="533400"/>
                </a:lnTo>
                <a:lnTo>
                  <a:pt x="850900" y="533400"/>
                </a:lnTo>
                <a:lnTo>
                  <a:pt x="857250" y="527050"/>
                </a:lnTo>
                <a:lnTo>
                  <a:pt x="889000" y="527050"/>
                </a:lnTo>
                <a:lnTo>
                  <a:pt x="895350" y="520700"/>
                </a:lnTo>
                <a:lnTo>
                  <a:pt x="933450" y="520700"/>
                </a:lnTo>
                <a:lnTo>
                  <a:pt x="939800" y="514350"/>
                </a:lnTo>
                <a:lnTo>
                  <a:pt x="977900" y="514350"/>
                </a:lnTo>
                <a:lnTo>
                  <a:pt x="984250" y="508000"/>
                </a:lnTo>
                <a:lnTo>
                  <a:pt x="1022350" y="508000"/>
                </a:lnTo>
                <a:lnTo>
                  <a:pt x="1028700" y="501650"/>
                </a:lnTo>
                <a:lnTo>
                  <a:pt x="1079500" y="501650"/>
                </a:lnTo>
                <a:lnTo>
                  <a:pt x="1085850" y="495300"/>
                </a:lnTo>
                <a:lnTo>
                  <a:pt x="1123950" y="495300"/>
                </a:lnTo>
                <a:lnTo>
                  <a:pt x="1130300" y="488950"/>
                </a:lnTo>
                <a:lnTo>
                  <a:pt x="1181100" y="488950"/>
                </a:lnTo>
                <a:lnTo>
                  <a:pt x="1187450" y="482600"/>
                </a:lnTo>
                <a:lnTo>
                  <a:pt x="1225550" y="482600"/>
                </a:lnTo>
                <a:lnTo>
                  <a:pt x="1231900" y="476250"/>
                </a:lnTo>
                <a:lnTo>
                  <a:pt x="1282700" y="476250"/>
                </a:lnTo>
                <a:lnTo>
                  <a:pt x="1289050" y="469900"/>
                </a:lnTo>
                <a:lnTo>
                  <a:pt x="1333500" y="469900"/>
                </a:lnTo>
                <a:lnTo>
                  <a:pt x="1339850" y="463550"/>
                </a:lnTo>
                <a:lnTo>
                  <a:pt x="1358900" y="463550"/>
                </a:lnTo>
                <a:lnTo>
                  <a:pt x="1365250" y="469900"/>
                </a:lnTo>
                <a:lnTo>
                  <a:pt x="1371600" y="469900"/>
                </a:lnTo>
                <a:lnTo>
                  <a:pt x="1377950" y="463550"/>
                </a:lnTo>
                <a:lnTo>
                  <a:pt x="1416050" y="463550"/>
                </a:lnTo>
                <a:lnTo>
                  <a:pt x="1422400" y="457200"/>
                </a:lnTo>
                <a:lnTo>
                  <a:pt x="1447800" y="457200"/>
                </a:lnTo>
                <a:lnTo>
                  <a:pt x="1454150" y="463550"/>
                </a:lnTo>
                <a:lnTo>
                  <a:pt x="1460500" y="457200"/>
                </a:lnTo>
                <a:lnTo>
                  <a:pt x="1524000" y="457200"/>
                </a:lnTo>
                <a:lnTo>
                  <a:pt x="1530350" y="450850"/>
                </a:lnTo>
                <a:lnTo>
                  <a:pt x="1536700" y="450850"/>
                </a:lnTo>
                <a:lnTo>
                  <a:pt x="1543050" y="457200"/>
                </a:lnTo>
                <a:lnTo>
                  <a:pt x="1549400" y="450850"/>
                </a:lnTo>
                <a:lnTo>
                  <a:pt x="1562100" y="450850"/>
                </a:lnTo>
                <a:lnTo>
                  <a:pt x="1568450" y="457200"/>
                </a:lnTo>
                <a:lnTo>
                  <a:pt x="1574800" y="450850"/>
                </a:lnTo>
                <a:lnTo>
                  <a:pt x="1619250" y="450850"/>
                </a:lnTo>
                <a:lnTo>
                  <a:pt x="1625600" y="444500"/>
                </a:lnTo>
                <a:lnTo>
                  <a:pt x="1784350" y="444500"/>
                </a:lnTo>
                <a:lnTo>
                  <a:pt x="1790700" y="438150"/>
                </a:lnTo>
                <a:lnTo>
                  <a:pt x="1797050" y="438150"/>
                </a:lnTo>
                <a:lnTo>
                  <a:pt x="1803400" y="444500"/>
                </a:lnTo>
                <a:lnTo>
                  <a:pt x="1803400" y="450850"/>
                </a:lnTo>
                <a:lnTo>
                  <a:pt x="1803400" y="444500"/>
                </a:lnTo>
                <a:lnTo>
                  <a:pt x="1809750" y="438150"/>
                </a:lnTo>
                <a:close/>
                <a:moveTo>
                  <a:pt x="88900" y="431800"/>
                </a:moveTo>
                <a:lnTo>
                  <a:pt x="82550" y="431800"/>
                </a:lnTo>
                <a:lnTo>
                  <a:pt x="76200" y="438150"/>
                </a:lnTo>
                <a:lnTo>
                  <a:pt x="69850" y="438150"/>
                </a:lnTo>
                <a:lnTo>
                  <a:pt x="57150" y="450850"/>
                </a:lnTo>
                <a:lnTo>
                  <a:pt x="63500" y="450850"/>
                </a:lnTo>
                <a:lnTo>
                  <a:pt x="69850" y="444500"/>
                </a:lnTo>
                <a:lnTo>
                  <a:pt x="76200" y="444500"/>
                </a:lnTo>
                <a:close/>
                <a:moveTo>
                  <a:pt x="0" y="400050"/>
                </a:moveTo>
                <a:lnTo>
                  <a:pt x="31750" y="400050"/>
                </a:lnTo>
                <a:lnTo>
                  <a:pt x="38100" y="393700"/>
                </a:lnTo>
                <a:lnTo>
                  <a:pt x="6350" y="393700"/>
                </a:lnTo>
                <a:close/>
                <a:moveTo>
                  <a:pt x="3511550" y="355600"/>
                </a:moveTo>
                <a:lnTo>
                  <a:pt x="3511550" y="361950"/>
                </a:lnTo>
                <a:lnTo>
                  <a:pt x="3492500" y="381000"/>
                </a:lnTo>
                <a:lnTo>
                  <a:pt x="3486150" y="381000"/>
                </a:lnTo>
                <a:lnTo>
                  <a:pt x="3505200" y="393700"/>
                </a:lnTo>
                <a:lnTo>
                  <a:pt x="3505200" y="400050"/>
                </a:lnTo>
                <a:lnTo>
                  <a:pt x="3511550" y="406400"/>
                </a:lnTo>
                <a:lnTo>
                  <a:pt x="3511550" y="412750"/>
                </a:lnTo>
                <a:lnTo>
                  <a:pt x="3511550" y="406400"/>
                </a:lnTo>
                <a:lnTo>
                  <a:pt x="3517900" y="400050"/>
                </a:lnTo>
                <a:lnTo>
                  <a:pt x="3517900" y="393700"/>
                </a:lnTo>
                <a:lnTo>
                  <a:pt x="3536950" y="381000"/>
                </a:lnTo>
                <a:lnTo>
                  <a:pt x="3530600" y="381000"/>
                </a:lnTo>
                <a:lnTo>
                  <a:pt x="3511550" y="361950"/>
                </a:lnTo>
                <a:close/>
                <a:moveTo>
                  <a:pt x="3587750" y="349250"/>
                </a:moveTo>
                <a:lnTo>
                  <a:pt x="3587750" y="355600"/>
                </a:lnTo>
                <a:lnTo>
                  <a:pt x="3606800" y="355600"/>
                </a:lnTo>
                <a:lnTo>
                  <a:pt x="3600450" y="349250"/>
                </a:lnTo>
                <a:close/>
                <a:moveTo>
                  <a:pt x="95250" y="336550"/>
                </a:moveTo>
                <a:lnTo>
                  <a:pt x="95250" y="342900"/>
                </a:lnTo>
                <a:lnTo>
                  <a:pt x="101600" y="342900"/>
                </a:lnTo>
                <a:lnTo>
                  <a:pt x="114300" y="355600"/>
                </a:lnTo>
                <a:lnTo>
                  <a:pt x="120650" y="355600"/>
                </a:lnTo>
                <a:lnTo>
                  <a:pt x="127000" y="361950"/>
                </a:lnTo>
                <a:lnTo>
                  <a:pt x="101600" y="336550"/>
                </a:lnTo>
                <a:close/>
                <a:moveTo>
                  <a:pt x="3625850" y="273050"/>
                </a:moveTo>
                <a:lnTo>
                  <a:pt x="3613150" y="273050"/>
                </a:lnTo>
                <a:lnTo>
                  <a:pt x="3606800" y="279400"/>
                </a:lnTo>
                <a:lnTo>
                  <a:pt x="3594100" y="279400"/>
                </a:lnTo>
                <a:lnTo>
                  <a:pt x="3575050" y="292100"/>
                </a:lnTo>
                <a:lnTo>
                  <a:pt x="3587750" y="292100"/>
                </a:lnTo>
                <a:lnTo>
                  <a:pt x="3594100" y="285750"/>
                </a:lnTo>
                <a:lnTo>
                  <a:pt x="3606800" y="285750"/>
                </a:lnTo>
                <a:lnTo>
                  <a:pt x="3613150" y="279400"/>
                </a:lnTo>
                <a:lnTo>
                  <a:pt x="3625850" y="279400"/>
                </a:lnTo>
                <a:close/>
                <a:moveTo>
                  <a:pt x="25400" y="273050"/>
                </a:moveTo>
                <a:lnTo>
                  <a:pt x="25400" y="279400"/>
                </a:lnTo>
                <a:lnTo>
                  <a:pt x="0" y="304800"/>
                </a:lnTo>
                <a:lnTo>
                  <a:pt x="6350" y="304800"/>
                </a:lnTo>
                <a:lnTo>
                  <a:pt x="19050" y="317500"/>
                </a:lnTo>
                <a:lnTo>
                  <a:pt x="19050" y="323850"/>
                </a:lnTo>
                <a:lnTo>
                  <a:pt x="25400" y="330200"/>
                </a:lnTo>
                <a:lnTo>
                  <a:pt x="25400" y="323850"/>
                </a:lnTo>
                <a:lnTo>
                  <a:pt x="44450" y="304800"/>
                </a:lnTo>
                <a:lnTo>
                  <a:pt x="50800" y="304800"/>
                </a:lnTo>
                <a:lnTo>
                  <a:pt x="44450" y="304800"/>
                </a:lnTo>
                <a:lnTo>
                  <a:pt x="25400" y="285750"/>
                </a:lnTo>
                <a:close/>
                <a:moveTo>
                  <a:pt x="698500" y="355600"/>
                </a:moveTo>
                <a:lnTo>
                  <a:pt x="717550" y="374650"/>
                </a:lnTo>
                <a:lnTo>
                  <a:pt x="730250" y="374650"/>
                </a:lnTo>
                <a:lnTo>
                  <a:pt x="736600" y="368300"/>
                </a:lnTo>
                <a:lnTo>
                  <a:pt x="742950" y="368300"/>
                </a:lnTo>
                <a:lnTo>
                  <a:pt x="762000" y="349250"/>
                </a:lnTo>
                <a:lnTo>
                  <a:pt x="762000" y="342900"/>
                </a:lnTo>
                <a:lnTo>
                  <a:pt x="781050" y="323850"/>
                </a:lnTo>
                <a:lnTo>
                  <a:pt x="787400" y="330200"/>
                </a:lnTo>
                <a:lnTo>
                  <a:pt x="787400" y="349250"/>
                </a:lnTo>
                <a:lnTo>
                  <a:pt x="793750" y="355600"/>
                </a:lnTo>
                <a:lnTo>
                  <a:pt x="793750" y="361950"/>
                </a:lnTo>
                <a:lnTo>
                  <a:pt x="806450" y="374650"/>
                </a:lnTo>
                <a:lnTo>
                  <a:pt x="825500" y="374650"/>
                </a:lnTo>
                <a:lnTo>
                  <a:pt x="831850" y="368300"/>
                </a:lnTo>
                <a:lnTo>
                  <a:pt x="838200" y="368300"/>
                </a:lnTo>
                <a:lnTo>
                  <a:pt x="876300" y="330200"/>
                </a:lnTo>
                <a:lnTo>
                  <a:pt x="882650" y="336550"/>
                </a:lnTo>
                <a:lnTo>
                  <a:pt x="882650" y="349250"/>
                </a:lnTo>
                <a:lnTo>
                  <a:pt x="889000" y="355600"/>
                </a:lnTo>
                <a:lnTo>
                  <a:pt x="889000" y="361950"/>
                </a:lnTo>
                <a:lnTo>
                  <a:pt x="895350" y="368300"/>
                </a:lnTo>
                <a:lnTo>
                  <a:pt x="901700" y="368300"/>
                </a:lnTo>
                <a:lnTo>
                  <a:pt x="908050" y="374650"/>
                </a:lnTo>
                <a:lnTo>
                  <a:pt x="914400" y="374650"/>
                </a:lnTo>
                <a:lnTo>
                  <a:pt x="946150" y="342900"/>
                </a:lnTo>
                <a:lnTo>
                  <a:pt x="946150" y="323850"/>
                </a:lnTo>
                <a:lnTo>
                  <a:pt x="952500" y="317500"/>
                </a:lnTo>
                <a:lnTo>
                  <a:pt x="958850" y="317500"/>
                </a:lnTo>
                <a:lnTo>
                  <a:pt x="958850" y="311150"/>
                </a:lnTo>
                <a:lnTo>
                  <a:pt x="971550" y="298450"/>
                </a:lnTo>
                <a:lnTo>
                  <a:pt x="977900" y="304800"/>
                </a:lnTo>
                <a:lnTo>
                  <a:pt x="977900" y="336550"/>
                </a:lnTo>
                <a:lnTo>
                  <a:pt x="984250" y="342900"/>
                </a:lnTo>
                <a:lnTo>
                  <a:pt x="984250" y="349250"/>
                </a:lnTo>
                <a:lnTo>
                  <a:pt x="990600" y="355600"/>
                </a:lnTo>
                <a:lnTo>
                  <a:pt x="990600" y="361950"/>
                </a:lnTo>
                <a:lnTo>
                  <a:pt x="1009650" y="374650"/>
                </a:lnTo>
                <a:lnTo>
                  <a:pt x="1035050" y="374650"/>
                </a:lnTo>
                <a:lnTo>
                  <a:pt x="1047750" y="361950"/>
                </a:lnTo>
                <a:lnTo>
                  <a:pt x="1054100" y="361950"/>
                </a:lnTo>
                <a:lnTo>
                  <a:pt x="1054100" y="355600"/>
                </a:lnTo>
                <a:lnTo>
                  <a:pt x="1073150" y="336550"/>
                </a:lnTo>
                <a:lnTo>
                  <a:pt x="1073150" y="330200"/>
                </a:lnTo>
                <a:lnTo>
                  <a:pt x="1085850" y="317500"/>
                </a:lnTo>
                <a:lnTo>
                  <a:pt x="1085850" y="304800"/>
                </a:lnTo>
                <a:lnTo>
                  <a:pt x="1092200" y="298450"/>
                </a:lnTo>
                <a:lnTo>
                  <a:pt x="1092200" y="285750"/>
                </a:lnTo>
                <a:lnTo>
                  <a:pt x="1098550" y="279400"/>
                </a:lnTo>
                <a:lnTo>
                  <a:pt x="1098550" y="266700"/>
                </a:lnTo>
                <a:lnTo>
                  <a:pt x="1104900" y="260350"/>
                </a:lnTo>
                <a:lnTo>
                  <a:pt x="1104900" y="222250"/>
                </a:lnTo>
                <a:lnTo>
                  <a:pt x="1104900" y="241300"/>
                </a:lnTo>
                <a:lnTo>
                  <a:pt x="1098550" y="247650"/>
                </a:lnTo>
                <a:lnTo>
                  <a:pt x="1098550" y="260350"/>
                </a:lnTo>
                <a:lnTo>
                  <a:pt x="1092200" y="266700"/>
                </a:lnTo>
                <a:lnTo>
                  <a:pt x="1092200" y="273050"/>
                </a:lnTo>
                <a:lnTo>
                  <a:pt x="1079500" y="292100"/>
                </a:lnTo>
                <a:lnTo>
                  <a:pt x="1079500" y="304800"/>
                </a:lnTo>
                <a:lnTo>
                  <a:pt x="1066800" y="317500"/>
                </a:lnTo>
                <a:lnTo>
                  <a:pt x="1066800" y="323850"/>
                </a:lnTo>
                <a:lnTo>
                  <a:pt x="1054100" y="336550"/>
                </a:lnTo>
                <a:lnTo>
                  <a:pt x="1047750" y="336550"/>
                </a:lnTo>
                <a:lnTo>
                  <a:pt x="1022350" y="361950"/>
                </a:lnTo>
                <a:lnTo>
                  <a:pt x="1016000" y="361950"/>
                </a:lnTo>
                <a:lnTo>
                  <a:pt x="1009650" y="355600"/>
                </a:lnTo>
                <a:lnTo>
                  <a:pt x="1009650" y="279400"/>
                </a:lnTo>
                <a:lnTo>
                  <a:pt x="1016000" y="273050"/>
                </a:lnTo>
                <a:lnTo>
                  <a:pt x="1016000" y="254000"/>
                </a:lnTo>
                <a:lnTo>
                  <a:pt x="1022350" y="247650"/>
                </a:lnTo>
                <a:lnTo>
                  <a:pt x="1022350" y="241300"/>
                </a:lnTo>
                <a:lnTo>
                  <a:pt x="1016000" y="234950"/>
                </a:lnTo>
                <a:lnTo>
                  <a:pt x="1016000" y="228600"/>
                </a:lnTo>
                <a:lnTo>
                  <a:pt x="996950" y="228600"/>
                </a:lnTo>
                <a:lnTo>
                  <a:pt x="996950" y="241300"/>
                </a:lnTo>
                <a:lnTo>
                  <a:pt x="990600" y="247650"/>
                </a:lnTo>
                <a:lnTo>
                  <a:pt x="990600" y="254000"/>
                </a:lnTo>
                <a:lnTo>
                  <a:pt x="977900" y="266700"/>
                </a:lnTo>
                <a:lnTo>
                  <a:pt x="977900" y="273050"/>
                </a:lnTo>
                <a:lnTo>
                  <a:pt x="965200" y="285750"/>
                </a:lnTo>
                <a:lnTo>
                  <a:pt x="965200" y="292100"/>
                </a:lnTo>
                <a:lnTo>
                  <a:pt x="958850" y="298450"/>
                </a:lnTo>
                <a:lnTo>
                  <a:pt x="958850" y="304800"/>
                </a:lnTo>
                <a:lnTo>
                  <a:pt x="946150" y="317500"/>
                </a:lnTo>
                <a:lnTo>
                  <a:pt x="946150" y="323850"/>
                </a:lnTo>
                <a:lnTo>
                  <a:pt x="920750" y="349250"/>
                </a:lnTo>
                <a:lnTo>
                  <a:pt x="914400" y="342900"/>
                </a:lnTo>
                <a:lnTo>
                  <a:pt x="914400" y="317500"/>
                </a:lnTo>
                <a:lnTo>
                  <a:pt x="920750" y="311150"/>
                </a:lnTo>
                <a:lnTo>
                  <a:pt x="920750" y="298450"/>
                </a:lnTo>
                <a:lnTo>
                  <a:pt x="927100" y="292100"/>
                </a:lnTo>
                <a:lnTo>
                  <a:pt x="927100" y="273050"/>
                </a:lnTo>
                <a:lnTo>
                  <a:pt x="933450" y="266700"/>
                </a:lnTo>
                <a:lnTo>
                  <a:pt x="933450" y="260350"/>
                </a:lnTo>
                <a:lnTo>
                  <a:pt x="939800" y="254000"/>
                </a:lnTo>
                <a:lnTo>
                  <a:pt x="939800" y="241300"/>
                </a:lnTo>
                <a:lnTo>
                  <a:pt x="946150" y="234950"/>
                </a:lnTo>
                <a:lnTo>
                  <a:pt x="939800" y="228600"/>
                </a:lnTo>
                <a:lnTo>
                  <a:pt x="939800" y="222250"/>
                </a:lnTo>
                <a:lnTo>
                  <a:pt x="933450" y="222250"/>
                </a:lnTo>
                <a:lnTo>
                  <a:pt x="927100" y="215900"/>
                </a:lnTo>
                <a:lnTo>
                  <a:pt x="920750" y="215900"/>
                </a:lnTo>
                <a:lnTo>
                  <a:pt x="920750" y="222250"/>
                </a:lnTo>
                <a:lnTo>
                  <a:pt x="914400" y="228600"/>
                </a:lnTo>
                <a:lnTo>
                  <a:pt x="914400" y="234950"/>
                </a:lnTo>
                <a:lnTo>
                  <a:pt x="901700" y="254000"/>
                </a:lnTo>
                <a:lnTo>
                  <a:pt x="901700" y="266700"/>
                </a:lnTo>
                <a:lnTo>
                  <a:pt x="895350" y="273050"/>
                </a:lnTo>
                <a:lnTo>
                  <a:pt x="895350" y="285750"/>
                </a:lnTo>
                <a:lnTo>
                  <a:pt x="889000" y="292100"/>
                </a:lnTo>
                <a:lnTo>
                  <a:pt x="889000" y="304800"/>
                </a:lnTo>
                <a:lnTo>
                  <a:pt x="831850" y="361950"/>
                </a:lnTo>
                <a:lnTo>
                  <a:pt x="819150" y="361950"/>
                </a:lnTo>
                <a:lnTo>
                  <a:pt x="812800" y="355600"/>
                </a:lnTo>
                <a:lnTo>
                  <a:pt x="812800" y="342900"/>
                </a:lnTo>
                <a:lnTo>
                  <a:pt x="819150" y="336550"/>
                </a:lnTo>
                <a:lnTo>
                  <a:pt x="819150" y="317500"/>
                </a:lnTo>
                <a:lnTo>
                  <a:pt x="825500" y="311150"/>
                </a:lnTo>
                <a:lnTo>
                  <a:pt x="825500" y="292100"/>
                </a:lnTo>
                <a:lnTo>
                  <a:pt x="838200" y="273050"/>
                </a:lnTo>
                <a:lnTo>
                  <a:pt x="838200" y="266700"/>
                </a:lnTo>
                <a:lnTo>
                  <a:pt x="825500" y="254000"/>
                </a:lnTo>
                <a:lnTo>
                  <a:pt x="819150" y="254000"/>
                </a:lnTo>
                <a:lnTo>
                  <a:pt x="806450" y="266700"/>
                </a:lnTo>
                <a:lnTo>
                  <a:pt x="806450" y="273050"/>
                </a:lnTo>
                <a:lnTo>
                  <a:pt x="800100" y="279400"/>
                </a:lnTo>
                <a:lnTo>
                  <a:pt x="800100" y="285750"/>
                </a:lnTo>
                <a:lnTo>
                  <a:pt x="787400" y="298450"/>
                </a:lnTo>
                <a:lnTo>
                  <a:pt x="787400" y="304800"/>
                </a:lnTo>
                <a:lnTo>
                  <a:pt x="736600" y="355600"/>
                </a:lnTo>
                <a:lnTo>
                  <a:pt x="730250" y="349250"/>
                </a:lnTo>
                <a:lnTo>
                  <a:pt x="730250" y="323850"/>
                </a:lnTo>
                <a:lnTo>
                  <a:pt x="736600" y="317500"/>
                </a:lnTo>
                <a:lnTo>
                  <a:pt x="736600" y="311150"/>
                </a:lnTo>
                <a:lnTo>
                  <a:pt x="742950" y="304800"/>
                </a:lnTo>
                <a:lnTo>
                  <a:pt x="742950" y="298450"/>
                </a:lnTo>
                <a:lnTo>
                  <a:pt x="755650" y="285750"/>
                </a:lnTo>
                <a:lnTo>
                  <a:pt x="755650" y="279400"/>
                </a:lnTo>
                <a:lnTo>
                  <a:pt x="793750" y="241300"/>
                </a:lnTo>
                <a:lnTo>
                  <a:pt x="800100" y="241300"/>
                </a:lnTo>
                <a:lnTo>
                  <a:pt x="806450" y="234950"/>
                </a:lnTo>
                <a:lnTo>
                  <a:pt x="819150" y="234950"/>
                </a:lnTo>
                <a:lnTo>
                  <a:pt x="825500" y="241300"/>
                </a:lnTo>
                <a:lnTo>
                  <a:pt x="831850" y="241300"/>
                </a:lnTo>
                <a:lnTo>
                  <a:pt x="831850" y="228600"/>
                </a:lnTo>
                <a:lnTo>
                  <a:pt x="825500" y="222250"/>
                </a:lnTo>
                <a:lnTo>
                  <a:pt x="812800" y="222250"/>
                </a:lnTo>
                <a:lnTo>
                  <a:pt x="806450" y="215900"/>
                </a:lnTo>
                <a:lnTo>
                  <a:pt x="774700" y="215900"/>
                </a:lnTo>
                <a:lnTo>
                  <a:pt x="768350" y="222250"/>
                </a:lnTo>
                <a:lnTo>
                  <a:pt x="762000" y="222250"/>
                </a:lnTo>
                <a:lnTo>
                  <a:pt x="723900" y="260350"/>
                </a:lnTo>
                <a:lnTo>
                  <a:pt x="723900" y="266700"/>
                </a:lnTo>
                <a:lnTo>
                  <a:pt x="711200" y="279400"/>
                </a:lnTo>
                <a:lnTo>
                  <a:pt x="711200" y="285750"/>
                </a:lnTo>
                <a:lnTo>
                  <a:pt x="704850" y="292100"/>
                </a:lnTo>
                <a:lnTo>
                  <a:pt x="704850" y="304800"/>
                </a:lnTo>
                <a:lnTo>
                  <a:pt x="698500" y="311150"/>
                </a:lnTo>
                <a:close/>
                <a:moveTo>
                  <a:pt x="1727200" y="254000"/>
                </a:moveTo>
                <a:lnTo>
                  <a:pt x="1733550" y="247650"/>
                </a:lnTo>
                <a:lnTo>
                  <a:pt x="1739900" y="254000"/>
                </a:lnTo>
                <a:lnTo>
                  <a:pt x="1765300" y="228600"/>
                </a:lnTo>
                <a:lnTo>
                  <a:pt x="1771650" y="234950"/>
                </a:lnTo>
                <a:lnTo>
                  <a:pt x="1771650" y="254000"/>
                </a:lnTo>
                <a:lnTo>
                  <a:pt x="1765300" y="260350"/>
                </a:lnTo>
                <a:lnTo>
                  <a:pt x="1765300" y="273050"/>
                </a:lnTo>
                <a:lnTo>
                  <a:pt x="1758950" y="279400"/>
                </a:lnTo>
                <a:lnTo>
                  <a:pt x="1758950" y="298450"/>
                </a:lnTo>
                <a:lnTo>
                  <a:pt x="1752600" y="304800"/>
                </a:lnTo>
                <a:lnTo>
                  <a:pt x="1752600" y="349250"/>
                </a:lnTo>
                <a:lnTo>
                  <a:pt x="1771650" y="368300"/>
                </a:lnTo>
                <a:lnTo>
                  <a:pt x="1790700" y="368300"/>
                </a:lnTo>
                <a:lnTo>
                  <a:pt x="1822450" y="336550"/>
                </a:lnTo>
                <a:lnTo>
                  <a:pt x="1822450" y="330200"/>
                </a:lnTo>
                <a:lnTo>
                  <a:pt x="1828800" y="323850"/>
                </a:lnTo>
                <a:lnTo>
                  <a:pt x="1835150" y="323850"/>
                </a:lnTo>
                <a:lnTo>
                  <a:pt x="1841500" y="330200"/>
                </a:lnTo>
                <a:lnTo>
                  <a:pt x="1841500" y="342900"/>
                </a:lnTo>
                <a:lnTo>
                  <a:pt x="1847850" y="349250"/>
                </a:lnTo>
                <a:lnTo>
                  <a:pt x="1847850" y="355600"/>
                </a:lnTo>
                <a:lnTo>
                  <a:pt x="1854200" y="355600"/>
                </a:lnTo>
                <a:lnTo>
                  <a:pt x="1860550" y="361950"/>
                </a:lnTo>
                <a:lnTo>
                  <a:pt x="1873250" y="361950"/>
                </a:lnTo>
                <a:lnTo>
                  <a:pt x="1879600" y="355600"/>
                </a:lnTo>
                <a:lnTo>
                  <a:pt x="1885950" y="355600"/>
                </a:lnTo>
                <a:lnTo>
                  <a:pt x="1905000" y="336550"/>
                </a:lnTo>
                <a:lnTo>
                  <a:pt x="1905000" y="330200"/>
                </a:lnTo>
                <a:lnTo>
                  <a:pt x="1924050" y="311150"/>
                </a:lnTo>
                <a:lnTo>
                  <a:pt x="1930400" y="317500"/>
                </a:lnTo>
                <a:lnTo>
                  <a:pt x="1930400" y="342900"/>
                </a:lnTo>
                <a:lnTo>
                  <a:pt x="1949450" y="361950"/>
                </a:lnTo>
                <a:lnTo>
                  <a:pt x="1974850" y="361950"/>
                </a:lnTo>
                <a:lnTo>
                  <a:pt x="1987550" y="349250"/>
                </a:lnTo>
                <a:lnTo>
                  <a:pt x="1987550" y="342900"/>
                </a:lnTo>
                <a:lnTo>
                  <a:pt x="2006600" y="323850"/>
                </a:lnTo>
                <a:lnTo>
                  <a:pt x="2012950" y="330200"/>
                </a:lnTo>
                <a:lnTo>
                  <a:pt x="2012950" y="361950"/>
                </a:lnTo>
                <a:lnTo>
                  <a:pt x="2025650" y="374650"/>
                </a:lnTo>
                <a:lnTo>
                  <a:pt x="2038350" y="374650"/>
                </a:lnTo>
                <a:lnTo>
                  <a:pt x="2038350" y="368300"/>
                </a:lnTo>
                <a:lnTo>
                  <a:pt x="2044700" y="361950"/>
                </a:lnTo>
                <a:lnTo>
                  <a:pt x="2044700" y="355600"/>
                </a:lnTo>
                <a:lnTo>
                  <a:pt x="2051050" y="349250"/>
                </a:lnTo>
                <a:lnTo>
                  <a:pt x="2051050" y="342900"/>
                </a:lnTo>
                <a:lnTo>
                  <a:pt x="2057400" y="336550"/>
                </a:lnTo>
                <a:lnTo>
                  <a:pt x="2057400" y="330200"/>
                </a:lnTo>
                <a:lnTo>
                  <a:pt x="2063750" y="323850"/>
                </a:lnTo>
                <a:lnTo>
                  <a:pt x="2063750" y="317500"/>
                </a:lnTo>
                <a:lnTo>
                  <a:pt x="2070100" y="311150"/>
                </a:lnTo>
                <a:lnTo>
                  <a:pt x="2070100" y="304800"/>
                </a:lnTo>
                <a:lnTo>
                  <a:pt x="2082800" y="292100"/>
                </a:lnTo>
                <a:lnTo>
                  <a:pt x="2082800" y="285750"/>
                </a:lnTo>
                <a:lnTo>
                  <a:pt x="2089150" y="279400"/>
                </a:lnTo>
                <a:lnTo>
                  <a:pt x="2089150" y="273050"/>
                </a:lnTo>
                <a:lnTo>
                  <a:pt x="2101850" y="260350"/>
                </a:lnTo>
                <a:lnTo>
                  <a:pt x="2101850" y="254000"/>
                </a:lnTo>
                <a:lnTo>
                  <a:pt x="2114550" y="241300"/>
                </a:lnTo>
                <a:lnTo>
                  <a:pt x="2120900" y="241300"/>
                </a:lnTo>
                <a:lnTo>
                  <a:pt x="2127250" y="247650"/>
                </a:lnTo>
                <a:lnTo>
                  <a:pt x="2120900" y="254000"/>
                </a:lnTo>
                <a:lnTo>
                  <a:pt x="2120900" y="266700"/>
                </a:lnTo>
                <a:lnTo>
                  <a:pt x="2114550" y="273050"/>
                </a:lnTo>
                <a:lnTo>
                  <a:pt x="2114550" y="285750"/>
                </a:lnTo>
                <a:lnTo>
                  <a:pt x="2108200" y="292100"/>
                </a:lnTo>
                <a:lnTo>
                  <a:pt x="2108200" y="317500"/>
                </a:lnTo>
                <a:lnTo>
                  <a:pt x="2101850" y="323850"/>
                </a:lnTo>
                <a:lnTo>
                  <a:pt x="2101850" y="342900"/>
                </a:lnTo>
                <a:lnTo>
                  <a:pt x="2114550" y="355600"/>
                </a:lnTo>
                <a:lnTo>
                  <a:pt x="2120900" y="355600"/>
                </a:lnTo>
                <a:lnTo>
                  <a:pt x="2127250" y="349250"/>
                </a:lnTo>
                <a:lnTo>
                  <a:pt x="2127250" y="342900"/>
                </a:lnTo>
                <a:lnTo>
                  <a:pt x="2139950" y="330200"/>
                </a:lnTo>
                <a:lnTo>
                  <a:pt x="2139950" y="323850"/>
                </a:lnTo>
                <a:lnTo>
                  <a:pt x="2152650" y="311150"/>
                </a:lnTo>
                <a:lnTo>
                  <a:pt x="2152650" y="304800"/>
                </a:lnTo>
                <a:lnTo>
                  <a:pt x="2165350" y="292100"/>
                </a:lnTo>
                <a:lnTo>
                  <a:pt x="2165350" y="285750"/>
                </a:lnTo>
                <a:lnTo>
                  <a:pt x="2178050" y="273050"/>
                </a:lnTo>
                <a:lnTo>
                  <a:pt x="2178050" y="266700"/>
                </a:lnTo>
                <a:lnTo>
                  <a:pt x="2184400" y="260350"/>
                </a:lnTo>
                <a:lnTo>
                  <a:pt x="2190750" y="260350"/>
                </a:lnTo>
                <a:lnTo>
                  <a:pt x="2197100" y="266700"/>
                </a:lnTo>
                <a:lnTo>
                  <a:pt x="2197100" y="273050"/>
                </a:lnTo>
                <a:lnTo>
                  <a:pt x="2190750" y="279400"/>
                </a:lnTo>
                <a:lnTo>
                  <a:pt x="2190750" y="292100"/>
                </a:lnTo>
                <a:lnTo>
                  <a:pt x="2184400" y="298450"/>
                </a:lnTo>
                <a:lnTo>
                  <a:pt x="2184400" y="349250"/>
                </a:lnTo>
                <a:lnTo>
                  <a:pt x="2197100" y="361950"/>
                </a:lnTo>
                <a:lnTo>
                  <a:pt x="2203450" y="361950"/>
                </a:lnTo>
                <a:lnTo>
                  <a:pt x="2209800" y="368300"/>
                </a:lnTo>
                <a:lnTo>
                  <a:pt x="2216150" y="361950"/>
                </a:lnTo>
                <a:lnTo>
                  <a:pt x="2222500" y="361950"/>
                </a:lnTo>
                <a:lnTo>
                  <a:pt x="2254250" y="330200"/>
                </a:lnTo>
                <a:lnTo>
                  <a:pt x="2266950" y="342900"/>
                </a:lnTo>
                <a:lnTo>
                  <a:pt x="2266950" y="349250"/>
                </a:lnTo>
                <a:lnTo>
                  <a:pt x="2279650" y="361950"/>
                </a:lnTo>
                <a:lnTo>
                  <a:pt x="2286000" y="361950"/>
                </a:lnTo>
                <a:lnTo>
                  <a:pt x="2292350" y="368300"/>
                </a:lnTo>
                <a:lnTo>
                  <a:pt x="2298700" y="368300"/>
                </a:lnTo>
                <a:lnTo>
                  <a:pt x="2305050" y="361950"/>
                </a:lnTo>
                <a:lnTo>
                  <a:pt x="2311400" y="361950"/>
                </a:lnTo>
                <a:lnTo>
                  <a:pt x="2330450" y="342900"/>
                </a:lnTo>
                <a:lnTo>
                  <a:pt x="2330450" y="336550"/>
                </a:lnTo>
                <a:lnTo>
                  <a:pt x="2343150" y="323850"/>
                </a:lnTo>
                <a:lnTo>
                  <a:pt x="2355850" y="336550"/>
                </a:lnTo>
                <a:lnTo>
                  <a:pt x="2355850" y="355600"/>
                </a:lnTo>
                <a:lnTo>
                  <a:pt x="2374900" y="368300"/>
                </a:lnTo>
                <a:lnTo>
                  <a:pt x="2387600" y="368300"/>
                </a:lnTo>
                <a:lnTo>
                  <a:pt x="2393950" y="361950"/>
                </a:lnTo>
                <a:lnTo>
                  <a:pt x="2400300" y="361950"/>
                </a:lnTo>
                <a:lnTo>
                  <a:pt x="2419350" y="342900"/>
                </a:lnTo>
                <a:lnTo>
                  <a:pt x="2419350" y="336550"/>
                </a:lnTo>
                <a:lnTo>
                  <a:pt x="2425700" y="330200"/>
                </a:lnTo>
                <a:lnTo>
                  <a:pt x="2432050" y="330200"/>
                </a:lnTo>
                <a:lnTo>
                  <a:pt x="2438400" y="336550"/>
                </a:lnTo>
                <a:lnTo>
                  <a:pt x="2438400" y="355600"/>
                </a:lnTo>
                <a:lnTo>
                  <a:pt x="2457450" y="368300"/>
                </a:lnTo>
                <a:lnTo>
                  <a:pt x="2463800" y="361950"/>
                </a:lnTo>
                <a:lnTo>
                  <a:pt x="2463800" y="355600"/>
                </a:lnTo>
                <a:lnTo>
                  <a:pt x="2470150" y="349250"/>
                </a:lnTo>
                <a:lnTo>
                  <a:pt x="2470150" y="342900"/>
                </a:lnTo>
                <a:lnTo>
                  <a:pt x="2476500" y="336550"/>
                </a:lnTo>
                <a:lnTo>
                  <a:pt x="2476500" y="330200"/>
                </a:lnTo>
                <a:lnTo>
                  <a:pt x="2482850" y="323850"/>
                </a:lnTo>
                <a:lnTo>
                  <a:pt x="2482850" y="317500"/>
                </a:lnTo>
                <a:lnTo>
                  <a:pt x="2489200" y="311150"/>
                </a:lnTo>
                <a:lnTo>
                  <a:pt x="2489200" y="304800"/>
                </a:lnTo>
                <a:lnTo>
                  <a:pt x="2501900" y="292100"/>
                </a:lnTo>
                <a:lnTo>
                  <a:pt x="2501900" y="285750"/>
                </a:lnTo>
                <a:lnTo>
                  <a:pt x="2514600" y="273050"/>
                </a:lnTo>
                <a:lnTo>
                  <a:pt x="2514600" y="266700"/>
                </a:lnTo>
                <a:lnTo>
                  <a:pt x="2552700" y="228600"/>
                </a:lnTo>
                <a:lnTo>
                  <a:pt x="2559050" y="234950"/>
                </a:lnTo>
                <a:lnTo>
                  <a:pt x="2559050" y="247650"/>
                </a:lnTo>
                <a:lnTo>
                  <a:pt x="2552700" y="254000"/>
                </a:lnTo>
                <a:lnTo>
                  <a:pt x="2552700" y="260350"/>
                </a:lnTo>
                <a:lnTo>
                  <a:pt x="2546350" y="266700"/>
                </a:lnTo>
                <a:lnTo>
                  <a:pt x="2546350" y="279400"/>
                </a:lnTo>
                <a:lnTo>
                  <a:pt x="2533650" y="298450"/>
                </a:lnTo>
                <a:lnTo>
                  <a:pt x="2533650" y="317500"/>
                </a:lnTo>
                <a:lnTo>
                  <a:pt x="2527300" y="323850"/>
                </a:lnTo>
                <a:lnTo>
                  <a:pt x="2527300" y="355600"/>
                </a:lnTo>
                <a:lnTo>
                  <a:pt x="2533650" y="361950"/>
                </a:lnTo>
                <a:lnTo>
                  <a:pt x="2533650" y="368300"/>
                </a:lnTo>
                <a:lnTo>
                  <a:pt x="2546350" y="381000"/>
                </a:lnTo>
                <a:lnTo>
                  <a:pt x="2552700" y="381000"/>
                </a:lnTo>
                <a:lnTo>
                  <a:pt x="2559050" y="387350"/>
                </a:lnTo>
                <a:lnTo>
                  <a:pt x="2565400" y="381000"/>
                </a:lnTo>
                <a:lnTo>
                  <a:pt x="2571750" y="381000"/>
                </a:lnTo>
                <a:lnTo>
                  <a:pt x="2578100" y="374650"/>
                </a:lnTo>
                <a:lnTo>
                  <a:pt x="2584450" y="374650"/>
                </a:lnTo>
                <a:lnTo>
                  <a:pt x="2590800" y="368300"/>
                </a:lnTo>
                <a:lnTo>
                  <a:pt x="2590800" y="361950"/>
                </a:lnTo>
                <a:lnTo>
                  <a:pt x="2609850" y="342900"/>
                </a:lnTo>
                <a:lnTo>
                  <a:pt x="2609850" y="336550"/>
                </a:lnTo>
                <a:lnTo>
                  <a:pt x="2578100" y="368300"/>
                </a:lnTo>
                <a:lnTo>
                  <a:pt x="2571750" y="368300"/>
                </a:lnTo>
                <a:lnTo>
                  <a:pt x="2565400" y="374650"/>
                </a:lnTo>
                <a:lnTo>
                  <a:pt x="2559050" y="374650"/>
                </a:lnTo>
                <a:lnTo>
                  <a:pt x="2552700" y="368300"/>
                </a:lnTo>
                <a:lnTo>
                  <a:pt x="2552700" y="349250"/>
                </a:lnTo>
                <a:lnTo>
                  <a:pt x="2559050" y="342900"/>
                </a:lnTo>
                <a:lnTo>
                  <a:pt x="2559050" y="323850"/>
                </a:lnTo>
                <a:lnTo>
                  <a:pt x="2565400" y="317500"/>
                </a:lnTo>
                <a:lnTo>
                  <a:pt x="2565400" y="298450"/>
                </a:lnTo>
                <a:lnTo>
                  <a:pt x="2571750" y="292100"/>
                </a:lnTo>
                <a:lnTo>
                  <a:pt x="2571750" y="285750"/>
                </a:lnTo>
                <a:lnTo>
                  <a:pt x="2584450" y="266700"/>
                </a:lnTo>
                <a:lnTo>
                  <a:pt x="2584450" y="247650"/>
                </a:lnTo>
                <a:lnTo>
                  <a:pt x="2590800" y="241300"/>
                </a:lnTo>
                <a:lnTo>
                  <a:pt x="2590800" y="228600"/>
                </a:lnTo>
                <a:lnTo>
                  <a:pt x="2571750" y="209550"/>
                </a:lnTo>
                <a:lnTo>
                  <a:pt x="2565400" y="209550"/>
                </a:lnTo>
                <a:lnTo>
                  <a:pt x="2559050" y="215900"/>
                </a:lnTo>
                <a:lnTo>
                  <a:pt x="2552700" y="215900"/>
                </a:lnTo>
                <a:lnTo>
                  <a:pt x="2514600" y="254000"/>
                </a:lnTo>
                <a:lnTo>
                  <a:pt x="2514600" y="260350"/>
                </a:lnTo>
                <a:lnTo>
                  <a:pt x="2501900" y="273050"/>
                </a:lnTo>
                <a:lnTo>
                  <a:pt x="2495550" y="266700"/>
                </a:lnTo>
                <a:lnTo>
                  <a:pt x="2495550" y="254000"/>
                </a:lnTo>
                <a:lnTo>
                  <a:pt x="2501900" y="247650"/>
                </a:lnTo>
                <a:lnTo>
                  <a:pt x="2501900" y="234950"/>
                </a:lnTo>
                <a:lnTo>
                  <a:pt x="2508250" y="228600"/>
                </a:lnTo>
                <a:lnTo>
                  <a:pt x="2508250" y="222250"/>
                </a:lnTo>
                <a:lnTo>
                  <a:pt x="2495550" y="209550"/>
                </a:lnTo>
                <a:lnTo>
                  <a:pt x="2482850" y="209550"/>
                </a:lnTo>
                <a:lnTo>
                  <a:pt x="2470150" y="228600"/>
                </a:lnTo>
                <a:lnTo>
                  <a:pt x="2470150" y="241300"/>
                </a:lnTo>
                <a:lnTo>
                  <a:pt x="2457450" y="260350"/>
                </a:lnTo>
                <a:lnTo>
                  <a:pt x="2457450" y="273050"/>
                </a:lnTo>
                <a:lnTo>
                  <a:pt x="2451100" y="279400"/>
                </a:lnTo>
                <a:lnTo>
                  <a:pt x="2451100" y="292100"/>
                </a:lnTo>
                <a:lnTo>
                  <a:pt x="2444750" y="298450"/>
                </a:lnTo>
                <a:lnTo>
                  <a:pt x="2444750" y="304800"/>
                </a:lnTo>
                <a:lnTo>
                  <a:pt x="2432050" y="317500"/>
                </a:lnTo>
                <a:lnTo>
                  <a:pt x="2432050" y="323850"/>
                </a:lnTo>
                <a:lnTo>
                  <a:pt x="2413000" y="342900"/>
                </a:lnTo>
                <a:lnTo>
                  <a:pt x="2406650" y="342900"/>
                </a:lnTo>
                <a:lnTo>
                  <a:pt x="2393950" y="355600"/>
                </a:lnTo>
                <a:lnTo>
                  <a:pt x="2387600" y="355600"/>
                </a:lnTo>
                <a:lnTo>
                  <a:pt x="2374900" y="342900"/>
                </a:lnTo>
                <a:lnTo>
                  <a:pt x="2381250" y="336550"/>
                </a:lnTo>
                <a:lnTo>
                  <a:pt x="2381250" y="317500"/>
                </a:lnTo>
                <a:lnTo>
                  <a:pt x="2387600" y="311150"/>
                </a:lnTo>
                <a:lnTo>
                  <a:pt x="2387600" y="292100"/>
                </a:lnTo>
                <a:lnTo>
                  <a:pt x="2393950" y="285750"/>
                </a:lnTo>
                <a:lnTo>
                  <a:pt x="2393950" y="273050"/>
                </a:lnTo>
                <a:lnTo>
                  <a:pt x="2400300" y="266700"/>
                </a:lnTo>
                <a:lnTo>
                  <a:pt x="2400300" y="260350"/>
                </a:lnTo>
                <a:lnTo>
                  <a:pt x="2387600" y="247650"/>
                </a:lnTo>
                <a:lnTo>
                  <a:pt x="2393950" y="241300"/>
                </a:lnTo>
                <a:lnTo>
                  <a:pt x="2393950" y="228600"/>
                </a:lnTo>
                <a:lnTo>
                  <a:pt x="2387600" y="222250"/>
                </a:lnTo>
                <a:lnTo>
                  <a:pt x="2381250" y="222250"/>
                </a:lnTo>
                <a:lnTo>
                  <a:pt x="2374900" y="215900"/>
                </a:lnTo>
                <a:lnTo>
                  <a:pt x="2362200" y="215900"/>
                </a:lnTo>
                <a:lnTo>
                  <a:pt x="2355850" y="209550"/>
                </a:lnTo>
                <a:lnTo>
                  <a:pt x="2349500" y="209550"/>
                </a:lnTo>
                <a:lnTo>
                  <a:pt x="2343150" y="215900"/>
                </a:lnTo>
                <a:lnTo>
                  <a:pt x="2336800" y="215900"/>
                </a:lnTo>
                <a:lnTo>
                  <a:pt x="2330450" y="222250"/>
                </a:lnTo>
                <a:lnTo>
                  <a:pt x="2324100" y="222250"/>
                </a:lnTo>
                <a:lnTo>
                  <a:pt x="2292350" y="254000"/>
                </a:lnTo>
                <a:lnTo>
                  <a:pt x="2292350" y="260350"/>
                </a:lnTo>
                <a:lnTo>
                  <a:pt x="2279650" y="273050"/>
                </a:lnTo>
                <a:lnTo>
                  <a:pt x="2279650" y="279400"/>
                </a:lnTo>
                <a:lnTo>
                  <a:pt x="2273300" y="285750"/>
                </a:lnTo>
                <a:lnTo>
                  <a:pt x="2273300" y="298450"/>
                </a:lnTo>
                <a:lnTo>
                  <a:pt x="2266950" y="304800"/>
                </a:lnTo>
                <a:lnTo>
                  <a:pt x="2266950" y="311150"/>
                </a:lnTo>
                <a:lnTo>
                  <a:pt x="2222500" y="355600"/>
                </a:lnTo>
                <a:lnTo>
                  <a:pt x="2216150" y="355600"/>
                </a:lnTo>
                <a:lnTo>
                  <a:pt x="2203450" y="342900"/>
                </a:lnTo>
                <a:lnTo>
                  <a:pt x="2209800" y="336550"/>
                </a:lnTo>
                <a:lnTo>
                  <a:pt x="2209800" y="317500"/>
                </a:lnTo>
                <a:lnTo>
                  <a:pt x="2216150" y="311150"/>
                </a:lnTo>
                <a:lnTo>
                  <a:pt x="2216150" y="298450"/>
                </a:lnTo>
                <a:lnTo>
                  <a:pt x="2222500" y="292100"/>
                </a:lnTo>
                <a:lnTo>
                  <a:pt x="2222500" y="279400"/>
                </a:lnTo>
                <a:lnTo>
                  <a:pt x="2228850" y="273050"/>
                </a:lnTo>
                <a:lnTo>
                  <a:pt x="2228850" y="241300"/>
                </a:lnTo>
                <a:lnTo>
                  <a:pt x="2209800" y="228600"/>
                </a:lnTo>
                <a:lnTo>
                  <a:pt x="2203450" y="234950"/>
                </a:lnTo>
                <a:lnTo>
                  <a:pt x="2197100" y="234950"/>
                </a:lnTo>
                <a:lnTo>
                  <a:pt x="2171700" y="260350"/>
                </a:lnTo>
                <a:lnTo>
                  <a:pt x="2171700" y="266700"/>
                </a:lnTo>
                <a:lnTo>
                  <a:pt x="2152650" y="285750"/>
                </a:lnTo>
                <a:lnTo>
                  <a:pt x="2146300" y="279400"/>
                </a:lnTo>
                <a:lnTo>
                  <a:pt x="2146300" y="273050"/>
                </a:lnTo>
                <a:lnTo>
                  <a:pt x="2152650" y="266700"/>
                </a:lnTo>
                <a:lnTo>
                  <a:pt x="2152650" y="247650"/>
                </a:lnTo>
                <a:lnTo>
                  <a:pt x="2159000" y="241300"/>
                </a:lnTo>
                <a:lnTo>
                  <a:pt x="2159000" y="228600"/>
                </a:lnTo>
                <a:lnTo>
                  <a:pt x="2139950" y="209550"/>
                </a:lnTo>
                <a:lnTo>
                  <a:pt x="2127250" y="209550"/>
                </a:lnTo>
                <a:lnTo>
                  <a:pt x="2108200" y="228600"/>
                </a:lnTo>
                <a:lnTo>
                  <a:pt x="2108200" y="234950"/>
                </a:lnTo>
                <a:lnTo>
                  <a:pt x="2089150" y="254000"/>
                </a:lnTo>
                <a:lnTo>
                  <a:pt x="2089150" y="260350"/>
                </a:lnTo>
                <a:lnTo>
                  <a:pt x="2076450" y="273050"/>
                </a:lnTo>
                <a:lnTo>
                  <a:pt x="2070100" y="266700"/>
                </a:lnTo>
                <a:lnTo>
                  <a:pt x="2070100" y="254000"/>
                </a:lnTo>
                <a:lnTo>
                  <a:pt x="2076450" y="247650"/>
                </a:lnTo>
                <a:lnTo>
                  <a:pt x="2076450" y="222250"/>
                </a:lnTo>
                <a:lnTo>
                  <a:pt x="2070100" y="222250"/>
                </a:lnTo>
                <a:lnTo>
                  <a:pt x="2063750" y="215900"/>
                </a:lnTo>
                <a:lnTo>
                  <a:pt x="2057400" y="215900"/>
                </a:lnTo>
                <a:lnTo>
                  <a:pt x="2044700" y="234950"/>
                </a:lnTo>
                <a:lnTo>
                  <a:pt x="2044700" y="247650"/>
                </a:lnTo>
                <a:lnTo>
                  <a:pt x="2038350" y="254000"/>
                </a:lnTo>
                <a:lnTo>
                  <a:pt x="2038350" y="266700"/>
                </a:lnTo>
                <a:lnTo>
                  <a:pt x="2032000" y="273050"/>
                </a:lnTo>
                <a:lnTo>
                  <a:pt x="2032000" y="285750"/>
                </a:lnTo>
                <a:lnTo>
                  <a:pt x="2025650" y="292100"/>
                </a:lnTo>
                <a:lnTo>
                  <a:pt x="2025650" y="298450"/>
                </a:lnTo>
                <a:lnTo>
                  <a:pt x="2006600" y="317500"/>
                </a:lnTo>
                <a:lnTo>
                  <a:pt x="2006600" y="323850"/>
                </a:lnTo>
                <a:lnTo>
                  <a:pt x="2000250" y="330200"/>
                </a:lnTo>
                <a:lnTo>
                  <a:pt x="1993900" y="330200"/>
                </a:lnTo>
                <a:lnTo>
                  <a:pt x="1968500" y="355600"/>
                </a:lnTo>
                <a:lnTo>
                  <a:pt x="1955800" y="342900"/>
                </a:lnTo>
                <a:lnTo>
                  <a:pt x="1955800" y="311150"/>
                </a:lnTo>
                <a:lnTo>
                  <a:pt x="1962150" y="304800"/>
                </a:lnTo>
                <a:lnTo>
                  <a:pt x="1962150" y="292100"/>
                </a:lnTo>
                <a:lnTo>
                  <a:pt x="1968500" y="285750"/>
                </a:lnTo>
                <a:lnTo>
                  <a:pt x="1968500" y="273050"/>
                </a:lnTo>
                <a:lnTo>
                  <a:pt x="1974850" y="266700"/>
                </a:lnTo>
                <a:lnTo>
                  <a:pt x="1974850" y="254000"/>
                </a:lnTo>
                <a:lnTo>
                  <a:pt x="1987550" y="234950"/>
                </a:lnTo>
                <a:lnTo>
                  <a:pt x="1987550" y="228600"/>
                </a:lnTo>
                <a:lnTo>
                  <a:pt x="1974850" y="215900"/>
                </a:lnTo>
                <a:lnTo>
                  <a:pt x="1968500" y="215900"/>
                </a:lnTo>
                <a:lnTo>
                  <a:pt x="1968500" y="222250"/>
                </a:lnTo>
                <a:lnTo>
                  <a:pt x="1962150" y="228600"/>
                </a:lnTo>
                <a:lnTo>
                  <a:pt x="1962150" y="234950"/>
                </a:lnTo>
                <a:lnTo>
                  <a:pt x="1949450" y="247650"/>
                </a:lnTo>
                <a:lnTo>
                  <a:pt x="1949450" y="254000"/>
                </a:lnTo>
                <a:lnTo>
                  <a:pt x="1943100" y="260350"/>
                </a:lnTo>
                <a:lnTo>
                  <a:pt x="1943100" y="266700"/>
                </a:lnTo>
                <a:lnTo>
                  <a:pt x="1936750" y="273050"/>
                </a:lnTo>
                <a:lnTo>
                  <a:pt x="1936750" y="279400"/>
                </a:lnTo>
                <a:lnTo>
                  <a:pt x="1924050" y="292100"/>
                </a:lnTo>
                <a:lnTo>
                  <a:pt x="1924050" y="298450"/>
                </a:lnTo>
                <a:lnTo>
                  <a:pt x="1898650" y="323850"/>
                </a:lnTo>
                <a:lnTo>
                  <a:pt x="1898650" y="330200"/>
                </a:lnTo>
                <a:lnTo>
                  <a:pt x="1892300" y="336550"/>
                </a:lnTo>
                <a:lnTo>
                  <a:pt x="1885950" y="336550"/>
                </a:lnTo>
                <a:lnTo>
                  <a:pt x="1873250" y="349250"/>
                </a:lnTo>
                <a:lnTo>
                  <a:pt x="1866900" y="342900"/>
                </a:lnTo>
                <a:lnTo>
                  <a:pt x="1866900" y="317500"/>
                </a:lnTo>
                <a:lnTo>
                  <a:pt x="1873250" y="311150"/>
                </a:lnTo>
                <a:lnTo>
                  <a:pt x="1873250" y="298450"/>
                </a:lnTo>
                <a:lnTo>
                  <a:pt x="1879600" y="292100"/>
                </a:lnTo>
                <a:lnTo>
                  <a:pt x="1879600" y="279400"/>
                </a:lnTo>
                <a:lnTo>
                  <a:pt x="1892300" y="260350"/>
                </a:lnTo>
                <a:lnTo>
                  <a:pt x="1892300" y="247650"/>
                </a:lnTo>
                <a:lnTo>
                  <a:pt x="1898650" y="241300"/>
                </a:lnTo>
                <a:lnTo>
                  <a:pt x="1898650" y="222250"/>
                </a:lnTo>
                <a:lnTo>
                  <a:pt x="1892300" y="222250"/>
                </a:lnTo>
                <a:lnTo>
                  <a:pt x="1885950" y="215900"/>
                </a:lnTo>
                <a:lnTo>
                  <a:pt x="1879600" y="215900"/>
                </a:lnTo>
                <a:lnTo>
                  <a:pt x="1879600" y="222250"/>
                </a:lnTo>
                <a:lnTo>
                  <a:pt x="1873250" y="228600"/>
                </a:lnTo>
                <a:lnTo>
                  <a:pt x="1873250" y="234950"/>
                </a:lnTo>
                <a:lnTo>
                  <a:pt x="1866900" y="241300"/>
                </a:lnTo>
                <a:lnTo>
                  <a:pt x="1866900" y="247650"/>
                </a:lnTo>
                <a:lnTo>
                  <a:pt x="1854200" y="266700"/>
                </a:lnTo>
                <a:lnTo>
                  <a:pt x="1854200" y="279400"/>
                </a:lnTo>
                <a:lnTo>
                  <a:pt x="1847850" y="285750"/>
                </a:lnTo>
                <a:lnTo>
                  <a:pt x="1847850" y="298450"/>
                </a:lnTo>
                <a:lnTo>
                  <a:pt x="1828800" y="317500"/>
                </a:lnTo>
                <a:lnTo>
                  <a:pt x="1828800" y="323850"/>
                </a:lnTo>
                <a:lnTo>
                  <a:pt x="1797050" y="355600"/>
                </a:lnTo>
                <a:lnTo>
                  <a:pt x="1784350" y="355600"/>
                </a:lnTo>
                <a:lnTo>
                  <a:pt x="1778000" y="349250"/>
                </a:lnTo>
                <a:lnTo>
                  <a:pt x="1778000" y="336550"/>
                </a:lnTo>
                <a:lnTo>
                  <a:pt x="1784350" y="330200"/>
                </a:lnTo>
                <a:lnTo>
                  <a:pt x="1784350" y="311150"/>
                </a:lnTo>
                <a:lnTo>
                  <a:pt x="1790700" y="304800"/>
                </a:lnTo>
                <a:lnTo>
                  <a:pt x="1790700" y="285750"/>
                </a:lnTo>
                <a:lnTo>
                  <a:pt x="1797050" y="279400"/>
                </a:lnTo>
                <a:lnTo>
                  <a:pt x="1797050" y="266700"/>
                </a:lnTo>
                <a:lnTo>
                  <a:pt x="1803400" y="260350"/>
                </a:lnTo>
                <a:lnTo>
                  <a:pt x="1803400" y="222250"/>
                </a:lnTo>
                <a:lnTo>
                  <a:pt x="1797050" y="215900"/>
                </a:lnTo>
                <a:lnTo>
                  <a:pt x="1790700" y="215900"/>
                </a:lnTo>
                <a:lnTo>
                  <a:pt x="1784350" y="209550"/>
                </a:lnTo>
                <a:lnTo>
                  <a:pt x="1778000" y="209550"/>
                </a:lnTo>
                <a:lnTo>
                  <a:pt x="1771650" y="215900"/>
                </a:lnTo>
                <a:lnTo>
                  <a:pt x="1765300" y="215900"/>
                </a:lnTo>
                <a:lnTo>
                  <a:pt x="1752600" y="228600"/>
                </a:lnTo>
                <a:lnTo>
                  <a:pt x="1746250" y="228600"/>
                </a:lnTo>
                <a:lnTo>
                  <a:pt x="1746250" y="234950"/>
                </a:lnTo>
                <a:close/>
                <a:moveTo>
                  <a:pt x="2387600" y="234950"/>
                </a:moveTo>
                <a:lnTo>
                  <a:pt x="2393950" y="241300"/>
                </a:lnTo>
                <a:lnTo>
                  <a:pt x="2374900" y="260350"/>
                </a:lnTo>
                <a:lnTo>
                  <a:pt x="2374900" y="266700"/>
                </a:lnTo>
                <a:lnTo>
                  <a:pt x="2362200" y="279400"/>
                </a:lnTo>
                <a:lnTo>
                  <a:pt x="2362200" y="285750"/>
                </a:lnTo>
                <a:lnTo>
                  <a:pt x="2349500" y="298450"/>
                </a:lnTo>
                <a:lnTo>
                  <a:pt x="2349500" y="304800"/>
                </a:lnTo>
                <a:lnTo>
                  <a:pt x="2305050" y="349250"/>
                </a:lnTo>
                <a:lnTo>
                  <a:pt x="2298700" y="349250"/>
                </a:lnTo>
                <a:lnTo>
                  <a:pt x="2292350" y="342900"/>
                </a:lnTo>
                <a:lnTo>
                  <a:pt x="2292350" y="336550"/>
                </a:lnTo>
                <a:lnTo>
                  <a:pt x="2298700" y="330200"/>
                </a:lnTo>
                <a:lnTo>
                  <a:pt x="2298700" y="317500"/>
                </a:lnTo>
                <a:lnTo>
                  <a:pt x="2305050" y="311150"/>
                </a:lnTo>
                <a:lnTo>
                  <a:pt x="2305050" y="304800"/>
                </a:lnTo>
                <a:lnTo>
                  <a:pt x="2311400" y="298450"/>
                </a:lnTo>
                <a:lnTo>
                  <a:pt x="2311400" y="292100"/>
                </a:lnTo>
                <a:lnTo>
                  <a:pt x="2317750" y="285750"/>
                </a:lnTo>
                <a:lnTo>
                  <a:pt x="2317750" y="279400"/>
                </a:lnTo>
                <a:lnTo>
                  <a:pt x="2355850" y="241300"/>
                </a:lnTo>
                <a:lnTo>
                  <a:pt x="2362200" y="241300"/>
                </a:lnTo>
                <a:lnTo>
                  <a:pt x="2368550" y="234950"/>
                </a:lnTo>
                <a:close/>
                <a:moveTo>
                  <a:pt x="685800" y="222250"/>
                </a:moveTo>
                <a:lnTo>
                  <a:pt x="679450" y="222250"/>
                </a:lnTo>
                <a:lnTo>
                  <a:pt x="673100" y="215900"/>
                </a:lnTo>
                <a:lnTo>
                  <a:pt x="660400" y="215900"/>
                </a:lnTo>
                <a:lnTo>
                  <a:pt x="654050" y="222250"/>
                </a:lnTo>
                <a:lnTo>
                  <a:pt x="647700" y="222250"/>
                </a:lnTo>
                <a:lnTo>
                  <a:pt x="647700" y="228600"/>
                </a:lnTo>
                <a:lnTo>
                  <a:pt x="609600" y="266700"/>
                </a:lnTo>
                <a:lnTo>
                  <a:pt x="603250" y="260350"/>
                </a:lnTo>
                <a:lnTo>
                  <a:pt x="603250" y="254000"/>
                </a:lnTo>
                <a:lnTo>
                  <a:pt x="609600" y="247650"/>
                </a:lnTo>
                <a:lnTo>
                  <a:pt x="609600" y="234950"/>
                </a:lnTo>
                <a:lnTo>
                  <a:pt x="615950" y="228600"/>
                </a:lnTo>
                <a:lnTo>
                  <a:pt x="603250" y="215900"/>
                </a:lnTo>
                <a:lnTo>
                  <a:pt x="596900" y="215900"/>
                </a:lnTo>
                <a:lnTo>
                  <a:pt x="590550" y="209550"/>
                </a:lnTo>
                <a:lnTo>
                  <a:pt x="584200" y="215900"/>
                </a:lnTo>
                <a:lnTo>
                  <a:pt x="584200" y="222250"/>
                </a:lnTo>
                <a:lnTo>
                  <a:pt x="577850" y="228600"/>
                </a:lnTo>
                <a:lnTo>
                  <a:pt x="577850" y="241300"/>
                </a:lnTo>
                <a:lnTo>
                  <a:pt x="571500" y="247650"/>
                </a:lnTo>
                <a:lnTo>
                  <a:pt x="571500" y="260350"/>
                </a:lnTo>
                <a:lnTo>
                  <a:pt x="565150" y="266700"/>
                </a:lnTo>
                <a:lnTo>
                  <a:pt x="565150" y="279400"/>
                </a:lnTo>
                <a:lnTo>
                  <a:pt x="558800" y="285750"/>
                </a:lnTo>
                <a:lnTo>
                  <a:pt x="558800" y="304800"/>
                </a:lnTo>
                <a:lnTo>
                  <a:pt x="552450" y="311150"/>
                </a:lnTo>
                <a:lnTo>
                  <a:pt x="552450" y="349250"/>
                </a:lnTo>
                <a:lnTo>
                  <a:pt x="546100" y="355600"/>
                </a:lnTo>
                <a:lnTo>
                  <a:pt x="552450" y="361950"/>
                </a:lnTo>
                <a:lnTo>
                  <a:pt x="552450" y="368300"/>
                </a:lnTo>
                <a:lnTo>
                  <a:pt x="558800" y="368300"/>
                </a:lnTo>
                <a:lnTo>
                  <a:pt x="565150" y="374650"/>
                </a:lnTo>
                <a:lnTo>
                  <a:pt x="571500" y="374650"/>
                </a:lnTo>
                <a:lnTo>
                  <a:pt x="577850" y="368300"/>
                </a:lnTo>
                <a:lnTo>
                  <a:pt x="577850" y="355600"/>
                </a:lnTo>
                <a:lnTo>
                  <a:pt x="584200" y="349250"/>
                </a:lnTo>
                <a:lnTo>
                  <a:pt x="584200" y="336550"/>
                </a:lnTo>
                <a:lnTo>
                  <a:pt x="590550" y="330200"/>
                </a:lnTo>
                <a:lnTo>
                  <a:pt x="590550" y="323850"/>
                </a:lnTo>
                <a:lnTo>
                  <a:pt x="596900" y="317500"/>
                </a:lnTo>
                <a:lnTo>
                  <a:pt x="596900" y="311150"/>
                </a:lnTo>
                <a:lnTo>
                  <a:pt x="603250" y="304800"/>
                </a:lnTo>
                <a:lnTo>
                  <a:pt x="603250" y="298450"/>
                </a:lnTo>
                <a:lnTo>
                  <a:pt x="615950" y="285750"/>
                </a:lnTo>
                <a:lnTo>
                  <a:pt x="615950" y="279400"/>
                </a:lnTo>
                <a:lnTo>
                  <a:pt x="628650" y="266700"/>
                </a:lnTo>
                <a:lnTo>
                  <a:pt x="628650" y="260350"/>
                </a:lnTo>
                <a:lnTo>
                  <a:pt x="654050" y="234950"/>
                </a:lnTo>
                <a:lnTo>
                  <a:pt x="666750" y="234950"/>
                </a:lnTo>
                <a:lnTo>
                  <a:pt x="679450" y="247650"/>
                </a:lnTo>
                <a:lnTo>
                  <a:pt x="685800" y="247650"/>
                </a:lnTo>
                <a:lnTo>
                  <a:pt x="692150" y="254000"/>
                </a:lnTo>
                <a:lnTo>
                  <a:pt x="692150" y="241300"/>
                </a:lnTo>
                <a:lnTo>
                  <a:pt x="685800" y="234950"/>
                </a:lnTo>
                <a:close/>
                <a:moveTo>
                  <a:pt x="3568700" y="203200"/>
                </a:moveTo>
                <a:lnTo>
                  <a:pt x="3562350" y="203200"/>
                </a:lnTo>
                <a:lnTo>
                  <a:pt x="3562350" y="209550"/>
                </a:lnTo>
                <a:lnTo>
                  <a:pt x="3543300" y="228600"/>
                </a:lnTo>
                <a:lnTo>
                  <a:pt x="3543300" y="234950"/>
                </a:lnTo>
                <a:lnTo>
                  <a:pt x="3536950" y="241300"/>
                </a:lnTo>
                <a:lnTo>
                  <a:pt x="3536950" y="247650"/>
                </a:lnTo>
                <a:lnTo>
                  <a:pt x="3562350" y="222250"/>
                </a:lnTo>
                <a:lnTo>
                  <a:pt x="3562350" y="215900"/>
                </a:lnTo>
                <a:lnTo>
                  <a:pt x="3568700" y="209550"/>
                </a:lnTo>
                <a:close/>
                <a:moveTo>
                  <a:pt x="3067050" y="215900"/>
                </a:moveTo>
                <a:lnTo>
                  <a:pt x="3060700" y="222250"/>
                </a:lnTo>
                <a:lnTo>
                  <a:pt x="3060700" y="228600"/>
                </a:lnTo>
                <a:lnTo>
                  <a:pt x="3048000" y="241300"/>
                </a:lnTo>
                <a:lnTo>
                  <a:pt x="3048000" y="247650"/>
                </a:lnTo>
                <a:lnTo>
                  <a:pt x="3041650" y="254000"/>
                </a:lnTo>
                <a:lnTo>
                  <a:pt x="3041650" y="266700"/>
                </a:lnTo>
                <a:lnTo>
                  <a:pt x="3035300" y="273050"/>
                </a:lnTo>
                <a:lnTo>
                  <a:pt x="3035300" y="285750"/>
                </a:lnTo>
                <a:lnTo>
                  <a:pt x="3022600" y="298450"/>
                </a:lnTo>
                <a:lnTo>
                  <a:pt x="3022600" y="304800"/>
                </a:lnTo>
                <a:lnTo>
                  <a:pt x="3016250" y="311150"/>
                </a:lnTo>
                <a:lnTo>
                  <a:pt x="3022600" y="317500"/>
                </a:lnTo>
                <a:lnTo>
                  <a:pt x="3022600" y="342900"/>
                </a:lnTo>
                <a:lnTo>
                  <a:pt x="3028950" y="349250"/>
                </a:lnTo>
                <a:lnTo>
                  <a:pt x="3028950" y="355600"/>
                </a:lnTo>
                <a:lnTo>
                  <a:pt x="3035300" y="355600"/>
                </a:lnTo>
                <a:lnTo>
                  <a:pt x="3041650" y="361950"/>
                </a:lnTo>
                <a:lnTo>
                  <a:pt x="3060700" y="361950"/>
                </a:lnTo>
                <a:lnTo>
                  <a:pt x="3079750" y="342900"/>
                </a:lnTo>
                <a:lnTo>
                  <a:pt x="3079750" y="336550"/>
                </a:lnTo>
                <a:lnTo>
                  <a:pt x="3098800" y="317500"/>
                </a:lnTo>
                <a:lnTo>
                  <a:pt x="3105150" y="323850"/>
                </a:lnTo>
                <a:lnTo>
                  <a:pt x="3105150" y="355600"/>
                </a:lnTo>
                <a:lnTo>
                  <a:pt x="3111500" y="355600"/>
                </a:lnTo>
                <a:lnTo>
                  <a:pt x="3117850" y="361950"/>
                </a:lnTo>
                <a:lnTo>
                  <a:pt x="3124200" y="361950"/>
                </a:lnTo>
                <a:lnTo>
                  <a:pt x="3130550" y="355600"/>
                </a:lnTo>
                <a:lnTo>
                  <a:pt x="3130550" y="349250"/>
                </a:lnTo>
                <a:lnTo>
                  <a:pt x="3136900" y="342900"/>
                </a:lnTo>
                <a:lnTo>
                  <a:pt x="3136900" y="336550"/>
                </a:lnTo>
                <a:lnTo>
                  <a:pt x="3143250" y="330200"/>
                </a:lnTo>
                <a:lnTo>
                  <a:pt x="3143250" y="323850"/>
                </a:lnTo>
                <a:lnTo>
                  <a:pt x="3149600" y="317500"/>
                </a:lnTo>
                <a:lnTo>
                  <a:pt x="3149600" y="311150"/>
                </a:lnTo>
                <a:lnTo>
                  <a:pt x="3155950" y="304800"/>
                </a:lnTo>
                <a:lnTo>
                  <a:pt x="3155950" y="298450"/>
                </a:lnTo>
                <a:lnTo>
                  <a:pt x="3168650" y="285750"/>
                </a:lnTo>
                <a:lnTo>
                  <a:pt x="3168650" y="279400"/>
                </a:lnTo>
                <a:lnTo>
                  <a:pt x="3187700" y="260350"/>
                </a:lnTo>
                <a:lnTo>
                  <a:pt x="3187700" y="254000"/>
                </a:lnTo>
                <a:lnTo>
                  <a:pt x="3213100" y="228600"/>
                </a:lnTo>
                <a:lnTo>
                  <a:pt x="3219450" y="228600"/>
                </a:lnTo>
                <a:lnTo>
                  <a:pt x="3225800" y="234950"/>
                </a:lnTo>
                <a:lnTo>
                  <a:pt x="3225800" y="241300"/>
                </a:lnTo>
                <a:lnTo>
                  <a:pt x="3219450" y="247650"/>
                </a:lnTo>
                <a:lnTo>
                  <a:pt x="3219450" y="260350"/>
                </a:lnTo>
                <a:lnTo>
                  <a:pt x="3213100" y="266700"/>
                </a:lnTo>
                <a:lnTo>
                  <a:pt x="3213100" y="273050"/>
                </a:lnTo>
                <a:lnTo>
                  <a:pt x="3200400" y="292100"/>
                </a:lnTo>
                <a:lnTo>
                  <a:pt x="3200400" y="311150"/>
                </a:lnTo>
                <a:lnTo>
                  <a:pt x="3194050" y="317500"/>
                </a:lnTo>
                <a:lnTo>
                  <a:pt x="3194050" y="355600"/>
                </a:lnTo>
                <a:lnTo>
                  <a:pt x="3206750" y="374650"/>
                </a:lnTo>
                <a:lnTo>
                  <a:pt x="3213100" y="374650"/>
                </a:lnTo>
                <a:lnTo>
                  <a:pt x="3219450" y="381000"/>
                </a:lnTo>
                <a:lnTo>
                  <a:pt x="3225800" y="381000"/>
                </a:lnTo>
                <a:lnTo>
                  <a:pt x="3232150" y="374650"/>
                </a:lnTo>
                <a:lnTo>
                  <a:pt x="3238500" y="374650"/>
                </a:lnTo>
                <a:lnTo>
                  <a:pt x="3238500" y="368300"/>
                </a:lnTo>
                <a:lnTo>
                  <a:pt x="3257550" y="349250"/>
                </a:lnTo>
                <a:lnTo>
                  <a:pt x="3257550" y="342900"/>
                </a:lnTo>
                <a:lnTo>
                  <a:pt x="3263900" y="336550"/>
                </a:lnTo>
                <a:lnTo>
                  <a:pt x="3276600" y="336550"/>
                </a:lnTo>
                <a:lnTo>
                  <a:pt x="3282950" y="342900"/>
                </a:lnTo>
                <a:lnTo>
                  <a:pt x="3282950" y="349250"/>
                </a:lnTo>
                <a:lnTo>
                  <a:pt x="3302000" y="361950"/>
                </a:lnTo>
                <a:lnTo>
                  <a:pt x="3321050" y="361950"/>
                </a:lnTo>
                <a:lnTo>
                  <a:pt x="3359150" y="323850"/>
                </a:lnTo>
                <a:lnTo>
                  <a:pt x="3359150" y="317500"/>
                </a:lnTo>
                <a:lnTo>
                  <a:pt x="3371850" y="304800"/>
                </a:lnTo>
                <a:lnTo>
                  <a:pt x="3378200" y="311150"/>
                </a:lnTo>
                <a:lnTo>
                  <a:pt x="3378200" y="330200"/>
                </a:lnTo>
                <a:lnTo>
                  <a:pt x="3371850" y="336550"/>
                </a:lnTo>
                <a:lnTo>
                  <a:pt x="3371850" y="349250"/>
                </a:lnTo>
                <a:lnTo>
                  <a:pt x="3365500" y="355600"/>
                </a:lnTo>
                <a:lnTo>
                  <a:pt x="3365500" y="368300"/>
                </a:lnTo>
                <a:lnTo>
                  <a:pt x="3359150" y="374650"/>
                </a:lnTo>
                <a:lnTo>
                  <a:pt x="3359150" y="393700"/>
                </a:lnTo>
                <a:lnTo>
                  <a:pt x="3352800" y="400050"/>
                </a:lnTo>
                <a:lnTo>
                  <a:pt x="3346450" y="400050"/>
                </a:lnTo>
                <a:lnTo>
                  <a:pt x="3340100" y="406400"/>
                </a:lnTo>
                <a:lnTo>
                  <a:pt x="3308350" y="406400"/>
                </a:lnTo>
                <a:lnTo>
                  <a:pt x="3302000" y="412750"/>
                </a:lnTo>
                <a:lnTo>
                  <a:pt x="3276600" y="412750"/>
                </a:lnTo>
                <a:lnTo>
                  <a:pt x="3270250" y="419100"/>
                </a:lnTo>
                <a:lnTo>
                  <a:pt x="3257550" y="419100"/>
                </a:lnTo>
                <a:lnTo>
                  <a:pt x="3251200" y="425450"/>
                </a:lnTo>
                <a:lnTo>
                  <a:pt x="3238500" y="425450"/>
                </a:lnTo>
                <a:lnTo>
                  <a:pt x="3232150" y="431800"/>
                </a:lnTo>
                <a:lnTo>
                  <a:pt x="3219450" y="431800"/>
                </a:lnTo>
                <a:lnTo>
                  <a:pt x="3213100" y="438150"/>
                </a:lnTo>
                <a:lnTo>
                  <a:pt x="3206750" y="438150"/>
                </a:lnTo>
                <a:lnTo>
                  <a:pt x="3200400" y="444500"/>
                </a:lnTo>
                <a:lnTo>
                  <a:pt x="3194050" y="444500"/>
                </a:lnTo>
                <a:lnTo>
                  <a:pt x="3187700" y="450850"/>
                </a:lnTo>
                <a:lnTo>
                  <a:pt x="3181350" y="450850"/>
                </a:lnTo>
                <a:lnTo>
                  <a:pt x="3162300" y="463550"/>
                </a:lnTo>
                <a:lnTo>
                  <a:pt x="3168650" y="463550"/>
                </a:lnTo>
                <a:lnTo>
                  <a:pt x="3175000" y="469900"/>
                </a:lnTo>
                <a:lnTo>
                  <a:pt x="3181350" y="469900"/>
                </a:lnTo>
                <a:lnTo>
                  <a:pt x="3187700" y="463550"/>
                </a:lnTo>
                <a:lnTo>
                  <a:pt x="3194050" y="463550"/>
                </a:lnTo>
                <a:lnTo>
                  <a:pt x="3200400" y="457200"/>
                </a:lnTo>
                <a:lnTo>
                  <a:pt x="3206750" y="457200"/>
                </a:lnTo>
                <a:lnTo>
                  <a:pt x="3213100" y="450850"/>
                </a:lnTo>
                <a:lnTo>
                  <a:pt x="3219450" y="450850"/>
                </a:lnTo>
                <a:lnTo>
                  <a:pt x="3238500" y="438150"/>
                </a:lnTo>
                <a:lnTo>
                  <a:pt x="3251200" y="438150"/>
                </a:lnTo>
                <a:lnTo>
                  <a:pt x="3257550" y="431800"/>
                </a:lnTo>
                <a:lnTo>
                  <a:pt x="3270250" y="431800"/>
                </a:lnTo>
                <a:lnTo>
                  <a:pt x="3276600" y="425450"/>
                </a:lnTo>
                <a:lnTo>
                  <a:pt x="3295650" y="425450"/>
                </a:lnTo>
                <a:lnTo>
                  <a:pt x="3302000" y="419100"/>
                </a:lnTo>
                <a:lnTo>
                  <a:pt x="3321050" y="419100"/>
                </a:lnTo>
                <a:lnTo>
                  <a:pt x="3327400" y="412750"/>
                </a:lnTo>
                <a:lnTo>
                  <a:pt x="3333750" y="412750"/>
                </a:lnTo>
                <a:lnTo>
                  <a:pt x="3340100" y="419100"/>
                </a:lnTo>
                <a:lnTo>
                  <a:pt x="3340100" y="431800"/>
                </a:lnTo>
                <a:lnTo>
                  <a:pt x="3333750" y="438150"/>
                </a:lnTo>
                <a:lnTo>
                  <a:pt x="3333750" y="444500"/>
                </a:lnTo>
                <a:lnTo>
                  <a:pt x="3327400" y="450850"/>
                </a:lnTo>
                <a:lnTo>
                  <a:pt x="3327400" y="457200"/>
                </a:lnTo>
                <a:lnTo>
                  <a:pt x="3321050" y="463550"/>
                </a:lnTo>
                <a:lnTo>
                  <a:pt x="3321050" y="469900"/>
                </a:lnTo>
                <a:lnTo>
                  <a:pt x="3308350" y="482600"/>
                </a:lnTo>
                <a:lnTo>
                  <a:pt x="3308350" y="488950"/>
                </a:lnTo>
                <a:lnTo>
                  <a:pt x="3295650" y="501650"/>
                </a:lnTo>
                <a:lnTo>
                  <a:pt x="3295650" y="508000"/>
                </a:lnTo>
                <a:lnTo>
                  <a:pt x="3263900" y="539750"/>
                </a:lnTo>
                <a:lnTo>
                  <a:pt x="3257550" y="539750"/>
                </a:lnTo>
                <a:lnTo>
                  <a:pt x="3244850" y="552450"/>
                </a:lnTo>
                <a:lnTo>
                  <a:pt x="3238500" y="552450"/>
                </a:lnTo>
                <a:lnTo>
                  <a:pt x="3219450" y="565150"/>
                </a:lnTo>
                <a:lnTo>
                  <a:pt x="3168650" y="565150"/>
                </a:lnTo>
                <a:lnTo>
                  <a:pt x="3143250" y="539750"/>
                </a:lnTo>
                <a:lnTo>
                  <a:pt x="3143250" y="501650"/>
                </a:lnTo>
                <a:lnTo>
                  <a:pt x="3136900" y="495300"/>
                </a:lnTo>
                <a:lnTo>
                  <a:pt x="3130550" y="501650"/>
                </a:lnTo>
                <a:lnTo>
                  <a:pt x="3130550" y="533400"/>
                </a:lnTo>
                <a:lnTo>
                  <a:pt x="3136900" y="539750"/>
                </a:lnTo>
                <a:lnTo>
                  <a:pt x="3136900" y="546100"/>
                </a:lnTo>
                <a:lnTo>
                  <a:pt x="3143250" y="552450"/>
                </a:lnTo>
                <a:lnTo>
                  <a:pt x="3143250" y="558800"/>
                </a:lnTo>
                <a:lnTo>
                  <a:pt x="3149600" y="558800"/>
                </a:lnTo>
                <a:lnTo>
                  <a:pt x="3162300" y="571500"/>
                </a:lnTo>
                <a:lnTo>
                  <a:pt x="3175000" y="571500"/>
                </a:lnTo>
                <a:lnTo>
                  <a:pt x="3181350" y="577850"/>
                </a:lnTo>
                <a:lnTo>
                  <a:pt x="3194050" y="577850"/>
                </a:lnTo>
                <a:lnTo>
                  <a:pt x="3200400" y="584200"/>
                </a:lnTo>
                <a:lnTo>
                  <a:pt x="3213100" y="584200"/>
                </a:lnTo>
                <a:lnTo>
                  <a:pt x="3219450" y="577850"/>
                </a:lnTo>
                <a:lnTo>
                  <a:pt x="3244850" y="577850"/>
                </a:lnTo>
                <a:lnTo>
                  <a:pt x="3251200" y="571500"/>
                </a:lnTo>
                <a:lnTo>
                  <a:pt x="3276600" y="571500"/>
                </a:lnTo>
                <a:lnTo>
                  <a:pt x="3314700" y="533400"/>
                </a:lnTo>
                <a:lnTo>
                  <a:pt x="3314700" y="527050"/>
                </a:lnTo>
                <a:lnTo>
                  <a:pt x="3327400" y="514350"/>
                </a:lnTo>
                <a:lnTo>
                  <a:pt x="3333750" y="520700"/>
                </a:lnTo>
                <a:lnTo>
                  <a:pt x="3346450" y="508000"/>
                </a:lnTo>
                <a:lnTo>
                  <a:pt x="3346450" y="501650"/>
                </a:lnTo>
                <a:lnTo>
                  <a:pt x="3359150" y="488950"/>
                </a:lnTo>
                <a:lnTo>
                  <a:pt x="3359150" y="482600"/>
                </a:lnTo>
                <a:lnTo>
                  <a:pt x="3365500" y="476250"/>
                </a:lnTo>
                <a:lnTo>
                  <a:pt x="3365500" y="469900"/>
                </a:lnTo>
                <a:lnTo>
                  <a:pt x="3378200" y="450850"/>
                </a:lnTo>
                <a:lnTo>
                  <a:pt x="3378200" y="438150"/>
                </a:lnTo>
                <a:lnTo>
                  <a:pt x="3384550" y="431800"/>
                </a:lnTo>
                <a:lnTo>
                  <a:pt x="3384550" y="419100"/>
                </a:lnTo>
                <a:lnTo>
                  <a:pt x="3397250" y="406400"/>
                </a:lnTo>
                <a:lnTo>
                  <a:pt x="3403600" y="406400"/>
                </a:lnTo>
                <a:lnTo>
                  <a:pt x="3403600" y="400050"/>
                </a:lnTo>
                <a:lnTo>
                  <a:pt x="3397250" y="393700"/>
                </a:lnTo>
                <a:lnTo>
                  <a:pt x="3397250" y="381000"/>
                </a:lnTo>
                <a:lnTo>
                  <a:pt x="3403600" y="374650"/>
                </a:lnTo>
                <a:lnTo>
                  <a:pt x="3403600" y="355600"/>
                </a:lnTo>
                <a:lnTo>
                  <a:pt x="3409950" y="349250"/>
                </a:lnTo>
                <a:lnTo>
                  <a:pt x="3409950" y="330200"/>
                </a:lnTo>
                <a:lnTo>
                  <a:pt x="3416300" y="323850"/>
                </a:lnTo>
                <a:lnTo>
                  <a:pt x="3416300" y="298450"/>
                </a:lnTo>
                <a:lnTo>
                  <a:pt x="3422650" y="292100"/>
                </a:lnTo>
                <a:lnTo>
                  <a:pt x="3422650" y="260350"/>
                </a:lnTo>
                <a:lnTo>
                  <a:pt x="3429000" y="254000"/>
                </a:lnTo>
                <a:lnTo>
                  <a:pt x="3429000" y="241300"/>
                </a:lnTo>
                <a:lnTo>
                  <a:pt x="3416300" y="228600"/>
                </a:lnTo>
                <a:lnTo>
                  <a:pt x="3409950" y="228600"/>
                </a:lnTo>
                <a:lnTo>
                  <a:pt x="3390900" y="209550"/>
                </a:lnTo>
                <a:lnTo>
                  <a:pt x="3384550" y="209550"/>
                </a:lnTo>
                <a:lnTo>
                  <a:pt x="3378200" y="203200"/>
                </a:lnTo>
                <a:lnTo>
                  <a:pt x="3371850" y="203200"/>
                </a:lnTo>
                <a:lnTo>
                  <a:pt x="3365500" y="209550"/>
                </a:lnTo>
                <a:lnTo>
                  <a:pt x="3352800" y="209550"/>
                </a:lnTo>
                <a:lnTo>
                  <a:pt x="3340100" y="222250"/>
                </a:lnTo>
                <a:lnTo>
                  <a:pt x="3333750" y="222250"/>
                </a:lnTo>
                <a:lnTo>
                  <a:pt x="3321050" y="234950"/>
                </a:lnTo>
                <a:lnTo>
                  <a:pt x="3321050" y="241300"/>
                </a:lnTo>
                <a:lnTo>
                  <a:pt x="3302000" y="260350"/>
                </a:lnTo>
                <a:lnTo>
                  <a:pt x="3302000" y="266700"/>
                </a:lnTo>
                <a:lnTo>
                  <a:pt x="3289300" y="285750"/>
                </a:lnTo>
                <a:lnTo>
                  <a:pt x="3289300" y="298450"/>
                </a:lnTo>
                <a:lnTo>
                  <a:pt x="3282950" y="304800"/>
                </a:lnTo>
                <a:lnTo>
                  <a:pt x="3282950" y="311150"/>
                </a:lnTo>
                <a:lnTo>
                  <a:pt x="3276600" y="317500"/>
                </a:lnTo>
                <a:lnTo>
                  <a:pt x="3276600" y="323850"/>
                </a:lnTo>
                <a:lnTo>
                  <a:pt x="3232150" y="368300"/>
                </a:lnTo>
                <a:lnTo>
                  <a:pt x="3225800" y="368300"/>
                </a:lnTo>
                <a:lnTo>
                  <a:pt x="3219450" y="361950"/>
                </a:lnTo>
                <a:lnTo>
                  <a:pt x="3219450" y="336550"/>
                </a:lnTo>
                <a:lnTo>
                  <a:pt x="3225800" y="330200"/>
                </a:lnTo>
                <a:lnTo>
                  <a:pt x="3225800" y="311150"/>
                </a:lnTo>
                <a:lnTo>
                  <a:pt x="3238500" y="292100"/>
                </a:lnTo>
                <a:lnTo>
                  <a:pt x="3238500" y="279400"/>
                </a:lnTo>
                <a:lnTo>
                  <a:pt x="3244850" y="273050"/>
                </a:lnTo>
                <a:lnTo>
                  <a:pt x="3244850" y="260350"/>
                </a:lnTo>
                <a:lnTo>
                  <a:pt x="3251200" y="254000"/>
                </a:lnTo>
                <a:lnTo>
                  <a:pt x="3251200" y="222250"/>
                </a:lnTo>
                <a:lnTo>
                  <a:pt x="3238500" y="209550"/>
                </a:lnTo>
                <a:lnTo>
                  <a:pt x="3225800" y="209550"/>
                </a:lnTo>
                <a:lnTo>
                  <a:pt x="3213100" y="222250"/>
                </a:lnTo>
                <a:lnTo>
                  <a:pt x="3206750" y="222250"/>
                </a:lnTo>
                <a:lnTo>
                  <a:pt x="3187700" y="241300"/>
                </a:lnTo>
                <a:lnTo>
                  <a:pt x="3187700" y="247650"/>
                </a:lnTo>
                <a:lnTo>
                  <a:pt x="3168650" y="266700"/>
                </a:lnTo>
                <a:lnTo>
                  <a:pt x="3162300" y="260350"/>
                </a:lnTo>
                <a:lnTo>
                  <a:pt x="3162300" y="247650"/>
                </a:lnTo>
                <a:lnTo>
                  <a:pt x="3168650" y="241300"/>
                </a:lnTo>
                <a:lnTo>
                  <a:pt x="3168650" y="228600"/>
                </a:lnTo>
                <a:lnTo>
                  <a:pt x="3175000" y="222250"/>
                </a:lnTo>
                <a:lnTo>
                  <a:pt x="3162300" y="209550"/>
                </a:lnTo>
                <a:lnTo>
                  <a:pt x="3155950" y="209550"/>
                </a:lnTo>
                <a:lnTo>
                  <a:pt x="3149600" y="203200"/>
                </a:lnTo>
                <a:lnTo>
                  <a:pt x="3149600" y="209550"/>
                </a:lnTo>
                <a:lnTo>
                  <a:pt x="3143250" y="215900"/>
                </a:lnTo>
                <a:lnTo>
                  <a:pt x="3143250" y="222250"/>
                </a:lnTo>
                <a:lnTo>
                  <a:pt x="3130550" y="241300"/>
                </a:lnTo>
                <a:lnTo>
                  <a:pt x="3130550" y="254000"/>
                </a:lnTo>
                <a:lnTo>
                  <a:pt x="3117850" y="273050"/>
                </a:lnTo>
                <a:lnTo>
                  <a:pt x="3117850" y="285750"/>
                </a:lnTo>
                <a:lnTo>
                  <a:pt x="3111500" y="292100"/>
                </a:lnTo>
                <a:lnTo>
                  <a:pt x="3111500" y="298450"/>
                </a:lnTo>
                <a:lnTo>
                  <a:pt x="3092450" y="317500"/>
                </a:lnTo>
                <a:lnTo>
                  <a:pt x="3092450" y="323850"/>
                </a:lnTo>
                <a:lnTo>
                  <a:pt x="3079750" y="336550"/>
                </a:lnTo>
                <a:lnTo>
                  <a:pt x="3073400" y="336550"/>
                </a:lnTo>
                <a:lnTo>
                  <a:pt x="3060700" y="349250"/>
                </a:lnTo>
                <a:lnTo>
                  <a:pt x="3054350" y="349250"/>
                </a:lnTo>
                <a:lnTo>
                  <a:pt x="3048000" y="342900"/>
                </a:lnTo>
                <a:lnTo>
                  <a:pt x="3048000" y="317500"/>
                </a:lnTo>
                <a:lnTo>
                  <a:pt x="3054350" y="311150"/>
                </a:lnTo>
                <a:lnTo>
                  <a:pt x="3054350" y="298450"/>
                </a:lnTo>
                <a:lnTo>
                  <a:pt x="3067050" y="279400"/>
                </a:lnTo>
                <a:lnTo>
                  <a:pt x="3067050" y="266700"/>
                </a:lnTo>
                <a:lnTo>
                  <a:pt x="3079750" y="247650"/>
                </a:lnTo>
                <a:lnTo>
                  <a:pt x="3079750" y="228600"/>
                </a:lnTo>
                <a:close/>
                <a:moveTo>
                  <a:pt x="3327400" y="508000"/>
                </a:moveTo>
                <a:lnTo>
                  <a:pt x="3333750" y="501650"/>
                </a:lnTo>
                <a:lnTo>
                  <a:pt x="3340100" y="508000"/>
                </a:lnTo>
                <a:lnTo>
                  <a:pt x="3340100" y="514350"/>
                </a:lnTo>
                <a:lnTo>
                  <a:pt x="3333750" y="520700"/>
                </a:lnTo>
                <a:lnTo>
                  <a:pt x="3327400" y="514350"/>
                </a:lnTo>
                <a:close/>
                <a:moveTo>
                  <a:pt x="3314700" y="488950"/>
                </a:moveTo>
                <a:lnTo>
                  <a:pt x="3321050" y="495300"/>
                </a:lnTo>
                <a:lnTo>
                  <a:pt x="3314700" y="501650"/>
                </a:lnTo>
                <a:lnTo>
                  <a:pt x="3314700" y="508000"/>
                </a:lnTo>
                <a:lnTo>
                  <a:pt x="3289300" y="533400"/>
                </a:lnTo>
                <a:lnTo>
                  <a:pt x="3282950" y="533400"/>
                </a:lnTo>
                <a:lnTo>
                  <a:pt x="3276600" y="527050"/>
                </a:lnTo>
                <a:lnTo>
                  <a:pt x="3302000" y="501650"/>
                </a:lnTo>
                <a:lnTo>
                  <a:pt x="3302000" y="495300"/>
                </a:lnTo>
                <a:lnTo>
                  <a:pt x="3308350" y="488950"/>
                </a:lnTo>
                <a:close/>
                <a:moveTo>
                  <a:pt x="3352800" y="476250"/>
                </a:moveTo>
                <a:lnTo>
                  <a:pt x="3359150" y="482600"/>
                </a:lnTo>
                <a:lnTo>
                  <a:pt x="3359150" y="488950"/>
                </a:lnTo>
                <a:lnTo>
                  <a:pt x="3340100" y="508000"/>
                </a:lnTo>
                <a:lnTo>
                  <a:pt x="3333750" y="501650"/>
                </a:lnTo>
                <a:lnTo>
                  <a:pt x="3333750" y="495300"/>
                </a:lnTo>
                <a:close/>
                <a:moveTo>
                  <a:pt x="3314700" y="482600"/>
                </a:moveTo>
                <a:lnTo>
                  <a:pt x="3321050" y="476250"/>
                </a:lnTo>
                <a:lnTo>
                  <a:pt x="3327400" y="482600"/>
                </a:lnTo>
                <a:lnTo>
                  <a:pt x="3327400" y="488950"/>
                </a:lnTo>
                <a:lnTo>
                  <a:pt x="3321050" y="495300"/>
                </a:lnTo>
                <a:lnTo>
                  <a:pt x="3314700" y="488950"/>
                </a:lnTo>
                <a:close/>
                <a:moveTo>
                  <a:pt x="3397250" y="222250"/>
                </a:moveTo>
                <a:lnTo>
                  <a:pt x="3403600" y="228600"/>
                </a:lnTo>
                <a:lnTo>
                  <a:pt x="3403600" y="247650"/>
                </a:lnTo>
                <a:lnTo>
                  <a:pt x="3397250" y="254000"/>
                </a:lnTo>
                <a:lnTo>
                  <a:pt x="3397250" y="260350"/>
                </a:lnTo>
                <a:lnTo>
                  <a:pt x="3384550" y="273050"/>
                </a:lnTo>
                <a:lnTo>
                  <a:pt x="3384550" y="279400"/>
                </a:lnTo>
                <a:lnTo>
                  <a:pt x="3371850" y="292100"/>
                </a:lnTo>
                <a:lnTo>
                  <a:pt x="3371850" y="298450"/>
                </a:lnTo>
                <a:lnTo>
                  <a:pt x="3327400" y="342900"/>
                </a:lnTo>
                <a:lnTo>
                  <a:pt x="3314700" y="342900"/>
                </a:lnTo>
                <a:lnTo>
                  <a:pt x="3308350" y="336550"/>
                </a:lnTo>
                <a:lnTo>
                  <a:pt x="3308350" y="330200"/>
                </a:lnTo>
                <a:lnTo>
                  <a:pt x="3314700" y="323850"/>
                </a:lnTo>
                <a:lnTo>
                  <a:pt x="3314700" y="311150"/>
                </a:lnTo>
                <a:lnTo>
                  <a:pt x="3321050" y="304800"/>
                </a:lnTo>
                <a:lnTo>
                  <a:pt x="3321050" y="298450"/>
                </a:lnTo>
                <a:lnTo>
                  <a:pt x="3327400" y="292100"/>
                </a:lnTo>
                <a:lnTo>
                  <a:pt x="3327400" y="285750"/>
                </a:lnTo>
                <a:lnTo>
                  <a:pt x="3340100" y="273050"/>
                </a:lnTo>
                <a:lnTo>
                  <a:pt x="3340100" y="266700"/>
                </a:lnTo>
                <a:lnTo>
                  <a:pt x="3378200" y="228600"/>
                </a:lnTo>
                <a:lnTo>
                  <a:pt x="3384550" y="228600"/>
                </a:lnTo>
                <a:lnTo>
                  <a:pt x="3390900" y="222250"/>
                </a:lnTo>
                <a:close/>
                <a:moveTo>
                  <a:pt x="2978150" y="203200"/>
                </a:moveTo>
                <a:lnTo>
                  <a:pt x="2965450" y="203200"/>
                </a:lnTo>
                <a:lnTo>
                  <a:pt x="2959100" y="209550"/>
                </a:lnTo>
                <a:lnTo>
                  <a:pt x="2952750" y="209550"/>
                </a:lnTo>
                <a:lnTo>
                  <a:pt x="2946400" y="215900"/>
                </a:lnTo>
                <a:lnTo>
                  <a:pt x="2940050" y="215900"/>
                </a:lnTo>
                <a:lnTo>
                  <a:pt x="2927350" y="228600"/>
                </a:lnTo>
                <a:lnTo>
                  <a:pt x="2927350" y="234950"/>
                </a:lnTo>
                <a:lnTo>
                  <a:pt x="2914650" y="247650"/>
                </a:lnTo>
                <a:lnTo>
                  <a:pt x="2914650" y="254000"/>
                </a:lnTo>
                <a:lnTo>
                  <a:pt x="2908300" y="260350"/>
                </a:lnTo>
                <a:lnTo>
                  <a:pt x="2908300" y="266700"/>
                </a:lnTo>
                <a:lnTo>
                  <a:pt x="2895600" y="285750"/>
                </a:lnTo>
                <a:lnTo>
                  <a:pt x="2895600" y="304800"/>
                </a:lnTo>
                <a:lnTo>
                  <a:pt x="2889250" y="311150"/>
                </a:lnTo>
                <a:lnTo>
                  <a:pt x="2889250" y="323850"/>
                </a:lnTo>
                <a:lnTo>
                  <a:pt x="2895600" y="330200"/>
                </a:lnTo>
                <a:lnTo>
                  <a:pt x="2895600" y="342900"/>
                </a:lnTo>
                <a:lnTo>
                  <a:pt x="2914650" y="361950"/>
                </a:lnTo>
                <a:lnTo>
                  <a:pt x="2921000" y="361950"/>
                </a:lnTo>
                <a:lnTo>
                  <a:pt x="2927350" y="368300"/>
                </a:lnTo>
                <a:lnTo>
                  <a:pt x="2946400" y="368300"/>
                </a:lnTo>
                <a:lnTo>
                  <a:pt x="2952750" y="361950"/>
                </a:lnTo>
                <a:lnTo>
                  <a:pt x="2959100" y="361950"/>
                </a:lnTo>
                <a:lnTo>
                  <a:pt x="2965450" y="355600"/>
                </a:lnTo>
                <a:lnTo>
                  <a:pt x="2971800" y="355600"/>
                </a:lnTo>
                <a:lnTo>
                  <a:pt x="2990850" y="336550"/>
                </a:lnTo>
                <a:lnTo>
                  <a:pt x="2984500" y="336550"/>
                </a:lnTo>
                <a:lnTo>
                  <a:pt x="2978150" y="342900"/>
                </a:lnTo>
                <a:lnTo>
                  <a:pt x="2971800" y="342900"/>
                </a:lnTo>
                <a:lnTo>
                  <a:pt x="2952750" y="355600"/>
                </a:lnTo>
                <a:lnTo>
                  <a:pt x="2933700" y="355600"/>
                </a:lnTo>
                <a:lnTo>
                  <a:pt x="2921000" y="342900"/>
                </a:lnTo>
                <a:lnTo>
                  <a:pt x="2921000" y="311150"/>
                </a:lnTo>
                <a:lnTo>
                  <a:pt x="2933700" y="298450"/>
                </a:lnTo>
                <a:lnTo>
                  <a:pt x="2952750" y="298450"/>
                </a:lnTo>
                <a:lnTo>
                  <a:pt x="2959100" y="292100"/>
                </a:lnTo>
                <a:lnTo>
                  <a:pt x="2965450" y="292100"/>
                </a:lnTo>
                <a:lnTo>
                  <a:pt x="2997200" y="260350"/>
                </a:lnTo>
                <a:lnTo>
                  <a:pt x="2997200" y="247650"/>
                </a:lnTo>
                <a:lnTo>
                  <a:pt x="3003550" y="241300"/>
                </a:lnTo>
                <a:lnTo>
                  <a:pt x="3003550" y="228600"/>
                </a:lnTo>
                <a:lnTo>
                  <a:pt x="2997200" y="222250"/>
                </a:lnTo>
                <a:lnTo>
                  <a:pt x="2997200" y="215900"/>
                </a:lnTo>
                <a:close/>
                <a:moveTo>
                  <a:pt x="2984500" y="222250"/>
                </a:moveTo>
                <a:lnTo>
                  <a:pt x="2990850" y="228600"/>
                </a:lnTo>
                <a:lnTo>
                  <a:pt x="2990850" y="241300"/>
                </a:lnTo>
                <a:lnTo>
                  <a:pt x="2984500" y="247650"/>
                </a:lnTo>
                <a:lnTo>
                  <a:pt x="2984500" y="254000"/>
                </a:lnTo>
                <a:lnTo>
                  <a:pt x="2952750" y="285750"/>
                </a:lnTo>
                <a:lnTo>
                  <a:pt x="2940050" y="285750"/>
                </a:lnTo>
                <a:lnTo>
                  <a:pt x="2933700" y="279400"/>
                </a:lnTo>
                <a:lnTo>
                  <a:pt x="2940050" y="273050"/>
                </a:lnTo>
                <a:lnTo>
                  <a:pt x="2940050" y="266700"/>
                </a:lnTo>
                <a:lnTo>
                  <a:pt x="2946400" y="260350"/>
                </a:lnTo>
                <a:lnTo>
                  <a:pt x="2946400" y="254000"/>
                </a:lnTo>
                <a:lnTo>
                  <a:pt x="2978150" y="222250"/>
                </a:lnTo>
                <a:close/>
                <a:moveTo>
                  <a:pt x="1504950" y="203200"/>
                </a:moveTo>
                <a:lnTo>
                  <a:pt x="1492250" y="190500"/>
                </a:lnTo>
                <a:lnTo>
                  <a:pt x="1460500" y="190500"/>
                </a:lnTo>
                <a:lnTo>
                  <a:pt x="1447800" y="203200"/>
                </a:lnTo>
                <a:lnTo>
                  <a:pt x="1441450" y="203200"/>
                </a:lnTo>
                <a:lnTo>
                  <a:pt x="1416050" y="228600"/>
                </a:lnTo>
                <a:lnTo>
                  <a:pt x="1416050" y="234950"/>
                </a:lnTo>
                <a:lnTo>
                  <a:pt x="1409700" y="241300"/>
                </a:lnTo>
                <a:lnTo>
                  <a:pt x="1409700" y="254000"/>
                </a:lnTo>
                <a:lnTo>
                  <a:pt x="1422400" y="273050"/>
                </a:lnTo>
                <a:lnTo>
                  <a:pt x="1422400" y="279400"/>
                </a:lnTo>
                <a:lnTo>
                  <a:pt x="1416050" y="285750"/>
                </a:lnTo>
                <a:lnTo>
                  <a:pt x="1416050" y="292100"/>
                </a:lnTo>
                <a:lnTo>
                  <a:pt x="1384300" y="323850"/>
                </a:lnTo>
                <a:lnTo>
                  <a:pt x="1384300" y="330200"/>
                </a:lnTo>
                <a:lnTo>
                  <a:pt x="1365250" y="349250"/>
                </a:lnTo>
                <a:lnTo>
                  <a:pt x="1358900" y="349250"/>
                </a:lnTo>
                <a:lnTo>
                  <a:pt x="1346200" y="361950"/>
                </a:lnTo>
                <a:lnTo>
                  <a:pt x="1339850" y="361950"/>
                </a:lnTo>
                <a:lnTo>
                  <a:pt x="1333500" y="355600"/>
                </a:lnTo>
                <a:lnTo>
                  <a:pt x="1333500" y="330200"/>
                </a:lnTo>
                <a:lnTo>
                  <a:pt x="1339850" y="323850"/>
                </a:lnTo>
                <a:lnTo>
                  <a:pt x="1339850" y="304800"/>
                </a:lnTo>
                <a:lnTo>
                  <a:pt x="1346200" y="298450"/>
                </a:lnTo>
                <a:lnTo>
                  <a:pt x="1346200" y="285750"/>
                </a:lnTo>
                <a:lnTo>
                  <a:pt x="1352550" y="279400"/>
                </a:lnTo>
                <a:lnTo>
                  <a:pt x="1352550" y="260350"/>
                </a:lnTo>
                <a:lnTo>
                  <a:pt x="1346200" y="254000"/>
                </a:lnTo>
                <a:lnTo>
                  <a:pt x="1333500" y="254000"/>
                </a:lnTo>
                <a:lnTo>
                  <a:pt x="1333500" y="260350"/>
                </a:lnTo>
                <a:lnTo>
                  <a:pt x="1320800" y="273050"/>
                </a:lnTo>
                <a:lnTo>
                  <a:pt x="1320800" y="279400"/>
                </a:lnTo>
                <a:lnTo>
                  <a:pt x="1314450" y="285750"/>
                </a:lnTo>
                <a:lnTo>
                  <a:pt x="1314450" y="292100"/>
                </a:lnTo>
                <a:lnTo>
                  <a:pt x="1295400" y="311150"/>
                </a:lnTo>
                <a:lnTo>
                  <a:pt x="1295400" y="317500"/>
                </a:lnTo>
                <a:lnTo>
                  <a:pt x="1263650" y="349250"/>
                </a:lnTo>
                <a:lnTo>
                  <a:pt x="1257300" y="349250"/>
                </a:lnTo>
                <a:lnTo>
                  <a:pt x="1250950" y="342900"/>
                </a:lnTo>
                <a:lnTo>
                  <a:pt x="1250950" y="317500"/>
                </a:lnTo>
                <a:lnTo>
                  <a:pt x="1257300" y="311150"/>
                </a:lnTo>
                <a:lnTo>
                  <a:pt x="1257300" y="304800"/>
                </a:lnTo>
                <a:lnTo>
                  <a:pt x="1270000" y="292100"/>
                </a:lnTo>
                <a:lnTo>
                  <a:pt x="1270000" y="285750"/>
                </a:lnTo>
                <a:lnTo>
                  <a:pt x="1289050" y="266700"/>
                </a:lnTo>
                <a:lnTo>
                  <a:pt x="1289050" y="260350"/>
                </a:lnTo>
                <a:lnTo>
                  <a:pt x="1295400" y="254000"/>
                </a:lnTo>
                <a:lnTo>
                  <a:pt x="1301750" y="254000"/>
                </a:lnTo>
                <a:lnTo>
                  <a:pt x="1320800" y="234950"/>
                </a:lnTo>
                <a:lnTo>
                  <a:pt x="1339850" y="234950"/>
                </a:lnTo>
                <a:lnTo>
                  <a:pt x="1346200" y="241300"/>
                </a:lnTo>
                <a:lnTo>
                  <a:pt x="1352550" y="241300"/>
                </a:lnTo>
                <a:lnTo>
                  <a:pt x="1352550" y="228600"/>
                </a:lnTo>
                <a:lnTo>
                  <a:pt x="1346200" y="228600"/>
                </a:lnTo>
                <a:lnTo>
                  <a:pt x="1327150" y="215900"/>
                </a:lnTo>
                <a:lnTo>
                  <a:pt x="1295400" y="215900"/>
                </a:lnTo>
                <a:lnTo>
                  <a:pt x="1289050" y="222250"/>
                </a:lnTo>
                <a:lnTo>
                  <a:pt x="1282700" y="222250"/>
                </a:lnTo>
                <a:lnTo>
                  <a:pt x="1244600" y="260350"/>
                </a:lnTo>
                <a:lnTo>
                  <a:pt x="1244600" y="266700"/>
                </a:lnTo>
                <a:lnTo>
                  <a:pt x="1231900" y="279400"/>
                </a:lnTo>
                <a:lnTo>
                  <a:pt x="1231900" y="285750"/>
                </a:lnTo>
                <a:lnTo>
                  <a:pt x="1219200" y="304800"/>
                </a:lnTo>
                <a:lnTo>
                  <a:pt x="1219200" y="330200"/>
                </a:lnTo>
                <a:lnTo>
                  <a:pt x="1212850" y="336550"/>
                </a:lnTo>
                <a:lnTo>
                  <a:pt x="1212850" y="342900"/>
                </a:lnTo>
                <a:lnTo>
                  <a:pt x="1219200" y="349250"/>
                </a:lnTo>
                <a:lnTo>
                  <a:pt x="1219200" y="355600"/>
                </a:lnTo>
                <a:lnTo>
                  <a:pt x="1231900" y="368300"/>
                </a:lnTo>
                <a:lnTo>
                  <a:pt x="1257300" y="368300"/>
                </a:lnTo>
                <a:lnTo>
                  <a:pt x="1263650" y="361950"/>
                </a:lnTo>
                <a:lnTo>
                  <a:pt x="1270000" y="361950"/>
                </a:lnTo>
                <a:lnTo>
                  <a:pt x="1276350" y="355600"/>
                </a:lnTo>
                <a:lnTo>
                  <a:pt x="1276350" y="349250"/>
                </a:lnTo>
                <a:lnTo>
                  <a:pt x="1301750" y="323850"/>
                </a:lnTo>
                <a:lnTo>
                  <a:pt x="1308100" y="330200"/>
                </a:lnTo>
                <a:lnTo>
                  <a:pt x="1308100" y="355600"/>
                </a:lnTo>
                <a:lnTo>
                  <a:pt x="1320800" y="368300"/>
                </a:lnTo>
                <a:lnTo>
                  <a:pt x="1327150" y="368300"/>
                </a:lnTo>
                <a:lnTo>
                  <a:pt x="1333500" y="374650"/>
                </a:lnTo>
                <a:lnTo>
                  <a:pt x="1339850" y="374650"/>
                </a:lnTo>
                <a:lnTo>
                  <a:pt x="1346200" y="368300"/>
                </a:lnTo>
                <a:lnTo>
                  <a:pt x="1352550" y="368300"/>
                </a:lnTo>
                <a:lnTo>
                  <a:pt x="1390650" y="330200"/>
                </a:lnTo>
                <a:lnTo>
                  <a:pt x="1390650" y="323850"/>
                </a:lnTo>
                <a:lnTo>
                  <a:pt x="1403350" y="311150"/>
                </a:lnTo>
                <a:lnTo>
                  <a:pt x="1403350" y="304800"/>
                </a:lnTo>
                <a:lnTo>
                  <a:pt x="1422400" y="285750"/>
                </a:lnTo>
                <a:lnTo>
                  <a:pt x="1428750" y="285750"/>
                </a:lnTo>
                <a:lnTo>
                  <a:pt x="1454150" y="311150"/>
                </a:lnTo>
                <a:lnTo>
                  <a:pt x="1454150" y="323850"/>
                </a:lnTo>
                <a:lnTo>
                  <a:pt x="1447800" y="330200"/>
                </a:lnTo>
                <a:lnTo>
                  <a:pt x="1441450" y="330200"/>
                </a:lnTo>
                <a:lnTo>
                  <a:pt x="1416050" y="355600"/>
                </a:lnTo>
                <a:lnTo>
                  <a:pt x="1422400" y="355600"/>
                </a:lnTo>
                <a:lnTo>
                  <a:pt x="1441450" y="336550"/>
                </a:lnTo>
                <a:lnTo>
                  <a:pt x="1447800" y="336550"/>
                </a:lnTo>
                <a:lnTo>
                  <a:pt x="1454150" y="330200"/>
                </a:lnTo>
                <a:lnTo>
                  <a:pt x="1460500" y="336550"/>
                </a:lnTo>
                <a:lnTo>
                  <a:pt x="1460500" y="355600"/>
                </a:lnTo>
                <a:lnTo>
                  <a:pt x="1454150" y="361950"/>
                </a:lnTo>
                <a:lnTo>
                  <a:pt x="1454150" y="368300"/>
                </a:lnTo>
                <a:lnTo>
                  <a:pt x="1441450" y="381000"/>
                </a:lnTo>
                <a:lnTo>
                  <a:pt x="1435100" y="381000"/>
                </a:lnTo>
                <a:lnTo>
                  <a:pt x="1422400" y="393700"/>
                </a:lnTo>
                <a:lnTo>
                  <a:pt x="1409700" y="393700"/>
                </a:lnTo>
                <a:lnTo>
                  <a:pt x="1403350" y="387350"/>
                </a:lnTo>
                <a:lnTo>
                  <a:pt x="1403350" y="374650"/>
                </a:lnTo>
                <a:lnTo>
                  <a:pt x="1397000" y="374650"/>
                </a:lnTo>
                <a:lnTo>
                  <a:pt x="1390650" y="381000"/>
                </a:lnTo>
                <a:lnTo>
                  <a:pt x="1390650" y="387350"/>
                </a:lnTo>
                <a:lnTo>
                  <a:pt x="1403350" y="406400"/>
                </a:lnTo>
                <a:lnTo>
                  <a:pt x="1428750" y="406400"/>
                </a:lnTo>
                <a:lnTo>
                  <a:pt x="1435100" y="400050"/>
                </a:lnTo>
                <a:lnTo>
                  <a:pt x="1454150" y="400050"/>
                </a:lnTo>
                <a:lnTo>
                  <a:pt x="1466850" y="387350"/>
                </a:lnTo>
                <a:lnTo>
                  <a:pt x="1473200" y="387350"/>
                </a:lnTo>
                <a:lnTo>
                  <a:pt x="1485900" y="374650"/>
                </a:lnTo>
                <a:lnTo>
                  <a:pt x="1485900" y="368300"/>
                </a:lnTo>
                <a:lnTo>
                  <a:pt x="1492250" y="361950"/>
                </a:lnTo>
                <a:lnTo>
                  <a:pt x="1492250" y="342900"/>
                </a:lnTo>
                <a:lnTo>
                  <a:pt x="1485900" y="336550"/>
                </a:lnTo>
                <a:lnTo>
                  <a:pt x="1485900" y="323850"/>
                </a:lnTo>
                <a:lnTo>
                  <a:pt x="1479550" y="317500"/>
                </a:lnTo>
                <a:lnTo>
                  <a:pt x="1498600" y="298450"/>
                </a:lnTo>
                <a:lnTo>
                  <a:pt x="1504950" y="298450"/>
                </a:lnTo>
                <a:lnTo>
                  <a:pt x="1498600" y="298450"/>
                </a:lnTo>
                <a:lnTo>
                  <a:pt x="1479550" y="311150"/>
                </a:lnTo>
                <a:lnTo>
                  <a:pt x="1441450" y="273050"/>
                </a:lnTo>
                <a:lnTo>
                  <a:pt x="1441450" y="254000"/>
                </a:lnTo>
                <a:lnTo>
                  <a:pt x="1447800" y="247650"/>
                </a:lnTo>
                <a:lnTo>
                  <a:pt x="1447800" y="241300"/>
                </a:lnTo>
                <a:lnTo>
                  <a:pt x="1466850" y="222250"/>
                </a:lnTo>
                <a:lnTo>
                  <a:pt x="1473200" y="222250"/>
                </a:lnTo>
                <a:lnTo>
                  <a:pt x="1485900" y="209550"/>
                </a:lnTo>
                <a:lnTo>
                  <a:pt x="1498600" y="209550"/>
                </a:lnTo>
                <a:close/>
                <a:moveTo>
                  <a:pt x="1079500" y="171450"/>
                </a:moveTo>
                <a:lnTo>
                  <a:pt x="1104900" y="196850"/>
                </a:lnTo>
                <a:lnTo>
                  <a:pt x="1104900" y="209550"/>
                </a:lnTo>
                <a:lnTo>
                  <a:pt x="1104900" y="190500"/>
                </a:lnTo>
                <a:lnTo>
                  <a:pt x="1092200" y="177800"/>
                </a:lnTo>
                <a:lnTo>
                  <a:pt x="1085850" y="177800"/>
                </a:lnTo>
                <a:close/>
                <a:moveTo>
                  <a:pt x="3105150" y="127000"/>
                </a:moveTo>
                <a:lnTo>
                  <a:pt x="3098800" y="127000"/>
                </a:lnTo>
                <a:lnTo>
                  <a:pt x="3092450" y="133350"/>
                </a:lnTo>
                <a:lnTo>
                  <a:pt x="3092450" y="139700"/>
                </a:lnTo>
                <a:lnTo>
                  <a:pt x="3079750" y="158750"/>
                </a:lnTo>
                <a:lnTo>
                  <a:pt x="3079750" y="171450"/>
                </a:lnTo>
                <a:lnTo>
                  <a:pt x="3092450" y="184150"/>
                </a:lnTo>
                <a:lnTo>
                  <a:pt x="3117850" y="146050"/>
                </a:lnTo>
                <a:lnTo>
                  <a:pt x="3117850" y="139700"/>
                </a:lnTo>
                <a:close/>
                <a:moveTo>
                  <a:pt x="336550" y="82550"/>
                </a:moveTo>
                <a:lnTo>
                  <a:pt x="330200" y="82550"/>
                </a:lnTo>
                <a:lnTo>
                  <a:pt x="317500" y="95250"/>
                </a:lnTo>
                <a:lnTo>
                  <a:pt x="317500" y="101600"/>
                </a:lnTo>
                <a:lnTo>
                  <a:pt x="304800" y="120650"/>
                </a:lnTo>
                <a:lnTo>
                  <a:pt x="304800" y="133350"/>
                </a:lnTo>
                <a:lnTo>
                  <a:pt x="292100" y="152400"/>
                </a:lnTo>
                <a:lnTo>
                  <a:pt x="292100" y="165100"/>
                </a:lnTo>
                <a:lnTo>
                  <a:pt x="285750" y="171450"/>
                </a:lnTo>
                <a:lnTo>
                  <a:pt x="285750" y="184150"/>
                </a:lnTo>
                <a:lnTo>
                  <a:pt x="279400" y="190500"/>
                </a:lnTo>
                <a:lnTo>
                  <a:pt x="279400" y="203200"/>
                </a:lnTo>
                <a:lnTo>
                  <a:pt x="273050" y="209550"/>
                </a:lnTo>
                <a:lnTo>
                  <a:pt x="273050" y="222250"/>
                </a:lnTo>
                <a:lnTo>
                  <a:pt x="266700" y="228600"/>
                </a:lnTo>
                <a:lnTo>
                  <a:pt x="266700" y="247650"/>
                </a:lnTo>
                <a:lnTo>
                  <a:pt x="260350" y="254000"/>
                </a:lnTo>
                <a:lnTo>
                  <a:pt x="260350" y="273050"/>
                </a:lnTo>
                <a:lnTo>
                  <a:pt x="254000" y="279400"/>
                </a:lnTo>
                <a:lnTo>
                  <a:pt x="254000" y="304800"/>
                </a:lnTo>
                <a:lnTo>
                  <a:pt x="247650" y="311150"/>
                </a:lnTo>
                <a:lnTo>
                  <a:pt x="247650" y="355600"/>
                </a:lnTo>
                <a:lnTo>
                  <a:pt x="247650" y="349250"/>
                </a:lnTo>
                <a:lnTo>
                  <a:pt x="254000" y="342900"/>
                </a:lnTo>
                <a:lnTo>
                  <a:pt x="260350" y="349250"/>
                </a:lnTo>
                <a:lnTo>
                  <a:pt x="260350" y="387350"/>
                </a:lnTo>
                <a:lnTo>
                  <a:pt x="247650" y="400050"/>
                </a:lnTo>
                <a:lnTo>
                  <a:pt x="241300" y="400050"/>
                </a:lnTo>
                <a:lnTo>
                  <a:pt x="228600" y="412750"/>
                </a:lnTo>
                <a:lnTo>
                  <a:pt x="228600" y="419100"/>
                </a:lnTo>
                <a:lnTo>
                  <a:pt x="234950" y="412750"/>
                </a:lnTo>
                <a:lnTo>
                  <a:pt x="247650" y="412750"/>
                </a:lnTo>
                <a:lnTo>
                  <a:pt x="254000" y="406400"/>
                </a:lnTo>
                <a:lnTo>
                  <a:pt x="273050" y="406400"/>
                </a:lnTo>
                <a:lnTo>
                  <a:pt x="279400" y="400050"/>
                </a:lnTo>
                <a:lnTo>
                  <a:pt x="279400" y="393700"/>
                </a:lnTo>
                <a:lnTo>
                  <a:pt x="298450" y="374650"/>
                </a:lnTo>
                <a:lnTo>
                  <a:pt x="292100" y="381000"/>
                </a:lnTo>
                <a:lnTo>
                  <a:pt x="285750" y="381000"/>
                </a:lnTo>
                <a:lnTo>
                  <a:pt x="279400" y="374650"/>
                </a:lnTo>
                <a:lnTo>
                  <a:pt x="279400" y="355600"/>
                </a:lnTo>
                <a:lnTo>
                  <a:pt x="279400" y="381000"/>
                </a:lnTo>
                <a:lnTo>
                  <a:pt x="273050" y="387350"/>
                </a:lnTo>
                <a:lnTo>
                  <a:pt x="266700" y="387350"/>
                </a:lnTo>
                <a:lnTo>
                  <a:pt x="260350" y="381000"/>
                </a:lnTo>
                <a:lnTo>
                  <a:pt x="260350" y="361950"/>
                </a:lnTo>
                <a:lnTo>
                  <a:pt x="266700" y="355600"/>
                </a:lnTo>
                <a:lnTo>
                  <a:pt x="266700" y="336550"/>
                </a:lnTo>
                <a:lnTo>
                  <a:pt x="273050" y="330200"/>
                </a:lnTo>
                <a:lnTo>
                  <a:pt x="273050" y="304800"/>
                </a:lnTo>
                <a:lnTo>
                  <a:pt x="279400" y="298450"/>
                </a:lnTo>
                <a:lnTo>
                  <a:pt x="285750" y="304800"/>
                </a:lnTo>
                <a:lnTo>
                  <a:pt x="285750" y="330200"/>
                </a:lnTo>
                <a:lnTo>
                  <a:pt x="285750" y="317500"/>
                </a:lnTo>
                <a:lnTo>
                  <a:pt x="292100" y="311150"/>
                </a:lnTo>
                <a:lnTo>
                  <a:pt x="292100" y="298450"/>
                </a:lnTo>
                <a:lnTo>
                  <a:pt x="298450" y="292100"/>
                </a:lnTo>
                <a:lnTo>
                  <a:pt x="298450" y="273050"/>
                </a:lnTo>
                <a:lnTo>
                  <a:pt x="304800" y="266700"/>
                </a:lnTo>
                <a:lnTo>
                  <a:pt x="304800" y="254000"/>
                </a:lnTo>
                <a:lnTo>
                  <a:pt x="311150" y="247650"/>
                </a:lnTo>
                <a:lnTo>
                  <a:pt x="311150" y="234950"/>
                </a:lnTo>
                <a:lnTo>
                  <a:pt x="317500" y="228600"/>
                </a:lnTo>
                <a:lnTo>
                  <a:pt x="317500" y="209550"/>
                </a:lnTo>
                <a:lnTo>
                  <a:pt x="323850" y="203200"/>
                </a:lnTo>
                <a:lnTo>
                  <a:pt x="323850" y="190500"/>
                </a:lnTo>
                <a:lnTo>
                  <a:pt x="336550" y="171450"/>
                </a:lnTo>
                <a:lnTo>
                  <a:pt x="336550" y="158750"/>
                </a:lnTo>
                <a:lnTo>
                  <a:pt x="342900" y="152400"/>
                </a:lnTo>
                <a:lnTo>
                  <a:pt x="342900" y="139700"/>
                </a:lnTo>
                <a:lnTo>
                  <a:pt x="355600" y="120650"/>
                </a:lnTo>
                <a:lnTo>
                  <a:pt x="355600" y="114300"/>
                </a:lnTo>
                <a:lnTo>
                  <a:pt x="349250" y="107950"/>
                </a:lnTo>
                <a:lnTo>
                  <a:pt x="349250" y="101600"/>
                </a:lnTo>
                <a:lnTo>
                  <a:pt x="355600" y="95250"/>
                </a:lnTo>
                <a:close/>
                <a:moveTo>
                  <a:pt x="279400" y="285750"/>
                </a:moveTo>
                <a:lnTo>
                  <a:pt x="285750" y="279400"/>
                </a:lnTo>
                <a:lnTo>
                  <a:pt x="292100" y="285750"/>
                </a:lnTo>
                <a:lnTo>
                  <a:pt x="292100" y="292100"/>
                </a:lnTo>
                <a:lnTo>
                  <a:pt x="285750" y="298450"/>
                </a:lnTo>
                <a:lnTo>
                  <a:pt x="279400" y="292100"/>
                </a:lnTo>
                <a:close/>
                <a:moveTo>
                  <a:pt x="2825750" y="25400"/>
                </a:moveTo>
                <a:lnTo>
                  <a:pt x="2819400" y="25400"/>
                </a:lnTo>
                <a:lnTo>
                  <a:pt x="2813050" y="31750"/>
                </a:lnTo>
                <a:lnTo>
                  <a:pt x="2813050" y="38100"/>
                </a:lnTo>
                <a:lnTo>
                  <a:pt x="2806700" y="44450"/>
                </a:lnTo>
                <a:lnTo>
                  <a:pt x="2806700" y="50800"/>
                </a:lnTo>
                <a:lnTo>
                  <a:pt x="2794000" y="69850"/>
                </a:lnTo>
                <a:lnTo>
                  <a:pt x="2794000" y="82550"/>
                </a:lnTo>
                <a:lnTo>
                  <a:pt x="2787650" y="88900"/>
                </a:lnTo>
                <a:lnTo>
                  <a:pt x="2787650" y="101600"/>
                </a:lnTo>
                <a:lnTo>
                  <a:pt x="2774950" y="120650"/>
                </a:lnTo>
                <a:lnTo>
                  <a:pt x="2774950" y="133350"/>
                </a:lnTo>
                <a:lnTo>
                  <a:pt x="2768600" y="139700"/>
                </a:lnTo>
                <a:lnTo>
                  <a:pt x="2768600" y="152400"/>
                </a:lnTo>
                <a:lnTo>
                  <a:pt x="2762250" y="158750"/>
                </a:lnTo>
                <a:lnTo>
                  <a:pt x="2762250" y="177800"/>
                </a:lnTo>
                <a:lnTo>
                  <a:pt x="2755900" y="184150"/>
                </a:lnTo>
                <a:lnTo>
                  <a:pt x="2755900" y="196850"/>
                </a:lnTo>
                <a:lnTo>
                  <a:pt x="2749550" y="203200"/>
                </a:lnTo>
                <a:lnTo>
                  <a:pt x="2749550" y="222250"/>
                </a:lnTo>
                <a:lnTo>
                  <a:pt x="2743200" y="228600"/>
                </a:lnTo>
                <a:lnTo>
                  <a:pt x="2743200" y="241300"/>
                </a:lnTo>
                <a:lnTo>
                  <a:pt x="2736850" y="247650"/>
                </a:lnTo>
                <a:lnTo>
                  <a:pt x="2736850" y="273050"/>
                </a:lnTo>
                <a:lnTo>
                  <a:pt x="2730500" y="279400"/>
                </a:lnTo>
                <a:lnTo>
                  <a:pt x="2730500" y="298450"/>
                </a:lnTo>
                <a:lnTo>
                  <a:pt x="2724150" y="304800"/>
                </a:lnTo>
                <a:lnTo>
                  <a:pt x="2724150" y="336550"/>
                </a:lnTo>
                <a:lnTo>
                  <a:pt x="2717800" y="342900"/>
                </a:lnTo>
                <a:lnTo>
                  <a:pt x="2717800" y="374650"/>
                </a:lnTo>
                <a:lnTo>
                  <a:pt x="2730500" y="387350"/>
                </a:lnTo>
                <a:lnTo>
                  <a:pt x="2736850" y="387350"/>
                </a:lnTo>
                <a:lnTo>
                  <a:pt x="2736850" y="374650"/>
                </a:lnTo>
                <a:lnTo>
                  <a:pt x="2743200" y="368300"/>
                </a:lnTo>
                <a:lnTo>
                  <a:pt x="2743200" y="349250"/>
                </a:lnTo>
                <a:lnTo>
                  <a:pt x="2749550" y="342900"/>
                </a:lnTo>
                <a:lnTo>
                  <a:pt x="2749550" y="330200"/>
                </a:lnTo>
                <a:lnTo>
                  <a:pt x="2755900" y="323850"/>
                </a:lnTo>
                <a:lnTo>
                  <a:pt x="2755900" y="317500"/>
                </a:lnTo>
                <a:lnTo>
                  <a:pt x="2762250" y="311150"/>
                </a:lnTo>
                <a:lnTo>
                  <a:pt x="2762250" y="304800"/>
                </a:lnTo>
                <a:lnTo>
                  <a:pt x="2768600" y="298450"/>
                </a:lnTo>
                <a:lnTo>
                  <a:pt x="2768600" y="292100"/>
                </a:lnTo>
                <a:lnTo>
                  <a:pt x="2774950" y="285750"/>
                </a:lnTo>
                <a:lnTo>
                  <a:pt x="2774950" y="279400"/>
                </a:lnTo>
                <a:lnTo>
                  <a:pt x="2781300" y="273050"/>
                </a:lnTo>
                <a:lnTo>
                  <a:pt x="2781300" y="266700"/>
                </a:lnTo>
                <a:lnTo>
                  <a:pt x="2787650" y="260350"/>
                </a:lnTo>
                <a:lnTo>
                  <a:pt x="2787650" y="254000"/>
                </a:lnTo>
                <a:lnTo>
                  <a:pt x="2819400" y="222250"/>
                </a:lnTo>
                <a:lnTo>
                  <a:pt x="2825750" y="222250"/>
                </a:lnTo>
                <a:lnTo>
                  <a:pt x="2832100" y="215900"/>
                </a:lnTo>
                <a:lnTo>
                  <a:pt x="2838450" y="215900"/>
                </a:lnTo>
                <a:lnTo>
                  <a:pt x="2844800" y="222250"/>
                </a:lnTo>
                <a:lnTo>
                  <a:pt x="2844800" y="266700"/>
                </a:lnTo>
                <a:lnTo>
                  <a:pt x="2832100" y="285750"/>
                </a:lnTo>
                <a:lnTo>
                  <a:pt x="2832100" y="298450"/>
                </a:lnTo>
                <a:lnTo>
                  <a:pt x="2825750" y="304800"/>
                </a:lnTo>
                <a:lnTo>
                  <a:pt x="2825750" y="311150"/>
                </a:lnTo>
                <a:lnTo>
                  <a:pt x="2819400" y="317500"/>
                </a:lnTo>
                <a:lnTo>
                  <a:pt x="2813050" y="317500"/>
                </a:lnTo>
                <a:lnTo>
                  <a:pt x="2800350" y="330200"/>
                </a:lnTo>
                <a:lnTo>
                  <a:pt x="2794000" y="330200"/>
                </a:lnTo>
                <a:lnTo>
                  <a:pt x="2755900" y="368300"/>
                </a:lnTo>
                <a:lnTo>
                  <a:pt x="2755900" y="387350"/>
                </a:lnTo>
                <a:lnTo>
                  <a:pt x="2762250" y="393700"/>
                </a:lnTo>
                <a:lnTo>
                  <a:pt x="2787650" y="393700"/>
                </a:lnTo>
                <a:lnTo>
                  <a:pt x="2794000" y="387350"/>
                </a:lnTo>
                <a:lnTo>
                  <a:pt x="2806700" y="387350"/>
                </a:lnTo>
                <a:lnTo>
                  <a:pt x="2844800" y="349250"/>
                </a:lnTo>
                <a:lnTo>
                  <a:pt x="2844800" y="342900"/>
                </a:lnTo>
                <a:lnTo>
                  <a:pt x="2851150" y="336550"/>
                </a:lnTo>
                <a:lnTo>
                  <a:pt x="2851150" y="330200"/>
                </a:lnTo>
                <a:lnTo>
                  <a:pt x="2857500" y="323850"/>
                </a:lnTo>
                <a:lnTo>
                  <a:pt x="2857500" y="317500"/>
                </a:lnTo>
                <a:lnTo>
                  <a:pt x="2870200" y="298450"/>
                </a:lnTo>
                <a:lnTo>
                  <a:pt x="2870200" y="254000"/>
                </a:lnTo>
                <a:lnTo>
                  <a:pt x="2876550" y="247650"/>
                </a:lnTo>
                <a:lnTo>
                  <a:pt x="2876550" y="241300"/>
                </a:lnTo>
                <a:lnTo>
                  <a:pt x="2870200" y="234950"/>
                </a:lnTo>
                <a:lnTo>
                  <a:pt x="2870200" y="222250"/>
                </a:lnTo>
                <a:lnTo>
                  <a:pt x="2857500" y="209550"/>
                </a:lnTo>
                <a:lnTo>
                  <a:pt x="2851150" y="209550"/>
                </a:lnTo>
                <a:lnTo>
                  <a:pt x="2844800" y="203200"/>
                </a:lnTo>
                <a:lnTo>
                  <a:pt x="2832100" y="203200"/>
                </a:lnTo>
                <a:lnTo>
                  <a:pt x="2825750" y="209550"/>
                </a:lnTo>
                <a:lnTo>
                  <a:pt x="2819400" y="209550"/>
                </a:lnTo>
                <a:lnTo>
                  <a:pt x="2781300" y="247650"/>
                </a:lnTo>
                <a:lnTo>
                  <a:pt x="2774950" y="241300"/>
                </a:lnTo>
                <a:lnTo>
                  <a:pt x="2774950" y="228600"/>
                </a:lnTo>
                <a:lnTo>
                  <a:pt x="2781300" y="222250"/>
                </a:lnTo>
                <a:lnTo>
                  <a:pt x="2781300" y="209550"/>
                </a:lnTo>
                <a:lnTo>
                  <a:pt x="2787650" y="203200"/>
                </a:lnTo>
                <a:lnTo>
                  <a:pt x="2787650" y="190500"/>
                </a:lnTo>
                <a:lnTo>
                  <a:pt x="2794000" y="184150"/>
                </a:lnTo>
                <a:lnTo>
                  <a:pt x="2794000" y="171450"/>
                </a:lnTo>
                <a:lnTo>
                  <a:pt x="2800350" y="165100"/>
                </a:lnTo>
                <a:lnTo>
                  <a:pt x="2800350" y="152400"/>
                </a:lnTo>
                <a:lnTo>
                  <a:pt x="2806700" y="146050"/>
                </a:lnTo>
                <a:lnTo>
                  <a:pt x="2806700" y="133350"/>
                </a:lnTo>
                <a:lnTo>
                  <a:pt x="2813050" y="127000"/>
                </a:lnTo>
                <a:lnTo>
                  <a:pt x="2813050" y="114300"/>
                </a:lnTo>
                <a:lnTo>
                  <a:pt x="2819400" y="107950"/>
                </a:lnTo>
                <a:lnTo>
                  <a:pt x="2819400" y="95250"/>
                </a:lnTo>
                <a:lnTo>
                  <a:pt x="2825750" y="88900"/>
                </a:lnTo>
                <a:lnTo>
                  <a:pt x="2825750" y="82550"/>
                </a:lnTo>
                <a:lnTo>
                  <a:pt x="2832100" y="76200"/>
                </a:lnTo>
                <a:lnTo>
                  <a:pt x="2832100" y="63500"/>
                </a:lnTo>
                <a:lnTo>
                  <a:pt x="2838450" y="57150"/>
                </a:lnTo>
                <a:lnTo>
                  <a:pt x="2838450" y="38100"/>
                </a:lnTo>
                <a:close/>
                <a:moveTo>
                  <a:pt x="2800350" y="330200"/>
                </a:moveTo>
                <a:lnTo>
                  <a:pt x="2806700" y="336550"/>
                </a:lnTo>
                <a:lnTo>
                  <a:pt x="2806700" y="349250"/>
                </a:lnTo>
                <a:lnTo>
                  <a:pt x="2794000" y="361950"/>
                </a:lnTo>
                <a:lnTo>
                  <a:pt x="2794000" y="368300"/>
                </a:lnTo>
                <a:lnTo>
                  <a:pt x="2787650" y="374650"/>
                </a:lnTo>
                <a:lnTo>
                  <a:pt x="2781300" y="374650"/>
                </a:lnTo>
                <a:lnTo>
                  <a:pt x="2768600" y="387350"/>
                </a:lnTo>
                <a:lnTo>
                  <a:pt x="2755900" y="374650"/>
                </a:lnTo>
                <a:lnTo>
                  <a:pt x="2762250" y="368300"/>
                </a:lnTo>
                <a:lnTo>
                  <a:pt x="2762250" y="361950"/>
                </a:lnTo>
                <a:lnTo>
                  <a:pt x="2781300" y="342900"/>
                </a:lnTo>
                <a:lnTo>
                  <a:pt x="2787650" y="342900"/>
                </a:lnTo>
                <a:close/>
                <a:moveTo>
                  <a:pt x="488950" y="50800"/>
                </a:moveTo>
                <a:lnTo>
                  <a:pt x="482600" y="50800"/>
                </a:lnTo>
                <a:lnTo>
                  <a:pt x="476250" y="44450"/>
                </a:lnTo>
                <a:lnTo>
                  <a:pt x="469900" y="44450"/>
                </a:lnTo>
                <a:lnTo>
                  <a:pt x="450850" y="31750"/>
                </a:lnTo>
                <a:lnTo>
                  <a:pt x="438150" y="31750"/>
                </a:lnTo>
                <a:lnTo>
                  <a:pt x="431800" y="25400"/>
                </a:lnTo>
                <a:lnTo>
                  <a:pt x="323850" y="25400"/>
                </a:lnTo>
                <a:lnTo>
                  <a:pt x="317500" y="31750"/>
                </a:lnTo>
                <a:lnTo>
                  <a:pt x="292100" y="31750"/>
                </a:lnTo>
                <a:lnTo>
                  <a:pt x="285750" y="38100"/>
                </a:lnTo>
                <a:lnTo>
                  <a:pt x="273050" y="38100"/>
                </a:lnTo>
                <a:lnTo>
                  <a:pt x="266700" y="44450"/>
                </a:lnTo>
                <a:lnTo>
                  <a:pt x="254000" y="44450"/>
                </a:lnTo>
                <a:lnTo>
                  <a:pt x="234950" y="57150"/>
                </a:lnTo>
                <a:lnTo>
                  <a:pt x="222250" y="57150"/>
                </a:lnTo>
                <a:lnTo>
                  <a:pt x="215900" y="63500"/>
                </a:lnTo>
                <a:lnTo>
                  <a:pt x="209550" y="63500"/>
                </a:lnTo>
                <a:lnTo>
                  <a:pt x="196850" y="76200"/>
                </a:lnTo>
                <a:lnTo>
                  <a:pt x="190500" y="76200"/>
                </a:lnTo>
                <a:lnTo>
                  <a:pt x="177800" y="88900"/>
                </a:lnTo>
                <a:lnTo>
                  <a:pt x="171450" y="88900"/>
                </a:lnTo>
                <a:lnTo>
                  <a:pt x="146050" y="114300"/>
                </a:lnTo>
                <a:lnTo>
                  <a:pt x="146050" y="120650"/>
                </a:lnTo>
                <a:lnTo>
                  <a:pt x="133350" y="133350"/>
                </a:lnTo>
                <a:lnTo>
                  <a:pt x="133350" y="139700"/>
                </a:lnTo>
                <a:lnTo>
                  <a:pt x="127000" y="146050"/>
                </a:lnTo>
                <a:lnTo>
                  <a:pt x="127000" y="190500"/>
                </a:lnTo>
                <a:lnTo>
                  <a:pt x="139700" y="203200"/>
                </a:lnTo>
                <a:lnTo>
                  <a:pt x="152400" y="203200"/>
                </a:lnTo>
                <a:lnTo>
                  <a:pt x="146050" y="196850"/>
                </a:lnTo>
                <a:lnTo>
                  <a:pt x="146050" y="171450"/>
                </a:lnTo>
                <a:lnTo>
                  <a:pt x="152400" y="165100"/>
                </a:lnTo>
                <a:lnTo>
                  <a:pt x="152400" y="139700"/>
                </a:lnTo>
                <a:lnTo>
                  <a:pt x="177800" y="114300"/>
                </a:lnTo>
                <a:lnTo>
                  <a:pt x="184150" y="114300"/>
                </a:lnTo>
                <a:lnTo>
                  <a:pt x="190500" y="120650"/>
                </a:lnTo>
                <a:lnTo>
                  <a:pt x="184150" y="127000"/>
                </a:lnTo>
                <a:lnTo>
                  <a:pt x="196850" y="114300"/>
                </a:lnTo>
                <a:lnTo>
                  <a:pt x="203200" y="114300"/>
                </a:lnTo>
                <a:lnTo>
                  <a:pt x="215900" y="101600"/>
                </a:lnTo>
                <a:lnTo>
                  <a:pt x="222250" y="101600"/>
                </a:lnTo>
                <a:lnTo>
                  <a:pt x="228600" y="95250"/>
                </a:lnTo>
                <a:lnTo>
                  <a:pt x="234950" y="95250"/>
                </a:lnTo>
                <a:lnTo>
                  <a:pt x="241300" y="88900"/>
                </a:lnTo>
                <a:lnTo>
                  <a:pt x="247650" y="88900"/>
                </a:lnTo>
                <a:lnTo>
                  <a:pt x="266700" y="76200"/>
                </a:lnTo>
                <a:lnTo>
                  <a:pt x="279400" y="76200"/>
                </a:lnTo>
                <a:lnTo>
                  <a:pt x="285750" y="69850"/>
                </a:lnTo>
                <a:lnTo>
                  <a:pt x="298450" y="69850"/>
                </a:lnTo>
                <a:lnTo>
                  <a:pt x="304800" y="63500"/>
                </a:lnTo>
                <a:lnTo>
                  <a:pt x="317500" y="63500"/>
                </a:lnTo>
                <a:lnTo>
                  <a:pt x="323850" y="57150"/>
                </a:lnTo>
                <a:lnTo>
                  <a:pt x="349250" y="57150"/>
                </a:lnTo>
                <a:lnTo>
                  <a:pt x="355600" y="50800"/>
                </a:lnTo>
                <a:lnTo>
                  <a:pt x="444500" y="50800"/>
                </a:lnTo>
                <a:lnTo>
                  <a:pt x="450850" y="57150"/>
                </a:lnTo>
                <a:lnTo>
                  <a:pt x="463550" y="57150"/>
                </a:lnTo>
                <a:lnTo>
                  <a:pt x="469900" y="63500"/>
                </a:lnTo>
                <a:lnTo>
                  <a:pt x="476250" y="63500"/>
                </a:lnTo>
                <a:lnTo>
                  <a:pt x="508000" y="95250"/>
                </a:lnTo>
                <a:lnTo>
                  <a:pt x="508000" y="107950"/>
                </a:lnTo>
                <a:lnTo>
                  <a:pt x="514350" y="114300"/>
                </a:lnTo>
                <a:lnTo>
                  <a:pt x="514350" y="171450"/>
                </a:lnTo>
                <a:lnTo>
                  <a:pt x="508000" y="177800"/>
                </a:lnTo>
                <a:lnTo>
                  <a:pt x="508000" y="190500"/>
                </a:lnTo>
                <a:lnTo>
                  <a:pt x="501650" y="196850"/>
                </a:lnTo>
                <a:lnTo>
                  <a:pt x="501650" y="209550"/>
                </a:lnTo>
                <a:lnTo>
                  <a:pt x="495300" y="215900"/>
                </a:lnTo>
                <a:lnTo>
                  <a:pt x="495300" y="222250"/>
                </a:lnTo>
                <a:lnTo>
                  <a:pt x="488950" y="228600"/>
                </a:lnTo>
                <a:lnTo>
                  <a:pt x="488950" y="234950"/>
                </a:lnTo>
                <a:lnTo>
                  <a:pt x="482600" y="241300"/>
                </a:lnTo>
                <a:lnTo>
                  <a:pt x="482600" y="247650"/>
                </a:lnTo>
                <a:lnTo>
                  <a:pt x="469900" y="260350"/>
                </a:lnTo>
                <a:lnTo>
                  <a:pt x="469900" y="266700"/>
                </a:lnTo>
                <a:lnTo>
                  <a:pt x="450850" y="285750"/>
                </a:lnTo>
                <a:lnTo>
                  <a:pt x="450850" y="292100"/>
                </a:lnTo>
                <a:lnTo>
                  <a:pt x="387350" y="355600"/>
                </a:lnTo>
                <a:lnTo>
                  <a:pt x="381000" y="355600"/>
                </a:lnTo>
                <a:lnTo>
                  <a:pt x="336550" y="400050"/>
                </a:lnTo>
                <a:lnTo>
                  <a:pt x="330200" y="400050"/>
                </a:lnTo>
                <a:lnTo>
                  <a:pt x="317500" y="412750"/>
                </a:lnTo>
                <a:lnTo>
                  <a:pt x="311150" y="412750"/>
                </a:lnTo>
                <a:lnTo>
                  <a:pt x="298450" y="425450"/>
                </a:lnTo>
                <a:lnTo>
                  <a:pt x="292100" y="425450"/>
                </a:lnTo>
                <a:lnTo>
                  <a:pt x="285750" y="431800"/>
                </a:lnTo>
                <a:lnTo>
                  <a:pt x="279400" y="431800"/>
                </a:lnTo>
                <a:lnTo>
                  <a:pt x="266700" y="444500"/>
                </a:lnTo>
                <a:lnTo>
                  <a:pt x="260350" y="444500"/>
                </a:lnTo>
                <a:lnTo>
                  <a:pt x="254000" y="450850"/>
                </a:lnTo>
                <a:lnTo>
                  <a:pt x="241300" y="450850"/>
                </a:lnTo>
                <a:lnTo>
                  <a:pt x="222250" y="463550"/>
                </a:lnTo>
                <a:lnTo>
                  <a:pt x="184150" y="463550"/>
                </a:lnTo>
                <a:lnTo>
                  <a:pt x="171450" y="450850"/>
                </a:lnTo>
                <a:lnTo>
                  <a:pt x="171450" y="444500"/>
                </a:lnTo>
                <a:lnTo>
                  <a:pt x="171450" y="450850"/>
                </a:lnTo>
                <a:lnTo>
                  <a:pt x="165100" y="457200"/>
                </a:lnTo>
                <a:lnTo>
                  <a:pt x="184150" y="476250"/>
                </a:lnTo>
                <a:lnTo>
                  <a:pt x="196850" y="476250"/>
                </a:lnTo>
                <a:lnTo>
                  <a:pt x="203200" y="482600"/>
                </a:lnTo>
                <a:lnTo>
                  <a:pt x="215900" y="482600"/>
                </a:lnTo>
                <a:lnTo>
                  <a:pt x="222250" y="476250"/>
                </a:lnTo>
                <a:lnTo>
                  <a:pt x="241300" y="476250"/>
                </a:lnTo>
                <a:lnTo>
                  <a:pt x="247650" y="469900"/>
                </a:lnTo>
                <a:lnTo>
                  <a:pt x="266700" y="469900"/>
                </a:lnTo>
                <a:lnTo>
                  <a:pt x="273050" y="463550"/>
                </a:lnTo>
                <a:lnTo>
                  <a:pt x="292100" y="463550"/>
                </a:lnTo>
                <a:lnTo>
                  <a:pt x="298450" y="457200"/>
                </a:lnTo>
                <a:lnTo>
                  <a:pt x="311150" y="457200"/>
                </a:lnTo>
                <a:lnTo>
                  <a:pt x="317500" y="450850"/>
                </a:lnTo>
                <a:lnTo>
                  <a:pt x="323850" y="450850"/>
                </a:lnTo>
                <a:lnTo>
                  <a:pt x="330200" y="444500"/>
                </a:lnTo>
                <a:lnTo>
                  <a:pt x="336550" y="444500"/>
                </a:lnTo>
                <a:lnTo>
                  <a:pt x="336550" y="438150"/>
                </a:lnTo>
                <a:lnTo>
                  <a:pt x="349250" y="425450"/>
                </a:lnTo>
                <a:lnTo>
                  <a:pt x="355600" y="425450"/>
                </a:lnTo>
                <a:lnTo>
                  <a:pt x="361950" y="431800"/>
                </a:lnTo>
                <a:lnTo>
                  <a:pt x="368300" y="425450"/>
                </a:lnTo>
                <a:lnTo>
                  <a:pt x="361950" y="419100"/>
                </a:lnTo>
                <a:lnTo>
                  <a:pt x="374650" y="406400"/>
                </a:lnTo>
                <a:lnTo>
                  <a:pt x="381000" y="406400"/>
                </a:lnTo>
                <a:lnTo>
                  <a:pt x="400050" y="387350"/>
                </a:lnTo>
                <a:lnTo>
                  <a:pt x="406400" y="387350"/>
                </a:lnTo>
                <a:lnTo>
                  <a:pt x="412750" y="381000"/>
                </a:lnTo>
                <a:lnTo>
                  <a:pt x="419100" y="387350"/>
                </a:lnTo>
                <a:lnTo>
                  <a:pt x="412750" y="381000"/>
                </a:lnTo>
                <a:lnTo>
                  <a:pt x="431800" y="361950"/>
                </a:lnTo>
                <a:lnTo>
                  <a:pt x="444500" y="361950"/>
                </a:lnTo>
                <a:lnTo>
                  <a:pt x="488950" y="317500"/>
                </a:lnTo>
                <a:lnTo>
                  <a:pt x="488950" y="311150"/>
                </a:lnTo>
                <a:lnTo>
                  <a:pt x="501650" y="298450"/>
                </a:lnTo>
                <a:lnTo>
                  <a:pt x="501650" y="292100"/>
                </a:lnTo>
                <a:lnTo>
                  <a:pt x="514350" y="279400"/>
                </a:lnTo>
                <a:lnTo>
                  <a:pt x="514350" y="273050"/>
                </a:lnTo>
                <a:lnTo>
                  <a:pt x="520700" y="266700"/>
                </a:lnTo>
                <a:lnTo>
                  <a:pt x="520700" y="260350"/>
                </a:lnTo>
                <a:lnTo>
                  <a:pt x="533400" y="241300"/>
                </a:lnTo>
                <a:lnTo>
                  <a:pt x="533400" y="228600"/>
                </a:lnTo>
                <a:lnTo>
                  <a:pt x="539750" y="222250"/>
                </a:lnTo>
                <a:lnTo>
                  <a:pt x="539750" y="203200"/>
                </a:lnTo>
                <a:lnTo>
                  <a:pt x="546100" y="196850"/>
                </a:lnTo>
                <a:lnTo>
                  <a:pt x="546100" y="133350"/>
                </a:lnTo>
                <a:lnTo>
                  <a:pt x="539750" y="127000"/>
                </a:lnTo>
                <a:lnTo>
                  <a:pt x="539750" y="114300"/>
                </a:lnTo>
                <a:lnTo>
                  <a:pt x="533400" y="107950"/>
                </a:lnTo>
                <a:lnTo>
                  <a:pt x="533400" y="101600"/>
                </a:lnTo>
                <a:lnTo>
                  <a:pt x="527050" y="95250"/>
                </a:lnTo>
                <a:lnTo>
                  <a:pt x="527050" y="88900"/>
                </a:lnTo>
                <a:close/>
                <a:moveTo>
                  <a:pt x="355600" y="425450"/>
                </a:moveTo>
                <a:lnTo>
                  <a:pt x="361950" y="419100"/>
                </a:lnTo>
                <a:lnTo>
                  <a:pt x="368300" y="425450"/>
                </a:lnTo>
                <a:lnTo>
                  <a:pt x="361950" y="431800"/>
                </a:lnTo>
                <a:close/>
                <a:moveTo>
                  <a:pt x="419100" y="349250"/>
                </a:moveTo>
                <a:lnTo>
                  <a:pt x="387350" y="381000"/>
                </a:lnTo>
                <a:lnTo>
                  <a:pt x="381000" y="381000"/>
                </a:lnTo>
                <a:lnTo>
                  <a:pt x="361950" y="400050"/>
                </a:lnTo>
                <a:lnTo>
                  <a:pt x="355600" y="400050"/>
                </a:lnTo>
                <a:lnTo>
                  <a:pt x="342900" y="412750"/>
                </a:lnTo>
                <a:lnTo>
                  <a:pt x="336550" y="412750"/>
                </a:lnTo>
                <a:lnTo>
                  <a:pt x="330200" y="406400"/>
                </a:lnTo>
                <a:lnTo>
                  <a:pt x="355600" y="381000"/>
                </a:lnTo>
                <a:lnTo>
                  <a:pt x="361950" y="381000"/>
                </a:lnTo>
                <a:lnTo>
                  <a:pt x="393700" y="349250"/>
                </a:lnTo>
                <a:lnTo>
                  <a:pt x="400050" y="349250"/>
                </a:lnTo>
                <a:lnTo>
                  <a:pt x="406400" y="342900"/>
                </a:lnTo>
                <a:lnTo>
                  <a:pt x="412750" y="342900"/>
                </a:lnTo>
                <a:close/>
                <a:moveTo>
                  <a:pt x="501650" y="203200"/>
                </a:moveTo>
                <a:lnTo>
                  <a:pt x="508000" y="196850"/>
                </a:lnTo>
                <a:lnTo>
                  <a:pt x="514350" y="203200"/>
                </a:lnTo>
                <a:lnTo>
                  <a:pt x="508000" y="209550"/>
                </a:lnTo>
                <a:close/>
                <a:moveTo>
                  <a:pt x="184150" y="114300"/>
                </a:moveTo>
                <a:lnTo>
                  <a:pt x="190500" y="107950"/>
                </a:lnTo>
                <a:lnTo>
                  <a:pt x="196850" y="114300"/>
                </a:lnTo>
                <a:lnTo>
                  <a:pt x="190500" y="120650"/>
                </a:lnTo>
                <a:close/>
                <a:moveTo>
                  <a:pt x="190500" y="82550"/>
                </a:moveTo>
                <a:lnTo>
                  <a:pt x="196850" y="76200"/>
                </a:lnTo>
                <a:lnTo>
                  <a:pt x="203200" y="76200"/>
                </a:lnTo>
                <a:lnTo>
                  <a:pt x="209550" y="82550"/>
                </a:lnTo>
                <a:lnTo>
                  <a:pt x="203200" y="88900"/>
                </a:lnTo>
                <a:lnTo>
                  <a:pt x="196850" y="88900"/>
                </a:lnTo>
                <a:close/>
                <a:moveTo>
                  <a:pt x="260350" y="57150"/>
                </a:moveTo>
                <a:lnTo>
                  <a:pt x="254000" y="63500"/>
                </a:lnTo>
                <a:lnTo>
                  <a:pt x="247650" y="63500"/>
                </a:lnTo>
                <a:lnTo>
                  <a:pt x="241300" y="69850"/>
                </a:lnTo>
                <a:lnTo>
                  <a:pt x="234950" y="69850"/>
                </a:lnTo>
                <a:lnTo>
                  <a:pt x="215900" y="82550"/>
                </a:lnTo>
                <a:lnTo>
                  <a:pt x="209550" y="82550"/>
                </a:lnTo>
                <a:lnTo>
                  <a:pt x="203200" y="76200"/>
                </a:lnTo>
                <a:lnTo>
                  <a:pt x="215900" y="63500"/>
                </a:lnTo>
                <a:lnTo>
                  <a:pt x="222250" y="63500"/>
                </a:lnTo>
                <a:lnTo>
                  <a:pt x="241300" y="50800"/>
                </a:lnTo>
                <a:lnTo>
                  <a:pt x="254000" y="50800"/>
                </a:lnTo>
                <a:close/>
                <a:moveTo>
                  <a:pt x="254000" y="50800"/>
                </a:moveTo>
                <a:lnTo>
                  <a:pt x="260350" y="44450"/>
                </a:lnTo>
                <a:lnTo>
                  <a:pt x="266700" y="44450"/>
                </a:lnTo>
                <a:lnTo>
                  <a:pt x="273050" y="50800"/>
                </a:lnTo>
                <a:lnTo>
                  <a:pt x="266700" y="57150"/>
                </a:lnTo>
                <a:lnTo>
                  <a:pt x="260350" y="57150"/>
                </a:lnTo>
                <a:close/>
                <a:moveTo>
                  <a:pt x="1765300" y="0"/>
                </a:moveTo>
                <a:lnTo>
                  <a:pt x="1758950" y="0"/>
                </a:lnTo>
                <a:lnTo>
                  <a:pt x="1752600" y="6350"/>
                </a:lnTo>
                <a:lnTo>
                  <a:pt x="1752600" y="12700"/>
                </a:lnTo>
                <a:lnTo>
                  <a:pt x="1746250" y="19050"/>
                </a:lnTo>
                <a:lnTo>
                  <a:pt x="1746250" y="25400"/>
                </a:lnTo>
                <a:lnTo>
                  <a:pt x="1739900" y="31750"/>
                </a:lnTo>
                <a:lnTo>
                  <a:pt x="1739900" y="38100"/>
                </a:lnTo>
                <a:lnTo>
                  <a:pt x="1727200" y="57150"/>
                </a:lnTo>
                <a:lnTo>
                  <a:pt x="1727200" y="69850"/>
                </a:lnTo>
                <a:lnTo>
                  <a:pt x="1714500" y="88900"/>
                </a:lnTo>
                <a:lnTo>
                  <a:pt x="1714500" y="101600"/>
                </a:lnTo>
                <a:lnTo>
                  <a:pt x="1708150" y="107950"/>
                </a:lnTo>
                <a:lnTo>
                  <a:pt x="1708150" y="120650"/>
                </a:lnTo>
                <a:lnTo>
                  <a:pt x="1701800" y="127000"/>
                </a:lnTo>
                <a:lnTo>
                  <a:pt x="1701800" y="146050"/>
                </a:lnTo>
                <a:lnTo>
                  <a:pt x="1689100" y="165100"/>
                </a:lnTo>
                <a:lnTo>
                  <a:pt x="1689100" y="184150"/>
                </a:lnTo>
                <a:lnTo>
                  <a:pt x="1682750" y="190500"/>
                </a:lnTo>
                <a:lnTo>
                  <a:pt x="1682750" y="203200"/>
                </a:lnTo>
                <a:lnTo>
                  <a:pt x="1682750" y="190500"/>
                </a:lnTo>
                <a:lnTo>
                  <a:pt x="1689100" y="184150"/>
                </a:lnTo>
                <a:lnTo>
                  <a:pt x="1689100" y="171450"/>
                </a:lnTo>
                <a:lnTo>
                  <a:pt x="1701800" y="152400"/>
                </a:lnTo>
                <a:lnTo>
                  <a:pt x="1701800" y="139700"/>
                </a:lnTo>
                <a:lnTo>
                  <a:pt x="1708150" y="133350"/>
                </a:lnTo>
                <a:lnTo>
                  <a:pt x="1708150" y="127000"/>
                </a:lnTo>
                <a:lnTo>
                  <a:pt x="1714500" y="120650"/>
                </a:lnTo>
                <a:lnTo>
                  <a:pt x="1720850" y="127000"/>
                </a:lnTo>
                <a:lnTo>
                  <a:pt x="1720850" y="139700"/>
                </a:lnTo>
                <a:lnTo>
                  <a:pt x="1714500" y="146050"/>
                </a:lnTo>
                <a:lnTo>
                  <a:pt x="1714500" y="158750"/>
                </a:lnTo>
                <a:lnTo>
                  <a:pt x="1708150" y="165100"/>
                </a:lnTo>
                <a:lnTo>
                  <a:pt x="1708150" y="184150"/>
                </a:lnTo>
                <a:lnTo>
                  <a:pt x="1701800" y="190500"/>
                </a:lnTo>
                <a:lnTo>
                  <a:pt x="1701800" y="203200"/>
                </a:lnTo>
                <a:lnTo>
                  <a:pt x="1695450" y="209550"/>
                </a:lnTo>
                <a:lnTo>
                  <a:pt x="1695450" y="222250"/>
                </a:lnTo>
                <a:lnTo>
                  <a:pt x="1689100" y="228600"/>
                </a:lnTo>
                <a:lnTo>
                  <a:pt x="1689100" y="247650"/>
                </a:lnTo>
                <a:lnTo>
                  <a:pt x="1682750" y="254000"/>
                </a:lnTo>
                <a:lnTo>
                  <a:pt x="1682750" y="266700"/>
                </a:lnTo>
                <a:lnTo>
                  <a:pt x="1676400" y="273050"/>
                </a:lnTo>
                <a:lnTo>
                  <a:pt x="1676400" y="292100"/>
                </a:lnTo>
                <a:lnTo>
                  <a:pt x="1670050" y="298450"/>
                </a:lnTo>
                <a:lnTo>
                  <a:pt x="1663700" y="292100"/>
                </a:lnTo>
                <a:lnTo>
                  <a:pt x="1663700" y="260350"/>
                </a:lnTo>
                <a:lnTo>
                  <a:pt x="1670050" y="254000"/>
                </a:lnTo>
                <a:lnTo>
                  <a:pt x="1670050" y="234950"/>
                </a:lnTo>
                <a:lnTo>
                  <a:pt x="1676400" y="228600"/>
                </a:lnTo>
                <a:lnTo>
                  <a:pt x="1676400" y="215900"/>
                </a:lnTo>
                <a:lnTo>
                  <a:pt x="1676400" y="228600"/>
                </a:lnTo>
                <a:lnTo>
                  <a:pt x="1670050" y="234950"/>
                </a:lnTo>
                <a:lnTo>
                  <a:pt x="1670050" y="254000"/>
                </a:lnTo>
                <a:lnTo>
                  <a:pt x="1663700" y="260350"/>
                </a:lnTo>
                <a:lnTo>
                  <a:pt x="1663700" y="285750"/>
                </a:lnTo>
                <a:lnTo>
                  <a:pt x="1657350" y="292100"/>
                </a:lnTo>
                <a:lnTo>
                  <a:pt x="1657350" y="317500"/>
                </a:lnTo>
                <a:lnTo>
                  <a:pt x="1651000" y="323850"/>
                </a:lnTo>
                <a:lnTo>
                  <a:pt x="1651000" y="368300"/>
                </a:lnTo>
                <a:lnTo>
                  <a:pt x="1657350" y="368300"/>
                </a:lnTo>
                <a:lnTo>
                  <a:pt x="1670050" y="381000"/>
                </a:lnTo>
                <a:lnTo>
                  <a:pt x="1676400" y="374650"/>
                </a:lnTo>
                <a:lnTo>
                  <a:pt x="1676400" y="361950"/>
                </a:lnTo>
                <a:lnTo>
                  <a:pt x="1682750" y="355600"/>
                </a:lnTo>
                <a:lnTo>
                  <a:pt x="1682750" y="349250"/>
                </a:lnTo>
                <a:lnTo>
                  <a:pt x="1695450" y="330200"/>
                </a:lnTo>
                <a:lnTo>
                  <a:pt x="1695450" y="266700"/>
                </a:lnTo>
                <a:lnTo>
                  <a:pt x="1701800" y="260350"/>
                </a:lnTo>
                <a:lnTo>
                  <a:pt x="1701800" y="247650"/>
                </a:lnTo>
                <a:lnTo>
                  <a:pt x="1708150" y="241300"/>
                </a:lnTo>
                <a:lnTo>
                  <a:pt x="1708150" y="222250"/>
                </a:lnTo>
                <a:lnTo>
                  <a:pt x="1714500" y="215900"/>
                </a:lnTo>
                <a:lnTo>
                  <a:pt x="1714500" y="203200"/>
                </a:lnTo>
                <a:lnTo>
                  <a:pt x="1720850" y="196850"/>
                </a:lnTo>
                <a:lnTo>
                  <a:pt x="1720850" y="184150"/>
                </a:lnTo>
                <a:lnTo>
                  <a:pt x="1727200" y="177800"/>
                </a:lnTo>
                <a:lnTo>
                  <a:pt x="1727200" y="165100"/>
                </a:lnTo>
                <a:lnTo>
                  <a:pt x="1733550" y="158750"/>
                </a:lnTo>
                <a:lnTo>
                  <a:pt x="1733550" y="146050"/>
                </a:lnTo>
                <a:lnTo>
                  <a:pt x="1739900" y="139700"/>
                </a:lnTo>
                <a:lnTo>
                  <a:pt x="1739900" y="127000"/>
                </a:lnTo>
                <a:lnTo>
                  <a:pt x="1746250" y="120650"/>
                </a:lnTo>
                <a:lnTo>
                  <a:pt x="1746250" y="114300"/>
                </a:lnTo>
                <a:lnTo>
                  <a:pt x="1752600" y="107950"/>
                </a:lnTo>
                <a:lnTo>
                  <a:pt x="1752600" y="95250"/>
                </a:lnTo>
                <a:lnTo>
                  <a:pt x="1765300" y="76200"/>
                </a:lnTo>
                <a:lnTo>
                  <a:pt x="1765300" y="63500"/>
                </a:lnTo>
                <a:lnTo>
                  <a:pt x="1771650" y="57150"/>
                </a:lnTo>
                <a:lnTo>
                  <a:pt x="1771650" y="44450"/>
                </a:lnTo>
                <a:lnTo>
                  <a:pt x="1784350" y="25400"/>
                </a:lnTo>
                <a:lnTo>
                  <a:pt x="1784350" y="12700"/>
                </a:lnTo>
                <a:close/>
                <a:moveTo>
                  <a:pt x="1714500" y="114300"/>
                </a:moveTo>
                <a:lnTo>
                  <a:pt x="1720850" y="107950"/>
                </a:lnTo>
                <a:lnTo>
                  <a:pt x="1727200" y="114300"/>
                </a:lnTo>
                <a:lnTo>
                  <a:pt x="1727200" y="120650"/>
                </a:lnTo>
                <a:lnTo>
                  <a:pt x="1720850" y="127000"/>
                </a:lnTo>
                <a:lnTo>
                  <a:pt x="1714500" y="12065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Repeated prompt refinement recycle icon gray">
            <a:extLst xmlns:a="http://schemas.openxmlformats.org/drawingml/2006/main">
              <a:ext uri="{FF2B5EF4-FFF2-40B4-BE49-F238E27FC236}">
                <a16:creationId xmlns:a16="http://schemas.microsoft.com/office/drawing/2014/main" id="{EE9A2691-9671-4A13-AC0D-31E6B49B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750" y="7683500"/>
            <a:ext cx="711200" cy="717550"/>
          </a:xfrm>
          <a:custGeom xmlns:a="http://schemas.openxmlformats.org/drawingml/2006/main">
            <a:pathLst>
              <a:path w="711200" h="717550">
                <a:moveTo>
                  <a:pt x="0" y="336550"/>
                </a:moveTo>
                <a:lnTo>
                  <a:pt x="0" y="406400"/>
                </a:lnTo>
                <a:lnTo>
                  <a:pt x="6350" y="412750"/>
                </a:lnTo>
                <a:lnTo>
                  <a:pt x="6350" y="438150"/>
                </a:lnTo>
                <a:lnTo>
                  <a:pt x="12700" y="444500"/>
                </a:lnTo>
                <a:lnTo>
                  <a:pt x="12700" y="463550"/>
                </a:lnTo>
                <a:lnTo>
                  <a:pt x="19050" y="469900"/>
                </a:lnTo>
                <a:lnTo>
                  <a:pt x="19050" y="482600"/>
                </a:lnTo>
                <a:lnTo>
                  <a:pt x="25400" y="488950"/>
                </a:lnTo>
                <a:lnTo>
                  <a:pt x="25400" y="501650"/>
                </a:lnTo>
                <a:lnTo>
                  <a:pt x="31750" y="508000"/>
                </a:lnTo>
                <a:lnTo>
                  <a:pt x="31750" y="514350"/>
                </a:lnTo>
                <a:lnTo>
                  <a:pt x="44450" y="527050"/>
                </a:lnTo>
                <a:lnTo>
                  <a:pt x="44450" y="533400"/>
                </a:lnTo>
                <a:lnTo>
                  <a:pt x="50800" y="539750"/>
                </a:lnTo>
                <a:lnTo>
                  <a:pt x="50800" y="546100"/>
                </a:lnTo>
                <a:lnTo>
                  <a:pt x="57150" y="552450"/>
                </a:lnTo>
                <a:lnTo>
                  <a:pt x="57150" y="558800"/>
                </a:lnTo>
                <a:lnTo>
                  <a:pt x="69850" y="571500"/>
                </a:lnTo>
                <a:lnTo>
                  <a:pt x="69850" y="577850"/>
                </a:lnTo>
                <a:lnTo>
                  <a:pt x="133350" y="641350"/>
                </a:lnTo>
                <a:lnTo>
                  <a:pt x="139700" y="641350"/>
                </a:lnTo>
                <a:lnTo>
                  <a:pt x="158750" y="660400"/>
                </a:lnTo>
                <a:lnTo>
                  <a:pt x="165100" y="660400"/>
                </a:lnTo>
                <a:lnTo>
                  <a:pt x="177800" y="673100"/>
                </a:lnTo>
                <a:lnTo>
                  <a:pt x="184150" y="673100"/>
                </a:lnTo>
                <a:lnTo>
                  <a:pt x="190500" y="679450"/>
                </a:lnTo>
                <a:lnTo>
                  <a:pt x="196850" y="679450"/>
                </a:lnTo>
                <a:lnTo>
                  <a:pt x="215900" y="692150"/>
                </a:lnTo>
                <a:lnTo>
                  <a:pt x="228600" y="692150"/>
                </a:lnTo>
                <a:lnTo>
                  <a:pt x="234950" y="698500"/>
                </a:lnTo>
                <a:lnTo>
                  <a:pt x="247650" y="698500"/>
                </a:lnTo>
                <a:lnTo>
                  <a:pt x="254000" y="704850"/>
                </a:lnTo>
                <a:lnTo>
                  <a:pt x="266700" y="704850"/>
                </a:lnTo>
                <a:lnTo>
                  <a:pt x="273050" y="711200"/>
                </a:lnTo>
                <a:lnTo>
                  <a:pt x="304800" y="711200"/>
                </a:lnTo>
                <a:lnTo>
                  <a:pt x="311150" y="717550"/>
                </a:lnTo>
                <a:lnTo>
                  <a:pt x="393700" y="717550"/>
                </a:lnTo>
                <a:lnTo>
                  <a:pt x="400050" y="711200"/>
                </a:lnTo>
                <a:lnTo>
                  <a:pt x="431800" y="711200"/>
                </a:lnTo>
                <a:lnTo>
                  <a:pt x="438150" y="704850"/>
                </a:lnTo>
                <a:lnTo>
                  <a:pt x="450850" y="704850"/>
                </a:lnTo>
                <a:lnTo>
                  <a:pt x="457200" y="698500"/>
                </a:lnTo>
                <a:lnTo>
                  <a:pt x="469900" y="698500"/>
                </a:lnTo>
                <a:lnTo>
                  <a:pt x="476250" y="692150"/>
                </a:lnTo>
                <a:lnTo>
                  <a:pt x="488950" y="692150"/>
                </a:lnTo>
                <a:lnTo>
                  <a:pt x="495300" y="685800"/>
                </a:lnTo>
                <a:lnTo>
                  <a:pt x="501650" y="685800"/>
                </a:lnTo>
                <a:lnTo>
                  <a:pt x="508000" y="679450"/>
                </a:lnTo>
                <a:lnTo>
                  <a:pt x="514350" y="679450"/>
                </a:lnTo>
                <a:lnTo>
                  <a:pt x="520700" y="673100"/>
                </a:lnTo>
                <a:lnTo>
                  <a:pt x="527050" y="673100"/>
                </a:lnTo>
                <a:lnTo>
                  <a:pt x="539750" y="660400"/>
                </a:lnTo>
                <a:lnTo>
                  <a:pt x="546100" y="660400"/>
                </a:lnTo>
                <a:lnTo>
                  <a:pt x="558800" y="647700"/>
                </a:lnTo>
                <a:lnTo>
                  <a:pt x="565150" y="647700"/>
                </a:lnTo>
                <a:lnTo>
                  <a:pt x="584200" y="628650"/>
                </a:lnTo>
                <a:lnTo>
                  <a:pt x="590550" y="628650"/>
                </a:lnTo>
                <a:lnTo>
                  <a:pt x="590550" y="622300"/>
                </a:lnTo>
                <a:lnTo>
                  <a:pt x="596900" y="615950"/>
                </a:lnTo>
                <a:lnTo>
                  <a:pt x="603250" y="615950"/>
                </a:lnTo>
                <a:lnTo>
                  <a:pt x="615950" y="603250"/>
                </a:lnTo>
                <a:lnTo>
                  <a:pt x="615950" y="596900"/>
                </a:lnTo>
                <a:lnTo>
                  <a:pt x="628650" y="584200"/>
                </a:lnTo>
                <a:lnTo>
                  <a:pt x="635000" y="584200"/>
                </a:lnTo>
                <a:lnTo>
                  <a:pt x="666750" y="615950"/>
                </a:lnTo>
                <a:lnTo>
                  <a:pt x="673100" y="615950"/>
                </a:lnTo>
                <a:lnTo>
                  <a:pt x="679450" y="609600"/>
                </a:lnTo>
                <a:lnTo>
                  <a:pt x="685800" y="609600"/>
                </a:lnTo>
                <a:lnTo>
                  <a:pt x="685800" y="590550"/>
                </a:lnTo>
                <a:lnTo>
                  <a:pt x="692150" y="584200"/>
                </a:lnTo>
                <a:lnTo>
                  <a:pt x="692150" y="546100"/>
                </a:lnTo>
                <a:lnTo>
                  <a:pt x="698500" y="539750"/>
                </a:lnTo>
                <a:lnTo>
                  <a:pt x="698500" y="501650"/>
                </a:lnTo>
                <a:lnTo>
                  <a:pt x="704850" y="495300"/>
                </a:lnTo>
                <a:lnTo>
                  <a:pt x="704850" y="463550"/>
                </a:lnTo>
                <a:lnTo>
                  <a:pt x="711200" y="457200"/>
                </a:lnTo>
                <a:lnTo>
                  <a:pt x="704850" y="450850"/>
                </a:lnTo>
                <a:lnTo>
                  <a:pt x="704850" y="444500"/>
                </a:lnTo>
                <a:lnTo>
                  <a:pt x="698500" y="444500"/>
                </a:lnTo>
                <a:lnTo>
                  <a:pt x="692150" y="438150"/>
                </a:lnTo>
                <a:lnTo>
                  <a:pt x="685800" y="438150"/>
                </a:lnTo>
                <a:lnTo>
                  <a:pt x="679450" y="444500"/>
                </a:lnTo>
                <a:lnTo>
                  <a:pt x="635000" y="444500"/>
                </a:lnTo>
                <a:lnTo>
                  <a:pt x="628650" y="450850"/>
                </a:lnTo>
                <a:lnTo>
                  <a:pt x="590550" y="450850"/>
                </a:lnTo>
                <a:lnTo>
                  <a:pt x="584200" y="457200"/>
                </a:lnTo>
                <a:lnTo>
                  <a:pt x="552450" y="457200"/>
                </a:lnTo>
                <a:lnTo>
                  <a:pt x="546100" y="463550"/>
                </a:lnTo>
                <a:lnTo>
                  <a:pt x="539750" y="463550"/>
                </a:lnTo>
                <a:lnTo>
                  <a:pt x="539750" y="469900"/>
                </a:lnTo>
                <a:lnTo>
                  <a:pt x="533400" y="476250"/>
                </a:lnTo>
                <a:lnTo>
                  <a:pt x="539750" y="482600"/>
                </a:lnTo>
                <a:lnTo>
                  <a:pt x="539750" y="488950"/>
                </a:lnTo>
                <a:lnTo>
                  <a:pt x="571500" y="520700"/>
                </a:lnTo>
                <a:lnTo>
                  <a:pt x="571500" y="533400"/>
                </a:lnTo>
                <a:lnTo>
                  <a:pt x="514350" y="590550"/>
                </a:lnTo>
                <a:lnTo>
                  <a:pt x="508000" y="590550"/>
                </a:lnTo>
                <a:lnTo>
                  <a:pt x="501650" y="596900"/>
                </a:lnTo>
                <a:lnTo>
                  <a:pt x="495300" y="596900"/>
                </a:lnTo>
                <a:lnTo>
                  <a:pt x="482600" y="609600"/>
                </a:lnTo>
                <a:lnTo>
                  <a:pt x="476250" y="609600"/>
                </a:lnTo>
                <a:lnTo>
                  <a:pt x="469900" y="615950"/>
                </a:lnTo>
                <a:lnTo>
                  <a:pt x="457200" y="615950"/>
                </a:lnTo>
                <a:lnTo>
                  <a:pt x="450850" y="622300"/>
                </a:lnTo>
                <a:lnTo>
                  <a:pt x="438150" y="622300"/>
                </a:lnTo>
                <a:lnTo>
                  <a:pt x="431800" y="628650"/>
                </a:lnTo>
                <a:lnTo>
                  <a:pt x="419100" y="628650"/>
                </a:lnTo>
                <a:lnTo>
                  <a:pt x="412750" y="635000"/>
                </a:lnTo>
                <a:lnTo>
                  <a:pt x="374650" y="635000"/>
                </a:lnTo>
                <a:lnTo>
                  <a:pt x="368300" y="641350"/>
                </a:lnTo>
                <a:lnTo>
                  <a:pt x="349250" y="641350"/>
                </a:lnTo>
                <a:lnTo>
                  <a:pt x="342900" y="635000"/>
                </a:lnTo>
                <a:lnTo>
                  <a:pt x="292100" y="635000"/>
                </a:lnTo>
                <a:lnTo>
                  <a:pt x="285750" y="628650"/>
                </a:lnTo>
                <a:lnTo>
                  <a:pt x="273050" y="628650"/>
                </a:lnTo>
                <a:lnTo>
                  <a:pt x="266700" y="622300"/>
                </a:lnTo>
                <a:lnTo>
                  <a:pt x="254000" y="622300"/>
                </a:lnTo>
                <a:lnTo>
                  <a:pt x="247650" y="615950"/>
                </a:lnTo>
                <a:lnTo>
                  <a:pt x="241300" y="615950"/>
                </a:lnTo>
                <a:lnTo>
                  <a:pt x="234950" y="609600"/>
                </a:lnTo>
                <a:lnTo>
                  <a:pt x="228600" y="609600"/>
                </a:lnTo>
                <a:lnTo>
                  <a:pt x="222250" y="603250"/>
                </a:lnTo>
                <a:lnTo>
                  <a:pt x="215900" y="603250"/>
                </a:lnTo>
                <a:lnTo>
                  <a:pt x="209550" y="596900"/>
                </a:lnTo>
                <a:lnTo>
                  <a:pt x="203200" y="596900"/>
                </a:lnTo>
                <a:lnTo>
                  <a:pt x="184150" y="577850"/>
                </a:lnTo>
                <a:lnTo>
                  <a:pt x="177800" y="577850"/>
                </a:lnTo>
                <a:lnTo>
                  <a:pt x="146050" y="546100"/>
                </a:lnTo>
                <a:lnTo>
                  <a:pt x="146050" y="539750"/>
                </a:lnTo>
                <a:lnTo>
                  <a:pt x="120650" y="514350"/>
                </a:lnTo>
                <a:lnTo>
                  <a:pt x="120650" y="508000"/>
                </a:lnTo>
                <a:lnTo>
                  <a:pt x="114300" y="501650"/>
                </a:lnTo>
                <a:lnTo>
                  <a:pt x="114300" y="495300"/>
                </a:lnTo>
                <a:lnTo>
                  <a:pt x="101600" y="482600"/>
                </a:lnTo>
                <a:lnTo>
                  <a:pt x="101600" y="476250"/>
                </a:lnTo>
                <a:lnTo>
                  <a:pt x="95250" y="469900"/>
                </a:lnTo>
                <a:lnTo>
                  <a:pt x="95250" y="457200"/>
                </a:lnTo>
                <a:lnTo>
                  <a:pt x="88900" y="450850"/>
                </a:lnTo>
                <a:lnTo>
                  <a:pt x="88900" y="438150"/>
                </a:lnTo>
                <a:lnTo>
                  <a:pt x="82550" y="431800"/>
                </a:lnTo>
                <a:lnTo>
                  <a:pt x="82550" y="412750"/>
                </a:lnTo>
                <a:lnTo>
                  <a:pt x="76200" y="406400"/>
                </a:lnTo>
                <a:lnTo>
                  <a:pt x="76200" y="330200"/>
                </a:lnTo>
                <a:lnTo>
                  <a:pt x="69850" y="323850"/>
                </a:lnTo>
                <a:lnTo>
                  <a:pt x="63500" y="323850"/>
                </a:lnTo>
                <a:lnTo>
                  <a:pt x="57150" y="317500"/>
                </a:lnTo>
                <a:lnTo>
                  <a:pt x="50800" y="317500"/>
                </a:lnTo>
                <a:lnTo>
                  <a:pt x="44450" y="323850"/>
                </a:lnTo>
                <a:lnTo>
                  <a:pt x="12700" y="323850"/>
                </a:lnTo>
                <a:close/>
                <a:moveTo>
                  <a:pt x="19050" y="107950"/>
                </a:moveTo>
                <a:lnTo>
                  <a:pt x="19050" y="133350"/>
                </a:lnTo>
                <a:lnTo>
                  <a:pt x="12700" y="139700"/>
                </a:lnTo>
                <a:lnTo>
                  <a:pt x="12700" y="171450"/>
                </a:lnTo>
                <a:lnTo>
                  <a:pt x="6350" y="177800"/>
                </a:lnTo>
                <a:lnTo>
                  <a:pt x="6350" y="228600"/>
                </a:lnTo>
                <a:lnTo>
                  <a:pt x="0" y="234950"/>
                </a:lnTo>
                <a:lnTo>
                  <a:pt x="0" y="260350"/>
                </a:lnTo>
                <a:lnTo>
                  <a:pt x="12700" y="273050"/>
                </a:lnTo>
                <a:lnTo>
                  <a:pt x="25400" y="273050"/>
                </a:lnTo>
                <a:lnTo>
                  <a:pt x="31750" y="266700"/>
                </a:lnTo>
                <a:lnTo>
                  <a:pt x="76200" y="266700"/>
                </a:lnTo>
                <a:lnTo>
                  <a:pt x="82550" y="260350"/>
                </a:lnTo>
                <a:lnTo>
                  <a:pt x="120650" y="260350"/>
                </a:lnTo>
                <a:lnTo>
                  <a:pt x="127000" y="254000"/>
                </a:lnTo>
                <a:lnTo>
                  <a:pt x="158750" y="254000"/>
                </a:lnTo>
                <a:lnTo>
                  <a:pt x="171450" y="241300"/>
                </a:lnTo>
                <a:lnTo>
                  <a:pt x="171450" y="228600"/>
                </a:lnTo>
                <a:lnTo>
                  <a:pt x="139700" y="196850"/>
                </a:lnTo>
                <a:lnTo>
                  <a:pt x="139700" y="190500"/>
                </a:lnTo>
                <a:lnTo>
                  <a:pt x="133350" y="184150"/>
                </a:lnTo>
                <a:lnTo>
                  <a:pt x="190500" y="127000"/>
                </a:lnTo>
                <a:lnTo>
                  <a:pt x="196850" y="127000"/>
                </a:lnTo>
                <a:lnTo>
                  <a:pt x="203200" y="120650"/>
                </a:lnTo>
                <a:lnTo>
                  <a:pt x="209550" y="120650"/>
                </a:lnTo>
                <a:lnTo>
                  <a:pt x="222250" y="107950"/>
                </a:lnTo>
                <a:lnTo>
                  <a:pt x="228600" y="107950"/>
                </a:lnTo>
                <a:lnTo>
                  <a:pt x="247650" y="95250"/>
                </a:lnTo>
                <a:lnTo>
                  <a:pt x="260350" y="95250"/>
                </a:lnTo>
                <a:lnTo>
                  <a:pt x="266700" y="88900"/>
                </a:lnTo>
                <a:lnTo>
                  <a:pt x="279400" y="88900"/>
                </a:lnTo>
                <a:lnTo>
                  <a:pt x="285750" y="82550"/>
                </a:lnTo>
                <a:lnTo>
                  <a:pt x="311150" y="82550"/>
                </a:lnTo>
                <a:lnTo>
                  <a:pt x="317500" y="76200"/>
                </a:lnTo>
                <a:lnTo>
                  <a:pt x="387350" y="76200"/>
                </a:lnTo>
                <a:lnTo>
                  <a:pt x="393700" y="82550"/>
                </a:lnTo>
                <a:lnTo>
                  <a:pt x="419100" y="82550"/>
                </a:lnTo>
                <a:lnTo>
                  <a:pt x="425450" y="88900"/>
                </a:lnTo>
                <a:lnTo>
                  <a:pt x="438150" y="88900"/>
                </a:lnTo>
                <a:lnTo>
                  <a:pt x="444500" y="95250"/>
                </a:lnTo>
                <a:lnTo>
                  <a:pt x="457200" y="95250"/>
                </a:lnTo>
                <a:lnTo>
                  <a:pt x="463550" y="101600"/>
                </a:lnTo>
                <a:lnTo>
                  <a:pt x="469900" y="101600"/>
                </a:lnTo>
                <a:lnTo>
                  <a:pt x="476250" y="107950"/>
                </a:lnTo>
                <a:lnTo>
                  <a:pt x="482600" y="107950"/>
                </a:lnTo>
                <a:lnTo>
                  <a:pt x="488950" y="114300"/>
                </a:lnTo>
                <a:lnTo>
                  <a:pt x="495300" y="114300"/>
                </a:lnTo>
                <a:lnTo>
                  <a:pt x="508000" y="127000"/>
                </a:lnTo>
                <a:lnTo>
                  <a:pt x="514350" y="127000"/>
                </a:lnTo>
                <a:lnTo>
                  <a:pt x="539750" y="152400"/>
                </a:lnTo>
                <a:lnTo>
                  <a:pt x="546100" y="152400"/>
                </a:lnTo>
                <a:lnTo>
                  <a:pt x="552450" y="158750"/>
                </a:lnTo>
                <a:lnTo>
                  <a:pt x="552450" y="165100"/>
                </a:lnTo>
                <a:lnTo>
                  <a:pt x="584200" y="196850"/>
                </a:lnTo>
                <a:lnTo>
                  <a:pt x="584200" y="203200"/>
                </a:lnTo>
                <a:lnTo>
                  <a:pt x="590550" y="209550"/>
                </a:lnTo>
                <a:lnTo>
                  <a:pt x="590550" y="215900"/>
                </a:lnTo>
                <a:lnTo>
                  <a:pt x="603250" y="228600"/>
                </a:lnTo>
                <a:lnTo>
                  <a:pt x="603250" y="234950"/>
                </a:lnTo>
                <a:lnTo>
                  <a:pt x="609600" y="241300"/>
                </a:lnTo>
                <a:lnTo>
                  <a:pt x="609600" y="254000"/>
                </a:lnTo>
                <a:lnTo>
                  <a:pt x="622300" y="273050"/>
                </a:lnTo>
                <a:lnTo>
                  <a:pt x="622300" y="292100"/>
                </a:lnTo>
                <a:lnTo>
                  <a:pt x="628650" y="298450"/>
                </a:lnTo>
                <a:lnTo>
                  <a:pt x="628650" y="323850"/>
                </a:lnTo>
                <a:lnTo>
                  <a:pt x="635000" y="330200"/>
                </a:lnTo>
                <a:lnTo>
                  <a:pt x="628650" y="336550"/>
                </a:lnTo>
                <a:lnTo>
                  <a:pt x="635000" y="342900"/>
                </a:lnTo>
                <a:lnTo>
                  <a:pt x="635000" y="387350"/>
                </a:lnTo>
                <a:lnTo>
                  <a:pt x="641350" y="387350"/>
                </a:lnTo>
                <a:lnTo>
                  <a:pt x="647700" y="393700"/>
                </a:lnTo>
                <a:lnTo>
                  <a:pt x="660400" y="393700"/>
                </a:lnTo>
                <a:lnTo>
                  <a:pt x="666750" y="387350"/>
                </a:lnTo>
                <a:lnTo>
                  <a:pt x="692150" y="387350"/>
                </a:lnTo>
                <a:lnTo>
                  <a:pt x="698500" y="381000"/>
                </a:lnTo>
                <a:lnTo>
                  <a:pt x="704850" y="381000"/>
                </a:lnTo>
                <a:lnTo>
                  <a:pt x="704850" y="368300"/>
                </a:lnTo>
                <a:lnTo>
                  <a:pt x="711200" y="361950"/>
                </a:lnTo>
                <a:lnTo>
                  <a:pt x="711200" y="342900"/>
                </a:lnTo>
                <a:lnTo>
                  <a:pt x="704850" y="336550"/>
                </a:lnTo>
                <a:lnTo>
                  <a:pt x="704850" y="292100"/>
                </a:lnTo>
                <a:lnTo>
                  <a:pt x="698500" y="285750"/>
                </a:lnTo>
                <a:lnTo>
                  <a:pt x="698500" y="266700"/>
                </a:lnTo>
                <a:lnTo>
                  <a:pt x="692150" y="260350"/>
                </a:lnTo>
                <a:lnTo>
                  <a:pt x="692150" y="247650"/>
                </a:lnTo>
                <a:lnTo>
                  <a:pt x="685800" y="241300"/>
                </a:lnTo>
                <a:lnTo>
                  <a:pt x="685800" y="228600"/>
                </a:lnTo>
                <a:lnTo>
                  <a:pt x="679450" y="222250"/>
                </a:lnTo>
                <a:lnTo>
                  <a:pt x="679450" y="209550"/>
                </a:lnTo>
                <a:lnTo>
                  <a:pt x="673100" y="203200"/>
                </a:lnTo>
                <a:lnTo>
                  <a:pt x="673100" y="196850"/>
                </a:lnTo>
                <a:lnTo>
                  <a:pt x="660400" y="184150"/>
                </a:lnTo>
                <a:lnTo>
                  <a:pt x="660400" y="177800"/>
                </a:lnTo>
                <a:lnTo>
                  <a:pt x="654050" y="171450"/>
                </a:lnTo>
                <a:lnTo>
                  <a:pt x="654050" y="165100"/>
                </a:lnTo>
                <a:lnTo>
                  <a:pt x="647700" y="158750"/>
                </a:lnTo>
                <a:lnTo>
                  <a:pt x="647700" y="152400"/>
                </a:lnTo>
                <a:lnTo>
                  <a:pt x="628650" y="133350"/>
                </a:lnTo>
                <a:lnTo>
                  <a:pt x="628650" y="127000"/>
                </a:lnTo>
                <a:lnTo>
                  <a:pt x="577850" y="76200"/>
                </a:lnTo>
                <a:lnTo>
                  <a:pt x="571500" y="76200"/>
                </a:lnTo>
                <a:lnTo>
                  <a:pt x="552450" y="57150"/>
                </a:lnTo>
                <a:lnTo>
                  <a:pt x="546100" y="57150"/>
                </a:lnTo>
                <a:lnTo>
                  <a:pt x="539750" y="50800"/>
                </a:lnTo>
                <a:lnTo>
                  <a:pt x="533400" y="50800"/>
                </a:lnTo>
                <a:lnTo>
                  <a:pt x="520700" y="38100"/>
                </a:lnTo>
                <a:lnTo>
                  <a:pt x="514350" y="38100"/>
                </a:lnTo>
                <a:lnTo>
                  <a:pt x="508000" y="31750"/>
                </a:lnTo>
                <a:lnTo>
                  <a:pt x="501650" y="31750"/>
                </a:lnTo>
                <a:lnTo>
                  <a:pt x="482600" y="19050"/>
                </a:lnTo>
                <a:lnTo>
                  <a:pt x="469900" y="19050"/>
                </a:lnTo>
                <a:lnTo>
                  <a:pt x="463550" y="12700"/>
                </a:lnTo>
                <a:lnTo>
                  <a:pt x="444500" y="12700"/>
                </a:lnTo>
                <a:lnTo>
                  <a:pt x="438150" y="6350"/>
                </a:lnTo>
                <a:lnTo>
                  <a:pt x="419100" y="6350"/>
                </a:lnTo>
                <a:lnTo>
                  <a:pt x="412750" y="0"/>
                </a:lnTo>
                <a:lnTo>
                  <a:pt x="298450" y="0"/>
                </a:lnTo>
                <a:lnTo>
                  <a:pt x="292100" y="6350"/>
                </a:lnTo>
                <a:lnTo>
                  <a:pt x="266700" y="6350"/>
                </a:lnTo>
                <a:lnTo>
                  <a:pt x="260350" y="12700"/>
                </a:lnTo>
                <a:lnTo>
                  <a:pt x="247650" y="12700"/>
                </a:lnTo>
                <a:lnTo>
                  <a:pt x="241300" y="19050"/>
                </a:lnTo>
                <a:lnTo>
                  <a:pt x="228600" y="19050"/>
                </a:lnTo>
                <a:lnTo>
                  <a:pt x="222250" y="25400"/>
                </a:lnTo>
                <a:lnTo>
                  <a:pt x="215900" y="25400"/>
                </a:lnTo>
                <a:lnTo>
                  <a:pt x="209550" y="31750"/>
                </a:lnTo>
                <a:lnTo>
                  <a:pt x="196850" y="31750"/>
                </a:lnTo>
                <a:lnTo>
                  <a:pt x="184150" y="44450"/>
                </a:lnTo>
                <a:lnTo>
                  <a:pt x="177800" y="44450"/>
                </a:lnTo>
                <a:lnTo>
                  <a:pt x="171450" y="50800"/>
                </a:lnTo>
                <a:lnTo>
                  <a:pt x="165100" y="50800"/>
                </a:lnTo>
                <a:lnTo>
                  <a:pt x="158750" y="57150"/>
                </a:lnTo>
                <a:lnTo>
                  <a:pt x="152400" y="57150"/>
                </a:lnTo>
                <a:lnTo>
                  <a:pt x="114300" y="95250"/>
                </a:lnTo>
                <a:lnTo>
                  <a:pt x="107950" y="95250"/>
                </a:lnTo>
                <a:lnTo>
                  <a:pt x="95250" y="107950"/>
                </a:lnTo>
                <a:lnTo>
                  <a:pt x="95250" y="114300"/>
                </a:lnTo>
                <a:lnTo>
                  <a:pt x="82550" y="127000"/>
                </a:lnTo>
                <a:lnTo>
                  <a:pt x="76200" y="127000"/>
                </a:lnTo>
                <a:lnTo>
                  <a:pt x="50800" y="101600"/>
                </a:lnTo>
                <a:lnTo>
                  <a:pt x="44450" y="101600"/>
                </a:lnTo>
                <a:lnTo>
                  <a:pt x="38100" y="95250"/>
                </a:lnTo>
                <a:lnTo>
                  <a:pt x="31750" y="95250"/>
                </a:lnTo>
                <a:close/>
              </a:path>
            </a:pathLst>
          </a:custGeom>
          <a:solidFill xmlns:a="http://schemas.openxmlformats.org/drawingml/2006/main">
            <a:srgbClr val="DBD7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0585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2026-10-18T16:26:16.8580000Z</dcterms:created>
  <dcterms:modified xsi:type="dcterms:W3CDTF">2026-10-18T16:26:16.8580000Z</dcterms:modified>
</coreProperties>
</file>