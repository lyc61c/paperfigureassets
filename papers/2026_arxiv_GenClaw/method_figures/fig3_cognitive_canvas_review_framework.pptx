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160244f8754f02" /><Relationship Type="http://schemas.openxmlformats.org/officeDocument/2006/relationships/extended-properties" Target="/docProps/app.xml" Id="R7e8b1923659f4d57" /><Relationship Type="http://schemas.openxmlformats.org/officeDocument/2006/relationships/officeDocument" Target="/ppt/presentation.xml" Id="R663c2c31d11c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0e852bc254202"/>
  </p:sldMasterIdLst>
  <p:notesMasterIdLst>
    <p:notesMasterId xmlns:r="http://schemas.openxmlformats.org/officeDocument/2006/relationships" r:id="Ra2497250dab5454f"/>
  </p:notesMasterIdLst>
  <p:sldIdLst>
    <p:sldId xmlns:r="http://schemas.openxmlformats.org/officeDocument/2006/relationships" id="256" r:id="Rdf37388f427f42b3"/>
  </p:sldIdLst>
  <p:sldSz cx="18354675" cy="1219120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8560ae9d14fcb" /><Relationship Type="http://schemas.openxmlformats.org/officeDocument/2006/relationships/slideMaster" Target="/ppt/slideMasters/slideMaster1.xml" Id="Rbb20e852bc254202" /><Relationship Type="http://schemas.openxmlformats.org/officeDocument/2006/relationships/notesMaster" Target="/ppt/notesMasters/notesMaster1.xml" Id="Ra2497250dab5454f" /><Relationship Type="http://schemas.openxmlformats.org/officeDocument/2006/relationships/presProps" Target="/ppt/presProps.xml" Id="R032a8bfcfe0f4251" /><Relationship Type="http://schemas.openxmlformats.org/officeDocument/2006/relationships/tableStyles" Target="/ppt/tableStyles.xml" Id="Rcfdd0211e73143b4" /><Relationship Type="http://schemas.openxmlformats.org/officeDocument/2006/relationships/slide" Target="/ppt/slides/slide1.xml" Id="Rdf37388f427f42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f12480c078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014703a0a4b8d" /><Relationship Type="http://schemas.openxmlformats.org/officeDocument/2006/relationships/notesMaster" Target="/ppt/notesMasters/notesMaster1.xml" Id="Rb9db501cd7fc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reconstruction, not author-provided PowerPoint.</a:t>
            </a:r>
          </a:p>
          <a:p xmlns:a="http://schemas.openxmlformats.org/drawingml/2006/main">
            <a:r>
              <a:t>Cognitive structuring, executable canvas and visual review</a:t>
            </a:r>
          </a:p>
          <a:p xmlns:a="http://schemas.openxmlformats.org/drawingml/2006/main">
            <a:r>
              <a:t>Source: https://arxiv.org/abs/2605.30248v2</a:t>
            </a:r>
          </a:p>
          <a:p xmlns:a="http://schemas.openxmlformats.org/drawingml/2006/main">
            <a:r>
              <a:t>Approved PNG SHA-256: e38a08a603bf0fcdd97fca697d2ba17c17f23ba1e9305611888980fc1b369849</a:t>
            </a:r>
          </a:p>
          <a:p xmlns:a="http://schemas.openxmlformats.org/drawingml/2006/main">
            <a:r>
              <a:t>Source Figure 3 is a single flattened raster. All phase/container labels, prompt text, module labels, branch arrows, readable code snippets, option labels and review checklist are native. Car photos, web article and example renderings, tool logos/icons, painter artwork and layered illustration remain separately positioned original local raster components. Source fonts are substituted by installed Calibri/Comic Sans MS/Microsoft YaHei/Courier New. Some miniature code content is transcribed to legible native text at the visible source fidelity, not executable author code. Shadows/gradients and faint decoration are approximate. Freeform arrows are not bound connectors.</a:t>
            </a:r>
          </a:p>
          <a:p xmlns:a="http://schemas.openxmlformats.org/drawingml/2006/main">
            <a:r>
              <a:t>Local final-file renderer: Artifact Tool PPTX roundtrip. Microsoft PowerPoint application compatibility has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cd0406dec4e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5ed419a2740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6293d6d5942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35b1bb8104e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f127ed9514f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ad0c83bcd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A54C70-561D-424E-879D-C9342222D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35468" y="4605567"/>
            <a:ext cx="14683740" cy="1760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8A4166-A67A-4A22-A7E6-C5BBAC2D07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3201" y="6705163"/>
            <a:ext cx="12848272" cy="1354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FD342A-5121-4FC0-9F6C-59F81F70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35468" y="5079669"/>
            <a:ext cx="14683740" cy="2031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F6353-38DE-4029-B3C9-02B7EB62F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32450" y="948205"/>
            <a:ext cx="16289774" cy="14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0E283F-1ECF-4A23-A60A-B932D8D155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2450" y="3386446"/>
            <a:ext cx="16289774" cy="7585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4150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1pPr>
            <a:lvl2pPr marL="803017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2pPr>
            <a:lvl3pPr marL="1261884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3pPr>
            <a:lvl4pPr marL="17207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4pPr>
            <a:lvl5pPr marL="21796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5pPr>
            <a:lvl6pPr marL="26384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6pPr>
            <a:lvl7pPr marL="30973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7pPr>
            <a:lvl8pPr marL="35562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8pPr>
            <a:lvl9pPr marL="40150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8997DC-7B0F-498F-B134-5FDB60246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32450" y="948205"/>
            <a:ext cx="16289774" cy="14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4C9188-6CF1-4232-9DB7-76283904D0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2450" y="3386446"/>
            <a:ext cx="7571303" cy="7585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4150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1pPr>
            <a:lvl2pPr marL="803017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2pPr>
            <a:lvl3pPr marL="1261884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3pPr>
            <a:lvl4pPr marL="17207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4pPr>
            <a:lvl5pPr marL="21796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5pPr>
            <a:lvl6pPr marL="26384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6pPr>
            <a:lvl7pPr marL="30973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7pPr>
            <a:lvl8pPr marL="35562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8pPr>
            <a:lvl9pPr marL="40150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1B7964-4FA1-4C2C-9499-22E5B64B0F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50921" y="3386446"/>
            <a:ext cx="7571303" cy="7585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4150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1pPr>
            <a:lvl2pPr marL="803017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2pPr>
            <a:lvl3pPr marL="1261884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3pPr>
            <a:lvl4pPr marL="17207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4pPr>
            <a:lvl5pPr marL="21796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5pPr>
            <a:lvl6pPr marL="26384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6pPr>
            <a:lvl7pPr marL="30973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7pPr>
            <a:lvl8pPr marL="35562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8pPr>
            <a:lvl9pPr marL="40150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D0C245-91F1-49EE-AFBD-862471FA4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32450" y="948205"/>
            <a:ext cx="16289774" cy="14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DA9B47-A1B5-428F-B04D-EDA249B46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2450" y="3386446"/>
            <a:ext cx="7571303" cy="7585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4150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1pPr>
            <a:lvl2pPr marL="803017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2pPr>
            <a:lvl3pPr marL="1261884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3pPr>
            <a:lvl4pPr marL="17207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4pPr>
            <a:lvl5pPr marL="21796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5pPr>
            <a:lvl6pPr marL="26384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6pPr>
            <a:lvl7pPr marL="3097351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7pPr>
            <a:lvl8pPr marL="3556218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8pPr>
            <a:lvl9pPr marL="4015085" indent="-344150">
              <a:lnSpc>
                <a:spcPct val="110000"/>
              </a:lnSpc>
              <a:spcBef>
                <a:spcPts val="0"/>
              </a:spcBef>
              <a:spcAft>
                <a:spcPts val="180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c645b3ee241a4" /><Relationship Type="http://schemas.openxmlformats.org/officeDocument/2006/relationships/slideLayout" Target="/ppt/slideLayouts/slideLayout1.xml" Id="R222e20afd4e34d1e" /><Relationship Type="http://schemas.openxmlformats.org/officeDocument/2006/relationships/slideLayout" Target="/ppt/slideLayouts/slideLayout2.xml" Id="R18b71f56778f452b" /><Relationship Type="http://schemas.openxmlformats.org/officeDocument/2006/relationships/slideLayout" Target="/ppt/slideLayouts/slideLayout3.xml" Id="R8e01cb97433c4d30" /><Relationship Type="http://schemas.openxmlformats.org/officeDocument/2006/relationships/slideLayout" Target="/ppt/slideLayouts/slideLayout4.xml" Id="R8a8d01249271495d" /><Relationship Type="http://schemas.openxmlformats.org/officeDocument/2006/relationships/slideLayout" Target="/ppt/slideLayouts/slideLayout5.xml" Id="R6d783d6fdc154569" /><Relationship Type="http://schemas.openxmlformats.org/officeDocument/2006/relationships/slideLayout" Target="/ppt/slideLayouts/slideLayout6.xml" Id="Rc60a10d98209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e20afd4e34d1e"/>
    <p:sldLayoutId xmlns:r="http://schemas.openxmlformats.org/officeDocument/2006/relationships" id="2147483650" r:id="R18b71f56778f452b"/>
    <p:sldLayoutId xmlns:r="http://schemas.openxmlformats.org/officeDocument/2006/relationships" id="2147483651" r:id="R8e01cb97433c4d30"/>
    <p:sldLayoutId xmlns:r="http://schemas.openxmlformats.org/officeDocument/2006/relationships" id="2147483652" r:id="R8a8d01249271495d"/>
    <p:sldLayoutId xmlns:r="http://schemas.openxmlformats.org/officeDocument/2006/relationships" id="2147483653" r:id="R6d783d6fdc154569"/>
    <p:sldLayoutId xmlns:r="http://schemas.openxmlformats.org/officeDocument/2006/relationships" id="2147483654" r:id="Rc60a10d98209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b338249df4b93" /><Relationship Type="http://schemas.openxmlformats.org/officeDocument/2006/relationships/image" Target="/ppt/media/image.png" Id="R8c128c3fe3fb499d" /><Relationship Type="http://schemas.openxmlformats.org/officeDocument/2006/relationships/image" Target="/ppt/media/image2.png" Id="Raeed864af0d54c3c" /><Relationship Type="http://schemas.openxmlformats.org/officeDocument/2006/relationships/image" Target="/ppt/media/image3.png" Id="R02c6c3bd78a842b6" /><Relationship Type="http://schemas.openxmlformats.org/officeDocument/2006/relationships/image" Target="/ppt/media/image4.png" Id="R601a1d959c4c4562" /><Relationship Type="http://schemas.openxmlformats.org/officeDocument/2006/relationships/image" Target="/ppt/media/image5.png" Id="R75b67bf78c5b4780" /><Relationship Type="http://schemas.openxmlformats.org/officeDocument/2006/relationships/image" Target="/ppt/media/image6.png" Id="R4b62bbcb5fb74565" /><Relationship Type="http://schemas.openxmlformats.org/officeDocument/2006/relationships/image" Target="/ppt/media/image7.png" Id="R612247e4296c41b4" /><Relationship Type="http://schemas.openxmlformats.org/officeDocument/2006/relationships/image" Target="/ppt/media/image8.png" Id="R0d05ca87c5d643b5" /><Relationship Type="http://schemas.openxmlformats.org/officeDocument/2006/relationships/image" Target="/ppt/media/image9.png" Id="R39edfbbfeefc44de" /><Relationship Type="http://schemas.openxmlformats.org/officeDocument/2006/relationships/image" Target="/ppt/media/image10.png" Id="R471fe2c1aa324d67" /><Relationship Type="http://schemas.openxmlformats.org/officeDocument/2006/relationships/image" Target="/ppt/media/image11.png" Id="Rdf1b75f8fb1e4666" /><Relationship Type="http://schemas.openxmlformats.org/officeDocument/2006/relationships/image" Target="/ppt/media/image12.png" Id="R08e195e2b62140f9" /><Relationship Type="http://schemas.openxmlformats.org/officeDocument/2006/relationships/image" Target="/ppt/media/image13.png" Id="Rcd30a2cf467d4f95" /><Relationship Type="http://schemas.openxmlformats.org/officeDocument/2006/relationships/image" Target="/ppt/media/image14.png" Id="R311ff21938304db4" /><Relationship Type="http://schemas.openxmlformats.org/officeDocument/2006/relationships/image" Target="/ppt/media/image15.png" Id="R301f153965c2479b" /><Relationship Type="http://schemas.openxmlformats.org/officeDocument/2006/relationships/image" Target="/ppt/media/image16.png" Id="R784fdefbbe574215" /><Relationship Type="http://schemas.openxmlformats.org/officeDocument/2006/relationships/image" Target="/ppt/media/image17.png" Id="R97791ff2a84d4780" /><Relationship Type="http://schemas.openxmlformats.org/officeDocument/2006/relationships/image" Target="/ppt/media/image18.png" Id="R71301cb68fd44983" /><Relationship Type="http://schemas.openxmlformats.org/officeDocument/2006/relationships/image" Target="/ppt/media/image19.png" Id="R3f0f90b0c4fd474c" /><Relationship Type="http://schemas.openxmlformats.org/officeDocument/2006/relationships/image" Target="/ppt/media/image20.png" Id="Rd56cab959970462d" /><Relationship Type="http://schemas.openxmlformats.org/officeDocument/2006/relationships/image" Target="/ppt/media/image21.png" Id="R19da5b8e0c744526" /><Relationship Type="http://schemas.openxmlformats.org/officeDocument/2006/relationships/image" Target="/ppt/media/image22.png" Id="R856fd6b808704670" /><Relationship Type="http://schemas.openxmlformats.org/officeDocument/2006/relationships/image" Target="/ppt/media/image23.png" Id="R76705de102ca48c8" /><Relationship Type="http://schemas.openxmlformats.org/officeDocument/2006/relationships/image" Target="/ppt/media/image24.png" Id="R961b0221cd324770" /><Relationship Type="http://schemas.openxmlformats.org/officeDocument/2006/relationships/image" Target="/ppt/media/image25.png" Id="Ra130ecdd780c40e1" /><Relationship Type="http://schemas.openxmlformats.org/officeDocument/2006/relationships/image" Target="/ppt/media/image26.png" Id="Rf38facc7e2294078" /><Relationship Type="http://schemas.openxmlformats.org/officeDocument/2006/relationships/image" Target="/ppt/media/image27.png" Id="Rdd9cd82390f6437c" /><Relationship Type="http://schemas.openxmlformats.org/officeDocument/2006/relationships/image" Target="/ppt/media/image28.png" Id="Ra985caccdec143c2" /><Relationship Type="http://schemas.openxmlformats.org/officeDocument/2006/relationships/image" Target="/ppt/media/image29.png" Id="R26236166a8ef40a1" /><Relationship Type="http://schemas.openxmlformats.org/officeDocument/2006/relationships/image" Target="/ppt/media/image30.png" Id="R7d0c9480105b434f" /><Relationship Type="http://schemas.openxmlformats.org/officeDocument/2006/relationships/image" Target="/ppt/media/image31.png" Id="Rf1853de459d644cd" /><Relationship Type="http://schemas.openxmlformats.org/officeDocument/2006/relationships/image" Target="/ppt/media/image32.png" Id="Re8b46aa281724949" /><Relationship Type="http://schemas.openxmlformats.org/officeDocument/2006/relationships/image" Target="/ppt/media/image33.png" Id="R4a7d795c98ae4315" /><Relationship Type="http://schemas.openxmlformats.org/officeDocument/2006/relationships/image" Target="/ppt/media/image34.png" Id="Rbd4ec70b64f34e59" /><Relationship Type="http://schemas.openxmlformats.org/officeDocument/2006/relationships/image" Target="/ppt/media/image35.png" Id="R05de01c61b10458d" /><Relationship Type="http://schemas.openxmlformats.org/officeDocument/2006/relationships/image" Target="/ppt/media/image36.png" Id="Rb520aac69699471b" /><Relationship Type="http://schemas.openxmlformats.org/officeDocument/2006/relationships/image" Target="/ppt/media/image37.png" Id="Ra553812a34eb446d" /><Relationship Type="http://schemas.openxmlformats.org/officeDocument/2006/relationships/image" Target="/ppt/media/image38.png" Id="R4cbeebc388884b11" /><Relationship Type="http://schemas.openxmlformats.org/officeDocument/2006/relationships/image" Target="/ppt/media/image39.png" Id="R0fff01715c2945cc" /><Relationship Type="http://schemas.openxmlformats.org/officeDocument/2006/relationships/image" Target="/ppt/media/image40.png" Id="Red9a8a93e40f4e4d" /><Relationship Type="http://schemas.openxmlformats.org/officeDocument/2006/relationships/image" Target="/ppt/media/image41.png" Id="R6cbf9a9d3c40487b" /><Relationship Type="http://schemas.openxmlformats.org/officeDocument/2006/relationships/image" Target="/ppt/media/image42.png" Id="R48b1a7ee3f024dc1" /><Relationship Type="http://schemas.openxmlformats.org/officeDocument/2006/relationships/image" Target="/ppt/media/image43.png" Id="Re57f5106cdd04c57" /><Relationship Type="http://schemas.openxmlformats.org/officeDocument/2006/relationships/image" Target="/ppt/media/image44.png" Id="Rf33016fee5ee4aba" /><Relationship Type="http://schemas.openxmlformats.org/officeDocument/2006/relationships/image" Target="/ppt/media/image45.png" Id="R35d8182a220b47e8" /><Relationship Type="http://schemas.openxmlformats.org/officeDocument/2006/relationships/image" Target="/ppt/media/image46.png" Id="R1b13b96cd4c74108" /><Relationship Type="http://schemas.openxmlformats.org/officeDocument/2006/relationships/image" Target="/ppt/media/image47.png" Id="Re23b52ec71364126" /><Relationship Type="http://schemas.openxmlformats.org/officeDocument/2006/relationships/notesSlide" Target="/ppt/notesSlides/notesSlide1.xml" Id="Rbc48ffa2398348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Cognitive structuring main panel">
            <a:extLst xmlns:a="http://schemas.openxmlformats.org/drawingml/2006/main">
              <a:ext uri="{FF2B5EF4-FFF2-40B4-BE49-F238E27FC236}">
                <a16:creationId xmlns:a16="http://schemas.microsoft.com/office/drawing/2014/main" id="{2FB68A10-F3A3-4CC2-927C-B586461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52450"/>
            <a:ext cx="5895975" cy="11515725"/>
          </a:xfrm>
          <a:custGeom xmlns:a="http://schemas.openxmlformats.org/drawingml/2006/main">
            <a:pathLst>
              <a:path w="5895975" h="11515725">
                <a:moveTo>
                  <a:pt x="209550" y="0"/>
                </a:moveTo>
                <a:lnTo>
                  <a:pt x="5686425" y="0"/>
                </a:lnTo>
                <a:cubicBezTo>
                  <a:pt x="5802156" y="0"/>
                  <a:pt x="5895975" y="93819"/>
                  <a:pt x="5895975" y="209550"/>
                </a:cubicBezTo>
                <a:lnTo>
                  <a:pt x="5895975" y="11306175"/>
                </a:lnTo>
                <a:cubicBezTo>
                  <a:pt x="5895975" y="11421906"/>
                  <a:pt x="5802156" y="11515725"/>
                  <a:pt x="5686425" y="11515725"/>
                </a:cubicBezTo>
                <a:lnTo>
                  <a:pt x="209550" y="11515725"/>
                </a:lnTo>
                <a:cubicBezTo>
                  <a:pt x="93819" y="11515725"/>
                  <a:pt x="0" y="11421906"/>
                  <a:pt x="0" y="113061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F8FAFF"/>
          </a:solidFill>
          <a:ln xmlns:a="http://schemas.openxmlformats.org/drawingml/2006/main" w="23813">
            <a:solidFill>
              <a:srgbClr val="56A9F3"/>
            </a:solidFill>
            <a:prstDash val="solid"/>
          </a:ln>
        </p:spPr>
      </p:sp>
      <p:sp>
        <p:nvSpPr>
          <p:cNvPr id="2" name="Executable canvas main panel">
            <a:extLst xmlns:a="http://schemas.openxmlformats.org/drawingml/2006/main">
              <a:ext uri="{FF2B5EF4-FFF2-40B4-BE49-F238E27FC236}">
                <a16:creationId xmlns:a16="http://schemas.microsoft.com/office/drawing/2014/main" id="{72B9497C-B4CF-4CF0-B684-4473FB3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2450"/>
            <a:ext cx="11972925" cy="6553200"/>
          </a:xfrm>
          <a:custGeom xmlns:a="http://schemas.openxmlformats.org/drawingml/2006/main">
            <a:pathLst>
              <a:path w="11972925" h="6553200">
                <a:moveTo>
                  <a:pt x="238125" y="0"/>
                </a:moveTo>
                <a:lnTo>
                  <a:pt x="11734800" y="0"/>
                </a:lnTo>
                <a:cubicBezTo>
                  <a:pt x="11866313" y="0"/>
                  <a:pt x="11972925" y="106612"/>
                  <a:pt x="11972925" y="238125"/>
                </a:cubicBezTo>
                <a:lnTo>
                  <a:pt x="11972925" y="6315075"/>
                </a:lnTo>
                <a:cubicBezTo>
                  <a:pt x="11972925" y="6446588"/>
                  <a:pt x="11866313" y="6553200"/>
                  <a:pt x="11734800" y="6553200"/>
                </a:cubicBezTo>
                <a:lnTo>
                  <a:pt x="238125" y="6553200"/>
                </a:lnTo>
                <a:cubicBezTo>
                  <a:pt x="106612" y="6553200"/>
                  <a:pt x="0" y="6446588"/>
                  <a:pt x="0" y="63150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8FEFF"/>
          </a:solidFill>
          <a:ln xmlns:a="http://schemas.openxmlformats.org/drawingml/2006/main" w="23813">
            <a:solidFill>
              <a:srgbClr val="2E8F96"/>
            </a:solidFill>
            <a:prstDash val="solid"/>
          </a:ln>
        </p:spPr>
      </p:sp>
      <p:sp>
        <p:nvSpPr>
          <p:cNvPr id="3" name="Visual generation and review panel">
            <a:extLst xmlns:a="http://schemas.openxmlformats.org/drawingml/2006/main">
              <a:ext uri="{FF2B5EF4-FFF2-40B4-BE49-F238E27FC236}">
                <a16:creationId xmlns:a16="http://schemas.microsoft.com/office/drawing/2014/main" id="{E3E96D8E-6BF2-4894-B523-9F5EF9E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591425"/>
            <a:ext cx="11972925" cy="4476750"/>
          </a:xfrm>
          <a:custGeom xmlns:a="http://schemas.openxmlformats.org/drawingml/2006/main">
            <a:pathLst>
              <a:path w="11972925" h="4476750">
                <a:moveTo>
                  <a:pt x="190500" y="0"/>
                </a:moveTo>
                <a:lnTo>
                  <a:pt x="11782425" y="0"/>
                </a:lnTo>
                <a:cubicBezTo>
                  <a:pt x="11887635" y="0"/>
                  <a:pt x="11972925" y="85290"/>
                  <a:pt x="11972925" y="190500"/>
                </a:cubicBezTo>
                <a:lnTo>
                  <a:pt x="11972925" y="4286250"/>
                </a:lnTo>
                <a:cubicBezTo>
                  <a:pt x="11972925" y="4391460"/>
                  <a:pt x="11887635" y="4476750"/>
                  <a:pt x="11782425" y="4476750"/>
                </a:cubicBezTo>
                <a:lnTo>
                  <a:pt x="190500" y="4476750"/>
                </a:lnTo>
                <a:cubicBezTo>
                  <a:pt x="85290" y="4476750"/>
                  <a:pt x="0" y="4391460"/>
                  <a:pt x="0" y="42862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23813">
            <a:solidFill>
              <a:srgbClr val="B8B2E4"/>
            </a:solidFill>
            <a:prstDash val="solid"/>
          </a:ln>
        </p:spPr>
      </p:sp>
      <p:sp>
        <p:nvSpPr>
          <p:cNvPr id="4" name="Cognitive Structuring banner">
            <a:extLst xmlns:a="http://schemas.openxmlformats.org/drawingml/2006/main">
              <a:ext uri="{FF2B5EF4-FFF2-40B4-BE49-F238E27FC236}">
                <a16:creationId xmlns:a16="http://schemas.microsoft.com/office/drawing/2014/main" id="{4675F522-3DEF-4542-9E77-A8F6A41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6700"/>
            <a:ext cx="5467350" cy="581025"/>
          </a:xfrm>
          <a:custGeom xmlns:a="http://schemas.openxmlformats.org/drawingml/2006/main">
            <a:pathLst>
              <a:path w="5467350" h="581025">
                <a:moveTo>
                  <a:pt x="0" y="0"/>
                </a:moveTo>
                <a:lnTo>
                  <a:pt x="5238750" y="0"/>
                </a:lnTo>
                <a:lnTo>
                  <a:pt x="5467350" y="290513"/>
                </a:lnTo>
                <a:lnTo>
                  <a:pt x="5238750" y="581025"/>
                </a:lnTo>
                <a:lnTo>
                  <a:pt x="0" y="581025"/>
                </a:lnTo>
                <a:close/>
              </a:path>
            </a:pathLst>
          </a:custGeom>
          <a:solidFill xmlns:a="http://schemas.openxmlformats.org/drawingml/2006/main">
            <a:srgbClr val="145A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gnitive Structuring number hexagon">
            <a:extLst xmlns:a="http://schemas.openxmlformats.org/drawingml/2006/main">
              <a:ext uri="{FF2B5EF4-FFF2-40B4-BE49-F238E27FC236}">
                <a16:creationId xmlns:a16="http://schemas.microsoft.com/office/drawing/2014/main" id="{C0FB46F4-4F5E-4C31-AC49-2342CC1E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"/>
            <a:ext cx="685800" cy="838200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145AB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Cognitive Structuring stage number">
            <a:extLst xmlns:a="http://schemas.openxmlformats.org/drawingml/2006/main">
              <a:ext uri="{FF2B5EF4-FFF2-40B4-BE49-F238E27FC236}">
                <a16:creationId xmlns:a16="http://schemas.microsoft.com/office/drawing/2014/main" id="{D4BF2251-C7AD-47D6-924A-C077398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333375"/>
            <a:ext cx="4762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Cognitive Structuring heading">
            <a:extLst xmlns:a="http://schemas.openxmlformats.org/drawingml/2006/main">
              <a:ext uri="{FF2B5EF4-FFF2-40B4-BE49-F238E27FC236}">
                <a16:creationId xmlns:a16="http://schemas.microsoft.com/office/drawing/2014/main" id="{7DB59DCB-18F1-4D3E-BB5B-2A784FB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61950"/>
            <a:ext cx="4514850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Cognitive Structuring</a:t>
            </a:r>
          </a:p>
        </p:txBody>
      </p:sp>
      <p:sp>
        <p:nvSpPr>
          <p:cNvPr id="8" name="Cognitive Structuring banner dot 0-0">
            <a:extLst xmlns:a="http://schemas.openxmlformats.org/drawingml/2006/main">
              <a:ext uri="{FF2B5EF4-FFF2-40B4-BE49-F238E27FC236}">
                <a16:creationId xmlns:a16="http://schemas.microsoft.com/office/drawing/2014/main" id="{B9B74E46-6050-4884-ACEB-46405C9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8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gnitive Structuring banner dot 0-1">
            <a:extLst xmlns:a="http://schemas.openxmlformats.org/drawingml/2006/main">
              <a:ext uri="{FF2B5EF4-FFF2-40B4-BE49-F238E27FC236}">
                <a16:creationId xmlns:a16="http://schemas.microsoft.com/office/drawing/2014/main" id="{5D498B82-E104-4C5B-AF18-CB643AE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8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gnitive Structuring banner dot 0-2">
            <a:extLst xmlns:a="http://schemas.openxmlformats.org/drawingml/2006/main">
              <a:ext uri="{FF2B5EF4-FFF2-40B4-BE49-F238E27FC236}">
                <a16:creationId xmlns:a16="http://schemas.microsoft.com/office/drawing/2014/main" id="{713D78F1-B947-4D81-BE2D-77C91F5E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8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gnitive Structuring banner dot 1-0">
            <a:extLst xmlns:a="http://schemas.openxmlformats.org/drawingml/2006/main">
              <a:ext uri="{FF2B5EF4-FFF2-40B4-BE49-F238E27FC236}">
                <a16:creationId xmlns:a16="http://schemas.microsoft.com/office/drawing/2014/main" id="{2DEA05C1-003F-4980-AB1C-DE65B028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0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gnitive Structuring banner dot 1-1">
            <a:extLst xmlns:a="http://schemas.openxmlformats.org/drawingml/2006/main">
              <a:ext uri="{FF2B5EF4-FFF2-40B4-BE49-F238E27FC236}">
                <a16:creationId xmlns:a16="http://schemas.microsoft.com/office/drawing/2014/main" id="{C4A40D3C-A41D-44CA-9A17-2C79498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0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gnitive Structuring banner dot 1-2">
            <a:extLst xmlns:a="http://schemas.openxmlformats.org/drawingml/2006/main">
              <a:ext uri="{FF2B5EF4-FFF2-40B4-BE49-F238E27FC236}">
                <a16:creationId xmlns:a16="http://schemas.microsoft.com/office/drawing/2014/main" id="{2205174D-E02C-4E9C-B89E-4B436DB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0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gnitive Structuring banner dot 2-0">
            <a:extLst xmlns:a="http://schemas.openxmlformats.org/drawingml/2006/main">
              <a:ext uri="{FF2B5EF4-FFF2-40B4-BE49-F238E27FC236}">
                <a16:creationId xmlns:a16="http://schemas.microsoft.com/office/drawing/2014/main" id="{C2A7878E-1EA6-43D5-AAAE-0E8DD1F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3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gnitive Structuring banner dot 2-1">
            <a:extLst xmlns:a="http://schemas.openxmlformats.org/drawingml/2006/main">
              <a:ext uri="{FF2B5EF4-FFF2-40B4-BE49-F238E27FC236}">
                <a16:creationId xmlns:a16="http://schemas.microsoft.com/office/drawing/2014/main" id="{C8E8AF46-9DE9-4D41-BCFD-9D97FAD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3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gnitive Structuring banner dot 2-2">
            <a:extLst xmlns:a="http://schemas.openxmlformats.org/drawingml/2006/main">
              <a:ext uri="{FF2B5EF4-FFF2-40B4-BE49-F238E27FC236}">
                <a16:creationId xmlns:a16="http://schemas.microsoft.com/office/drawing/2014/main" id="{7EE5FC9F-CD74-44DC-A6A2-0B426C0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3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gnitive Structuring banner dot 3-0">
            <a:extLst xmlns:a="http://schemas.openxmlformats.org/drawingml/2006/main">
              <a:ext uri="{FF2B5EF4-FFF2-40B4-BE49-F238E27FC236}">
                <a16:creationId xmlns:a16="http://schemas.microsoft.com/office/drawing/2014/main" id="{A65F8AA2-2E2E-4BDC-99D6-E482EE5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5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gnitive Structuring banner dot 3-1">
            <a:extLst xmlns:a="http://schemas.openxmlformats.org/drawingml/2006/main">
              <a:ext uri="{FF2B5EF4-FFF2-40B4-BE49-F238E27FC236}">
                <a16:creationId xmlns:a16="http://schemas.microsoft.com/office/drawing/2014/main" id="{69D90D37-6711-41C4-AAE2-BD392102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5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gnitive Structuring banner dot 3-2">
            <a:extLst xmlns:a="http://schemas.openxmlformats.org/drawingml/2006/main">
              <a:ext uri="{FF2B5EF4-FFF2-40B4-BE49-F238E27FC236}">
                <a16:creationId xmlns:a16="http://schemas.microsoft.com/office/drawing/2014/main" id="{D134BCB7-AB5A-47FC-91D2-C400B71D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5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gnitive Structuring banner dot 4-0">
            <a:extLst xmlns:a="http://schemas.openxmlformats.org/drawingml/2006/main">
              <a:ext uri="{FF2B5EF4-FFF2-40B4-BE49-F238E27FC236}">
                <a16:creationId xmlns:a16="http://schemas.microsoft.com/office/drawing/2014/main" id="{C8209B65-E384-4A50-8F26-9D190B99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gnitive Structuring banner dot 4-1">
            <a:extLst xmlns:a="http://schemas.openxmlformats.org/drawingml/2006/main">
              <a:ext uri="{FF2B5EF4-FFF2-40B4-BE49-F238E27FC236}">
                <a16:creationId xmlns:a16="http://schemas.microsoft.com/office/drawing/2014/main" id="{05FEBD29-C1C5-4549-8B17-FC8BFDE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gnitive Structuring banner dot 4-2">
            <a:extLst xmlns:a="http://schemas.openxmlformats.org/drawingml/2006/main">
              <a:ext uri="{FF2B5EF4-FFF2-40B4-BE49-F238E27FC236}">
                <a16:creationId xmlns:a16="http://schemas.microsoft.com/office/drawing/2014/main" id="{3818FE97-BE1C-4574-BAFE-C5239453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gnitive Structuring banner dot 5-0">
            <a:extLst xmlns:a="http://schemas.openxmlformats.org/drawingml/2006/main">
              <a:ext uri="{FF2B5EF4-FFF2-40B4-BE49-F238E27FC236}">
                <a16:creationId xmlns:a16="http://schemas.microsoft.com/office/drawing/2014/main" id="{5D68F277-ACD7-4CF5-BC76-6B03FB1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gnitive Structuring banner dot 5-1">
            <a:extLst xmlns:a="http://schemas.openxmlformats.org/drawingml/2006/main">
              <a:ext uri="{FF2B5EF4-FFF2-40B4-BE49-F238E27FC236}">
                <a16:creationId xmlns:a16="http://schemas.microsoft.com/office/drawing/2014/main" id="{A3596098-A948-4A0B-9930-29219FB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gnitive Structuring banner dot 5-2">
            <a:extLst xmlns:a="http://schemas.openxmlformats.org/drawingml/2006/main">
              <a:ext uri="{FF2B5EF4-FFF2-40B4-BE49-F238E27FC236}">
                <a16:creationId xmlns:a16="http://schemas.microsoft.com/office/drawing/2014/main" id="{113FD5AA-CBFA-44A3-A54D-594400AB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gnitive Structuring banner dot 6-0">
            <a:extLst xmlns:a="http://schemas.openxmlformats.org/drawingml/2006/main">
              <a:ext uri="{FF2B5EF4-FFF2-40B4-BE49-F238E27FC236}">
                <a16:creationId xmlns:a16="http://schemas.microsoft.com/office/drawing/2014/main" id="{CFA53E91-2758-41BF-8324-578637C0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3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gnitive Structuring banner dot 6-1">
            <a:extLst xmlns:a="http://schemas.openxmlformats.org/drawingml/2006/main">
              <a:ext uri="{FF2B5EF4-FFF2-40B4-BE49-F238E27FC236}">
                <a16:creationId xmlns:a16="http://schemas.microsoft.com/office/drawing/2014/main" id="{5E89B043-A406-4EE8-AFD7-72E2423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3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gnitive Structuring banner dot 6-2">
            <a:extLst xmlns:a="http://schemas.openxmlformats.org/drawingml/2006/main">
              <a:ext uri="{FF2B5EF4-FFF2-40B4-BE49-F238E27FC236}">
                <a16:creationId xmlns:a16="http://schemas.microsoft.com/office/drawing/2014/main" id="{5F48D907-0003-4BB4-98FA-C47638FA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3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xecutable Canvas Construction banner">
            <a:extLst xmlns:a="http://schemas.openxmlformats.org/drawingml/2006/main">
              <a:ext uri="{FF2B5EF4-FFF2-40B4-BE49-F238E27FC236}">
                <a16:creationId xmlns:a16="http://schemas.microsoft.com/office/drawing/2014/main" id="{175444E5-A6B1-4B64-AE56-40DA81B3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"/>
            <a:ext cx="7600950" cy="581025"/>
          </a:xfrm>
          <a:custGeom xmlns:a="http://schemas.openxmlformats.org/drawingml/2006/main">
            <a:pathLst>
              <a:path w="7600950" h="581025">
                <a:moveTo>
                  <a:pt x="0" y="0"/>
                </a:moveTo>
                <a:lnTo>
                  <a:pt x="7372350" y="0"/>
                </a:lnTo>
                <a:lnTo>
                  <a:pt x="7600950" y="290513"/>
                </a:lnTo>
                <a:lnTo>
                  <a:pt x="7372350" y="581025"/>
                </a:lnTo>
                <a:lnTo>
                  <a:pt x="0" y="581025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xecutable Canvas Construction number hexagon">
            <a:extLst xmlns:a="http://schemas.openxmlformats.org/drawingml/2006/main">
              <a:ext uri="{FF2B5EF4-FFF2-40B4-BE49-F238E27FC236}">
                <a16:creationId xmlns:a16="http://schemas.microsoft.com/office/drawing/2014/main" id="{B9CB72AD-7AFA-49FD-B5C0-4968C5A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2875"/>
            <a:ext cx="685800" cy="838200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1" name="Executable Canvas Construction stage number">
            <a:extLst xmlns:a="http://schemas.openxmlformats.org/drawingml/2006/main">
              <a:ext uri="{FF2B5EF4-FFF2-40B4-BE49-F238E27FC236}">
                <a16:creationId xmlns:a16="http://schemas.microsoft.com/office/drawing/2014/main" id="{4EA4B947-06E5-47B6-90AF-3895B0D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33375"/>
            <a:ext cx="4762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2" name="Executable Canvas Construction heading">
            <a:extLst xmlns:a="http://schemas.openxmlformats.org/drawingml/2006/main">
              <a:ext uri="{FF2B5EF4-FFF2-40B4-BE49-F238E27FC236}">
                <a16:creationId xmlns:a16="http://schemas.microsoft.com/office/drawing/2014/main" id="{7E95A22D-2EF9-4AAB-8C84-3A65C4C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361950"/>
            <a:ext cx="6648450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Executable Canvas Construction</a:t>
            </a:r>
          </a:p>
        </p:txBody>
      </p:sp>
      <p:sp>
        <p:nvSpPr>
          <p:cNvPr id="33" name="Executable Canvas Construction banner dot 0-0">
            <a:extLst xmlns:a="http://schemas.openxmlformats.org/drawingml/2006/main">
              <a:ext uri="{FF2B5EF4-FFF2-40B4-BE49-F238E27FC236}">
                <a16:creationId xmlns:a16="http://schemas.microsoft.com/office/drawing/2014/main" id="{4305CEC8-2DDA-47ED-AE60-AEBCCDA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7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xecutable Canvas Construction banner dot 0-1">
            <a:extLst xmlns:a="http://schemas.openxmlformats.org/drawingml/2006/main">
              <a:ext uri="{FF2B5EF4-FFF2-40B4-BE49-F238E27FC236}">
                <a16:creationId xmlns:a16="http://schemas.microsoft.com/office/drawing/2014/main" id="{7206606A-BCFD-4BD8-894D-478F3D4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7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xecutable Canvas Construction banner dot 0-2">
            <a:extLst xmlns:a="http://schemas.openxmlformats.org/drawingml/2006/main">
              <a:ext uri="{FF2B5EF4-FFF2-40B4-BE49-F238E27FC236}">
                <a16:creationId xmlns:a16="http://schemas.microsoft.com/office/drawing/2014/main" id="{172F14D6-2A84-4CA5-8A0D-C951AB89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7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xecutable Canvas Construction banner dot 1-0">
            <a:extLst xmlns:a="http://schemas.openxmlformats.org/drawingml/2006/main">
              <a:ext uri="{FF2B5EF4-FFF2-40B4-BE49-F238E27FC236}">
                <a16:creationId xmlns:a16="http://schemas.microsoft.com/office/drawing/2014/main" id="{68447AE6-4D2C-45FE-8955-A12C027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0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xecutable Canvas Construction banner dot 1-1">
            <a:extLst xmlns:a="http://schemas.openxmlformats.org/drawingml/2006/main">
              <a:ext uri="{FF2B5EF4-FFF2-40B4-BE49-F238E27FC236}">
                <a16:creationId xmlns:a16="http://schemas.microsoft.com/office/drawing/2014/main" id="{103A9542-68BE-4C42-A76F-FDE2A71E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0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xecutable Canvas Construction banner dot 1-2">
            <a:extLst xmlns:a="http://schemas.openxmlformats.org/drawingml/2006/main">
              <a:ext uri="{FF2B5EF4-FFF2-40B4-BE49-F238E27FC236}">
                <a16:creationId xmlns:a16="http://schemas.microsoft.com/office/drawing/2014/main" id="{61F1FE61-EE01-49DD-8B89-DD7A532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0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xecutable Canvas Construction banner dot 2-0">
            <a:extLst xmlns:a="http://schemas.openxmlformats.org/drawingml/2006/main">
              <a:ext uri="{FF2B5EF4-FFF2-40B4-BE49-F238E27FC236}">
                <a16:creationId xmlns:a16="http://schemas.microsoft.com/office/drawing/2014/main" id="{C8526B34-E072-4071-83B4-E33669DD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xecutable Canvas Construction banner dot 2-1">
            <a:extLst xmlns:a="http://schemas.openxmlformats.org/drawingml/2006/main">
              <a:ext uri="{FF2B5EF4-FFF2-40B4-BE49-F238E27FC236}">
                <a16:creationId xmlns:a16="http://schemas.microsoft.com/office/drawing/2014/main" id="{E07869CE-A8F8-4EDD-87C2-D956CF1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Executable Canvas Construction banner dot 2-2">
            <a:extLst xmlns:a="http://schemas.openxmlformats.org/drawingml/2006/main">
              <a:ext uri="{FF2B5EF4-FFF2-40B4-BE49-F238E27FC236}">
                <a16:creationId xmlns:a16="http://schemas.microsoft.com/office/drawing/2014/main" id="{E9CD4C8C-F9A7-4F9F-AC5C-FB79537E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Executable Canvas Construction banner dot 3-0">
            <a:extLst xmlns:a="http://schemas.openxmlformats.org/drawingml/2006/main">
              <a:ext uri="{FF2B5EF4-FFF2-40B4-BE49-F238E27FC236}">
                <a16:creationId xmlns:a16="http://schemas.microsoft.com/office/drawing/2014/main" id="{5EDA9733-681A-4D4B-ACA4-AC11008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Executable Canvas Construction banner dot 3-1">
            <a:extLst xmlns:a="http://schemas.openxmlformats.org/drawingml/2006/main">
              <a:ext uri="{FF2B5EF4-FFF2-40B4-BE49-F238E27FC236}">
                <a16:creationId xmlns:a16="http://schemas.microsoft.com/office/drawing/2014/main" id="{FEE5F3D5-F339-4A7B-BB3D-FA901CB9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xecutable Canvas Construction banner dot 3-2">
            <a:extLst xmlns:a="http://schemas.openxmlformats.org/drawingml/2006/main">
              <a:ext uri="{FF2B5EF4-FFF2-40B4-BE49-F238E27FC236}">
                <a16:creationId xmlns:a16="http://schemas.microsoft.com/office/drawing/2014/main" id="{E77BBD01-8BAD-4CB5-AB69-2BFFA44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Executable Canvas Construction banner dot 4-0">
            <a:extLst xmlns:a="http://schemas.openxmlformats.org/drawingml/2006/main">
              <a:ext uri="{FF2B5EF4-FFF2-40B4-BE49-F238E27FC236}">
                <a16:creationId xmlns:a16="http://schemas.microsoft.com/office/drawing/2014/main" id="{B467F3A6-4E89-4249-A8C5-C09F2867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7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xecutable Canvas Construction banner dot 4-1">
            <a:extLst xmlns:a="http://schemas.openxmlformats.org/drawingml/2006/main">
              <a:ext uri="{FF2B5EF4-FFF2-40B4-BE49-F238E27FC236}">
                <a16:creationId xmlns:a16="http://schemas.microsoft.com/office/drawing/2014/main" id="{ED948D3B-8C9F-4FCD-B1C6-089DD05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7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xecutable Canvas Construction banner dot 4-2">
            <a:extLst xmlns:a="http://schemas.openxmlformats.org/drawingml/2006/main">
              <a:ext uri="{FF2B5EF4-FFF2-40B4-BE49-F238E27FC236}">
                <a16:creationId xmlns:a16="http://schemas.microsoft.com/office/drawing/2014/main" id="{482A1FB4-F727-499D-BDF1-BC807B5D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7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xecutable Canvas Construction banner dot 5-0">
            <a:extLst xmlns:a="http://schemas.openxmlformats.org/drawingml/2006/main">
              <a:ext uri="{FF2B5EF4-FFF2-40B4-BE49-F238E27FC236}">
                <a16:creationId xmlns:a16="http://schemas.microsoft.com/office/drawing/2014/main" id="{27FCB5A1-57C6-441C-BF2D-CCA7CAF4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600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Executable Canvas Construction banner dot 5-1">
            <a:extLst xmlns:a="http://schemas.openxmlformats.org/drawingml/2006/main">
              <a:ext uri="{FF2B5EF4-FFF2-40B4-BE49-F238E27FC236}">
                <a16:creationId xmlns:a16="http://schemas.microsoft.com/office/drawing/2014/main" id="{E079CED2-93B8-47DE-80F7-9114B1BB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600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Executable Canvas Construction banner dot 5-2">
            <a:extLst xmlns:a="http://schemas.openxmlformats.org/drawingml/2006/main">
              <a:ext uri="{FF2B5EF4-FFF2-40B4-BE49-F238E27FC236}">
                <a16:creationId xmlns:a16="http://schemas.microsoft.com/office/drawing/2014/main" id="{DA25A664-88DC-40F3-8F8F-46D47407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600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xecutable Canvas Construction banner dot 6-0">
            <a:extLst xmlns:a="http://schemas.openxmlformats.org/drawingml/2006/main">
              <a:ext uri="{FF2B5EF4-FFF2-40B4-BE49-F238E27FC236}">
                <a16:creationId xmlns:a16="http://schemas.microsoft.com/office/drawing/2014/main" id="{14C84761-C6C2-4178-BE7A-0D3ACEAE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258" y="3933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xecutable Canvas Construction banner dot 6-1">
            <a:extLst xmlns:a="http://schemas.openxmlformats.org/drawingml/2006/main">
              <a:ext uri="{FF2B5EF4-FFF2-40B4-BE49-F238E27FC236}">
                <a16:creationId xmlns:a16="http://schemas.microsoft.com/office/drawing/2014/main" id="{FBA47953-8944-4A0B-8277-E904669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258" y="5076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xecutable Canvas Construction banner dot 6-2">
            <a:extLst xmlns:a="http://schemas.openxmlformats.org/drawingml/2006/main">
              <a:ext uri="{FF2B5EF4-FFF2-40B4-BE49-F238E27FC236}">
                <a16:creationId xmlns:a16="http://schemas.microsoft.com/office/drawing/2014/main" id="{ECE3C9FF-F715-4A2A-9901-9BC3331C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258" y="6219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Visual Generation &amp; Review banner">
            <a:extLst xmlns:a="http://schemas.openxmlformats.org/drawingml/2006/main">
              <a:ext uri="{FF2B5EF4-FFF2-40B4-BE49-F238E27FC236}">
                <a16:creationId xmlns:a16="http://schemas.microsoft.com/office/drawing/2014/main" id="{15F76454-467F-4096-B912-8558D33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315200"/>
            <a:ext cx="6810375" cy="571500"/>
          </a:xfrm>
          <a:custGeom xmlns:a="http://schemas.openxmlformats.org/drawingml/2006/main">
            <a:pathLst>
              <a:path w="6810375" h="571500">
                <a:moveTo>
                  <a:pt x="0" y="0"/>
                </a:moveTo>
                <a:lnTo>
                  <a:pt x="6581775" y="0"/>
                </a:lnTo>
                <a:lnTo>
                  <a:pt x="6810375" y="285750"/>
                </a:lnTo>
                <a:lnTo>
                  <a:pt x="6581775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Visual Generation &amp; Review number hexagon">
            <a:extLst xmlns:a="http://schemas.openxmlformats.org/drawingml/2006/main">
              <a:ext uri="{FF2B5EF4-FFF2-40B4-BE49-F238E27FC236}">
                <a16:creationId xmlns:a16="http://schemas.microsoft.com/office/drawing/2014/main" id="{478EB2F7-B48F-409F-881D-6DB2BCAA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7191375"/>
            <a:ext cx="685800" cy="838200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6" name="Visual Generation &amp; Review stage number">
            <a:extLst xmlns:a="http://schemas.openxmlformats.org/drawingml/2006/main">
              <a:ext uri="{FF2B5EF4-FFF2-40B4-BE49-F238E27FC236}">
                <a16:creationId xmlns:a16="http://schemas.microsoft.com/office/drawing/2014/main" id="{57A85C16-DF5C-4A3B-8534-D7DC4E95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7381875"/>
            <a:ext cx="4762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7" name="Visual Generation &amp; Review heading">
            <a:extLst xmlns:a="http://schemas.openxmlformats.org/drawingml/2006/main">
              <a:ext uri="{FF2B5EF4-FFF2-40B4-BE49-F238E27FC236}">
                <a16:creationId xmlns:a16="http://schemas.microsoft.com/office/drawing/2014/main" id="{05E8DABC-48E0-4E15-9B38-317B778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7410450"/>
            <a:ext cx="5857875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Visual Generation &amp; Review</a:t>
            </a:r>
          </a:p>
        </p:txBody>
      </p:sp>
      <p:sp>
        <p:nvSpPr>
          <p:cNvPr id="58" name="Visual Generation &amp; Review banner dot 0-0">
            <a:extLst xmlns:a="http://schemas.openxmlformats.org/drawingml/2006/main">
              <a:ext uri="{FF2B5EF4-FFF2-40B4-BE49-F238E27FC236}">
                <a16:creationId xmlns:a16="http://schemas.microsoft.com/office/drawing/2014/main" id="{D662368D-0465-4EED-A4C6-E20CB63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Visual Generation &amp; Review banner dot 0-1">
            <a:extLst xmlns:a="http://schemas.openxmlformats.org/drawingml/2006/main">
              <a:ext uri="{FF2B5EF4-FFF2-40B4-BE49-F238E27FC236}">
                <a16:creationId xmlns:a16="http://schemas.microsoft.com/office/drawing/2014/main" id="{61F3A977-4D51-4F12-A439-FEA80710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Visual Generation &amp; Review banner dot 0-2">
            <a:extLst xmlns:a="http://schemas.openxmlformats.org/drawingml/2006/main">
              <a:ext uri="{FF2B5EF4-FFF2-40B4-BE49-F238E27FC236}">
                <a16:creationId xmlns:a16="http://schemas.microsoft.com/office/drawing/2014/main" id="{DAFBD001-B5A6-4975-BDC1-527A36E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Visual Generation &amp; Review banner dot 1-0">
            <a:extLst xmlns:a="http://schemas.openxmlformats.org/drawingml/2006/main">
              <a:ext uri="{FF2B5EF4-FFF2-40B4-BE49-F238E27FC236}">
                <a16:creationId xmlns:a16="http://schemas.microsoft.com/office/drawing/2014/main" id="{A37F7B19-4542-4B0A-A30D-7B6B6B28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90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Visual Generation &amp; Review banner dot 1-1">
            <a:extLst xmlns:a="http://schemas.openxmlformats.org/drawingml/2006/main">
              <a:ext uri="{FF2B5EF4-FFF2-40B4-BE49-F238E27FC236}">
                <a16:creationId xmlns:a16="http://schemas.microsoft.com/office/drawing/2014/main" id="{7B08B6A0-937A-4FA7-B8DE-DA1948F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90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Visual Generation &amp; Review banner dot 1-2">
            <a:extLst xmlns:a="http://schemas.openxmlformats.org/drawingml/2006/main">
              <a:ext uri="{FF2B5EF4-FFF2-40B4-BE49-F238E27FC236}">
                <a16:creationId xmlns:a16="http://schemas.microsoft.com/office/drawing/2014/main" id="{848A9DEB-DBF9-408E-9FDC-E5E96C7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90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Visual Generation &amp; Review banner dot 2-0">
            <a:extLst xmlns:a="http://schemas.openxmlformats.org/drawingml/2006/main">
              <a:ext uri="{FF2B5EF4-FFF2-40B4-BE49-F238E27FC236}">
                <a16:creationId xmlns:a16="http://schemas.microsoft.com/office/drawing/2014/main" id="{2B498D7B-3BE4-48D5-86F2-3D32308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15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Visual Generation &amp; Review banner dot 2-1">
            <a:extLst xmlns:a="http://schemas.openxmlformats.org/drawingml/2006/main">
              <a:ext uri="{FF2B5EF4-FFF2-40B4-BE49-F238E27FC236}">
                <a16:creationId xmlns:a16="http://schemas.microsoft.com/office/drawing/2014/main" id="{27511D17-9F18-4B34-9AD7-401076C5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15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Visual Generation &amp; Review banner dot 2-2">
            <a:extLst xmlns:a="http://schemas.openxmlformats.org/drawingml/2006/main">
              <a:ext uri="{FF2B5EF4-FFF2-40B4-BE49-F238E27FC236}">
                <a16:creationId xmlns:a16="http://schemas.microsoft.com/office/drawing/2014/main" id="{33448664-6FA2-49D3-92B3-76783E02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15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Visual Generation &amp; Review banner dot 3-0">
            <a:extLst xmlns:a="http://schemas.openxmlformats.org/drawingml/2006/main">
              <a:ext uri="{FF2B5EF4-FFF2-40B4-BE49-F238E27FC236}">
                <a16:creationId xmlns:a16="http://schemas.microsoft.com/office/drawing/2014/main" id="{018491C7-473A-46E9-A8DA-7D5359A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40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Visual Generation &amp; Review banner dot 3-1">
            <a:extLst xmlns:a="http://schemas.openxmlformats.org/drawingml/2006/main">
              <a:ext uri="{FF2B5EF4-FFF2-40B4-BE49-F238E27FC236}">
                <a16:creationId xmlns:a16="http://schemas.microsoft.com/office/drawing/2014/main" id="{A2AB6964-35CA-48A9-8594-32CFFE06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40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Visual Generation &amp; Review banner dot 3-2">
            <a:extLst xmlns:a="http://schemas.openxmlformats.org/drawingml/2006/main">
              <a:ext uri="{FF2B5EF4-FFF2-40B4-BE49-F238E27FC236}">
                <a16:creationId xmlns:a16="http://schemas.microsoft.com/office/drawing/2014/main" id="{FCA89C44-2B2F-41C5-BB90-2AA17506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40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Visual Generation &amp; Review banner dot 4-0">
            <a:extLst xmlns:a="http://schemas.openxmlformats.org/drawingml/2006/main">
              <a:ext uri="{FF2B5EF4-FFF2-40B4-BE49-F238E27FC236}">
                <a16:creationId xmlns:a16="http://schemas.microsoft.com/office/drawing/2014/main" id="{E546A216-B77F-4A4F-9D90-E7D6C38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65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Visual Generation &amp; Review banner dot 4-1">
            <a:extLst xmlns:a="http://schemas.openxmlformats.org/drawingml/2006/main">
              <a:ext uri="{FF2B5EF4-FFF2-40B4-BE49-F238E27FC236}">
                <a16:creationId xmlns:a16="http://schemas.microsoft.com/office/drawing/2014/main" id="{5623D4C6-208C-4C4F-965F-6F54356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65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Visual Generation &amp; Review banner dot 4-2">
            <a:extLst xmlns:a="http://schemas.openxmlformats.org/drawingml/2006/main">
              <a:ext uri="{FF2B5EF4-FFF2-40B4-BE49-F238E27FC236}">
                <a16:creationId xmlns:a16="http://schemas.microsoft.com/office/drawing/2014/main" id="{B456856D-1C20-4905-88EE-CA44C83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65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Visual Generation &amp; Review banner dot 5-0">
            <a:extLst xmlns:a="http://schemas.openxmlformats.org/drawingml/2006/main">
              <a:ext uri="{FF2B5EF4-FFF2-40B4-BE49-F238E27FC236}">
                <a16:creationId xmlns:a16="http://schemas.microsoft.com/office/drawing/2014/main" id="{898B87BB-F0F6-49C2-A624-4898B7A8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90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Visual Generation &amp; Review banner dot 5-1">
            <a:extLst xmlns:a="http://schemas.openxmlformats.org/drawingml/2006/main">
              <a:ext uri="{FF2B5EF4-FFF2-40B4-BE49-F238E27FC236}">
                <a16:creationId xmlns:a16="http://schemas.microsoft.com/office/drawing/2014/main" id="{DE77D6F7-8DF6-498B-A454-D085FAC8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90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Visual Generation &amp; Review banner dot 5-2">
            <a:extLst xmlns:a="http://schemas.openxmlformats.org/drawingml/2006/main">
              <a:ext uri="{FF2B5EF4-FFF2-40B4-BE49-F238E27FC236}">
                <a16:creationId xmlns:a16="http://schemas.microsoft.com/office/drawing/2014/main" id="{2A4815E6-3047-4A8A-A721-553E3C0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90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Visual Generation &amp; Review banner dot 6-0">
            <a:extLst xmlns:a="http://schemas.openxmlformats.org/drawingml/2006/main">
              <a:ext uri="{FF2B5EF4-FFF2-40B4-BE49-F238E27FC236}">
                <a16:creationId xmlns:a16="http://schemas.microsoft.com/office/drawing/2014/main" id="{B3E2ABF2-DEFE-4313-855A-EE894A9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158" y="74418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Visual Generation &amp; Review banner dot 6-1">
            <a:extLst xmlns:a="http://schemas.openxmlformats.org/drawingml/2006/main">
              <a:ext uri="{FF2B5EF4-FFF2-40B4-BE49-F238E27FC236}">
                <a16:creationId xmlns:a16="http://schemas.microsoft.com/office/drawing/2014/main" id="{4B836E0C-746E-40B1-8263-1538362B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158" y="75561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Visual Generation &amp; Review banner dot 6-2">
            <a:extLst xmlns:a="http://schemas.openxmlformats.org/drawingml/2006/main">
              <a:ext uri="{FF2B5EF4-FFF2-40B4-BE49-F238E27FC236}">
                <a16:creationId xmlns:a16="http://schemas.microsoft.com/office/drawing/2014/main" id="{C4D614D4-51C8-4F6B-AF79-A3B6D692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158" y="7670483"/>
            <a:ext cx="51435" cy="51435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ge 1 subtitle">
            <a:extLst xmlns:a="http://schemas.openxmlformats.org/drawingml/2006/main">
              <a:ext uri="{FF2B5EF4-FFF2-40B4-BE49-F238E27FC236}">
                <a16:creationId xmlns:a16="http://schemas.microsoft.com/office/drawing/2014/main" id="{EA19D157-51E5-4A67-8B6C-68FE78B4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885825"/>
            <a:ext cx="46196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45AB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45AB2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45AB2"/>
                </a:solidFill>
                <a:latin typeface="Calibri"/>
                <a:ea typeface="Calibri"/>
                <a:cs typeface="Calibri"/>
              </a:rPr>
              <a:t>Understanding, Searching &amp; Reasoning</a:t>
            </a:r>
          </a:p>
        </p:txBody>
      </p:sp>
      <p:sp>
        <p:nvSpPr>
          <p:cNvPr id="80" name="Stage 2 subtitle">
            <a:extLst xmlns:a="http://schemas.openxmlformats.org/drawingml/2006/main">
              <a:ext uri="{FF2B5EF4-FFF2-40B4-BE49-F238E27FC236}">
                <a16:creationId xmlns:a16="http://schemas.microsoft.com/office/drawing/2014/main" id="{865382E8-7422-4DAC-9CF3-80D01A69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9048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From Structured Plan to Code-Driven Canvas</a:t>
            </a:r>
          </a:p>
        </p:txBody>
      </p:sp>
      <p:sp>
        <p:nvSpPr>
          <p:cNvPr id="81" name="Stage 3 subtitle">
            <a:extLst xmlns:a="http://schemas.openxmlformats.org/drawingml/2006/main">
              <a:ext uri="{FF2B5EF4-FFF2-40B4-BE49-F238E27FC236}">
                <a16:creationId xmlns:a16="http://schemas.microsoft.com/office/drawing/2014/main" id="{DD11C95D-DC42-4BA5-80CA-1B609F7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7924800"/>
            <a:ext cx="5905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Generate, Evaluate and Refine</a:t>
            </a:r>
          </a:p>
        </p:txBody>
      </p:sp>
      <p:sp>
        <p:nvSpPr>
          <p:cNvPr id="82" name="User Prompt panel">
            <a:extLst xmlns:a="http://schemas.openxmlformats.org/drawingml/2006/main">
              <a:ext uri="{FF2B5EF4-FFF2-40B4-BE49-F238E27FC236}">
                <a16:creationId xmlns:a16="http://schemas.microsoft.com/office/drawing/2014/main" id="{A8AE8D8F-A376-474F-978B-E3FF3D8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5305425" cy="1762125"/>
          </a:xfrm>
          <a:custGeom xmlns:a="http://schemas.openxmlformats.org/drawingml/2006/main">
            <a:pathLst>
              <a:path w="5305425" h="1762125">
                <a:moveTo>
                  <a:pt x="190500" y="0"/>
                </a:moveTo>
                <a:lnTo>
                  <a:pt x="5114925" y="0"/>
                </a:lnTo>
                <a:cubicBezTo>
                  <a:pt x="5220135" y="0"/>
                  <a:pt x="5305425" y="85290"/>
                  <a:pt x="5305425" y="190500"/>
                </a:cubicBezTo>
                <a:lnTo>
                  <a:pt x="5305425" y="1571625"/>
                </a:lnTo>
                <a:cubicBezTo>
                  <a:pt x="5305425" y="1676835"/>
                  <a:pt x="5220135" y="1762125"/>
                  <a:pt x="5114925" y="1762125"/>
                </a:cubicBezTo>
                <a:lnTo>
                  <a:pt x="190500" y="1762125"/>
                </a:lnTo>
                <a:cubicBezTo>
                  <a:pt x="85290" y="1762125"/>
                  <a:pt x="0" y="1676835"/>
                  <a:pt x="0" y="157162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3813">
            <a:solidFill>
              <a:srgbClr val="CADCF8"/>
            </a:solidFill>
            <a:prstDash val="solid"/>
          </a:ln>
        </p:spPr>
      </p:sp>
      <p:sp>
        <p:nvSpPr>
          <p:cNvPr id="83" name="Intent Analysis panel">
            <a:extLst xmlns:a="http://schemas.openxmlformats.org/drawingml/2006/main">
              <a:ext uri="{FF2B5EF4-FFF2-40B4-BE49-F238E27FC236}">
                <a16:creationId xmlns:a16="http://schemas.microsoft.com/office/drawing/2014/main" id="{063F3817-5F14-49C1-AFE0-860C28E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28975"/>
            <a:ext cx="5305425" cy="1047750"/>
          </a:xfrm>
          <a:custGeom xmlns:a="http://schemas.openxmlformats.org/drawingml/2006/main">
            <a:pathLst>
              <a:path w="5305425" h="1047750">
                <a:moveTo>
                  <a:pt x="190500" y="0"/>
                </a:moveTo>
                <a:lnTo>
                  <a:pt x="5114925" y="0"/>
                </a:lnTo>
                <a:cubicBezTo>
                  <a:pt x="5220135" y="0"/>
                  <a:pt x="5305425" y="85290"/>
                  <a:pt x="5305425" y="190500"/>
                </a:cubicBezTo>
                <a:lnTo>
                  <a:pt x="5305425" y="857250"/>
                </a:lnTo>
                <a:cubicBezTo>
                  <a:pt x="5305425" y="962460"/>
                  <a:pt x="5220135" y="1047750"/>
                  <a:pt x="5114925" y="1047750"/>
                </a:cubicBezTo>
                <a:lnTo>
                  <a:pt x="190500" y="1047750"/>
                </a:lnTo>
                <a:cubicBezTo>
                  <a:pt x="85290" y="1047750"/>
                  <a:pt x="0" y="962460"/>
                  <a:pt x="0" y="8572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3813">
            <a:solidFill>
              <a:srgbClr val="CADCF8"/>
            </a:solidFill>
            <a:prstDash val="solid"/>
          </a:ln>
        </p:spPr>
      </p:sp>
      <p:sp>
        <p:nvSpPr>
          <p:cNvPr id="84" name="Tools &amp; External Resources panel">
            <a:extLst xmlns:a="http://schemas.openxmlformats.org/drawingml/2006/main">
              <a:ext uri="{FF2B5EF4-FFF2-40B4-BE49-F238E27FC236}">
                <a16:creationId xmlns:a16="http://schemas.microsoft.com/office/drawing/2014/main" id="{345C1C17-28BD-4C74-B45D-BF7A5BA8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43425"/>
            <a:ext cx="5314950" cy="4972050"/>
          </a:xfrm>
          <a:custGeom xmlns:a="http://schemas.openxmlformats.org/drawingml/2006/main">
            <a:pathLst>
              <a:path w="5314950" h="4972050">
                <a:moveTo>
                  <a:pt x="190500" y="0"/>
                </a:moveTo>
                <a:lnTo>
                  <a:pt x="5124450" y="0"/>
                </a:lnTo>
                <a:cubicBezTo>
                  <a:pt x="5229660" y="0"/>
                  <a:pt x="5314950" y="85290"/>
                  <a:pt x="5314950" y="190500"/>
                </a:cubicBezTo>
                <a:lnTo>
                  <a:pt x="5314950" y="4781550"/>
                </a:lnTo>
                <a:cubicBezTo>
                  <a:pt x="5314950" y="4886760"/>
                  <a:pt x="5229660" y="4972050"/>
                  <a:pt x="5124450" y="4972050"/>
                </a:cubicBezTo>
                <a:lnTo>
                  <a:pt x="190500" y="4972050"/>
                </a:lnTo>
                <a:cubicBezTo>
                  <a:pt x="85290" y="4972050"/>
                  <a:pt x="0" y="4886760"/>
                  <a:pt x="0" y="47815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3813">
            <a:solidFill>
              <a:srgbClr val="CADCF8"/>
            </a:solidFill>
            <a:prstDash val="solid"/>
          </a:ln>
        </p:spPr>
      </p:sp>
      <p:sp>
        <p:nvSpPr>
          <p:cNvPr id="85" name="Structured Plan panel">
            <a:extLst xmlns:a="http://schemas.openxmlformats.org/drawingml/2006/main">
              <a:ext uri="{FF2B5EF4-FFF2-40B4-BE49-F238E27FC236}">
                <a16:creationId xmlns:a16="http://schemas.microsoft.com/office/drawing/2014/main" id="{5951723A-5CD5-441E-A8BD-9225887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25025"/>
            <a:ext cx="3600450" cy="2219325"/>
          </a:xfrm>
          <a:custGeom xmlns:a="http://schemas.openxmlformats.org/drawingml/2006/main">
            <a:pathLst>
              <a:path w="3600450" h="2219325">
                <a:moveTo>
                  <a:pt x="190500" y="0"/>
                </a:moveTo>
                <a:lnTo>
                  <a:pt x="3409950" y="0"/>
                </a:lnTo>
                <a:cubicBezTo>
                  <a:pt x="3515160" y="0"/>
                  <a:pt x="3600450" y="85290"/>
                  <a:pt x="3600450" y="190500"/>
                </a:cubicBezTo>
                <a:lnTo>
                  <a:pt x="3600450" y="2028825"/>
                </a:lnTo>
                <a:cubicBezTo>
                  <a:pt x="3600450" y="2134035"/>
                  <a:pt x="3515160" y="2219325"/>
                  <a:pt x="3409950" y="2219325"/>
                </a:cubicBezTo>
                <a:lnTo>
                  <a:pt x="190500" y="2219325"/>
                </a:lnTo>
                <a:cubicBezTo>
                  <a:pt x="85290" y="2219325"/>
                  <a:pt x="0" y="2134035"/>
                  <a:pt x="0" y="202882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3813">
            <a:solidFill>
              <a:srgbClr val="CADCF8"/>
            </a:solidFill>
            <a:prstDash val="solid"/>
          </a:ln>
        </p:spPr>
      </p:sp>
      <p:sp>
        <p:nvSpPr>
          <p:cNvPr id="86" name="User Prompt title">
            <a:extLst xmlns:a="http://schemas.openxmlformats.org/drawingml/2006/main">
              <a:ext uri="{FF2B5EF4-FFF2-40B4-BE49-F238E27FC236}">
                <a16:creationId xmlns:a16="http://schemas.microsoft.com/office/drawing/2014/main" id="{6113BB50-926A-44AC-9350-93251BB7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333500"/>
            <a:ext cx="2762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User Prompt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1B52B0-D8C7-4BA8-B86C-7230AEE0F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28c3fe3fb499d"/>
          <a:stretch xmlns:a="http://schemas.openxmlformats.org/drawingml/2006/main"/>
        </p:blipFill>
        <p:spPr>
          <a:xfrm xmlns:a="http://schemas.openxmlformats.org/drawingml/2006/main">
            <a:off x="2000543" y="1295400"/>
            <a:ext cx="418514" cy="400050"/>
          </a:xfrm>
          <a:prstGeom xmlns:a="http://schemas.openxmlformats.org/drawingml/2006/main" prst="rect">
            <a:avLst/>
          </a:prstGeom>
        </p:spPr>
      </p:pic>
      <p:sp>
        <p:nvSpPr>
          <p:cNvPr id="88" name="Prompt white inset">
            <a:extLst xmlns:a="http://schemas.openxmlformats.org/drawingml/2006/main">
              <a:ext uri="{FF2B5EF4-FFF2-40B4-BE49-F238E27FC236}">
                <a16:creationId xmlns:a16="http://schemas.microsoft.com/office/drawing/2014/main" id="{A4D55B6E-D29C-43B8-B698-89ACE77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95450"/>
            <a:ext cx="4905375" cy="1038225"/>
          </a:xfrm>
          <a:custGeom xmlns:a="http://schemas.openxmlformats.org/drawingml/2006/main">
            <a:pathLst>
              <a:path w="4905375" h="1038225">
                <a:moveTo>
                  <a:pt x="123825" y="0"/>
                </a:moveTo>
                <a:lnTo>
                  <a:pt x="4781550" y="0"/>
                </a:lnTo>
                <a:cubicBezTo>
                  <a:pt x="4849937" y="0"/>
                  <a:pt x="4905375" y="55438"/>
                  <a:pt x="4905375" y="123825"/>
                </a:cubicBezTo>
                <a:lnTo>
                  <a:pt x="4905375" y="914400"/>
                </a:lnTo>
                <a:cubicBezTo>
                  <a:pt x="4905375" y="982787"/>
                  <a:pt x="4849937" y="1038225"/>
                  <a:pt x="4781550" y="1038225"/>
                </a:cubicBezTo>
                <a:lnTo>
                  <a:pt x="123825" y="1038225"/>
                </a:lnTo>
                <a:cubicBezTo>
                  <a:pt x="55438" y="1038225"/>
                  <a:pt x="0" y="982787"/>
                  <a:pt x="0" y="914400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User Prompt first phrase">
            <a:extLst xmlns:a="http://schemas.openxmlformats.org/drawingml/2006/main">
              <a:ext uri="{FF2B5EF4-FFF2-40B4-BE49-F238E27FC236}">
                <a16:creationId xmlns:a16="http://schemas.microsoft.com/office/drawing/2014/main" id="{3F271140-3E3D-4F06-8E88-DCAC2AF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790700"/>
            <a:ext cx="23812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844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Create a depiction of </a:t>
            </a:r>
          </a:p>
        </p:txBody>
      </p:sp>
      <p:sp>
        <p:nvSpPr>
          <p:cNvPr id="90" name="User Prompt named car 1">
            <a:extLst xmlns:a="http://schemas.openxmlformats.org/drawingml/2006/main">
              <a:ext uri="{FF2B5EF4-FFF2-40B4-BE49-F238E27FC236}">
                <a16:creationId xmlns:a16="http://schemas.microsoft.com/office/drawing/2014/main" id="{9D3A1318-11AF-49FC-A7AC-DCEC14A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1790700"/>
            <a:ext cx="2133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862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Xiaomi Vision Gran</a:t>
            </a:r>
          </a:p>
        </p:txBody>
      </p:sp>
      <p:sp>
        <p:nvSpPr>
          <p:cNvPr id="91" name="User Prompt named car 2">
            <a:extLst xmlns:a="http://schemas.openxmlformats.org/drawingml/2006/main">
              <a:ext uri="{FF2B5EF4-FFF2-40B4-BE49-F238E27FC236}">
                <a16:creationId xmlns:a16="http://schemas.microsoft.com/office/drawing/2014/main" id="{F67051DF-974D-4867-839B-089F69D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971550" cy="361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1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1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031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Turismo</a:t>
            </a:r>
          </a:p>
        </p:txBody>
      </p:sp>
      <p:sp>
        <p:nvSpPr>
          <p:cNvPr id="92" name="User Prompt second phrase">
            <a:extLst xmlns:a="http://schemas.openxmlformats.org/drawingml/2006/main">
              <a:ext uri="{FF2B5EF4-FFF2-40B4-BE49-F238E27FC236}">
                <a16:creationId xmlns:a16="http://schemas.microsoft.com/office/drawing/2014/main" id="{27778C85-F7D3-4750-BDE9-FC0D621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2076450"/>
            <a:ext cx="3619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positioned in a stunning</a:t>
            </a:r>
          </a:p>
        </p:txBody>
      </p:sp>
      <p:sp>
        <p:nvSpPr>
          <p:cNvPr id="93" name="User Prompt final phrase">
            <a:extLst xmlns:a="http://schemas.openxmlformats.org/drawingml/2006/main">
              <a:ext uri="{FF2B5EF4-FFF2-40B4-BE49-F238E27FC236}">
                <a16:creationId xmlns:a16="http://schemas.microsoft.com/office/drawing/2014/main" id="{2F30CFB0-4249-476D-B74D-21C5ADB8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362200"/>
            <a:ext cx="4648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landscape setting.</a:t>
            </a:r>
          </a:p>
        </p:txBody>
      </p:sp>
      <p:sp>
        <p:nvSpPr>
          <p:cNvPr id="94" name="Named car emphasis underline 1">
            <a:extLst xmlns:a="http://schemas.openxmlformats.org/drawingml/2006/main">
              <a:ext uri="{FF2B5EF4-FFF2-40B4-BE49-F238E27FC236}">
                <a16:creationId xmlns:a16="http://schemas.microsoft.com/office/drawing/2014/main" id="{B90F1FC7-67A9-4F5E-8A4B-34EDEF7D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57400"/>
            <a:ext cx="2124075" cy="191"/>
          </a:xfrm>
          <a:custGeom xmlns:a="http://schemas.openxmlformats.org/drawingml/2006/main">
            <a:pathLst>
              <a:path w="2124075" h="191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1514"/>
            </a:solidFill>
            <a:prstDash val="solid"/>
          </a:ln>
        </p:spPr>
      </p:sp>
      <p:sp>
        <p:nvSpPr>
          <p:cNvPr id="95" name="Named car emphasis underline 2">
            <a:extLst xmlns:a="http://schemas.openxmlformats.org/drawingml/2006/main">
              <a:ext uri="{FF2B5EF4-FFF2-40B4-BE49-F238E27FC236}">
                <a16:creationId xmlns:a16="http://schemas.microsoft.com/office/drawing/2014/main" id="{683E6B41-D75F-4EAD-81C8-F99F085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952500" cy="191"/>
          </a:xfrm>
          <a:custGeom xmlns:a="http://schemas.openxmlformats.org/drawingml/2006/main">
            <a:pathLst>
              <a:path w="952500" h="191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1514"/>
            </a:solidFill>
            <a:prstDash val="solid"/>
          </a:ln>
        </p:spPr>
      </p:sp>
      <p:sp>
        <p:nvSpPr>
          <p:cNvPr id="96" name="Intent Analysis title">
            <a:extLst xmlns:a="http://schemas.openxmlformats.org/drawingml/2006/main">
              <a:ext uri="{FF2B5EF4-FFF2-40B4-BE49-F238E27FC236}">
                <a16:creationId xmlns:a16="http://schemas.microsoft.com/office/drawing/2014/main" id="{4506AA31-DB20-4CE5-9A50-693736CA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3305175"/>
            <a:ext cx="2762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Intent Analysis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920062-DAE5-49C2-9B17-2EEDD73AB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d864af0d54c3c"/>
          <a:stretch xmlns:a="http://schemas.openxmlformats.org/drawingml/2006/main"/>
        </p:blipFill>
        <p:spPr>
          <a:xfrm xmlns:a="http://schemas.openxmlformats.org/drawingml/2006/main">
            <a:off x="1981200" y="3259240"/>
            <a:ext cx="381000" cy="387145"/>
          </a:xfrm>
          <a:prstGeom xmlns:a="http://schemas.openxmlformats.org/drawingml/2006/main" prst="rect">
            <a:avLst/>
          </a:prstGeom>
        </p:spPr>
      </p:pic>
      <p:sp>
        <p:nvSpPr>
          <p:cNvPr id="98" name="Image generation task">
            <a:extLst xmlns:a="http://schemas.openxmlformats.org/drawingml/2006/main">
              <a:ext uri="{FF2B5EF4-FFF2-40B4-BE49-F238E27FC236}">
                <a16:creationId xmlns:a16="http://schemas.microsoft.com/office/drawing/2014/main" id="{5C59C6EC-0BDC-4077-9D4F-A209D99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295525" cy="457200"/>
          </a:xfrm>
          <a:custGeom xmlns:a="http://schemas.openxmlformats.org/drawingml/2006/main">
            <a:pathLst>
              <a:path w="2295525" h="457200">
                <a:moveTo>
                  <a:pt x="57150" y="0"/>
                </a:moveTo>
                <a:lnTo>
                  <a:pt x="2238375" y="0"/>
                </a:lnTo>
                <a:cubicBezTo>
                  <a:pt x="2269938" y="0"/>
                  <a:pt x="2295525" y="25587"/>
                  <a:pt x="2295525" y="57150"/>
                </a:cubicBezTo>
                <a:lnTo>
                  <a:pt x="2295525" y="400050"/>
                </a:lnTo>
                <a:cubicBezTo>
                  <a:pt x="2295525" y="431613"/>
                  <a:pt x="2269938" y="457200"/>
                  <a:pt x="22383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sp>
        <p:nvSpPr>
          <p:cNvPr id="99" name="Image editing task">
            <a:extLst xmlns:a="http://schemas.openxmlformats.org/drawingml/2006/main">
              <a:ext uri="{FF2B5EF4-FFF2-40B4-BE49-F238E27FC236}">
                <a16:creationId xmlns:a16="http://schemas.microsoft.com/office/drawing/2014/main" id="{C6EDDD27-E520-4161-8B55-988D2DBF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4750"/>
            <a:ext cx="2295525" cy="457200"/>
          </a:xfrm>
          <a:custGeom xmlns:a="http://schemas.openxmlformats.org/drawingml/2006/main">
            <a:pathLst>
              <a:path w="2295525" h="457200">
                <a:moveTo>
                  <a:pt x="57150" y="0"/>
                </a:moveTo>
                <a:lnTo>
                  <a:pt x="2238375" y="0"/>
                </a:lnTo>
                <a:cubicBezTo>
                  <a:pt x="2269938" y="0"/>
                  <a:pt x="2295525" y="25587"/>
                  <a:pt x="2295525" y="57150"/>
                </a:cubicBezTo>
                <a:lnTo>
                  <a:pt x="2295525" y="400050"/>
                </a:lnTo>
                <a:cubicBezTo>
                  <a:pt x="2295525" y="431613"/>
                  <a:pt x="2269938" y="457200"/>
                  <a:pt x="22383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C78694-BEBD-4CCA-A6B9-33D4D791F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6c3bd78a842b6"/>
          <a:stretch xmlns:a="http://schemas.openxmlformats.org/drawingml/2006/main"/>
        </p:blipFill>
        <p:spPr>
          <a:xfrm xmlns:a="http://schemas.openxmlformats.org/drawingml/2006/main">
            <a:off x="2412892" y="3752850"/>
            <a:ext cx="355815" cy="36195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7ED28A-A215-4B48-9268-AE307FDAC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a1d959c4c4562"/>
          <a:stretch xmlns:a="http://schemas.openxmlformats.org/drawingml/2006/main"/>
        </p:blipFill>
        <p:spPr>
          <a:xfrm xmlns:a="http://schemas.openxmlformats.org/drawingml/2006/main">
            <a:off x="5105400" y="3743489"/>
            <a:ext cx="361950" cy="380672"/>
          </a:xfrm>
          <a:prstGeom xmlns:a="http://schemas.openxmlformats.org/drawingml/2006/main" prst="rect">
            <a:avLst/>
          </a:prstGeom>
        </p:spPr>
      </p:pic>
      <p:sp>
        <p:nvSpPr>
          <p:cNvPr id="102" name="Image generation task label">
            <a:extLst xmlns:a="http://schemas.openxmlformats.org/drawingml/2006/main">
              <a:ext uri="{FF2B5EF4-FFF2-40B4-BE49-F238E27FC236}">
                <a16:creationId xmlns:a16="http://schemas.microsoft.com/office/drawing/2014/main" id="{64B78D3F-B069-48D2-ACC1-CA40441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3829050"/>
            <a:ext cx="21050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Generation</a:t>
            </a:r>
          </a:p>
        </p:txBody>
      </p:sp>
      <p:sp>
        <p:nvSpPr>
          <p:cNvPr id="103" name="Image editing task label">
            <a:extLst xmlns:a="http://schemas.openxmlformats.org/drawingml/2006/main">
              <a:ext uri="{FF2B5EF4-FFF2-40B4-BE49-F238E27FC236}">
                <a16:creationId xmlns:a16="http://schemas.microsoft.com/office/drawing/2014/main" id="{EBD00D6C-A7EC-4662-931F-61324A9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829050"/>
            <a:ext cx="20478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Editing</a:t>
            </a:r>
          </a:p>
        </p:txBody>
      </p:sp>
      <p:sp>
        <p:nvSpPr>
          <p:cNvPr id="104" name="Tools and resources title">
            <a:extLst xmlns:a="http://schemas.openxmlformats.org/drawingml/2006/main">
              <a:ext uri="{FF2B5EF4-FFF2-40B4-BE49-F238E27FC236}">
                <a16:creationId xmlns:a16="http://schemas.microsoft.com/office/drawing/2014/main" id="{D857C6FE-360E-4236-B1A0-2EB8A40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629150"/>
            <a:ext cx="40957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Tools &amp; External Resources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C0B5DF8-E433-453C-AC4D-547AF2534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67bf78c5b4780"/>
          <a:stretch xmlns:a="http://schemas.openxmlformats.org/drawingml/2006/main"/>
        </p:blipFill>
        <p:spPr>
          <a:xfrm xmlns:a="http://schemas.openxmlformats.org/drawingml/2006/main">
            <a:off x="1314450" y="4534193"/>
            <a:ext cx="400050" cy="418514"/>
          </a:xfrm>
          <a:prstGeom xmlns:a="http://schemas.openxmlformats.org/drawingml/2006/main" prst="rect">
            <a:avLst/>
          </a:prstGeom>
        </p:spPr>
      </p:pic>
      <p:sp>
        <p:nvSpPr>
          <p:cNvPr id="106" name="Image search panel">
            <a:extLst xmlns:a="http://schemas.openxmlformats.org/drawingml/2006/main">
              <a:ext uri="{FF2B5EF4-FFF2-40B4-BE49-F238E27FC236}">
                <a16:creationId xmlns:a16="http://schemas.microsoft.com/office/drawing/2014/main" id="{10C50ED2-2BC8-4720-9E99-0DA61BB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2905125" cy="2657475"/>
          </a:xfrm>
          <a:custGeom xmlns:a="http://schemas.openxmlformats.org/drawingml/2006/main">
            <a:pathLst>
              <a:path w="2905125" h="2657475">
                <a:moveTo>
                  <a:pt x="133350" y="0"/>
                </a:moveTo>
                <a:lnTo>
                  <a:pt x="2771775" y="0"/>
                </a:lnTo>
                <a:cubicBezTo>
                  <a:pt x="2845422" y="0"/>
                  <a:pt x="2905125" y="59703"/>
                  <a:pt x="2905125" y="133350"/>
                </a:cubicBezTo>
                <a:lnTo>
                  <a:pt x="2905125" y="2524125"/>
                </a:lnTo>
                <a:cubicBezTo>
                  <a:pt x="2905125" y="2597772"/>
                  <a:pt x="2845422" y="2657475"/>
                  <a:pt x="2771775" y="2657475"/>
                </a:cubicBezTo>
                <a:lnTo>
                  <a:pt x="133350" y="2657475"/>
                </a:lnTo>
                <a:cubicBezTo>
                  <a:pt x="59703" y="2657475"/>
                  <a:pt x="0" y="2597772"/>
                  <a:pt x="0" y="25241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AFC9ED"/>
            </a:solidFill>
            <a:prstDash val="solid"/>
          </a:ln>
        </p:spPr>
      </p:sp>
      <p:sp>
        <p:nvSpPr>
          <p:cNvPr id="107" name="Web search panel">
            <a:extLst xmlns:a="http://schemas.openxmlformats.org/drawingml/2006/main">
              <a:ext uri="{FF2B5EF4-FFF2-40B4-BE49-F238E27FC236}">
                <a16:creationId xmlns:a16="http://schemas.microsoft.com/office/drawing/2014/main" id="{5B604C3A-95A0-4910-ADDC-32085AA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048250"/>
            <a:ext cx="1971675" cy="2657475"/>
          </a:xfrm>
          <a:custGeom xmlns:a="http://schemas.openxmlformats.org/drawingml/2006/main">
            <a:pathLst>
              <a:path w="1971675" h="2657475">
                <a:moveTo>
                  <a:pt x="133350" y="0"/>
                </a:moveTo>
                <a:lnTo>
                  <a:pt x="1838325" y="0"/>
                </a:lnTo>
                <a:cubicBezTo>
                  <a:pt x="1911972" y="0"/>
                  <a:pt x="1971675" y="59703"/>
                  <a:pt x="1971675" y="133350"/>
                </a:cubicBezTo>
                <a:lnTo>
                  <a:pt x="1971675" y="2524125"/>
                </a:lnTo>
                <a:cubicBezTo>
                  <a:pt x="1971675" y="2597772"/>
                  <a:pt x="1911972" y="2657475"/>
                  <a:pt x="1838325" y="2657475"/>
                </a:cubicBezTo>
                <a:lnTo>
                  <a:pt x="133350" y="2657475"/>
                </a:lnTo>
                <a:cubicBezTo>
                  <a:pt x="59703" y="2657475"/>
                  <a:pt x="0" y="2597772"/>
                  <a:pt x="0" y="25241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AFC9ED"/>
            </a:solidFill>
            <a:prstDash val="solid"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8A99CA-81CA-4081-8D2C-2841316AE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2bbcb5fb74565"/>
          <a:stretch xmlns:a="http://schemas.openxmlformats.org/drawingml/2006/main"/>
        </p:blipFill>
        <p:spPr>
          <a:xfrm xmlns:a="http://schemas.openxmlformats.org/drawingml/2006/main">
            <a:off x="697032" y="5086350"/>
            <a:ext cx="329960" cy="323850"/>
          </a:xfrm>
          <a:prstGeom xmlns:a="http://schemas.openxmlformats.org/drawingml/2006/main" prst="rect">
            <a:avLst/>
          </a:prstGeom>
        </p:spPr>
      </p:pic>
      <p:sp>
        <p:nvSpPr>
          <p:cNvPr id="109" name="Image Search label">
            <a:extLst xmlns:a="http://schemas.openxmlformats.org/drawingml/2006/main">
              <a:ext uri="{FF2B5EF4-FFF2-40B4-BE49-F238E27FC236}">
                <a16:creationId xmlns:a16="http://schemas.microsoft.com/office/drawing/2014/main" id="{A0180367-857E-4CB6-BAC6-F8781109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5133975"/>
            <a:ext cx="19335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Search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8E25A6A-22AE-4275-B4BE-723AC7998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247e4296c41b4"/>
          <a:stretch xmlns:a="http://schemas.openxmlformats.org/drawingml/2006/main"/>
        </p:blipFill>
        <p:spPr>
          <a:xfrm xmlns:a="http://schemas.openxmlformats.org/drawingml/2006/main">
            <a:off x="3000375" y="5059487"/>
            <a:ext cx="390525" cy="396627"/>
          </a:xfrm>
          <a:prstGeom xmlns:a="http://schemas.openxmlformats.org/drawingml/2006/main" prst="rect">
            <a:avLst/>
          </a:prstGeom>
        </p:spPr>
      </p:pic>
      <p:sp>
        <p:nvSpPr>
          <p:cNvPr id="111" name="Image search URL">
            <a:extLst xmlns:a="http://schemas.openxmlformats.org/drawingml/2006/main">
              <a:ext uri="{FF2B5EF4-FFF2-40B4-BE49-F238E27FC236}">
                <a16:creationId xmlns:a16="http://schemas.microsoft.com/office/drawing/2014/main" id="{E7D4B999-FB48-45F1-97DE-5ECCB6C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410200"/>
            <a:ext cx="2466975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https://www.imgre.xiaomi ...</a:t>
            </a:r>
          </a:p>
        </p:txBody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5D59E6-4206-49BC-8130-2150AED09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5ca87c5d643b5"/>
          <a:stretch xmlns:a="http://schemas.openxmlformats.org/drawingml/2006/main"/>
        </p:blipFill>
        <p:spPr>
          <a:xfrm xmlns:a="http://schemas.openxmlformats.org/drawingml/2006/main">
            <a:off x="819150" y="5621360"/>
            <a:ext cx="2190750" cy="987380"/>
          </a:xfrm>
          <a:prstGeom xmlns:a="http://schemas.openxmlformats.org/drawingml/2006/main" prst="rect">
            <a:avLst/>
          </a:prstGeom>
        </p:spPr>
      </p:pic>
      <p:sp>
        <p:nvSpPr>
          <p:cNvPr id="113" name="Selected image border">
            <a:extLst xmlns:a="http://schemas.openxmlformats.org/drawingml/2006/main">
              <a:ext uri="{FF2B5EF4-FFF2-40B4-BE49-F238E27FC236}">
                <a16:creationId xmlns:a16="http://schemas.microsoft.com/office/drawing/2014/main" id="{211C5CA6-73D0-4B88-A4D9-7F8633F3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2238375" cy="1038225"/>
          </a:xfrm>
          <a:custGeom xmlns:a="http://schemas.openxmlformats.org/drawingml/2006/main">
            <a:pathLst>
              <a:path w="2238375" h="1038225">
                <a:moveTo>
                  <a:pt x="85725" y="0"/>
                </a:moveTo>
                <a:lnTo>
                  <a:pt x="2152650" y="0"/>
                </a:lnTo>
                <a:cubicBezTo>
                  <a:pt x="2199995" y="0"/>
                  <a:pt x="2238375" y="38380"/>
                  <a:pt x="2238375" y="85725"/>
                </a:cubicBezTo>
                <a:lnTo>
                  <a:pt x="2238375" y="952500"/>
                </a:lnTo>
                <a:cubicBezTo>
                  <a:pt x="2238375" y="999845"/>
                  <a:pt x="2199995" y="1038225"/>
                  <a:pt x="2152650" y="1038225"/>
                </a:cubicBezTo>
                <a:lnTo>
                  <a:pt x="85725" y="1038225"/>
                </a:lnTo>
                <a:cubicBezTo>
                  <a:pt x="38380" y="1038225"/>
                  <a:pt x="0" y="999845"/>
                  <a:pt x="0" y="952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B9A47"/>
            </a:solidFill>
            <a:prstDash val="solid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EDBBD73-B196-4832-9257-191C0BDB8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dfbbfeefc44de"/>
          <a:stretch xmlns:a="http://schemas.openxmlformats.org/drawingml/2006/main"/>
        </p:blipFill>
        <p:spPr>
          <a:xfrm xmlns:a="http://schemas.openxmlformats.org/drawingml/2006/main">
            <a:off x="762501" y="6724650"/>
            <a:ext cx="1094372" cy="704850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D480882-BA82-4AD0-A310-0295933AE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fe2c1aa324d67"/>
          <a:stretch xmlns:a="http://schemas.openxmlformats.org/drawingml/2006/main"/>
        </p:blipFill>
        <p:spPr>
          <a:xfrm xmlns:a="http://schemas.openxmlformats.org/drawingml/2006/main">
            <a:off x="1971675" y="6725408"/>
            <a:ext cx="1085850" cy="703335"/>
          </a:xfrm>
          <a:prstGeom xmlns:a="http://schemas.openxmlformats.org/drawingml/2006/main" prst="rect">
            <a:avLst/>
          </a:prstGeom>
        </p:spPr>
      </p:pic>
      <p:sp>
        <p:nvSpPr>
          <p:cNvPr id="116" name="Car alternatives dots">
            <a:extLst xmlns:a="http://schemas.openxmlformats.org/drawingml/2006/main">
              <a:ext uri="{FF2B5EF4-FFF2-40B4-BE49-F238E27FC236}">
                <a16:creationId xmlns:a16="http://schemas.microsoft.com/office/drawing/2014/main" id="{B1843955-048F-4AB8-BF6F-AA8D53CF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6953250"/>
            <a:ext cx="2381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...</a:t>
            </a:r>
          </a:p>
        </p:txBody>
      </p:sp>
      <p:sp>
        <p:nvSpPr>
          <p:cNvPr id="117" name="Thumbnail URL 1">
            <a:extLst xmlns:a="http://schemas.openxmlformats.org/drawingml/2006/main">
              <a:ext uri="{FF2B5EF4-FFF2-40B4-BE49-F238E27FC236}">
                <a16:creationId xmlns:a16="http://schemas.microsoft.com/office/drawing/2014/main" id="{7AEB52AD-2063-4910-96B5-9DEFFD5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7496175"/>
            <a:ext cx="1085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 ...</a:t>
            </a:r>
          </a:p>
        </p:txBody>
      </p:sp>
      <p:sp>
        <p:nvSpPr>
          <p:cNvPr id="118" name="Thumbnail URL 2">
            <a:extLst xmlns:a="http://schemas.openxmlformats.org/drawingml/2006/main">
              <a:ext uri="{FF2B5EF4-FFF2-40B4-BE49-F238E27FC236}">
                <a16:creationId xmlns:a16="http://schemas.microsoft.com/office/drawing/2014/main" id="{2CF769EF-7F76-46BC-BD42-A184AFA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7496175"/>
            <a:ext cx="1085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678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 ...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87ED9E-6B77-467A-A01E-19CCBA2C1F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b75f8fb1e4666"/>
          <a:stretch xmlns:a="http://schemas.openxmlformats.org/drawingml/2006/main"/>
        </p:blipFill>
        <p:spPr>
          <a:xfrm xmlns:a="http://schemas.openxmlformats.org/drawingml/2006/main">
            <a:off x="3574297" y="5067300"/>
            <a:ext cx="319007" cy="361950"/>
          </a:xfrm>
          <a:prstGeom xmlns:a="http://schemas.openxmlformats.org/drawingml/2006/main" prst="rect">
            <a:avLst/>
          </a:prstGeom>
        </p:spPr>
      </p:pic>
      <p:sp>
        <p:nvSpPr>
          <p:cNvPr id="120" name="Web Search label">
            <a:extLst xmlns:a="http://schemas.openxmlformats.org/drawingml/2006/main">
              <a:ext uri="{FF2B5EF4-FFF2-40B4-BE49-F238E27FC236}">
                <a16:creationId xmlns:a16="http://schemas.microsoft.com/office/drawing/2014/main" id="{D4843F2B-2C5C-40EB-A84D-2F7E7EE9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5143500"/>
            <a:ext cx="1524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Web Search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A612FB-0E56-4D8B-A87F-78C1E9FC8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195e2b62140f9"/>
          <a:stretch xmlns:a="http://schemas.openxmlformats.org/drawingml/2006/main"/>
        </p:blipFill>
        <p:spPr>
          <a:xfrm xmlns:a="http://schemas.openxmlformats.org/drawingml/2006/main">
            <a:off x="5095875" y="509587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993C058-9607-4ED9-AFA5-910853005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0a2cf467d4f95"/>
          <a:stretch xmlns:a="http://schemas.openxmlformats.org/drawingml/2006/main"/>
        </p:blipFill>
        <p:spPr>
          <a:xfrm xmlns:a="http://schemas.openxmlformats.org/drawingml/2006/main">
            <a:off x="3726370" y="5495925"/>
            <a:ext cx="1586485" cy="2105025"/>
          </a:xfrm>
          <a:prstGeom xmlns:a="http://schemas.openxmlformats.org/drawingml/2006/main" prst="rect">
            <a:avLst/>
          </a:prstGeom>
        </p:spPr>
      </p:pic>
      <p:sp>
        <p:nvSpPr>
          <p:cNvPr id="123" name="Reasoning tools panel">
            <a:extLst xmlns:a="http://schemas.openxmlformats.org/drawingml/2006/main">
              <a:ext uri="{FF2B5EF4-FFF2-40B4-BE49-F238E27FC236}">
                <a16:creationId xmlns:a16="http://schemas.microsoft.com/office/drawing/2014/main" id="{D1C7094E-AF57-4575-B2B5-CB0565A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39075"/>
            <a:ext cx="4933950" cy="1304925"/>
          </a:xfrm>
          <a:custGeom xmlns:a="http://schemas.openxmlformats.org/drawingml/2006/main">
            <a:pathLst>
              <a:path w="4933950" h="1304925">
                <a:moveTo>
                  <a:pt x="114300" y="0"/>
                </a:moveTo>
                <a:lnTo>
                  <a:pt x="4819650" y="0"/>
                </a:lnTo>
                <a:cubicBezTo>
                  <a:pt x="4882776" y="0"/>
                  <a:pt x="4933950" y="51174"/>
                  <a:pt x="4933950" y="114300"/>
                </a:cubicBezTo>
                <a:lnTo>
                  <a:pt x="4933950" y="1190625"/>
                </a:lnTo>
                <a:cubicBezTo>
                  <a:pt x="4933950" y="1253751"/>
                  <a:pt x="4882776" y="1304925"/>
                  <a:pt x="4819650" y="1304925"/>
                </a:cubicBezTo>
                <a:lnTo>
                  <a:pt x="114300" y="1304925"/>
                </a:lnTo>
                <a:cubicBezTo>
                  <a:pt x="51174" y="1304925"/>
                  <a:pt x="0" y="1253751"/>
                  <a:pt x="0" y="11906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AFC9ED"/>
            </a:solidFill>
            <a:prstDash val="dash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2B886A0-D8FA-4686-84DB-7A3E31248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ff21938304db4"/>
          <a:stretch xmlns:a="http://schemas.openxmlformats.org/drawingml/2006/main"/>
        </p:blipFill>
        <p:spPr>
          <a:xfrm xmlns:a="http://schemas.openxmlformats.org/drawingml/2006/main">
            <a:off x="704850" y="7869717"/>
            <a:ext cx="323850" cy="348292"/>
          </a:xfrm>
          <a:prstGeom xmlns:a="http://schemas.openxmlformats.org/drawingml/2006/main" prst="rect">
            <a:avLst/>
          </a:prstGeom>
        </p:spPr>
      </p:pic>
      <p:sp>
        <p:nvSpPr>
          <p:cNvPr id="125" name="Reasoning tools label">
            <a:extLst xmlns:a="http://schemas.openxmlformats.org/drawingml/2006/main">
              <a:ext uri="{FF2B5EF4-FFF2-40B4-BE49-F238E27FC236}">
                <a16:creationId xmlns:a16="http://schemas.microsoft.com/office/drawing/2014/main" id="{31529CC3-AA55-4B07-AE73-73DB6A92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7934325"/>
            <a:ext cx="32385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Reasoning Tools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11C7F1-5629-4CD3-A484-A1C63F94B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f153965c2479b"/>
          <a:stretch xmlns:a="http://schemas.openxmlformats.org/drawingml/2006/main"/>
        </p:blipFill>
        <p:spPr>
          <a:xfrm xmlns:a="http://schemas.openxmlformats.org/drawingml/2006/main">
            <a:off x="4943475" y="7867650"/>
            <a:ext cx="485775" cy="485775"/>
          </a:xfrm>
          <a:prstGeom xmlns:a="http://schemas.openxmlformats.org/drawingml/2006/main" prst="rect">
            <a:avLst/>
          </a:prstGeom>
        </p:spPr>
      </p:pic>
      <p:sp>
        <p:nvSpPr>
          <p:cNvPr id="127" name="Reasoning tool 1 frame">
            <a:extLst xmlns:a="http://schemas.openxmlformats.org/drawingml/2006/main">
              <a:ext uri="{FF2B5EF4-FFF2-40B4-BE49-F238E27FC236}">
                <a16:creationId xmlns:a16="http://schemas.microsoft.com/office/drawing/2014/main" id="{A0C69BA1-D2BF-48D8-A59A-197132ED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286750"/>
            <a:ext cx="1285875" cy="771525"/>
          </a:xfrm>
          <a:custGeom xmlns:a="http://schemas.openxmlformats.org/drawingml/2006/main">
            <a:pathLst>
              <a:path w="1285875" h="771525">
                <a:moveTo>
                  <a:pt x="76200" y="0"/>
                </a:moveTo>
                <a:lnTo>
                  <a:pt x="1209675" y="0"/>
                </a:lnTo>
                <a:cubicBezTo>
                  <a:pt x="1251759" y="0"/>
                  <a:pt x="1285875" y="34116"/>
                  <a:pt x="1285875" y="76200"/>
                </a:cubicBezTo>
                <a:lnTo>
                  <a:pt x="1285875" y="695325"/>
                </a:lnTo>
                <a:cubicBezTo>
                  <a:pt x="1285875" y="737409"/>
                  <a:pt x="1251759" y="771525"/>
                  <a:pt x="1209675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sp>
        <p:nvSpPr>
          <p:cNvPr id="128" name="Reasoning tool 2 frame">
            <a:extLst xmlns:a="http://schemas.openxmlformats.org/drawingml/2006/main">
              <a:ext uri="{FF2B5EF4-FFF2-40B4-BE49-F238E27FC236}">
                <a16:creationId xmlns:a16="http://schemas.microsoft.com/office/drawing/2014/main" id="{426E7BA8-05AB-4D38-9B1E-4C9A904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286750"/>
            <a:ext cx="1285875" cy="771525"/>
          </a:xfrm>
          <a:custGeom xmlns:a="http://schemas.openxmlformats.org/drawingml/2006/main">
            <a:pathLst>
              <a:path w="1285875" h="771525">
                <a:moveTo>
                  <a:pt x="76200" y="0"/>
                </a:moveTo>
                <a:lnTo>
                  <a:pt x="1209675" y="0"/>
                </a:lnTo>
                <a:cubicBezTo>
                  <a:pt x="1251759" y="0"/>
                  <a:pt x="1285875" y="34116"/>
                  <a:pt x="1285875" y="76200"/>
                </a:cubicBezTo>
                <a:lnTo>
                  <a:pt x="1285875" y="695325"/>
                </a:lnTo>
                <a:cubicBezTo>
                  <a:pt x="1285875" y="737409"/>
                  <a:pt x="1251759" y="771525"/>
                  <a:pt x="1209675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sp>
        <p:nvSpPr>
          <p:cNvPr id="129" name="Reasoning tool 3 frame">
            <a:extLst xmlns:a="http://schemas.openxmlformats.org/drawingml/2006/main">
              <a:ext uri="{FF2B5EF4-FFF2-40B4-BE49-F238E27FC236}">
                <a16:creationId xmlns:a16="http://schemas.microsoft.com/office/drawing/2014/main" id="{E749CF45-D9B3-432B-9675-D0FEB6C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8286750"/>
            <a:ext cx="1276350" cy="771525"/>
          </a:xfrm>
          <a:custGeom xmlns:a="http://schemas.openxmlformats.org/drawingml/2006/main">
            <a:pathLst>
              <a:path w="1276350" h="771525">
                <a:moveTo>
                  <a:pt x="76200" y="0"/>
                </a:moveTo>
                <a:lnTo>
                  <a:pt x="1200150" y="0"/>
                </a:lnTo>
                <a:cubicBezTo>
                  <a:pt x="1242234" y="0"/>
                  <a:pt x="1276350" y="34116"/>
                  <a:pt x="1276350" y="76200"/>
                </a:cubicBezTo>
                <a:lnTo>
                  <a:pt x="1276350" y="695325"/>
                </a:lnTo>
                <a:cubicBezTo>
                  <a:pt x="1276350" y="737409"/>
                  <a:pt x="1242234" y="771525"/>
                  <a:pt x="1200150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C1146B0-B957-4D3A-A615-0554FE6F6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fdefbbe574215"/>
          <a:stretch xmlns:a="http://schemas.openxmlformats.org/drawingml/2006/main"/>
        </p:blipFill>
        <p:spPr>
          <a:xfrm xmlns:a="http://schemas.openxmlformats.org/drawingml/2006/main">
            <a:off x="1000125" y="8365039"/>
            <a:ext cx="704850" cy="624472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6291CBE-6F34-43A0-BC87-4D7F4916E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91ff2a84d4780"/>
          <a:stretch xmlns:a="http://schemas.openxmlformats.org/drawingml/2006/main"/>
        </p:blipFill>
        <p:spPr>
          <a:xfrm xmlns:a="http://schemas.openxmlformats.org/drawingml/2006/main">
            <a:off x="2466975" y="8362950"/>
            <a:ext cx="638175" cy="63817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AB4A138-4FE9-4E81-AB22-D7E3E273A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01cb68fd44983"/>
          <a:stretch xmlns:a="http://schemas.openxmlformats.org/drawingml/2006/main"/>
        </p:blipFill>
        <p:spPr>
          <a:xfrm xmlns:a="http://schemas.openxmlformats.org/drawingml/2006/main">
            <a:off x="3905250" y="8364097"/>
            <a:ext cx="666750" cy="635882"/>
          </a:xfrm>
          <a:prstGeom xmlns:a="http://schemas.openxmlformats.org/drawingml/2006/main" prst="rect">
            <a:avLst/>
          </a:prstGeom>
        </p:spPr>
      </p:pic>
      <p:sp>
        <p:nvSpPr>
          <p:cNvPr id="133" name="Other reasoning tools ellipsis">
            <a:extLst xmlns:a="http://schemas.openxmlformats.org/drawingml/2006/main">
              <a:ext uri="{FF2B5EF4-FFF2-40B4-BE49-F238E27FC236}">
                <a16:creationId xmlns:a16="http://schemas.microsoft.com/office/drawing/2014/main" id="{31891AC5-12EC-4A5C-9BF2-A030A66C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8496300"/>
            <a:ext cx="476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......</a:t>
            </a:r>
          </a:p>
        </p:txBody>
      </p:sp>
      <p:sp>
        <p:nvSpPr>
          <p:cNvPr id="134" name="Invoked tool legend sample">
            <a:extLst xmlns:a="http://schemas.openxmlformats.org/drawingml/2006/main">
              <a:ext uri="{FF2B5EF4-FFF2-40B4-BE49-F238E27FC236}">
                <a16:creationId xmlns:a16="http://schemas.microsoft.com/office/drawing/2014/main" id="{B3C1475C-800F-4BD2-9E44-A0F387BA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239250"/>
            <a:ext cx="409575" cy="209550"/>
          </a:xfrm>
          <a:custGeom xmlns:a="http://schemas.openxmlformats.org/drawingml/2006/main">
            <a:pathLst>
              <a:path w="409575" h="209550">
                <a:moveTo>
                  <a:pt x="57150" y="0"/>
                </a:moveTo>
                <a:lnTo>
                  <a:pt x="352425" y="0"/>
                </a:lnTo>
                <a:cubicBezTo>
                  <a:pt x="383988" y="0"/>
                  <a:pt x="409575" y="25587"/>
                  <a:pt x="409575" y="57150"/>
                </a:cubicBezTo>
                <a:lnTo>
                  <a:pt x="409575" y="152400"/>
                </a:lnTo>
                <a:cubicBezTo>
                  <a:pt x="409575" y="183963"/>
                  <a:pt x="383988" y="209550"/>
                  <a:pt x="352425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AFC9ED"/>
            </a:solidFill>
            <a:prstDash val="solid"/>
          </a:ln>
        </p:spPr>
      </p:sp>
      <p:sp>
        <p:nvSpPr>
          <p:cNvPr id="135" name="Uninvoked tool legend sample">
            <a:extLst xmlns:a="http://schemas.openxmlformats.org/drawingml/2006/main">
              <a:ext uri="{FF2B5EF4-FFF2-40B4-BE49-F238E27FC236}">
                <a16:creationId xmlns:a16="http://schemas.microsoft.com/office/drawing/2014/main" id="{78F69DF6-5918-4533-AE25-24B2E5E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239250"/>
            <a:ext cx="428625" cy="209550"/>
          </a:xfrm>
          <a:custGeom xmlns:a="http://schemas.openxmlformats.org/drawingml/2006/main">
            <a:pathLst>
              <a:path w="428625" h="209550">
                <a:moveTo>
                  <a:pt x="57150" y="0"/>
                </a:moveTo>
                <a:lnTo>
                  <a:pt x="371475" y="0"/>
                </a:lnTo>
                <a:cubicBezTo>
                  <a:pt x="403038" y="0"/>
                  <a:pt x="428625" y="25587"/>
                  <a:pt x="428625" y="57150"/>
                </a:cubicBezTo>
                <a:lnTo>
                  <a:pt x="428625" y="152400"/>
                </a:lnTo>
                <a:cubicBezTo>
                  <a:pt x="428625" y="183963"/>
                  <a:pt x="403038" y="209550"/>
                  <a:pt x="371475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AFC9ED"/>
            </a:solidFill>
            <a:prstDash val="dash"/>
          </a:ln>
        </p:spPr>
      </p:sp>
      <p:sp>
        <p:nvSpPr>
          <p:cNvPr id="136" name="Invoked tool legend">
            <a:extLst xmlns:a="http://schemas.openxmlformats.org/drawingml/2006/main">
              <a:ext uri="{FF2B5EF4-FFF2-40B4-BE49-F238E27FC236}">
                <a16:creationId xmlns:a16="http://schemas.microsoft.com/office/drawing/2014/main" id="{DE7303A1-B443-473E-B282-331B823A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9286875"/>
            <a:ext cx="15621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Invoked Tools</a:t>
            </a:r>
          </a:p>
        </p:txBody>
      </p:sp>
      <p:sp>
        <p:nvSpPr>
          <p:cNvPr id="137" name="Uninvoked tool legend">
            <a:extLst xmlns:a="http://schemas.openxmlformats.org/drawingml/2006/main">
              <a:ext uri="{FF2B5EF4-FFF2-40B4-BE49-F238E27FC236}">
                <a16:creationId xmlns:a16="http://schemas.microsoft.com/office/drawing/2014/main" id="{D22092E5-E0D1-42DD-B76B-E882303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9286875"/>
            <a:ext cx="16573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Uninvoked Tools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4A01B8-F904-4E0E-BA6A-C0B73A954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f90b0c4fd474c"/>
          <a:stretch xmlns:a="http://schemas.openxmlformats.org/drawingml/2006/main"/>
        </p:blipFill>
        <p:spPr>
          <a:xfrm xmlns:a="http://schemas.openxmlformats.org/drawingml/2006/main">
            <a:off x="1047750" y="9783586"/>
            <a:ext cx="333375" cy="321028"/>
          </a:xfrm>
          <a:prstGeom xmlns:a="http://schemas.openxmlformats.org/drawingml/2006/main" prst="rect">
            <a:avLst/>
          </a:prstGeom>
        </p:spPr>
      </p:pic>
      <p:sp>
        <p:nvSpPr>
          <p:cNvPr id="139" name="Structured Plan title">
            <a:extLst xmlns:a="http://schemas.openxmlformats.org/drawingml/2006/main">
              <a:ext uri="{FF2B5EF4-FFF2-40B4-BE49-F238E27FC236}">
                <a16:creationId xmlns:a16="http://schemas.microsoft.com/office/drawing/2014/main" id="{9FC8417F-9C2F-4575-A072-73B90403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9829800"/>
            <a:ext cx="2857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Structured Plan</a:t>
            </a:r>
          </a:p>
        </p:txBody>
      </p:sp>
      <p:sp>
        <p:nvSpPr>
          <p:cNvPr id="140" name="Structured plan JSON white box">
            <a:extLst xmlns:a="http://schemas.openxmlformats.org/drawingml/2006/main">
              <a:ext uri="{FF2B5EF4-FFF2-40B4-BE49-F238E27FC236}">
                <a16:creationId xmlns:a16="http://schemas.microsoft.com/office/drawing/2014/main" id="{EA8F4944-DEBC-43BD-A0E5-A0CF00B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210800"/>
            <a:ext cx="3228975" cy="1590675"/>
          </a:xfrm>
          <a:custGeom xmlns:a="http://schemas.openxmlformats.org/drawingml/2006/main">
            <a:pathLst>
              <a:path w="3228975" h="1590675">
                <a:moveTo>
                  <a:pt x="152400" y="0"/>
                </a:moveTo>
                <a:lnTo>
                  <a:pt x="3076575" y="0"/>
                </a:lnTo>
                <a:cubicBezTo>
                  <a:pt x="3160743" y="0"/>
                  <a:pt x="3228975" y="68232"/>
                  <a:pt x="3228975" y="152400"/>
                </a:cubicBezTo>
                <a:lnTo>
                  <a:pt x="3228975" y="1438275"/>
                </a:lnTo>
                <a:cubicBezTo>
                  <a:pt x="3228975" y="1522443"/>
                  <a:pt x="3160743" y="1590675"/>
                  <a:pt x="3076575" y="1590675"/>
                </a:cubicBezTo>
                <a:lnTo>
                  <a:pt x="152400" y="1590675"/>
                </a:lnTo>
                <a:cubicBezTo>
                  <a:pt x="68232" y="1590675"/>
                  <a:pt x="0" y="1522443"/>
                  <a:pt x="0" y="14382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CF8"/>
            </a:solidFill>
            <a:prstDash val="solid"/>
          </a:ln>
        </p:spPr>
      </p:sp>
      <p:sp>
        <p:nvSpPr>
          <p:cNvPr id="141" name="Structured plan JSON line 1">
            <a:extLst xmlns:a="http://schemas.openxmlformats.org/drawingml/2006/main">
              <a:ext uri="{FF2B5EF4-FFF2-40B4-BE49-F238E27FC236}">
                <a16:creationId xmlns:a16="http://schemas.microsoft.com/office/drawing/2014/main" id="{F71EFEEB-C4DE-4EFA-AC61-4ED0E8E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306050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{"title": "Structured Understanding",</a:t>
            </a:r>
          </a:p>
        </p:txBody>
      </p:sp>
      <p:sp>
        <p:nvSpPr>
          <p:cNvPr id="142" name="Structured plan JSON line 2">
            <a:extLst xmlns:a="http://schemas.openxmlformats.org/drawingml/2006/main">
              <a:ext uri="{FF2B5EF4-FFF2-40B4-BE49-F238E27FC236}">
                <a16:creationId xmlns:a16="http://schemas.microsoft.com/office/drawing/2014/main" id="{B3D6FF9F-23A1-4F81-9194-1A398A7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467975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"attributes": {</a:t>
            </a:r>
          </a:p>
        </p:txBody>
      </p:sp>
      <p:sp>
        <p:nvSpPr>
          <p:cNvPr id="143" name="Structured plan JSON line 3">
            <a:extLst xmlns:a="http://schemas.openxmlformats.org/drawingml/2006/main">
              <a:ext uri="{FF2B5EF4-FFF2-40B4-BE49-F238E27FC236}">
                <a16:creationId xmlns:a16="http://schemas.microsoft.com/office/drawing/2014/main" id="{FAE85BEE-2089-4B74-B101-85D4CCC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629900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"Key objects": [</a:t>
            </a:r>
          </a:p>
        </p:txBody>
      </p:sp>
      <p:sp>
        <p:nvSpPr>
          <p:cNvPr id="144" name="Structured plan JSON line 4">
            <a:extLst xmlns:a="http://schemas.openxmlformats.org/drawingml/2006/main">
              <a:ext uri="{FF2B5EF4-FFF2-40B4-BE49-F238E27FC236}">
                <a16:creationId xmlns:a16="http://schemas.microsoft.com/office/drawing/2014/main" id="{60DDEA78-DC89-492F-901E-5072D2E1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791825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"mountains",</a:t>
            </a:r>
          </a:p>
        </p:txBody>
      </p:sp>
      <p:sp>
        <p:nvSpPr>
          <p:cNvPr id="145" name="Structured plan JSON line 5">
            <a:extLst xmlns:a="http://schemas.openxmlformats.org/drawingml/2006/main">
              <a:ext uri="{FF2B5EF4-FFF2-40B4-BE49-F238E27FC236}">
                <a16:creationId xmlns:a16="http://schemas.microsoft.com/office/drawing/2014/main" id="{0E8343E5-3819-4804-B0C4-E1FFC3F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953750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"train",</a:t>
            </a:r>
          </a:p>
        </p:txBody>
      </p:sp>
      <p:sp>
        <p:nvSpPr>
          <p:cNvPr id="146" name="Structured plan JSON line 6">
            <a:extLst xmlns:a="http://schemas.openxmlformats.org/drawingml/2006/main">
              <a:ext uri="{FF2B5EF4-FFF2-40B4-BE49-F238E27FC236}">
                <a16:creationId xmlns:a16="http://schemas.microsoft.com/office/drawing/2014/main" id="{C069837B-1B82-47F3-9327-61F91E51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1115675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"lake",</a:t>
            </a:r>
          </a:p>
        </p:txBody>
      </p:sp>
      <p:sp>
        <p:nvSpPr>
          <p:cNvPr id="147" name="Structured plan JSON line 7">
            <a:extLst xmlns:a="http://schemas.openxmlformats.org/drawingml/2006/main">
              <a:ext uri="{FF2B5EF4-FFF2-40B4-BE49-F238E27FC236}">
                <a16:creationId xmlns:a16="http://schemas.microsoft.com/office/drawing/2014/main" id="{56B592EA-80EC-41A1-8324-14333B86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1277600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"..."</a:t>
            </a:r>
          </a:p>
        </p:txBody>
      </p:sp>
      <p:sp>
        <p:nvSpPr>
          <p:cNvPr id="148" name="Structured plan JSON line 8">
            <a:extLst xmlns:a="http://schemas.openxmlformats.org/drawingml/2006/main">
              <a:ext uri="{FF2B5EF4-FFF2-40B4-BE49-F238E27FC236}">
                <a16:creationId xmlns:a16="http://schemas.microsoft.com/office/drawing/2014/main" id="{E7177C99-7F0B-41FA-9BC3-7B282B1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1439525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],</a:t>
            </a:r>
          </a:p>
        </p:txBody>
      </p:sp>
      <p:sp>
        <p:nvSpPr>
          <p:cNvPr id="149" name="Structured plan JSON line 9">
            <a:extLst xmlns:a="http://schemas.openxmlformats.org/drawingml/2006/main">
              <a:ext uri="{FF2B5EF4-FFF2-40B4-BE49-F238E27FC236}">
                <a16:creationId xmlns:a16="http://schemas.microsoft.com/office/drawing/2014/main" id="{E964CC2F-E6C2-469E-BD33-69A160CA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1601450"/>
            <a:ext cx="29146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"Layout": ......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4EBE4EA-6907-4C85-8D5E-0A984D416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cab959970462d"/>
          <a:stretch xmlns:a="http://schemas.openxmlformats.org/drawingml/2006/main"/>
        </p:blipFill>
        <p:spPr>
          <a:xfrm xmlns:a="http://schemas.openxmlformats.org/drawingml/2006/main">
            <a:off x="4183271" y="9972675"/>
            <a:ext cx="1691859" cy="1876425"/>
          </a:xfrm>
          <a:prstGeom xmlns:a="http://schemas.openxmlformats.org/drawingml/2006/main" prst="rect">
            <a:avLst/>
          </a:prstGeom>
        </p:spPr>
      </p:pic>
      <p:sp>
        <p:nvSpPr>
          <p:cNvPr id="151" name="Prompt to intent shaft">
            <a:extLst xmlns:a="http://schemas.openxmlformats.org/drawingml/2006/main">
              <a:ext uri="{FF2B5EF4-FFF2-40B4-BE49-F238E27FC236}">
                <a16:creationId xmlns:a16="http://schemas.microsoft.com/office/drawing/2014/main" id="{79A0DF7C-92D4-4278-A6A0-4717660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452AF"/>
            </a:solidFill>
            <a:prstDash val="solid"/>
          </a:ln>
        </p:spPr>
      </p:sp>
      <p:sp>
        <p:nvSpPr>
          <p:cNvPr id="152" name="Prompt to intent arrowhead">
            <a:extLst xmlns:a="http://schemas.openxmlformats.org/drawingml/2006/main">
              <a:ext uri="{FF2B5EF4-FFF2-40B4-BE49-F238E27FC236}">
                <a16:creationId xmlns:a16="http://schemas.microsoft.com/office/drawing/2014/main" id="{E3CEF301-72B9-4D59-84F9-9EA45D6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896" y="3114675"/>
            <a:ext cx="136207" cy="123825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Intent to tools shaft">
            <a:extLst xmlns:a="http://schemas.openxmlformats.org/drawingml/2006/main">
              <a:ext uri="{FF2B5EF4-FFF2-40B4-BE49-F238E27FC236}">
                <a16:creationId xmlns:a16="http://schemas.microsoft.com/office/drawing/2014/main" id="{0A5033E5-ED05-4B32-BF15-70BC0EE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3387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452AF"/>
            </a:solidFill>
            <a:prstDash val="solid"/>
          </a:ln>
        </p:spPr>
      </p:sp>
      <p:sp>
        <p:nvSpPr>
          <p:cNvPr id="154" name="Intent to tools arrowhead">
            <a:extLst xmlns:a="http://schemas.openxmlformats.org/drawingml/2006/main">
              <a:ext uri="{FF2B5EF4-FFF2-40B4-BE49-F238E27FC236}">
                <a16:creationId xmlns:a16="http://schemas.microsoft.com/office/drawing/2014/main" id="{4EB3BBB3-7E7F-4B32-ADE9-EEAFBC9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896" y="4419600"/>
            <a:ext cx="136207" cy="123825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ools to structured plan shaft">
            <a:extLst xmlns:a="http://schemas.openxmlformats.org/drawingml/2006/main">
              <a:ext uri="{FF2B5EF4-FFF2-40B4-BE49-F238E27FC236}">
                <a16:creationId xmlns:a16="http://schemas.microsoft.com/office/drawing/2014/main" id="{B1FF00BB-8DFA-4CB6-A969-747A975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44050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452AF"/>
            </a:solidFill>
            <a:prstDash val="solid"/>
          </a:ln>
        </p:spPr>
      </p:sp>
      <p:sp>
        <p:nvSpPr>
          <p:cNvPr id="156" name="Tools to structured plan arrowhead">
            <a:extLst xmlns:a="http://schemas.openxmlformats.org/drawingml/2006/main">
              <a:ext uri="{FF2B5EF4-FFF2-40B4-BE49-F238E27FC236}">
                <a16:creationId xmlns:a16="http://schemas.microsoft.com/office/drawing/2014/main" id="{E32C712B-DDEB-4768-B2FB-8286397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896" y="9629775"/>
            <a:ext cx="136207" cy="123825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tructured plan stage 2 pill">
            <a:extLst xmlns:a="http://schemas.openxmlformats.org/drawingml/2006/main">
              <a:ext uri="{FF2B5EF4-FFF2-40B4-BE49-F238E27FC236}">
                <a16:creationId xmlns:a16="http://schemas.microsoft.com/office/drawing/2014/main" id="{16F88387-986D-426F-A988-1B59087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71575"/>
            <a:ext cx="5010150" cy="561975"/>
          </a:xfrm>
          <a:custGeom xmlns:a="http://schemas.openxmlformats.org/drawingml/2006/main">
            <a:pathLst>
              <a:path w="5010150" h="561975">
                <a:moveTo>
                  <a:pt x="276225" y="0"/>
                </a:moveTo>
                <a:lnTo>
                  <a:pt x="4733925" y="0"/>
                </a:lnTo>
                <a:cubicBezTo>
                  <a:pt x="4886480" y="0"/>
                  <a:pt x="5010150" y="123670"/>
                  <a:pt x="5010150" y="276225"/>
                </a:cubicBezTo>
                <a:lnTo>
                  <a:pt x="5010150" y="285750"/>
                </a:lnTo>
                <a:cubicBezTo>
                  <a:pt x="5010150" y="438305"/>
                  <a:pt x="4886480" y="561975"/>
                  <a:pt x="4733925" y="561975"/>
                </a:cubicBezTo>
                <a:lnTo>
                  <a:pt x="276225" y="561975"/>
                </a:lnTo>
                <a:cubicBezTo>
                  <a:pt x="123670" y="561975"/>
                  <a:pt x="0" y="438305"/>
                  <a:pt x="0" y="285750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A9D2D8"/>
            </a:solidFill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37846F1-6870-405A-9555-164F54AE1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a5b8e0c744526"/>
          <a:stretch xmlns:a="http://schemas.openxmlformats.org/drawingml/2006/main"/>
        </p:blipFill>
        <p:spPr>
          <a:xfrm xmlns:a="http://schemas.openxmlformats.org/drawingml/2006/main">
            <a:off x="10229850" y="1240971"/>
            <a:ext cx="342900" cy="404132"/>
          </a:xfrm>
          <a:prstGeom xmlns:a="http://schemas.openxmlformats.org/drawingml/2006/main" prst="rect">
            <a:avLst/>
          </a:prstGeom>
        </p:spPr>
      </p:pic>
      <p:sp>
        <p:nvSpPr>
          <p:cNvPr id="159" name="Structured Plan stage 2 label">
            <a:extLst xmlns:a="http://schemas.openxmlformats.org/drawingml/2006/main">
              <a:ext uri="{FF2B5EF4-FFF2-40B4-BE49-F238E27FC236}">
                <a16:creationId xmlns:a16="http://schemas.microsoft.com/office/drawing/2014/main" id="{1D796C1F-58FE-40BD-802C-CF7D1CE2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100" y="1304925"/>
            <a:ext cx="4038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Structured Plan (From Stage 1)</a:t>
            </a:r>
          </a:p>
        </p:txBody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1138F7C-C783-4AC1-B0DC-DE032AA7C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fd6b808704670"/>
          <a:stretch xmlns:a="http://schemas.openxmlformats.org/drawingml/2006/main"/>
        </p:blipFill>
        <p:spPr>
          <a:xfrm xmlns:a="http://schemas.openxmlformats.org/drawingml/2006/main">
            <a:off x="16173450" y="619670"/>
            <a:ext cx="1238250" cy="1170485"/>
          </a:xfrm>
          <a:prstGeom xmlns:a="http://schemas.openxmlformats.org/drawingml/2006/main" prst="rect">
            <a:avLst/>
          </a:prstGeom>
        </p:spPr>
      </p:pic>
      <p:sp>
        <p:nvSpPr>
          <p:cNvPr id="161" name="Scene Composition prompt card">
            <a:extLst xmlns:a="http://schemas.openxmlformats.org/drawingml/2006/main">
              <a:ext uri="{FF2B5EF4-FFF2-40B4-BE49-F238E27FC236}">
                <a16:creationId xmlns:a16="http://schemas.microsoft.com/office/drawing/2014/main" id="{B9CC7847-EC82-4AC8-9558-127B507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714625" cy="771525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6F3DF4D-80CB-47F6-A5FF-0BF146F7E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05de102ca48c8"/>
          <a:stretch xmlns:a="http://schemas.openxmlformats.org/drawingml/2006/main"/>
        </p:blipFill>
        <p:spPr>
          <a:xfrm xmlns:a="http://schemas.openxmlformats.org/drawingml/2006/main">
            <a:off x="6563694" y="2047875"/>
            <a:ext cx="417163" cy="361950"/>
          </a:xfrm>
          <a:prstGeom xmlns:a="http://schemas.openxmlformats.org/drawingml/2006/main" prst="rect">
            <a:avLst/>
          </a:prstGeom>
        </p:spPr>
      </p:pic>
      <p:sp>
        <p:nvSpPr>
          <p:cNvPr id="163" name="Scene Composition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A8EC4F72-0880-4000-88D7-1CE70E3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192405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set in a room,</a:t>
            </a:r>
          </a:p>
        </p:txBody>
      </p:sp>
      <p:sp>
        <p:nvSpPr>
          <p:cNvPr id="164" name="Scene Composition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526CD56E-A128-40FB-924E-226126D7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208597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featuring three blue balloons</a:t>
            </a:r>
          </a:p>
        </p:txBody>
      </p:sp>
      <p:sp>
        <p:nvSpPr>
          <p:cNvPr id="165" name="Scene Composition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1F583A53-CD4C-4D95-8E02-67116F86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224790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and one green balloon ... a</a:t>
            </a:r>
          </a:p>
        </p:txBody>
      </p:sp>
      <p:sp>
        <p:nvSpPr>
          <p:cNvPr id="166" name="Scene Composition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7EFC6A25-E0F1-4BE8-87B9-A157313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240982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translucent window ...</a:t>
            </a:r>
          </a:p>
        </p:txBody>
      </p:sp>
      <p:sp>
        <p:nvSpPr>
          <p:cNvPr id="167" name="Scene Composition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0B9F9696-18D8-4C15-96DA-2293721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38425"/>
            <a:ext cx="191" cy="14287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68" name="Scene Composition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51865309-4990-46BE-B355-CF5ACA6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26670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cene Composition module box">
            <a:extLst xmlns:a="http://schemas.openxmlformats.org/drawingml/2006/main">
              <a:ext uri="{FF2B5EF4-FFF2-40B4-BE49-F238E27FC236}">
                <a16:creationId xmlns:a16="http://schemas.microsoft.com/office/drawing/2014/main" id="{87044E85-B802-48B5-A143-5AB49CF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714625" cy="695325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BB8889D-DF28-4AF2-84CE-140195084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b0221cd324770"/>
          <a:stretch xmlns:a="http://schemas.openxmlformats.org/drawingml/2006/main"/>
        </p:blipFill>
        <p:spPr>
          <a:xfrm xmlns:a="http://schemas.openxmlformats.org/drawingml/2006/main">
            <a:off x="6553490" y="2886075"/>
            <a:ext cx="523294" cy="504825"/>
          </a:xfrm>
          <a:prstGeom xmlns:a="http://schemas.openxmlformats.org/drawingml/2006/main" prst="rect">
            <a:avLst/>
          </a:prstGeom>
        </p:spPr>
      </p:pic>
      <p:sp>
        <p:nvSpPr>
          <p:cNvPr id="171" name="Scene Composition module label">
            <a:extLst xmlns:a="http://schemas.openxmlformats.org/drawingml/2006/main">
              <a:ext uri="{FF2B5EF4-FFF2-40B4-BE49-F238E27FC236}">
                <a16:creationId xmlns:a16="http://schemas.microsoft.com/office/drawing/2014/main" id="{49B8EED9-1DBF-4947-ADC1-86FBF52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29051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Scene Composition</a:t>
            </a:r>
          </a:p>
        </p:txBody>
      </p:sp>
      <p:sp>
        <p:nvSpPr>
          <p:cNvPr id="172" name="Scene Composition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A39A019F-F0A5-444E-B10F-7E80F52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3171825"/>
            <a:ext cx="21145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(SVG)</a:t>
            </a:r>
          </a:p>
        </p:txBody>
      </p:sp>
      <p:sp>
        <p:nvSpPr>
          <p:cNvPr id="173" name="Scene Composition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1EDBB710-254C-45C1-9992-CA878A47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33775"/>
            <a:ext cx="191" cy="171450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74" name="Scene Composition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01D2ADF2-8F18-4B46-A0BB-20E608EE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3590925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Scene Composition code box">
            <a:extLst xmlns:a="http://schemas.openxmlformats.org/drawingml/2006/main">
              <a:ext uri="{FF2B5EF4-FFF2-40B4-BE49-F238E27FC236}">
                <a16:creationId xmlns:a16="http://schemas.microsoft.com/office/drawing/2014/main" id="{BA7B70E6-4E80-4291-8EE8-618B2957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43325"/>
            <a:ext cx="2714625" cy="1000125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sp>
        <p:nvSpPr>
          <p:cNvPr id="176" name="Scene Composition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038698A0-9F8D-47B3-BBE0-8B765D6B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791075"/>
            <a:ext cx="191" cy="161925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77" name="Scene Composition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E06C3154-B1F3-4B9F-9624-0DA1BD9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48387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Text Rendering prompt card">
            <a:extLst xmlns:a="http://schemas.openxmlformats.org/drawingml/2006/main">
              <a:ext uri="{FF2B5EF4-FFF2-40B4-BE49-F238E27FC236}">
                <a16:creationId xmlns:a16="http://schemas.microsoft.com/office/drawing/2014/main" id="{DCB68D79-6C5C-4E36-A346-3162DA6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2714625" cy="771525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95D8186-4437-4FE7-B470-C6B3FDA81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0ecdd780c40e1"/>
          <a:stretch xmlns:a="http://schemas.openxmlformats.org/drawingml/2006/main"/>
        </p:blipFill>
        <p:spPr>
          <a:xfrm xmlns:a="http://schemas.openxmlformats.org/drawingml/2006/main">
            <a:off x="9516444" y="2047875"/>
            <a:ext cx="417163" cy="361950"/>
          </a:xfrm>
          <a:prstGeom xmlns:a="http://schemas.openxmlformats.org/drawingml/2006/main" prst="rect">
            <a:avLst/>
          </a:prstGeom>
        </p:spPr>
      </p:pic>
      <p:sp>
        <p:nvSpPr>
          <p:cNvPr id="180" name="Text Rendering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DC22ABEB-7478-42FA-BB12-6D639B8C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25" y="192405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生成一张微博热搜图，热搜的榜</a:t>
            </a:r>
          </a:p>
        </p:txBody>
      </p:sp>
      <p:sp>
        <p:nvSpPr>
          <p:cNvPr id="181" name="Text Rendering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DE628FC4-97A3-4AEC-8BA0-5AF82BE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25" y="208597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单分别为1. “XXX”，2.</a:t>
            </a:r>
          </a:p>
        </p:txBody>
      </p:sp>
      <p:sp>
        <p:nvSpPr>
          <p:cNvPr id="182" name="Text Rendering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E82ACAB6-DCA8-4027-9B07-D62A192C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25" y="224790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“XXX”，3. “XXX”</a:t>
            </a:r>
          </a:p>
        </p:txBody>
      </p:sp>
      <p:sp>
        <p:nvSpPr>
          <p:cNvPr id="183" name="Text Rendering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CC54F015-7198-46FC-AF1A-9FBE3C5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38425"/>
            <a:ext cx="191" cy="14287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84" name="Text Rendering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5812C6CA-DE2D-4A27-98B3-14A1144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10" y="26670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Text Rendering module box">
            <a:extLst xmlns:a="http://schemas.openxmlformats.org/drawingml/2006/main">
              <a:ext uri="{FF2B5EF4-FFF2-40B4-BE49-F238E27FC236}">
                <a16:creationId xmlns:a16="http://schemas.microsoft.com/office/drawing/2014/main" id="{B868EE10-392C-405B-8B11-2661CF91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2714625" cy="695325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0EA8567-FFE3-4D32-B36A-A834EA73F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facc7e2294078"/>
          <a:stretch xmlns:a="http://schemas.openxmlformats.org/drawingml/2006/main"/>
        </p:blipFill>
        <p:spPr>
          <a:xfrm xmlns:a="http://schemas.openxmlformats.org/drawingml/2006/main">
            <a:off x="9506240" y="2886075"/>
            <a:ext cx="523294" cy="504825"/>
          </a:xfrm>
          <a:prstGeom xmlns:a="http://schemas.openxmlformats.org/drawingml/2006/main" prst="rect">
            <a:avLst/>
          </a:prstGeom>
        </p:spPr>
      </p:pic>
      <p:sp>
        <p:nvSpPr>
          <p:cNvPr id="187" name="Text Rendering module label">
            <a:extLst xmlns:a="http://schemas.openxmlformats.org/drawingml/2006/main">
              <a:ext uri="{FF2B5EF4-FFF2-40B4-BE49-F238E27FC236}">
                <a16:creationId xmlns:a16="http://schemas.microsoft.com/office/drawing/2014/main" id="{AE49B91D-C7E2-4929-B47E-5B528CBA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29051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Text Rendering</a:t>
            </a:r>
          </a:p>
        </p:txBody>
      </p:sp>
      <p:sp>
        <p:nvSpPr>
          <p:cNvPr id="188" name="Text Rendering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8CC99ECD-446F-48ED-8257-44C664A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3171825"/>
            <a:ext cx="21145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(HTML)</a:t>
            </a:r>
          </a:p>
        </p:txBody>
      </p:sp>
      <p:sp>
        <p:nvSpPr>
          <p:cNvPr id="189" name="Text Rendering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0ABEEF60-C6D6-4ADC-9A10-FC7FEDB6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33775"/>
            <a:ext cx="191" cy="171450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90" name="Text Rendering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B423030C-0D13-4967-8F3C-A7F723D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10" y="3590925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Text Rendering code box">
            <a:extLst xmlns:a="http://schemas.openxmlformats.org/drawingml/2006/main">
              <a:ext uri="{FF2B5EF4-FFF2-40B4-BE49-F238E27FC236}">
                <a16:creationId xmlns:a16="http://schemas.microsoft.com/office/drawing/2014/main" id="{F2DF40D2-817B-4BF5-B11F-6E4B04E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43325"/>
            <a:ext cx="2714625" cy="1000125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sp>
        <p:nvSpPr>
          <p:cNvPr id="192" name="Text Rendering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716773F3-B2D7-446C-9899-ADAC3BB9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791075"/>
            <a:ext cx="191" cy="161925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193" name="Text Rendering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88D7AE83-05DF-4800-90EC-8D57571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10" y="48387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hysics Simulation prompt card">
            <a:extLst xmlns:a="http://schemas.openxmlformats.org/drawingml/2006/main">
              <a:ext uri="{FF2B5EF4-FFF2-40B4-BE49-F238E27FC236}">
                <a16:creationId xmlns:a16="http://schemas.microsoft.com/office/drawing/2014/main" id="{7F819342-3D25-4186-8548-4386319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847850"/>
            <a:ext cx="2714625" cy="771525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5B9C419-BA7C-44C9-99E9-64EC8CF73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cd82390f6437c"/>
          <a:stretch xmlns:a="http://schemas.openxmlformats.org/drawingml/2006/main"/>
        </p:blipFill>
        <p:spPr>
          <a:xfrm xmlns:a="http://schemas.openxmlformats.org/drawingml/2006/main">
            <a:off x="12469194" y="2047875"/>
            <a:ext cx="417163" cy="361950"/>
          </a:xfrm>
          <a:prstGeom xmlns:a="http://schemas.openxmlformats.org/drawingml/2006/main" prst="rect">
            <a:avLst/>
          </a:prstGeom>
        </p:spPr>
      </p:pic>
      <p:sp>
        <p:nvSpPr>
          <p:cNvPr id="196" name="Physics Simulation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70362372-F0D3-428E-A955-1E16F6E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475" y="192405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featuring</a:t>
            </a:r>
          </a:p>
        </p:txBody>
      </p:sp>
      <p:sp>
        <p:nvSpPr>
          <p:cNvPr id="197" name="Physics Simulation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E38816E6-0323-4765-A99F-2D1FAF13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475" y="208597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 stool, a sphere, a blue</a:t>
            </a:r>
          </a:p>
        </p:txBody>
      </p:sp>
      <p:sp>
        <p:nvSpPr>
          <p:cNvPr id="198" name="Physics Simulation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B4A6F1A8-13C2-47B6-BDFD-4B0734D7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475" y="224790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cube, ... sunlight coming from</a:t>
            </a:r>
          </a:p>
        </p:txBody>
      </p:sp>
      <p:sp>
        <p:nvSpPr>
          <p:cNvPr id="199" name="Physics Simulation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8AD21874-D553-4155-BE2C-6244851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475" y="240982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45 degrees above and to ...</a:t>
            </a:r>
          </a:p>
        </p:txBody>
      </p:sp>
      <p:sp>
        <p:nvSpPr>
          <p:cNvPr id="200" name="Physics Simulation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56831FB2-149C-489E-B593-8FC0E60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2638425"/>
            <a:ext cx="191" cy="14287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01" name="Physics Simulation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DC01817E-820F-4CFB-B9B3-13473DCF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660" y="26670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hysics Simulation module box">
            <a:extLst xmlns:a="http://schemas.openxmlformats.org/drawingml/2006/main">
              <a:ext uri="{FF2B5EF4-FFF2-40B4-BE49-F238E27FC236}">
                <a16:creationId xmlns:a16="http://schemas.microsoft.com/office/drawing/2014/main" id="{D79FE0B8-0B56-45BD-BC3C-DF5643D4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00350"/>
            <a:ext cx="2714625" cy="695325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580E603-FDC2-4C76-B464-525541E99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5caccdec143c2"/>
          <a:stretch xmlns:a="http://schemas.openxmlformats.org/drawingml/2006/main"/>
        </p:blipFill>
        <p:spPr>
          <a:xfrm xmlns:a="http://schemas.openxmlformats.org/drawingml/2006/main">
            <a:off x="12458990" y="2886075"/>
            <a:ext cx="523294" cy="504825"/>
          </a:xfrm>
          <a:prstGeom xmlns:a="http://schemas.openxmlformats.org/drawingml/2006/main" prst="rect">
            <a:avLst/>
          </a:prstGeom>
        </p:spPr>
      </p:pic>
      <p:sp>
        <p:nvSpPr>
          <p:cNvPr id="204" name="Physics Simulation module label">
            <a:extLst xmlns:a="http://schemas.openxmlformats.org/drawingml/2006/main">
              <a:ext uri="{FF2B5EF4-FFF2-40B4-BE49-F238E27FC236}">
                <a16:creationId xmlns:a16="http://schemas.microsoft.com/office/drawing/2014/main" id="{BFE77275-D36D-48CC-99D4-ABE13A64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29051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Physics Simulation</a:t>
            </a:r>
          </a:p>
        </p:txBody>
      </p:sp>
      <p:sp>
        <p:nvSpPr>
          <p:cNvPr id="205" name="Physics Simulation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F30EC84D-BDBE-423D-AA34-B2763C63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3171825"/>
            <a:ext cx="21145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(three.js)</a:t>
            </a:r>
          </a:p>
        </p:txBody>
      </p:sp>
      <p:sp>
        <p:nvSpPr>
          <p:cNvPr id="206" name="Physics Simulation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FE0D2AB3-F375-4F29-ACAC-E45F8DA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533775"/>
            <a:ext cx="191" cy="171450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07" name="Physics Simulation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A3831674-28B3-44FC-8DEB-4ACC73B8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660" y="3590925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hysics Simulation code box">
            <a:extLst xmlns:a="http://schemas.openxmlformats.org/drawingml/2006/main">
              <a:ext uri="{FF2B5EF4-FFF2-40B4-BE49-F238E27FC236}">
                <a16:creationId xmlns:a16="http://schemas.microsoft.com/office/drawing/2014/main" id="{C3149A1B-A9F5-4F1A-BCDC-E39B948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43325"/>
            <a:ext cx="2714625" cy="1000125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sp>
        <p:nvSpPr>
          <p:cNvPr id="209" name="Physics Simulation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CD0780D0-9959-4373-8917-C6BA24DA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791075"/>
            <a:ext cx="191" cy="161925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10" name="Physics Simulation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E2786F11-7CBD-4FEA-A03B-23991538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660" y="48387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Layered Editing prompt card">
            <a:extLst xmlns:a="http://schemas.openxmlformats.org/drawingml/2006/main">
              <a:ext uri="{FF2B5EF4-FFF2-40B4-BE49-F238E27FC236}">
                <a16:creationId xmlns:a16="http://schemas.microsoft.com/office/drawing/2014/main" id="{2587082C-B1BC-4B07-875F-B1F3CB71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1847850"/>
            <a:ext cx="2714625" cy="771525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A058832-8D4D-4076-9E0D-C5AD20677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36166a8ef40a1"/>
          <a:stretch xmlns:a="http://schemas.openxmlformats.org/drawingml/2006/main"/>
        </p:blipFill>
        <p:spPr>
          <a:xfrm xmlns:a="http://schemas.openxmlformats.org/drawingml/2006/main">
            <a:off x="15412419" y="2047875"/>
            <a:ext cx="417163" cy="361950"/>
          </a:xfrm>
          <a:prstGeom xmlns:a="http://schemas.openxmlformats.org/drawingml/2006/main" prst="rect">
            <a:avLst/>
          </a:prstGeom>
        </p:spPr>
      </p:pic>
      <p:sp>
        <p:nvSpPr>
          <p:cNvPr id="213" name="Layered Editing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CCE72F46-3789-4100-8DAE-7A849897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7700" y="192405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featuring</a:t>
            </a:r>
          </a:p>
        </p:txBody>
      </p:sp>
      <p:sp>
        <p:nvSpPr>
          <p:cNvPr id="214" name="Layered Editing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F5F46007-F3F2-42B2-811C-CF2E06B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7700" y="208597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 stool, a sphere, a blue</a:t>
            </a:r>
          </a:p>
        </p:txBody>
      </p:sp>
      <p:sp>
        <p:nvSpPr>
          <p:cNvPr id="215" name="Layered Editing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D966DF10-CFBA-4B97-BF33-78D48C26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7700" y="2247900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cube, ... sunlight coming from</a:t>
            </a:r>
          </a:p>
        </p:txBody>
      </p:sp>
      <p:sp>
        <p:nvSpPr>
          <p:cNvPr id="216" name="Layered Editing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9F460174-8E7D-4FA6-B2BB-3256324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7700" y="2409825"/>
            <a:ext cx="2095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45 degrees above and to ...</a:t>
            </a:r>
          </a:p>
        </p:txBody>
      </p:sp>
      <p:sp>
        <p:nvSpPr>
          <p:cNvPr id="217" name="Layered Editing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2EBA615F-EFFB-4F34-AF89-58EB86E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638425"/>
            <a:ext cx="191" cy="14287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18" name="Layered Editing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6DE971E4-4CEF-40A1-B74B-E4D74715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885" y="26670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Layered Editing module box">
            <a:extLst xmlns:a="http://schemas.openxmlformats.org/drawingml/2006/main">
              <a:ext uri="{FF2B5EF4-FFF2-40B4-BE49-F238E27FC236}">
                <a16:creationId xmlns:a16="http://schemas.microsoft.com/office/drawing/2014/main" id="{6A54837D-8581-4DFF-BCC6-9EC84A1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2800350"/>
            <a:ext cx="2714625" cy="695325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236F4A0-1779-4772-84A0-5FD6373AC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c9480105b434f"/>
          <a:stretch xmlns:a="http://schemas.openxmlformats.org/drawingml/2006/main"/>
        </p:blipFill>
        <p:spPr>
          <a:xfrm xmlns:a="http://schemas.openxmlformats.org/drawingml/2006/main">
            <a:off x="15402215" y="2886075"/>
            <a:ext cx="523294" cy="504825"/>
          </a:xfrm>
          <a:prstGeom xmlns:a="http://schemas.openxmlformats.org/drawingml/2006/main" prst="rect">
            <a:avLst/>
          </a:prstGeom>
        </p:spPr>
      </p:pic>
      <p:sp>
        <p:nvSpPr>
          <p:cNvPr id="221" name="Layered Editing module label">
            <a:extLst xmlns:a="http://schemas.openxmlformats.org/drawingml/2006/main">
              <a:ext uri="{FF2B5EF4-FFF2-40B4-BE49-F238E27FC236}">
                <a16:creationId xmlns:a16="http://schemas.microsoft.com/office/drawing/2014/main" id="{C2D7265B-3960-4BF2-8EC9-C93AE25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304800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Layered Editing</a:t>
            </a:r>
          </a:p>
        </p:txBody>
      </p:sp>
      <p:sp>
        <p:nvSpPr>
          <p:cNvPr id="222" name="Layered Editing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E7907619-7BD8-4039-8D18-8D55AF8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3533775"/>
            <a:ext cx="191" cy="171450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23" name="Layered Editing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CE02EE8D-5F80-4CC4-AD98-BB4F518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885" y="3590925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Layered Editing code box">
            <a:extLst xmlns:a="http://schemas.openxmlformats.org/drawingml/2006/main">
              <a:ext uri="{FF2B5EF4-FFF2-40B4-BE49-F238E27FC236}">
                <a16:creationId xmlns:a16="http://schemas.microsoft.com/office/drawing/2014/main" id="{7737DCA4-1035-411D-A03F-055C322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3743325"/>
            <a:ext cx="2714625" cy="1000125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3813">
            <a:solidFill>
              <a:srgbClr val="D8EBEF"/>
            </a:solidFill>
            <a:prstDash val="solid"/>
          </a:ln>
        </p:spPr>
      </p:sp>
      <p:sp>
        <p:nvSpPr>
          <p:cNvPr id="225" name="Layered Editing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866D7B4D-C4A2-4AFE-BD84-922CE92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4791075"/>
            <a:ext cx="191" cy="161925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7F88"/>
            </a:solidFill>
            <a:prstDash val="solid"/>
          </a:ln>
        </p:spPr>
      </p:sp>
      <p:sp>
        <p:nvSpPr>
          <p:cNvPr id="226" name="Layered Editing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FAC925C9-E500-4249-8330-CC713600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885" y="483870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Scene SVG code line 1">
            <a:extLst xmlns:a="http://schemas.openxmlformats.org/drawingml/2006/main">
              <a:ext uri="{FF2B5EF4-FFF2-40B4-BE49-F238E27FC236}">
                <a16:creationId xmlns:a16="http://schemas.microsoft.com/office/drawing/2014/main" id="{81C6CBA7-0302-4BD1-BF40-6222EB4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80047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&lt;g id="balloons"&gt;</a:t>
            </a:r>
          </a:p>
        </p:txBody>
      </p:sp>
      <p:sp>
        <p:nvSpPr>
          <p:cNvPr id="228" name="Scene SVG code line 2">
            <a:extLst xmlns:a="http://schemas.openxmlformats.org/drawingml/2006/main">
              <a:ext uri="{FF2B5EF4-FFF2-40B4-BE49-F238E27FC236}">
                <a16:creationId xmlns:a16="http://schemas.microsoft.com/office/drawing/2014/main" id="{420458EE-4FA1-4AFD-AD3A-349E0D44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91477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80 180 Q 85 240 90 320"</a:t>
            </a:r>
          </a:p>
        </p:txBody>
      </p:sp>
      <p:sp>
        <p:nvSpPr>
          <p:cNvPr id="229" name="Scene SVG code line 3">
            <a:extLst xmlns:a="http://schemas.openxmlformats.org/drawingml/2006/main">
              <a:ext uri="{FF2B5EF4-FFF2-40B4-BE49-F238E27FC236}">
                <a16:creationId xmlns:a16="http://schemas.microsoft.com/office/drawing/2014/main" id="{BD507A8B-FF37-47F7-AFC3-5E88A0A7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029075"/>
            <a:ext cx="2476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0" name="Scene SVG code line 4">
            <a:extLst xmlns:a="http://schemas.openxmlformats.org/drawingml/2006/main">
              <a:ext uri="{FF2B5EF4-FFF2-40B4-BE49-F238E27FC236}">
                <a16:creationId xmlns:a16="http://schemas.microsoft.com/office/drawing/2014/main" id="{235E4AC2-24D0-40F3-A5C3-5171A0C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14337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150 160 Q 155 220 160 320"</a:t>
            </a:r>
          </a:p>
        </p:txBody>
      </p:sp>
      <p:sp>
        <p:nvSpPr>
          <p:cNvPr id="231" name="Scene SVG code line 5">
            <a:extLst xmlns:a="http://schemas.openxmlformats.org/drawingml/2006/main">
              <a:ext uri="{FF2B5EF4-FFF2-40B4-BE49-F238E27FC236}">
                <a16:creationId xmlns:a16="http://schemas.microsoft.com/office/drawing/2014/main" id="{618BE143-5491-45A0-A7CF-BF80BF6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257675"/>
            <a:ext cx="2476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2" name="Scene SVG code line 6">
            <a:extLst xmlns:a="http://schemas.openxmlformats.org/drawingml/2006/main">
              <a:ext uri="{FF2B5EF4-FFF2-40B4-BE49-F238E27FC236}">
                <a16:creationId xmlns:a16="http://schemas.microsoft.com/office/drawing/2014/main" id="{8EA6A701-E0F2-4C86-82C6-8A7A2DE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37197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220 180 Q 215 240 210 320"</a:t>
            </a:r>
          </a:p>
        </p:txBody>
      </p:sp>
      <p:sp>
        <p:nvSpPr>
          <p:cNvPr id="233" name="Scene SVG code line 7">
            <a:extLst xmlns:a="http://schemas.openxmlformats.org/drawingml/2006/main">
              <a:ext uri="{FF2B5EF4-FFF2-40B4-BE49-F238E27FC236}">
                <a16:creationId xmlns:a16="http://schemas.microsoft.com/office/drawing/2014/main" id="{A7D39959-464C-4B7A-B955-3C1B7948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486275"/>
            <a:ext cx="2476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4" name="Scene SVG code line 8">
            <a:extLst xmlns:a="http://schemas.openxmlformats.org/drawingml/2006/main">
              <a:ext uri="{FF2B5EF4-FFF2-40B4-BE49-F238E27FC236}">
                <a16:creationId xmlns:a16="http://schemas.microsoft.com/office/drawing/2014/main" id="{D7E5DF44-55DB-4908-998A-1D69A46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60057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...</a:t>
            </a:r>
          </a:p>
        </p:txBody>
      </p:sp>
      <p:sp>
        <p:nvSpPr>
          <p:cNvPr id="235" name="HTML text code line 1">
            <a:extLst xmlns:a="http://schemas.openxmlformats.org/drawingml/2006/main">
              <a:ext uri="{FF2B5EF4-FFF2-40B4-BE49-F238E27FC236}">
                <a16:creationId xmlns:a16="http://schemas.microsoft.com/office/drawing/2014/main" id="{B7B8139F-105E-4235-A834-1A93213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3800475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&lt;span class="topic"&gt;</a:t>
            </a:r>
          </a:p>
        </p:txBody>
      </p:sp>
      <p:sp>
        <p:nvSpPr>
          <p:cNvPr id="236" name="HTML text code line 2">
            <a:extLst xmlns:a="http://schemas.openxmlformats.org/drawingml/2006/main">
              <a:ext uri="{FF2B5EF4-FFF2-40B4-BE49-F238E27FC236}">
                <a16:creationId xmlns:a16="http://schemas.microsoft.com/office/drawing/2014/main" id="{EC889E48-61D0-43F0-94B8-A601F86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3910013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&lt;span class="title"&gt;GenClaw Agentic 图像生</a:t>
            </a:r>
          </a:p>
        </p:txBody>
      </p:sp>
      <p:sp>
        <p:nvSpPr>
          <p:cNvPr id="237" name="HTML text code line 3">
            <a:extLst xmlns:a="http://schemas.openxmlformats.org/drawingml/2006/main">
              <a:ext uri="{FF2B5EF4-FFF2-40B4-BE49-F238E27FC236}">
                <a16:creationId xmlns:a16="http://schemas.microsoft.com/office/drawing/2014/main" id="{F602DD4F-4847-4840-A7B4-D9B9D63C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019550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成新思路&lt;/span&gt;</a:t>
            </a:r>
          </a:p>
        </p:txBody>
      </p:sp>
      <p:sp>
        <p:nvSpPr>
          <p:cNvPr id="238" name="HTML text code line 4">
            <a:extLst xmlns:a="http://schemas.openxmlformats.org/drawingml/2006/main">
              <a:ext uri="{FF2B5EF4-FFF2-40B4-BE49-F238E27FC236}">
                <a16:creationId xmlns:a16="http://schemas.microsoft.com/office/drawing/2014/main" id="{689438BF-21B1-4B52-BF8F-03A90AD1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129088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&lt;span class="views"&gt;3666666&lt;/span&gt;</a:t>
            </a:r>
          </a:p>
        </p:txBody>
      </p:sp>
      <p:sp>
        <p:nvSpPr>
          <p:cNvPr id="239" name="HTML text code line 5">
            <a:extLst xmlns:a="http://schemas.openxmlformats.org/drawingml/2006/main">
              <a:ext uri="{FF2B5EF4-FFF2-40B4-BE49-F238E27FC236}">
                <a16:creationId xmlns:a16="http://schemas.microsoft.com/office/drawing/2014/main" id="{CF80F9C1-F3F8-4625-A150-119B2332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238625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&lt;/span&gt;</a:t>
            </a:r>
          </a:p>
        </p:txBody>
      </p:sp>
      <p:sp>
        <p:nvSpPr>
          <p:cNvPr id="240" name="HTML text code line 6">
            <a:extLst xmlns:a="http://schemas.openxmlformats.org/drawingml/2006/main">
              <a:ext uri="{FF2B5EF4-FFF2-40B4-BE49-F238E27FC236}">
                <a16:creationId xmlns:a16="http://schemas.microsoft.com/office/drawing/2014/main" id="{579EEA8F-8968-4069-BF02-173383A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348163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&lt;span class="tag new"&gt;新&lt;/span&gt;</a:t>
            </a:r>
          </a:p>
        </p:txBody>
      </p:sp>
      <p:sp>
        <p:nvSpPr>
          <p:cNvPr id="241" name="HTML text code line 7">
            <a:extLst xmlns:a="http://schemas.openxmlformats.org/drawingml/2006/main">
              <a:ext uri="{FF2B5EF4-FFF2-40B4-BE49-F238E27FC236}">
                <a16:creationId xmlns:a16="http://schemas.microsoft.com/office/drawing/2014/main" id="{143BE2CB-65A9-4705-BBB7-8B7DEECE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457700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&lt;/li&gt;</a:t>
            </a:r>
          </a:p>
        </p:txBody>
      </p:sp>
      <p:sp>
        <p:nvSpPr>
          <p:cNvPr id="242" name="HTML text code line 8">
            <a:extLst xmlns:a="http://schemas.openxmlformats.org/drawingml/2006/main">
              <a:ext uri="{FF2B5EF4-FFF2-40B4-BE49-F238E27FC236}">
                <a16:creationId xmlns:a16="http://schemas.microsoft.com/office/drawing/2014/main" id="{235AAFBE-C8E1-4D91-882A-7BDF691B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567238"/>
            <a:ext cx="2457450" cy="126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&lt;li&gt;...</a:t>
            </a:r>
          </a:p>
        </p:txBody>
      </p:sp>
      <p:sp>
        <p:nvSpPr>
          <p:cNvPr id="243" name="Physics three.js code line 1">
            <a:extLst xmlns:a="http://schemas.openxmlformats.org/drawingml/2006/main">
              <a:ext uri="{FF2B5EF4-FFF2-40B4-BE49-F238E27FC236}">
                <a16:creationId xmlns:a16="http://schemas.microsoft.com/office/drawing/2014/main" id="{5BE6B3A4-EEE8-4CA5-A577-B2E62D89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38481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scene = new THREE.Scene();</a:t>
            </a:r>
          </a:p>
        </p:txBody>
      </p:sp>
      <p:sp>
        <p:nvSpPr>
          <p:cNvPr id="244" name="Physics three.js code line 2">
            <a:extLst xmlns:a="http://schemas.openxmlformats.org/drawingml/2006/main">
              <a:ext uri="{FF2B5EF4-FFF2-40B4-BE49-F238E27FC236}">
                <a16:creationId xmlns:a16="http://schemas.microsoft.com/office/drawing/2014/main" id="{6F9703D3-0A80-4BA7-BA70-3E116E9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3962400"/>
            <a:ext cx="2571750" cy="12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0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0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03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camera = new THREE.PerspectiveCamera(...);</a:t>
            </a:r>
          </a:p>
        </p:txBody>
      </p:sp>
      <p:sp>
        <p:nvSpPr>
          <p:cNvPr id="245" name="Physics three.js code line 3">
            <a:extLst xmlns:a="http://schemas.openxmlformats.org/drawingml/2006/main">
              <a:ext uri="{FF2B5EF4-FFF2-40B4-BE49-F238E27FC236}">
                <a16:creationId xmlns:a16="http://schemas.microsoft.com/office/drawing/2014/main" id="{3BA5201E-25FC-4EFE-80B0-8C4852B0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40767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mountain = new THREE.Mesh(geometry,</a:t>
            </a:r>
          </a:p>
        </p:txBody>
      </p:sp>
      <p:sp>
        <p:nvSpPr>
          <p:cNvPr id="246" name="Physics three.js code line 4">
            <a:extLst xmlns:a="http://schemas.openxmlformats.org/drawingml/2006/main">
              <a:ext uri="{FF2B5EF4-FFF2-40B4-BE49-F238E27FC236}">
                <a16:creationId xmlns:a16="http://schemas.microsoft.com/office/drawing/2014/main" id="{11DF777F-A1D7-42E5-919A-FF402B4A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41910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material);</a:t>
            </a:r>
          </a:p>
        </p:txBody>
      </p:sp>
      <p:sp>
        <p:nvSpPr>
          <p:cNvPr id="247" name="Physics three.js code line 5">
            <a:extLst xmlns:a="http://schemas.openxmlformats.org/drawingml/2006/main">
              <a:ext uri="{FF2B5EF4-FFF2-40B4-BE49-F238E27FC236}">
                <a16:creationId xmlns:a16="http://schemas.microsoft.com/office/drawing/2014/main" id="{AECA0DAA-A99C-45E5-963F-DD644E4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43053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train = new THREE.Object3D();</a:t>
            </a:r>
          </a:p>
        </p:txBody>
      </p:sp>
      <p:sp>
        <p:nvSpPr>
          <p:cNvPr id="248" name="Physics three.js code line 6">
            <a:extLst xmlns:a="http://schemas.openxmlformats.org/drawingml/2006/main">
              <a:ext uri="{FF2B5EF4-FFF2-40B4-BE49-F238E27FC236}">
                <a16:creationId xmlns:a16="http://schemas.microsoft.com/office/drawing/2014/main" id="{D66A737E-7F76-4FB9-A40D-3853EA3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44196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249" name="Physics three.js code line 7">
            <a:extLst xmlns:a="http://schemas.openxmlformats.org/drawingml/2006/main">
              <a:ext uri="{FF2B5EF4-FFF2-40B4-BE49-F238E27FC236}">
                <a16:creationId xmlns:a16="http://schemas.microsoft.com/office/drawing/2014/main" id="{FB896FCB-2F26-4C3F-A6F4-C30AC97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125" y="45339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renderer.render(scene, camera);</a:t>
            </a:r>
          </a:p>
        </p:txBody>
      </p:sp>
      <p:sp>
        <p:nvSpPr>
          <p:cNvPr id="250" name="Layered editing tool 0">
            <a:extLst xmlns:a="http://schemas.openxmlformats.org/drawingml/2006/main">
              <a:ext uri="{FF2B5EF4-FFF2-40B4-BE49-F238E27FC236}">
                <a16:creationId xmlns:a16="http://schemas.microsoft.com/office/drawing/2014/main" id="{DFB3722F-E3C4-45D4-8C5A-381D18E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3838575"/>
            <a:ext cx="771525" cy="78105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E4E9"/>
            </a:solidFill>
            <a:prstDash val="solid"/>
          </a:ln>
        </p:spPr>
      </p:sp>
      <p:sp>
        <p:nvSpPr>
          <p:cNvPr id="251" name="Layered editing tool 1">
            <a:extLst xmlns:a="http://schemas.openxmlformats.org/drawingml/2006/main">
              <a:ext uri="{FF2B5EF4-FFF2-40B4-BE49-F238E27FC236}">
                <a16:creationId xmlns:a16="http://schemas.microsoft.com/office/drawing/2014/main" id="{4FBCF0BE-6540-483D-A089-0AF7C525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3838575"/>
            <a:ext cx="771525" cy="78105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E4E9"/>
            </a:solidFill>
            <a:prstDash val="solid"/>
          </a:ln>
        </p:spPr>
      </p:sp>
      <p:sp>
        <p:nvSpPr>
          <p:cNvPr id="252" name="Layered editing tool 2">
            <a:extLst xmlns:a="http://schemas.openxmlformats.org/drawingml/2006/main">
              <a:ext uri="{FF2B5EF4-FFF2-40B4-BE49-F238E27FC236}">
                <a16:creationId xmlns:a16="http://schemas.microsoft.com/office/drawing/2014/main" id="{CA9AC0A5-F9B0-4890-B9C9-AB2BA8C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3838575"/>
            <a:ext cx="771525" cy="78105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E4E9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8717B7C-9EB4-4E86-9F6B-96CB11FFA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53de459d644cd"/>
          <a:stretch xmlns:a="http://schemas.openxmlformats.org/drawingml/2006/main"/>
        </p:blipFill>
        <p:spPr>
          <a:xfrm xmlns:a="http://schemas.openxmlformats.org/drawingml/2006/main">
            <a:off x="15506700" y="3925990"/>
            <a:ext cx="381000" cy="387145"/>
          </a:xfrm>
          <a:prstGeom xmlns:a="http://schemas.openxmlformats.org/drawingml/2006/main" prst="rect">
            <a:avLst/>
          </a:prstGeom>
        </p:spPr>
      </p:pic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EC30A1B-39A5-4A4A-9DBB-6515ADB02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46aa281724949"/>
          <a:stretch xmlns:a="http://schemas.openxmlformats.org/drawingml/2006/main"/>
        </p:blipFill>
        <p:spPr>
          <a:xfrm xmlns:a="http://schemas.openxmlformats.org/drawingml/2006/main">
            <a:off x="16287750" y="3916111"/>
            <a:ext cx="504825" cy="387853"/>
          </a:xfrm>
          <a:prstGeom xmlns:a="http://schemas.openxmlformats.org/drawingml/2006/main" prst="rect">
            <a:avLst/>
          </a:prstGeom>
        </p:spPr>
      </p:pic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8992313-0681-4ACF-8FB0-9A03D2C30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d795c98ae4315"/>
          <a:stretch xmlns:a="http://schemas.openxmlformats.org/drawingml/2006/main"/>
        </p:blipFill>
        <p:spPr>
          <a:xfrm xmlns:a="http://schemas.openxmlformats.org/drawingml/2006/main">
            <a:off x="17297400" y="3934835"/>
            <a:ext cx="409575" cy="359930"/>
          </a:xfrm>
          <a:prstGeom xmlns:a="http://schemas.openxmlformats.org/drawingml/2006/main" prst="rect">
            <a:avLst/>
          </a:prstGeom>
        </p:spPr>
      </p:pic>
      <p:sp>
        <p:nvSpPr>
          <p:cNvPr id="256" name="VLM hierarchy line 1">
            <a:extLst xmlns:a="http://schemas.openxmlformats.org/drawingml/2006/main">
              <a:ext uri="{FF2B5EF4-FFF2-40B4-BE49-F238E27FC236}">
                <a16:creationId xmlns:a16="http://schemas.microsoft.com/office/drawing/2014/main" id="{7F2857D6-9A2F-467B-A1A8-3E2A779A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59075" y="43624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VLM-based</a:t>
            </a:r>
          </a:p>
        </p:txBody>
      </p:sp>
      <p:sp>
        <p:nvSpPr>
          <p:cNvPr id="257" name="VLM hierarchy line 2">
            <a:extLst xmlns:a="http://schemas.openxmlformats.org/drawingml/2006/main">
              <a:ext uri="{FF2B5EF4-FFF2-40B4-BE49-F238E27FC236}">
                <a16:creationId xmlns:a16="http://schemas.microsoft.com/office/drawing/2014/main" id="{2847DFBA-D52B-4CE3-92FC-FFC5D37F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59075" y="44767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Hierarchization</a:t>
            </a:r>
          </a:p>
        </p:txBody>
      </p:sp>
      <p:sp>
        <p:nvSpPr>
          <p:cNvPr id="258" name="SAM segmentation line 1">
            <a:extLst xmlns:a="http://schemas.openxmlformats.org/drawingml/2006/main">
              <a:ext uri="{FF2B5EF4-FFF2-40B4-BE49-F238E27FC236}">
                <a16:creationId xmlns:a16="http://schemas.microsoft.com/office/drawing/2014/main" id="{917A5AA3-5EF7-485A-9310-B88ED8C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97275" y="43624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SAM3-Based</a:t>
            </a:r>
          </a:p>
        </p:txBody>
      </p:sp>
      <p:sp>
        <p:nvSpPr>
          <p:cNvPr id="259" name="SAM segmentation line 2">
            <a:extLst xmlns:a="http://schemas.openxmlformats.org/drawingml/2006/main">
              <a:ext uri="{FF2B5EF4-FFF2-40B4-BE49-F238E27FC236}">
                <a16:creationId xmlns:a16="http://schemas.microsoft.com/office/drawing/2014/main" id="{D3A7E0D1-3EB3-4943-B821-180D0F46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97275" y="44767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Segmentation</a:t>
            </a:r>
          </a:p>
        </p:txBody>
      </p:sp>
      <p:sp>
        <p:nvSpPr>
          <p:cNvPr id="260" name="Occlusion restoration line 1">
            <a:extLst xmlns:a="http://schemas.openxmlformats.org/drawingml/2006/main">
              <a:ext uri="{FF2B5EF4-FFF2-40B4-BE49-F238E27FC236}">
                <a16:creationId xmlns:a16="http://schemas.microsoft.com/office/drawing/2014/main" id="{9F7C7F18-FF0D-4392-BBFD-B98C42A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4525" y="43624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Occlusion Region</a:t>
            </a:r>
          </a:p>
        </p:txBody>
      </p:sp>
      <p:sp>
        <p:nvSpPr>
          <p:cNvPr id="261" name="Occlusion restoration line 2">
            <a:extLst xmlns:a="http://schemas.openxmlformats.org/drawingml/2006/main">
              <a:ext uri="{FF2B5EF4-FFF2-40B4-BE49-F238E27FC236}">
                <a16:creationId xmlns:a16="http://schemas.microsoft.com/office/drawing/2014/main" id="{4B1E8105-26E3-4395-A50F-844CEAA9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4525" y="4476750"/>
            <a:ext cx="77152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Restoration</a:t>
            </a:r>
          </a:p>
        </p:txBody>
      </p:sp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89ECB7C-DE8A-4A79-9A42-38CEEAF14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ec70b64f34e59"/>
          <a:stretch xmlns:a="http://schemas.openxmlformats.org/drawingml/2006/main"/>
        </p:blipFill>
        <p:spPr>
          <a:xfrm xmlns:a="http://schemas.openxmlformats.org/drawingml/2006/main">
            <a:off x="6467475" y="5002902"/>
            <a:ext cx="2667000" cy="1890921"/>
          </a:xfrm>
          <a:prstGeom xmlns:a="http://schemas.openxmlformats.org/drawingml/2006/main" prst="rect">
            <a:avLst/>
          </a:prstGeom>
        </p:spPr>
      </p:pic>
      <p:sp>
        <p:nvSpPr>
          <p:cNvPr id="263" name="SVG room rendering border">
            <a:extLst xmlns:a="http://schemas.openxmlformats.org/drawingml/2006/main">
              <a:ext uri="{FF2B5EF4-FFF2-40B4-BE49-F238E27FC236}">
                <a16:creationId xmlns:a16="http://schemas.microsoft.com/office/drawing/2014/main" id="{D2AEAB49-3BAA-4E2D-90E3-782C64E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81575"/>
            <a:ext cx="2695575" cy="1933575"/>
          </a:xfrm>
          <a:custGeom xmlns:a="http://schemas.openxmlformats.org/drawingml/2006/main">
            <a:pathLst>
              <a:path w="2695575" h="1933575">
                <a:moveTo>
                  <a:pt x="209550" y="0"/>
                </a:moveTo>
                <a:lnTo>
                  <a:pt x="2486025" y="0"/>
                </a:lnTo>
                <a:cubicBezTo>
                  <a:pt x="2601756" y="0"/>
                  <a:pt x="2695575" y="93819"/>
                  <a:pt x="2695575" y="209550"/>
                </a:cubicBezTo>
                <a:lnTo>
                  <a:pt x="2695575" y="1724025"/>
                </a:lnTo>
                <a:cubicBezTo>
                  <a:pt x="2695575" y="1839756"/>
                  <a:pt x="2601756" y="1933575"/>
                  <a:pt x="2486025" y="1933575"/>
                </a:cubicBezTo>
                <a:lnTo>
                  <a:pt x="209550" y="1933575"/>
                </a:lnTo>
                <a:cubicBezTo>
                  <a:pt x="93819" y="1933575"/>
                  <a:pt x="0" y="1839756"/>
                  <a:pt x="0" y="172402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BEF"/>
            </a:solidFill>
            <a:prstDash val="solid"/>
          </a:ln>
        </p:spPr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5046F67-8077-43E7-B35B-4B0582C5C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e01c61b10458d"/>
          <a:stretch xmlns:a="http://schemas.openxmlformats.org/drawingml/2006/main"/>
        </p:blipFill>
        <p:spPr>
          <a:xfrm xmlns:a="http://schemas.openxmlformats.org/drawingml/2006/main">
            <a:off x="9429750" y="5004501"/>
            <a:ext cx="2647950" cy="1878197"/>
          </a:xfrm>
          <a:prstGeom xmlns:a="http://schemas.openxmlformats.org/drawingml/2006/main" prst="rect">
            <a:avLst/>
          </a:prstGeom>
        </p:spPr>
      </p:pic>
      <p:sp>
        <p:nvSpPr>
          <p:cNvPr id="265" name="HTML hot search rendering border">
            <a:extLst xmlns:a="http://schemas.openxmlformats.org/drawingml/2006/main">
              <a:ext uri="{FF2B5EF4-FFF2-40B4-BE49-F238E27FC236}">
                <a16:creationId xmlns:a16="http://schemas.microsoft.com/office/drawing/2014/main" id="{EB6AE80C-262D-4D48-AB77-CCBEB52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81575"/>
            <a:ext cx="2686050" cy="1933575"/>
          </a:xfrm>
          <a:custGeom xmlns:a="http://schemas.openxmlformats.org/drawingml/2006/main">
            <a:pathLst>
              <a:path w="2686050" h="1933575">
                <a:moveTo>
                  <a:pt x="171450" y="0"/>
                </a:moveTo>
                <a:lnTo>
                  <a:pt x="2514600" y="0"/>
                </a:lnTo>
                <a:cubicBezTo>
                  <a:pt x="2609289" y="0"/>
                  <a:pt x="2686050" y="76761"/>
                  <a:pt x="2686050" y="171450"/>
                </a:cubicBezTo>
                <a:lnTo>
                  <a:pt x="2686050" y="1762125"/>
                </a:lnTo>
                <a:cubicBezTo>
                  <a:pt x="2686050" y="1856814"/>
                  <a:pt x="2609289" y="1933575"/>
                  <a:pt x="2514600" y="1933575"/>
                </a:cubicBezTo>
                <a:lnTo>
                  <a:pt x="171450" y="1933575"/>
                </a:lnTo>
                <a:cubicBezTo>
                  <a:pt x="76761" y="1933575"/>
                  <a:pt x="0" y="1856814"/>
                  <a:pt x="0" y="17621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BEF"/>
            </a:solidFill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BEDCC39-08E8-4F39-B86D-392702AFE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0aac69699471b"/>
          <a:stretch xmlns:a="http://schemas.openxmlformats.org/drawingml/2006/main"/>
        </p:blipFill>
        <p:spPr>
          <a:xfrm xmlns:a="http://schemas.openxmlformats.org/drawingml/2006/main">
            <a:off x="12372975" y="5001631"/>
            <a:ext cx="2657475" cy="1874414"/>
          </a:xfrm>
          <a:prstGeom xmlns:a="http://schemas.openxmlformats.org/drawingml/2006/main" prst="rect">
            <a:avLst/>
          </a:prstGeom>
        </p:spPr>
      </p:pic>
      <p:sp>
        <p:nvSpPr>
          <p:cNvPr id="267" name="Physics rendering border">
            <a:extLst xmlns:a="http://schemas.openxmlformats.org/drawingml/2006/main">
              <a:ext uri="{FF2B5EF4-FFF2-40B4-BE49-F238E27FC236}">
                <a16:creationId xmlns:a16="http://schemas.microsoft.com/office/drawing/2014/main" id="{D94077FA-90E4-44E5-9414-3811C9D3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81575"/>
            <a:ext cx="2686050" cy="1933575"/>
          </a:xfrm>
          <a:custGeom xmlns:a="http://schemas.openxmlformats.org/drawingml/2006/main">
            <a:pathLst>
              <a:path w="2686050" h="1933575">
                <a:moveTo>
                  <a:pt x="190500" y="0"/>
                </a:moveTo>
                <a:lnTo>
                  <a:pt x="2495550" y="0"/>
                </a:lnTo>
                <a:cubicBezTo>
                  <a:pt x="2600760" y="0"/>
                  <a:pt x="2686050" y="85290"/>
                  <a:pt x="2686050" y="190500"/>
                </a:cubicBezTo>
                <a:lnTo>
                  <a:pt x="2686050" y="1743075"/>
                </a:lnTo>
                <a:cubicBezTo>
                  <a:pt x="2686050" y="1848285"/>
                  <a:pt x="2600760" y="1933575"/>
                  <a:pt x="2495550" y="1933575"/>
                </a:cubicBezTo>
                <a:lnTo>
                  <a:pt x="190500" y="1933575"/>
                </a:lnTo>
                <a:cubicBezTo>
                  <a:pt x="85290" y="1933575"/>
                  <a:pt x="0" y="1848285"/>
                  <a:pt x="0" y="17430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BEF"/>
            </a:solidFill>
            <a:prstDash val="solid"/>
          </a:ln>
        </p:spPr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346DC3-A13F-4777-8C9C-E326D430E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3812a34eb446d"/>
          <a:stretch xmlns:a="http://schemas.openxmlformats.org/drawingml/2006/main"/>
        </p:blipFill>
        <p:spPr>
          <a:xfrm xmlns:a="http://schemas.openxmlformats.org/drawingml/2006/main">
            <a:off x="15337631" y="5029200"/>
            <a:ext cx="2700338" cy="1800225"/>
          </a:xfrm>
          <a:prstGeom xmlns:a="http://schemas.openxmlformats.org/drawingml/2006/main" prst="rect">
            <a:avLst/>
          </a:prstGeom>
        </p:spPr>
      </p:pic>
      <p:sp>
        <p:nvSpPr>
          <p:cNvPr id="269" name="Executable canvas preview panel">
            <a:extLst xmlns:a="http://schemas.openxmlformats.org/drawingml/2006/main">
              <a:ext uri="{FF2B5EF4-FFF2-40B4-BE49-F238E27FC236}">
                <a16:creationId xmlns:a16="http://schemas.microsoft.com/office/drawing/2014/main" id="{68F76139-C8CC-4D75-9D84-605AB9E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229600"/>
            <a:ext cx="2828925" cy="2028825"/>
          </a:xfrm>
          <a:custGeom xmlns:a="http://schemas.openxmlformats.org/drawingml/2006/main">
            <a:pathLst>
              <a:path w="2828925" h="2028825">
                <a:moveTo>
                  <a:pt x="114300" y="0"/>
                </a:moveTo>
                <a:lnTo>
                  <a:pt x="2714625" y="0"/>
                </a:lnTo>
                <a:cubicBezTo>
                  <a:pt x="2777751" y="0"/>
                  <a:pt x="2828925" y="51174"/>
                  <a:pt x="2828925" y="114300"/>
                </a:cubicBezTo>
                <a:lnTo>
                  <a:pt x="2828925" y="1914525"/>
                </a:lnTo>
                <a:cubicBezTo>
                  <a:pt x="2828925" y="1977651"/>
                  <a:pt x="2777751" y="2028825"/>
                  <a:pt x="2714625" y="2028825"/>
                </a:cubicBezTo>
                <a:lnTo>
                  <a:pt x="114300" y="2028825"/>
                </a:lnTo>
                <a:cubicBezTo>
                  <a:pt x="51174" y="2028825"/>
                  <a:pt x="0" y="1977651"/>
                  <a:pt x="0" y="1914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9B2E4"/>
            </a:solidFill>
            <a:prstDash val="solid"/>
          </a:ln>
        </p:spPr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937A692-3AB8-46D1-ACFF-9014EE206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eebc388884b11"/>
          <a:stretch xmlns:a="http://schemas.openxmlformats.org/drawingml/2006/main"/>
        </p:blipFill>
        <p:spPr>
          <a:xfrm xmlns:a="http://schemas.openxmlformats.org/drawingml/2006/main">
            <a:off x="6602501" y="8324850"/>
            <a:ext cx="339549" cy="333375"/>
          </a:xfrm>
          <a:prstGeom xmlns:a="http://schemas.openxmlformats.org/drawingml/2006/main" prst="rect">
            <a:avLst/>
          </a:prstGeom>
        </p:spPr>
      </p:pic>
      <p:sp>
        <p:nvSpPr>
          <p:cNvPr id="271" name="Executable Canvas label">
            <a:extLst xmlns:a="http://schemas.openxmlformats.org/drawingml/2006/main">
              <a:ext uri="{FF2B5EF4-FFF2-40B4-BE49-F238E27FC236}">
                <a16:creationId xmlns:a16="http://schemas.microsoft.com/office/drawing/2014/main" id="{F0515413-448C-4597-A05C-7564C5C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8372475"/>
            <a:ext cx="24288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Executable Canvas</a:t>
            </a:r>
          </a:p>
        </p:txBody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3F7C7EC-44B2-46CD-B20F-506B7BBD4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f01715c2945cc"/>
          <a:stretch xmlns:a="http://schemas.openxmlformats.org/drawingml/2006/main"/>
        </p:blipFill>
        <p:spPr>
          <a:xfrm xmlns:a="http://schemas.openxmlformats.org/drawingml/2006/main">
            <a:off x="6905625" y="8737677"/>
            <a:ext cx="2019300" cy="1317470"/>
          </a:xfrm>
          <a:prstGeom xmlns:a="http://schemas.openxmlformats.org/drawingml/2006/main" prst="rect">
            <a:avLst/>
          </a:prstGeom>
        </p:spPr>
      </p:pic>
      <p:sp>
        <p:nvSpPr>
          <p:cNvPr id="273" name="Executable canvas room preview border">
            <a:extLst xmlns:a="http://schemas.openxmlformats.org/drawingml/2006/main">
              <a:ext uri="{FF2B5EF4-FFF2-40B4-BE49-F238E27FC236}">
                <a16:creationId xmlns:a16="http://schemas.microsoft.com/office/drawing/2014/main" id="{B1A3C346-EDB1-4E86-973D-9EAE9BE7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724900"/>
            <a:ext cx="2057400" cy="1343025"/>
          </a:xfrm>
          <a:custGeom xmlns:a="http://schemas.openxmlformats.org/drawingml/2006/main">
            <a:pathLst>
              <a:path w="2057400" h="1343025">
                <a:moveTo>
                  <a:pt x="133350" y="0"/>
                </a:moveTo>
                <a:lnTo>
                  <a:pt x="1924050" y="0"/>
                </a:lnTo>
                <a:cubicBezTo>
                  <a:pt x="1997697" y="0"/>
                  <a:pt x="2057400" y="59703"/>
                  <a:pt x="2057400" y="133350"/>
                </a:cubicBezTo>
                <a:lnTo>
                  <a:pt x="2057400" y="1209675"/>
                </a:lnTo>
                <a:cubicBezTo>
                  <a:pt x="2057400" y="1283322"/>
                  <a:pt x="1997697" y="1343025"/>
                  <a:pt x="1924050" y="1343025"/>
                </a:cubicBezTo>
                <a:lnTo>
                  <a:pt x="133350" y="1343025"/>
                </a:lnTo>
                <a:cubicBezTo>
                  <a:pt x="59703" y="1343025"/>
                  <a:pt x="0" y="1283322"/>
                  <a:pt x="0" y="12096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6D1F1"/>
            </a:solidFill>
            <a:prstDash val="solid"/>
          </a:ln>
        </p:spPr>
      </p:sp>
      <p:sp>
        <p:nvSpPr>
          <p:cNvPr id="274" name="Canvas to generation shaft">
            <a:extLst xmlns:a="http://schemas.openxmlformats.org/drawingml/2006/main">
              <a:ext uri="{FF2B5EF4-FFF2-40B4-BE49-F238E27FC236}">
                <a16:creationId xmlns:a16="http://schemas.microsoft.com/office/drawing/2014/main" id="{BB3B7AC3-E5ED-4D78-BAF2-B1663D6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0239375"/>
            <a:ext cx="191" cy="257175"/>
          </a:xfrm>
          <a:custGeom xmlns:a="http://schemas.openxmlformats.org/drawingml/2006/main">
            <a:pathLst>
              <a:path w="191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55DB6"/>
            </a:solidFill>
            <a:prstDash val="solid"/>
          </a:ln>
        </p:spPr>
      </p:sp>
      <p:sp>
        <p:nvSpPr>
          <p:cNvPr id="275" name="Canvas to generation arrowhead">
            <a:extLst xmlns:a="http://schemas.openxmlformats.org/drawingml/2006/main">
              <a:ext uri="{FF2B5EF4-FFF2-40B4-BE49-F238E27FC236}">
                <a16:creationId xmlns:a16="http://schemas.microsoft.com/office/drawing/2014/main" id="{EB62DC6C-6580-4278-8F2D-FBCB6BF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744" y="10353675"/>
            <a:ext cx="157163" cy="142875"/>
          </a:xfrm>
          <a:custGeom xmlns:a="http://schemas.openxmlformats.org/drawingml/2006/main">
            <a:pathLst>
              <a:path w="157163" h="142875">
                <a:moveTo>
                  <a:pt x="78581" y="142875"/>
                </a:moveTo>
                <a:lnTo>
                  <a:pt x="1571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Generation module panel">
            <a:extLst xmlns:a="http://schemas.openxmlformats.org/drawingml/2006/main">
              <a:ext uri="{FF2B5EF4-FFF2-40B4-BE49-F238E27FC236}">
                <a16:creationId xmlns:a16="http://schemas.microsoft.com/office/drawing/2014/main" id="{E7850EEF-BD26-43B7-8592-73A5A2CC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0467975"/>
            <a:ext cx="2809875" cy="1476375"/>
          </a:xfrm>
          <a:custGeom xmlns:a="http://schemas.openxmlformats.org/drawingml/2006/main">
            <a:pathLst>
              <a:path w="2809875" h="1476375">
                <a:moveTo>
                  <a:pt x="85725" y="0"/>
                </a:moveTo>
                <a:lnTo>
                  <a:pt x="2724150" y="0"/>
                </a:lnTo>
                <a:cubicBezTo>
                  <a:pt x="2771495" y="0"/>
                  <a:pt x="2809875" y="38380"/>
                  <a:pt x="2809875" y="85725"/>
                </a:cubicBezTo>
                <a:lnTo>
                  <a:pt x="2809875" y="1390650"/>
                </a:lnTo>
                <a:cubicBezTo>
                  <a:pt x="2809875" y="1437995"/>
                  <a:pt x="2771495" y="1476375"/>
                  <a:pt x="2724150" y="1476375"/>
                </a:cubicBezTo>
                <a:lnTo>
                  <a:pt x="85725" y="1476375"/>
                </a:lnTo>
                <a:cubicBezTo>
                  <a:pt x="38380" y="1476375"/>
                  <a:pt x="0" y="1437995"/>
                  <a:pt x="0" y="13906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6D1F1"/>
            </a:solidFill>
            <a:prstDash val="solid"/>
          </a:ln>
        </p:spPr>
      </p:sp>
      <p:pic>
        <p:nvPic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D36037D-F05B-44AB-BC4F-ABF2F5E1A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a8a93e40f4e4d"/>
          <a:stretch xmlns:a="http://schemas.openxmlformats.org/drawingml/2006/main"/>
        </p:blipFill>
        <p:spPr>
          <a:xfrm xmlns:a="http://schemas.openxmlformats.org/drawingml/2006/main">
            <a:off x="6916874" y="10515600"/>
            <a:ext cx="358501" cy="352425"/>
          </a:xfrm>
          <a:prstGeom xmlns:a="http://schemas.openxmlformats.org/drawingml/2006/main" prst="rect">
            <a:avLst/>
          </a:prstGeom>
        </p:spPr>
      </p:pic>
      <p:sp>
        <p:nvSpPr>
          <p:cNvPr id="278" name="Generation title">
            <a:extLst xmlns:a="http://schemas.openxmlformats.org/drawingml/2006/main">
              <a:ext uri="{FF2B5EF4-FFF2-40B4-BE49-F238E27FC236}">
                <a16:creationId xmlns:a16="http://schemas.microsoft.com/office/drawing/2014/main" id="{9B3F439F-DD80-422C-AD16-A314030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10563225"/>
            <a:ext cx="2000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Generation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86BCCB9-5409-497F-AB6E-71F607BDF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f9a9d3c40487b"/>
          <a:stretch xmlns:a="http://schemas.openxmlformats.org/drawingml/2006/main"/>
        </p:blipFill>
        <p:spPr>
          <a:xfrm xmlns:a="http://schemas.openxmlformats.org/drawingml/2006/main">
            <a:off x="6591300" y="10872788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3B03904-F28B-449C-A1FC-CC04AFA4BC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1a7ee3f024dc1"/>
          <a:stretch xmlns:a="http://schemas.openxmlformats.org/drawingml/2006/main"/>
        </p:blipFill>
        <p:spPr>
          <a:xfrm xmlns:a="http://schemas.openxmlformats.org/drawingml/2006/main">
            <a:off x="6592670" y="11420475"/>
            <a:ext cx="435410" cy="447675"/>
          </a:xfrm>
          <a:prstGeom xmlns:a="http://schemas.openxmlformats.org/drawingml/2006/main" prst="rect">
            <a:avLst/>
          </a:prstGeom>
        </p:spPr>
      </p:pic>
      <p:sp>
        <p:nvSpPr>
          <p:cNvPr id="281" name="Generation editing option">
            <a:extLst xmlns:a="http://schemas.openxmlformats.org/drawingml/2006/main">
              <a:ext uri="{FF2B5EF4-FFF2-40B4-BE49-F238E27FC236}">
                <a16:creationId xmlns:a16="http://schemas.microsoft.com/office/drawing/2014/main" id="{FAC9BA34-98CB-4089-99D6-D42AD9C6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0944225"/>
            <a:ext cx="1743075" cy="428625"/>
          </a:xfrm>
          <a:custGeom xmlns:a="http://schemas.openxmlformats.org/drawingml/2006/main">
            <a:pathLst>
              <a:path w="1743075" h="428625">
                <a:moveTo>
                  <a:pt x="47625" y="0"/>
                </a:moveTo>
                <a:lnTo>
                  <a:pt x="1695450" y="0"/>
                </a:lnTo>
                <a:cubicBezTo>
                  <a:pt x="1721753" y="0"/>
                  <a:pt x="1743075" y="21322"/>
                  <a:pt x="1743075" y="47625"/>
                </a:cubicBezTo>
                <a:lnTo>
                  <a:pt x="1743075" y="381000"/>
                </a:lnTo>
                <a:cubicBezTo>
                  <a:pt x="1743075" y="407303"/>
                  <a:pt x="1721753" y="428625"/>
                  <a:pt x="1695450" y="428625"/>
                </a:cubicBezTo>
                <a:lnTo>
                  <a:pt x="47625" y="428625"/>
                </a:lnTo>
                <a:cubicBezTo>
                  <a:pt x="21322" y="428625"/>
                  <a:pt x="0" y="407303"/>
                  <a:pt x="0" y="3810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D1F1"/>
            </a:solidFill>
            <a:prstDash val="solid"/>
          </a:ln>
        </p:spPr>
      </p:sp>
      <p:sp>
        <p:nvSpPr>
          <p:cNvPr id="282" name="Generation generation option">
            <a:extLst xmlns:a="http://schemas.openxmlformats.org/drawingml/2006/main">
              <a:ext uri="{FF2B5EF4-FFF2-40B4-BE49-F238E27FC236}">
                <a16:creationId xmlns:a16="http://schemas.microsoft.com/office/drawing/2014/main" id="{43E16FC9-2E43-43A4-92D1-40D823A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1420475"/>
            <a:ext cx="1743075" cy="447675"/>
          </a:xfrm>
          <a:custGeom xmlns:a="http://schemas.openxmlformats.org/drawingml/2006/main">
            <a:pathLst>
              <a:path w="1743075" h="447675">
                <a:moveTo>
                  <a:pt x="47625" y="0"/>
                </a:moveTo>
                <a:lnTo>
                  <a:pt x="1695450" y="0"/>
                </a:lnTo>
                <a:cubicBezTo>
                  <a:pt x="1721753" y="0"/>
                  <a:pt x="1743075" y="21322"/>
                  <a:pt x="1743075" y="47625"/>
                </a:cubicBezTo>
                <a:lnTo>
                  <a:pt x="1743075" y="400050"/>
                </a:lnTo>
                <a:cubicBezTo>
                  <a:pt x="1743075" y="426353"/>
                  <a:pt x="1721753" y="447675"/>
                  <a:pt x="1695450" y="447675"/>
                </a:cubicBezTo>
                <a:lnTo>
                  <a:pt x="47625" y="447675"/>
                </a:lnTo>
                <a:cubicBezTo>
                  <a:pt x="21322" y="447675"/>
                  <a:pt x="0" y="426353"/>
                  <a:pt x="0" y="40005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D1F1"/>
            </a:solidFill>
            <a:prstDash val="solid"/>
          </a:ln>
        </p:spPr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BF81944-2C35-4A84-ABE3-544C7FFE0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f5106cdd04c57"/>
          <a:stretch xmlns:a="http://schemas.openxmlformats.org/drawingml/2006/main"/>
        </p:blipFill>
        <p:spPr>
          <a:xfrm xmlns:a="http://schemas.openxmlformats.org/drawingml/2006/main">
            <a:off x="8717416" y="10982325"/>
            <a:ext cx="367393" cy="342900"/>
          </a:xfrm>
          <a:prstGeom xmlns:a="http://schemas.openxmlformats.org/drawingml/2006/main" prst="rect">
            <a:avLst/>
          </a:prstGeom>
        </p:spPr>
      </p:pic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6A4ED81-4B4B-4270-B4CA-94CFA64BA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016fee5ee4aba"/>
          <a:stretch xmlns:a="http://schemas.openxmlformats.org/drawingml/2006/main"/>
        </p:blipFill>
        <p:spPr>
          <a:xfrm xmlns:a="http://schemas.openxmlformats.org/drawingml/2006/main">
            <a:off x="8753475" y="11460464"/>
            <a:ext cx="333375" cy="339123"/>
          </a:xfrm>
          <a:prstGeom xmlns:a="http://schemas.openxmlformats.org/drawingml/2006/main" prst="rect">
            <a:avLst/>
          </a:prstGeom>
        </p:spPr>
      </p:pic>
      <p:sp>
        <p:nvSpPr>
          <p:cNvPr id="285" name="Generation editing option text">
            <a:extLst xmlns:a="http://schemas.openxmlformats.org/drawingml/2006/main">
              <a:ext uri="{FF2B5EF4-FFF2-40B4-BE49-F238E27FC236}">
                <a16:creationId xmlns:a16="http://schemas.microsoft.com/office/drawing/2014/main" id="{2A21FF70-1243-4835-AB05-CF92C2B3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1039475"/>
            <a:ext cx="16764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Editing</a:t>
            </a:r>
          </a:p>
        </p:txBody>
      </p:sp>
      <p:sp>
        <p:nvSpPr>
          <p:cNvPr id="286" name="Generation generation option text">
            <a:extLst xmlns:a="http://schemas.openxmlformats.org/drawingml/2006/main">
              <a:ext uri="{FF2B5EF4-FFF2-40B4-BE49-F238E27FC236}">
                <a16:creationId xmlns:a16="http://schemas.microsoft.com/office/drawing/2014/main" id="{8BC28C86-573A-4F19-BF63-A513D6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1534775"/>
            <a:ext cx="17430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Generation</a:t>
            </a:r>
          </a:p>
        </p:txBody>
      </p:sp>
      <p:sp>
        <p:nvSpPr>
          <p:cNvPr id="287" name="Generation other models">
            <a:extLst xmlns:a="http://schemas.openxmlformats.org/drawingml/2006/main">
              <a:ext uri="{FF2B5EF4-FFF2-40B4-BE49-F238E27FC236}">
                <a16:creationId xmlns:a16="http://schemas.microsoft.com/office/drawing/2014/main" id="{C664F9C7-8651-4D13-B332-7B0DBA2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1239500"/>
            <a:ext cx="22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...</a:t>
            </a:r>
          </a:p>
        </p:txBody>
      </p:sp>
      <p:sp>
        <p:nvSpPr>
          <p:cNvPr id="288" name="Generation to rendered output shaft">
            <a:extLst xmlns:a="http://schemas.openxmlformats.org/drawingml/2006/main">
              <a:ext uri="{FF2B5EF4-FFF2-40B4-BE49-F238E27FC236}">
                <a16:creationId xmlns:a16="http://schemas.microsoft.com/office/drawing/2014/main" id="{BFA30D76-343C-40C1-A783-1B4A8A01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1153775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55DB6"/>
            </a:solidFill>
            <a:prstDash val="solid"/>
          </a:ln>
        </p:spPr>
      </p:sp>
      <p:sp>
        <p:nvSpPr>
          <p:cNvPr id="289" name="Generation to rendered output arrowhead">
            <a:extLst xmlns:a="http://schemas.openxmlformats.org/drawingml/2006/main">
              <a:ext uri="{FF2B5EF4-FFF2-40B4-BE49-F238E27FC236}">
                <a16:creationId xmlns:a16="http://schemas.microsoft.com/office/drawing/2014/main" id="{32D2EB31-13CD-40DE-9F6F-8ECD96F3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1059478"/>
            <a:ext cx="171450" cy="188595"/>
          </a:xfrm>
          <a:custGeom xmlns:a="http://schemas.openxmlformats.org/drawingml/2006/main">
            <a:pathLst>
              <a:path w="171450" h="188595">
                <a:moveTo>
                  <a:pt x="171450" y="94298"/>
                </a:moveTo>
                <a:lnTo>
                  <a:pt x="0" y="0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35017F9-160D-4182-A8EE-DD0DD87FEA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8182a220b47e8"/>
          <a:stretch xmlns:a="http://schemas.openxmlformats.org/drawingml/2006/main"/>
        </p:blipFill>
        <p:spPr>
          <a:xfrm xmlns:a="http://schemas.openxmlformats.org/drawingml/2006/main">
            <a:off x="9782686" y="10325100"/>
            <a:ext cx="2570728" cy="1266825"/>
          </a:xfrm>
          <a:prstGeom xmlns:a="http://schemas.openxmlformats.org/drawingml/2006/main" prst="rect">
            <a:avLst/>
          </a:prstGeom>
        </p:spPr>
      </p:pic>
      <p:sp>
        <p:nvSpPr>
          <p:cNvPr id="291" name="Generation output label band">
            <a:extLst xmlns:a="http://schemas.openxmlformats.org/drawingml/2006/main">
              <a:ext uri="{FF2B5EF4-FFF2-40B4-BE49-F238E27FC236}">
                <a16:creationId xmlns:a16="http://schemas.microsoft.com/office/drawing/2014/main" id="{2874A726-9D4A-4B68-B243-0E2E48F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1601450"/>
            <a:ext cx="2600325" cy="304800"/>
          </a:xfrm>
          <a:custGeom xmlns:a="http://schemas.openxmlformats.org/drawingml/2006/main">
            <a:pathLst>
              <a:path w="2600325" h="304800">
                <a:moveTo>
                  <a:pt x="0" y="0"/>
                </a:moveTo>
                <a:lnTo>
                  <a:pt x="2600325" y="0"/>
                </a:lnTo>
                <a:lnTo>
                  <a:pt x="260032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EDF7ED"/>
          </a:solidFill>
          <a:ln xmlns:a="http://schemas.openxmlformats.org/drawingml/2006/main" w="19050">
            <a:solidFill>
              <a:srgbClr val="BDDDBD"/>
            </a:solidFill>
            <a:prstDash val="solid"/>
          </a:ln>
        </p:spPr>
      </p:sp>
      <p:sp>
        <p:nvSpPr>
          <p:cNvPr id="292" name="Generation Output label">
            <a:extLst xmlns:a="http://schemas.openxmlformats.org/drawingml/2006/main">
              <a:ext uri="{FF2B5EF4-FFF2-40B4-BE49-F238E27FC236}">
                <a16:creationId xmlns:a16="http://schemas.microsoft.com/office/drawing/2014/main" id="{CDBBB056-F3CB-4DCA-847E-DFA4874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1162050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3F894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3F894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F8949"/>
                </a:solidFill>
                <a:latin typeface="Calibri"/>
                <a:ea typeface="Calibri"/>
                <a:cs typeface="Calibri"/>
              </a:rPr>
              <a:t>Generation Output</a:t>
            </a:r>
          </a:p>
        </p:txBody>
      </p:sp>
      <p:sp>
        <p:nvSpPr>
          <p:cNvPr id="293" name="User VLM review box">
            <a:extLst xmlns:a="http://schemas.openxmlformats.org/drawingml/2006/main">
              <a:ext uri="{FF2B5EF4-FFF2-40B4-BE49-F238E27FC236}">
                <a16:creationId xmlns:a16="http://schemas.microsoft.com/office/drawing/2014/main" id="{3A63FED4-DBC2-4A83-905C-F2F2E43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277350"/>
            <a:ext cx="2657475" cy="619125"/>
          </a:xfrm>
          <a:custGeom xmlns:a="http://schemas.openxmlformats.org/drawingml/2006/main">
            <a:pathLst>
              <a:path w="2657475" h="619125">
                <a:moveTo>
                  <a:pt x="38100" y="0"/>
                </a:moveTo>
                <a:lnTo>
                  <a:pt x="2619375" y="0"/>
                </a:lnTo>
                <a:cubicBezTo>
                  <a:pt x="2640417" y="0"/>
                  <a:pt x="2657475" y="17058"/>
                  <a:pt x="2657475" y="38100"/>
                </a:cubicBezTo>
                <a:lnTo>
                  <a:pt x="2657475" y="581025"/>
                </a:lnTo>
                <a:cubicBezTo>
                  <a:pt x="2657475" y="602067"/>
                  <a:pt x="2640417" y="619125"/>
                  <a:pt x="2619375" y="619125"/>
                </a:cubicBezTo>
                <a:lnTo>
                  <a:pt x="38100" y="619125"/>
                </a:lnTo>
                <a:cubicBezTo>
                  <a:pt x="17058" y="619125"/>
                  <a:pt x="0" y="602067"/>
                  <a:pt x="0" y="5810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3813">
            <a:solidFill>
              <a:srgbClr val="F1D3D3"/>
            </a:solidFill>
            <a:prstDash val="solid"/>
          </a:ln>
        </p:spPr>
      </p:sp>
      <p:sp>
        <p:nvSpPr>
          <p:cNvPr id="294" name="User VLM review label">
            <a:extLst xmlns:a="http://schemas.openxmlformats.org/drawingml/2006/main">
              <a:ext uri="{FF2B5EF4-FFF2-40B4-BE49-F238E27FC236}">
                <a16:creationId xmlns:a16="http://schemas.microsoft.com/office/drawing/2014/main" id="{3EE32F6C-9EA1-4B51-9448-7FEDE55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9477375"/>
            <a:ext cx="24955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User &amp; VLM Review</a:t>
            </a:r>
          </a:p>
        </p:txBody>
      </p:sp>
      <p:sp>
        <p:nvSpPr>
          <p:cNvPr id="295" name="Rendered output to review shaft">
            <a:extLst xmlns:a="http://schemas.openxmlformats.org/drawingml/2006/main">
              <a:ext uri="{FF2B5EF4-FFF2-40B4-BE49-F238E27FC236}">
                <a16:creationId xmlns:a16="http://schemas.microsoft.com/office/drawing/2014/main" id="{A8C0FB5B-DA88-43FA-B7B9-293C9E1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963150"/>
            <a:ext cx="191" cy="266700"/>
          </a:xfrm>
          <a:custGeom xmlns:a="http://schemas.openxmlformats.org/drawingml/2006/main">
            <a:pathLst>
              <a:path w="191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655DB6"/>
            </a:solidFill>
            <a:prstDash val="solid"/>
          </a:ln>
        </p:spPr>
      </p:sp>
      <p:sp>
        <p:nvSpPr>
          <p:cNvPr id="296" name="Rendered output to review arrowhead">
            <a:extLst xmlns:a="http://schemas.openxmlformats.org/drawingml/2006/main">
              <a:ext uri="{FF2B5EF4-FFF2-40B4-BE49-F238E27FC236}">
                <a16:creationId xmlns:a16="http://schemas.microsoft.com/office/drawing/2014/main" id="{B19E4929-11A9-4711-A10B-0D613A9E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953" y="9963150"/>
            <a:ext cx="188595" cy="171450"/>
          </a:xfrm>
          <a:custGeom xmlns:a="http://schemas.openxmlformats.org/drawingml/2006/main">
            <a:pathLst>
              <a:path w="188595" h="171450">
                <a:moveTo>
                  <a:pt x="94298" y="0"/>
                </a:moveTo>
                <a:lnTo>
                  <a:pt x="0" y="171450"/>
                </a:lnTo>
                <a:lnTo>
                  <a:pt x="188595" y="17145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Not passed box">
            <a:extLst xmlns:a="http://schemas.openxmlformats.org/drawingml/2006/main">
              <a:ext uri="{FF2B5EF4-FFF2-40B4-BE49-F238E27FC236}">
                <a16:creationId xmlns:a16="http://schemas.microsoft.com/office/drawing/2014/main" id="{CFC9B782-ACA9-463B-8EF6-D1836BA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8448675"/>
            <a:ext cx="1238250" cy="400050"/>
          </a:xfrm>
          <a:custGeom xmlns:a="http://schemas.openxmlformats.org/drawingml/2006/main">
            <a:pathLst>
              <a:path w="1238250" h="40005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42900"/>
                </a:lnTo>
                <a:cubicBezTo>
                  <a:pt x="1238250" y="374463"/>
                  <a:pt x="1212663" y="400050"/>
                  <a:pt x="1181100" y="400050"/>
                </a:cubicBezTo>
                <a:lnTo>
                  <a:pt x="57150" y="400050"/>
                </a:lnTo>
                <a:cubicBezTo>
                  <a:pt x="25587" y="400050"/>
                  <a:pt x="0" y="374463"/>
                  <a:pt x="0" y="342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3813">
            <a:solidFill>
              <a:srgbClr val="F1D3D3"/>
            </a:solidFill>
            <a:prstDash val="solid"/>
          </a:ln>
        </p:spPr>
      </p:sp>
      <p:sp>
        <p:nvSpPr>
          <p:cNvPr id="298" name="Not passed label">
            <a:extLst xmlns:a="http://schemas.openxmlformats.org/drawingml/2006/main">
              <a:ext uri="{FF2B5EF4-FFF2-40B4-BE49-F238E27FC236}">
                <a16:creationId xmlns:a16="http://schemas.microsoft.com/office/drawing/2014/main" id="{0E6E2A7E-2C0A-4F58-916A-D5067139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8562975"/>
            <a:ext cx="1076325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Not Passed</a:t>
            </a:r>
          </a:p>
        </p:txBody>
      </p:sp>
      <p:sp>
        <p:nvSpPr>
          <p:cNvPr id="299" name="Passed box">
            <a:extLst xmlns:a="http://schemas.openxmlformats.org/drawingml/2006/main">
              <a:ext uri="{FF2B5EF4-FFF2-40B4-BE49-F238E27FC236}">
                <a16:creationId xmlns:a16="http://schemas.microsoft.com/office/drawing/2014/main" id="{E9BB71C5-062B-4B07-91AC-9E5EE00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448675"/>
            <a:ext cx="1238250" cy="400050"/>
          </a:xfrm>
          <a:custGeom xmlns:a="http://schemas.openxmlformats.org/drawingml/2006/main">
            <a:pathLst>
              <a:path w="1238250" h="40005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42900"/>
                </a:lnTo>
                <a:cubicBezTo>
                  <a:pt x="1238250" y="374463"/>
                  <a:pt x="1212663" y="400050"/>
                  <a:pt x="1181100" y="400050"/>
                </a:cubicBezTo>
                <a:lnTo>
                  <a:pt x="57150" y="400050"/>
                </a:lnTo>
                <a:cubicBezTo>
                  <a:pt x="25587" y="400050"/>
                  <a:pt x="0" y="374463"/>
                  <a:pt x="0" y="342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EDF7ED"/>
          </a:solidFill>
          <a:ln xmlns:a="http://schemas.openxmlformats.org/drawingml/2006/main" w="23813">
            <a:solidFill>
              <a:srgbClr val="BEDFC1"/>
            </a:solidFill>
            <a:prstDash val="solid"/>
          </a:ln>
        </p:spPr>
      </p:sp>
      <p:sp>
        <p:nvSpPr>
          <p:cNvPr id="300" name="Passed label">
            <a:extLst xmlns:a="http://schemas.openxmlformats.org/drawingml/2006/main">
              <a:ext uri="{FF2B5EF4-FFF2-40B4-BE49-F238E27FC236}">
                <a16:creationId xmlns:a16="http://schemas.microsoft.com/office/drawing/2014/main" id="{ECF04473-3986-4CDB-849D-4AD076B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7175" y="8562975"/>
            <a:ext cx="8572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38813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388134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388134"/>
                </a:solidFill>
                <a:latin typeface="Calibri"/>
                <a:ea typeface="Calibri"/>
                <a:cs typeface="Calibri"/>
              </a:rPr>
              <a:t>Passed</a:t>
            </a:r>
          </a:p>
        </p:txBody>
      </p:sp>
      <p:sp>
        <p:nvSpPr>
          <p:cNvPr id="301" name="Review failure branch shaft">
            <a:extLst xmlns:a="http://schemas.openxmlformats.org/drawingml/2006/main">
              <a:ext uri="{FF2B5EF4-FFF2-40B4-BE49-F238E27FC236}">
                <a16:creationId xmlns:a16="http://schemas.microsoft.com/office/drawing/2014/main" id="{C1BB7F76-A9B0-4ED3-BF1F-04F090F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8896350"/>
            <a:ext cx="191" cy="295275"/>
          </a:xfrm>
          <a:custGeom xmlns:a="http://schemas.openxmlformats.org/drawingml/2006/main">
            <a:pathLst>
              <a:path w="191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55DB6"/>
            </a:solidFill>
            <a:prstDash val="solid"/>
          </a:ln>
        </p:spPr>
      </p:sp>
      <p:sp>
        <p:nvSpPr>
          <p:cNvPr id="302" name="Review failure branch arrowhead">
            <a:extLst xmlns:a="http://schemas.openxmlformats.org/drawingml/2006/main">
              <a:ext uri="{FF2B5EF4-FFF2-40B4-BE49-F238E27FC236}">
                <a16:creationId xmlns:a16="http://schemas.microsoft.com/office/drawing/2014/main" id="{6D85B78B-5CFF-4BD7-98E5-50E1C43A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0" y="889635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0"/>
                </a:moveTo>
                <a:lnTo>
                  <a:pt x="0" y="114300"/>
                </a:lnTo>
                <a:lnTo>
                  <a:pt x="125730" y="1143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Review success branch shaft">
            <a:extLst xmlns:a="http://schemas.openxmlformats.org/drawingml/2006/main">
              <a:ext uri="{FF2B5EF4-FFF2-40B4-BE49-F238E27FC236}">
                <a16:creationId xmlns:a16="http://schemas.microsoft.com/office/drawing/2014/main" id="{171862AE-C500-4A4B-A142-22D3EF9C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8896350"/>
            <a:ext cx="191" cy="276225"/>
          </a:xfrm>
          <a:custGeom xmlns:a="http://schemas.openxmlformats.org/drawingml/2006/main">
            <a:pathLst>
              <a:path w="191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55DB6"/>
            </a:solidFill>
            <a:prstDash val="solid"/>
          </a:ln>
        </p:spPr>
      </p:sp>
      <p:sp>
        <p:nvSpPr>
          <p:cNvPr id="304" name="Review success branch arrowhead">
            <a:extLst xmlns:a="http://schemas.openxmlformats.org/drawingml/2006/main">
              <a:ext uri="{FF2B5EF4-FFF2-40B4-BE49-F238E27FC236}">
                <a16:creationId xmlns:a16="http://schemas.microsoft.com/office/drawing/2014/main" id="{27B7EE8A-D0A5-4741-B1D3-422FADA3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3860" y="8896350"/>
            <a:ext cx="125730" cy="114300"/>
          </a:xfrm>
          <a:custGeom xmlns:a="http://schemas.openxmlformats.org/drawingml/2006/main">
            <a:pathLst>
              <a:path w="125730" h="114300">
                <a:moveTo>
                  <a:pt x="62865" y="0"/>
                </a:moveTo>
                <a:lnTo>
                  <a:pt x="0" y="114300"/>
                </a:lnTo>
                <a:lnTo>
                  <a:pt x="125730" y="1143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Not passed to executable canvas shaft">
            <a:extLst xmlns:a="http://schemas.openxmlformats.org/drawingml/2006/main">
              <a:ext uri="{FF2B5EF4-FFF2-40B4-BE49-F238E27FC236}">
                <a16:creationId xmlns:a16="http://schemas.microsoft.com/office/drawing/2014/main" id="{5D043162-37CE-44AA-AE57-311BF505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8639175"/>
            <a:ext cx="276225" cy="191"/>
          </a:xfrm>
          <a:custGeom xmlns:a="http://schemas.openxmlformats.org/drawingml/2006/main">
            <a:pathLst>
              <a:path w="276225" h="191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55DB6"/>
            </a:solidFill>
            <a:prstDash val="solid"/>
          </a:ln>
        </p:spPr>
      </p:sp>
      <p:sp>
        <p:nvSpPr>
          <p:cNvPr id="306" name="Not passed to executable canvas arrowhead">
            <a:extLst xmlns:a="http://schemas.openxmlformats.org/drawingml/2006/main">
              <a:ext uri="{FF2B5EF4-FFF2-40B4-BE49-F238E27FC236}">
                <a16:creationId xmlns:a16="http://schemas.microsoft.com/office/drawing/2014/main" id="{42D07E50-9A1B-49F0-858C-1003D5D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8576310"/>
            <a:ext cx="114300" cy="125730"/>
          </a:xfrm>
          <a:custGeom xmlns:a="http://schemas.openxmlformats.org/drawingml/2006/main">
            <a:pathLst>
              <a:path w="114300" h="125730">
                <a:moveTo>
                  <a:pt x="0" y="62865"/>
                </a:moveTo>
                <a:lnTo>
                  <a:pt x="114300" y="12573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Review split dotted rule">
            <a:extLst xmlns:a="http://schemas.openxmlformats.org/drawingml/2006/main">
              <a:ext uri="{FF2B5EF4-FFF2-40B4-BE49-F238E27FC236}">
                <a16:creationId xmlns:a16="http://schemas.microsoft.com/office/drawing/2014/main" id="{DB5E8DA6-DE1D-411C-95B9-D53DE1C3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8210550"/>
            <a:ext cx="191" cy="3657600"/>
          </a:xfrm>
          <a:custGeom xmlns:a="http://schemas.openxmlformats.org/drawingml/2006/main">
            <a:pathLst>
              <a:path w="191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BDB6E2"/>
            </a:solidFill>
            <a:prstDash val="dash"/>
          </a:ln>
        </p:spPr>
      </p:sp>
      <p:sp>
        <p:nvSpPr>
          <p:cNvPr id="308" name="Review checklist panel">
            <a:extLst xmlns:a="http://schemas.openxmlformats.org/drawingml/2006/main">
              <a:ext uri="{FF2B5EF4-FFF2-40B4-BE49-F238E27FC236}">
                <a16:creationId xmlns:a16="http://schemas.microsoft.com/office/drawing/2014/main" id="{E1EA7FBE-D08D-4BC9-947D-867DD040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220075"/>
            <a:ext cx="4838700" cy="3619500"/>
          </a:xfrm>
          <a:custGeom xmlns:a="http://schemas.openxmlformats.org/drawingml/2006/main">
            <a:pathLst>
              <a:path w="4838700" h="3619500">
                <a:moveTo>
                  <a:pt x="219075" y="0"/>
                </a:moveTo>
                <a:lnTo>
                  <a:pt x="4619625" y="0"/>
                </a:lnTo>
                <a:cubicBezTo>
                  <a:pt x="4740617" y="0"/>
                  <a:pt x="4838700" y="98083"/>
                  <a:pt x="4838700" y="219075"/>
                </a:cubicBezTo>
                <a:lnTo>
                  <a:pt x="4838700" y="3400425"/>
                </a:lnTo>
                <a:cubicBezTo>
                  <a:pt x="4838700" y="3521417"/>
                  <a:pt x="4740617" y="3619500"/>
                  <a:pt x="4619625" y="3619500"/>
                </a:cubicBezTo>
                <a:lnTo>
                  <a:pt x="219075" y="3619500"/>
                </a:lnTo>
                <a:cubicBezTo>
                  <a:pt x="98083" y="3619500"/>
                  <a:pt x="0" y="3521417"/>
                  <a:pt x="0" y="340042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3813">
            <a:solidFill>
              <a:srgbClr val="F1D3D3"/>
            </a:solidFill>
            <a:prstDash val="solid"/>
          </a:ln>
        </p:spPr>
      </p:sp>
      <p:sp>
        <p:nvSpPr>
          <p:cNvPr id="309" name="Review checklist vertical divider">
            <a:extLst xmlns:a="http://schemas.openxmlformats.org/drawingml/2006/main">
              <a:ext uri="{FF2B5EF4-FFF2-40B4-BE49-F238E27FC236}">
                <a16:creationId xmlns:a16="http://schemas.microsoft.com/office/drawing/2014/main" id="{D5663A61-85E5-44E6-A2AD-1E4D3514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420100"/>
            <a:ext cx="191" cy="3286125"/>
          </a:xfrm>
          <a:custGeom xmlns:a="http://schemas.openxmlformats.org/drawingml/2006/main">
            <a:pathLst>
              <a:path w="191" h="3286125">
                <a:moveTo>
                  <a:pt x="0" y="0"/>
                </a:moveTo>
                <a:lnTo>
                  <a:pt x="0" y="3286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D3D3"/>
            </a:solidFill>
            <a:prstDash val="solid"/>
          </a:ln>
        </p:spPr>
      </p:sp>
      <p:sp>
        <p:nvSpPr>
          <p:cNvPr id="310" name="Review side label">
            <a:extLst xmlns:a="http://schemas.openxmlformats.org/drawingml/2006/main">
              <a:ext uri="{FF2B5EF4-FFF2-40B4-BE49-F238E27FC236}">
                <a16:creationId xmlns:a16="http://schemas.microsoft.com/office/drawing/2014/main" id="{9A2D6BFD-E430-4AE7-A34D-B03E015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2239625" y="99726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User &amp; VLM Review</a:t>
            </a:r>
          </a:p>
        </p:txBody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844D79D-508D-41C7-9B23-1213E08D6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3b96cd4c74108"/>
          <a:stretch xmlns:a="http://schemas.openxmlformats.org/drawingml/2006/main"/>
        </p:blipFill>
        <p:spPr>
          <a:xfrm xmlns:a="http://schemas.openxmlformats.org/drawingml/2006/main">
            <a:off x="13239750" y="1092517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312" name="Review question 1">
            <a:extLst xmlns:a="http://schemas.openxmlformats.org/drawingml/2006/main">
              <a:ext uri="{FF2B5EF4-FFF2-40B4-BE49-F238E27FC236}">
                <a16:creationId xmlns:a16="http://schemas.microsoft.com/office/drawing/2014/main" id="{9860680C-2317-464C-82DA-1CE3E913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8391525"/>
            <a:ext cx="40671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1. Are the search results correct ?</a:t>
            </a:r>
          </a:p>
        </p:txBody>
      </p:sp>
      <p:sp>
        <p:nvSpPr>
          <p:cNvPr id="313" name="Review check 1">
            <a:extLst xmlns:a="http://schemas.openxmlformats.org/drawingml/2006/main">
              <a:ext uri="{FF2B5EF4-FFF2-40B4-BE49-F238E27FC236}">
                <a16:creationId xmlns:a16="http://schemas.microsoft.com/office/drawing/2014/main" id="{D571A68A-4C43-437B-AC23-1D6DF7A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900" y="86772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URL checking...</a:t>
            </a:r>
          </a:p>
        </p:txBody>
      </p:sp>
      <p:sp>
        <p:nvSpPr>
          <p:cNvPr id="314" name="Review question 2">
            <a:extLst xmlns:a="http://schemas.openxmlformats.org/drawingml/2006/main">
              <a:ext uri="{FF2B5EF4-FFF2-40B4-BE49-F238E27FC236}">
                <a16:creationId xmlns:a16="http://schemas.microsoft.com/office/drawing/2014/main" id="{1F647D6D-4CF1-4732-A0D0-E9EF0D6F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8953500"/>
            <a:ext cx="40671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2. Are the reasoning results correct ?</a:t>
            </a:r>
          </a:p>
        </p:txBody>
      </p:sp>
      <p:sp>
        <p:nvSpPr>
          <p:cNvPr id="315" name="Review check 2">
            <a:extLst xmlns:a="http://schemas.openxmlformats.org/drawingml/2006/main">
              <a:ext uri="{FF2B5EF4-FFF2-40B4-BE49-F238E27FC236}">
                <a16:creationId xmlns:a16="http://schemas.microsoft.com/office/drawing/2014/main" id="{E881AE32-A5AF-444C-8D22-236AF59A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900" y="92392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CoT reasoning process checking...</a:t>
            </a:r>
          </a:p>
        </p:txBody>
      </p:sp>
      <p:sp>
        <p:nvSpPr>
          <p:cNvPr id="316" name="Review question 3">
            <a:extLst xmlns:a="http://schemas.openxmlformats.org/drawingml/2006/main">
              <a:ext uri="{FF2B5EF4-FFF2-40B4-BE49-F238E27FC236}">
                <a16:creationId xmlns:a16="http://schemas.microsoft.com/office/drawing/2014/main" id="{4841575B-9D57-4A3A-8577-476E3D92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9534525"/>
            <a:ext cx="40100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Are the SVG Syntax Correct ?</a:t>
            </a:r>
          </a:p>
        </p:txBody>
      </p:sp>
      <p:sp>
        <p:nvSpPr>
          <p:cNvPr id="317" name="Review SVG syntax white box">
            <a:extLst xmlns:a="http://schemas.openxmlformats.org/drawingml/2006/main">
              <a:ext uri="{FF2B5EF4-FFF2-40B4-BE49-F238E27FC236}">
                <a16:creationId xmlns:a16="http://schemas.microsoft.com/office/drawing/2014/main" id="{50E3667E-ED80-4C8D-BD8B-41393CE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9820275"/>
            <a:ext cx="3524250" cy="885825"/>
          </a:xfrm>
          <a:custGeom xmlns:a="http://schemas.openxmlformats.org/drawingml/2006/main">
            <a:pathLst>
              <a:path w="3524250" h="885825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790575"/>
                </a:lnTo>
                <a:cubicBezTo>
                  <a:pt x="3524250" y="843180"/>
                  <a:pt x="3481605" y="885825"/>
                  <a:pt x="3429000" y="885825"/>
                </a:cubicBezTo>
                <a:lnTo>
                  <a:pt x="95250" y="885825"/>
                </a:lnTo>
                <a:cubicBezTo>
                  <a:pt x="42645" y="885825"/>
                  <a:pt x="0" y="843180"/>
                  <a:pt x="0" y="7905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Review syntax code line 1">
            <a:extLst xmlns:a="http://schemas.openxmlformats.org/drawingml/2006/main">
              <a:ext uri="{FF2B5EF4-FFF2-40B4-BE49-F238E27FC236}">
                <a16:creationId xmlns:a16="http://schemas.microsoft.com/office/drawing/2014/main" id="{7C8266CA-C6FC-4E9B-A430-A19A0CD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99060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&lt;svg viewBox="0 0 512 512"&gt;</a:t>
            </a:r>
          </a:p>
        </p:txBody>
      </p:sp>
      <p:sp>
        <p:nvSpPr>
          <p:cNvPr id="319" name="Review syntax code line 2">
            <a:extLst xmlns:a="http://schemas.openxmlformats.org/drawingml/2006/main">
              <a:ext uri="{FF2B5EF4-FFF2-40B4-BE49-F238E27FC236}">
                <a16:creationId xmlns:a16="http://schemas.microsoft.com/office/drawing/2014/main" id="{4A58C1B7-3F54-4E5A-AE59-CB742213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0203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&lt;rect width="512" height="512" fill="..."/&gt;</a:t>
            </a:r>
          </a:p>
        </p:txBody>
      </p:sp>
      <p:sp>
        <p:nvSpPr>
          <p:cNvPr id="320" name="Review syntax code line 3">
            <a:extLst xmlns:a="http://schemas.openxmlformats.org/drawingml/2006/main">
              <a:ext uri="{FF2B5EF4-FFF2-40B4-BE49-F238E27FC236}">
                <a16:creationId xmlns:a16="http://schemas.microsoft.com/office/drawing/2014/main" id="{9F96B4C5-4142-408F-85AA-7CB930AB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1346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&lt;path d="M..." fill="#E6A946"/&gt;</a:t>
            </a:r>
          </a:p>
        </p:txBody>
      </p:sp>
      <p:sp>
        <p:nvSpPr>
          <p:cNvPr id="321" name="Review syntax code line 4">
            <a:extLst xmlns:a="http://schemas.openxmlformats.org/drawingml/2006/main">
              <a:ext uri="{FF2B5EF4-FFF2-40B4-BE49-F238E27FC236}">
                <a16:creationId xmlns:a16="http://schemas.microsoft.com/office/drawing/2014/main" id="{8169CAA9-77F4-4C4D-8DD2-8DF13121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2489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&lt;circle cx="..." cy="..." r="..." /&gt;</a:t>
            </a:r>
          </a:p>
        </p:txBody>
      </p:sp>
      <p:sp>
        <p:nvSpPr>
          <p:cNvPr id="322" name="Review syntax code line 5">
            <a:extLst xmlns:a="http://schemas.openxmlformats.org/drawingml/2006/main">
              <a:ext uri="{FF2B5EF4-FFF2-40B4-BE49-F238E27FC236}">
                <a16:creationId xmlns:a16="http://schemas.microsoft.com/office/drawing/2014/main" id="{FE19732D-235A-432E-ACB9-6122DED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3632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&lt;text x="..." y="..."&gt;SWISS ALPS&lt;/text&gt;</a:t>
            </a:r>
          </a:p>
        </p:txBody>
      </p:sp>
      <p:sp>
        <p:nvSpPr>
          <p:cNvPr id="323" name="Review syntax code line 6">
            <a:extLst xmlns:a="http://schemas.openxmlformats.org/drawingml/2006/main">
              <a:ext uri="{FF2B5EF4-FFF2-40B4-BE49-F238E27FC236}">
                <a16:creationId xmlns:a16="http://schemas.microsoft.com/office/drawing/2014/main" id="{CC2045CD-D313-4BCC-9AF0-A9A6028C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4775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&lt;/svg&gt;</a:t>
            </a:r>
          </a:p>
        </p:txBody>
      </p:sp>
      <p:sp>
        <p:nvSpPr>
          <p:cNvPr id="324" name="Review syntax code line 7">
            <a:extLst xmlns:a="http://schemas.openxmlformats.org/drawingml/2006/main">
              <a:ext uri="{FF2B5EF4-FFF2-40B4-BE49-F238E27FC236}">
                <a16:creationId xmlns:a16="http://schemas.microsoft.com/office/drawing/2014/main" id="{7C4182B8-BE80-4C6A-964A-FECCF0B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10591800"/>
            <a:ext cx="3286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9EE8AF3-A0A5-451A-8CE2-DA3FB357D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b52ec71364126"/>
          <a:stretch xmlns:a="http://schemas.openxmlformats.org/drawingml/2006/main"/>
        </p:blipFill>
        <p:spPr>
          <a:xfrm xmlns:a="http://schemas.openxmlformats.org/drawingml/2006/main">
            <a:off x="16973550" y="10335700"/>
            <a:ext cx="381000" cy="350274"/>
          </a:xfrm>
          <a:prstGeom xmlns:a="http://schemas.openxmlformats.org/drawingml/2006/main" prst="rect">
            <a:avLst/>
          </a:prstGeom>
        </p:spPr>
      </p:pic>
      <p:sp>
        <p:nvSpPr>
          <p:cNvPr id="326" name="Review question 4">
            <a:extLst xmlns:a="http://schemas.openxmlformats.org/drawingml/2006/main">
              <a:ext uri="{FF2B5EF4-FFF2-40B4-BE49-F238E27FC236}">
                <a16:creationId xmlns:a16="http://schemas.microsoft.com/office/drawing/2014/main" id="{159B235A-32D1-44B7-98B4-10E0F8EB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10820400"/>
            <a:ext cx="405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Are all the elements Complete?</a:t>
            </a:r>
          </a:p>
        </p:txBody>
      </p:sp>
      <p:sp>
        <p:nvSpPr>
          <p:cNvPr id="327" name="Review check 4">
            <a:extLst xmlns:a="http://schemas.openxmlformats.org/drawingml/2006/main">
              <a:ext uri="{FF2B5EF4-FFF2-40B4-BE49-F238E27FC236}">
                <a16:creationId xmlns:a16="http://schemas.microsoft.com/office/drawing/2014/main" id="{48D93F0E-86BB-4148-AAA2-1A9DA28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900" y="111061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Elements position, number checking...</a:t>
            </a:r>
          </a:p>
        </p:txBody>
      </p:sp>
      <p:sp>
        <p:nvSpPr>
          <p:cNvPr id="328" name="Review question 5">
            <a:extLst xmlns:a="http://schemas.openxmlformats.org/drawingml/2006/main">
              <a:ext uri="{FF2B5EF4-FFF2-40B4-BE49-F238E27FC236}">
                <a16:creationId xmlns:a16="http://schemas.microsoft.com/office/drawing/2014/main" id="{453D3228-B492-4D6A-820B-6587E74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11344275"/>
            <a:ext cx="40576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Other Questions......</a:t>
            </a:r>
          </a:p>
        </p:txBody>
      </p:sp>
      <p:sp>
        <p:nvSpPr>
          <p:cNvPr id="329" name="Review feedback loop icon pink">
            <a:extLst xmlns:a="http://schemas.openxmlformats.org/drawingml/2006/main">
              <a:ext uri="{FF2B5EF4-FFF2-40B4-BE49-F238E27FC236}">
                <a16:creationId xmlns:a16="http://schemas.microsoft.com/office/drawing/2014/main" id="{DF1D45AF-4816-4BEA-9E7F-E9ABFAAC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8896350"/>
            <a:ext cx="444500" cy="387350"/>
          </a:xfrm>
          <a:custGeom xmlns:a="http://schemas.openxmlformats.org/drawingml/2006/main">
            <a:pathLst>
              <a:path w="444500" h="387350">
                <a:moveTo>
                  <a:pt x="368300" y="387350"/>
                </a:moveTo>
                <a:lnTo>
                  <a:pt x="374650" y="387350"/>
                </a:lnTo>
                <a:lnTo>
                  <a:pt x="381000" y="381000"/>
                </a:lnTo>
                <a:lnTo>
                  <a:pt x="387350" y="381000"/>
                </a:lnTo>
                <a:lnTo>
                  <a:pt x="393700" y="387350"/>
                </a:lnTo>
                <a:lnTo>
                  <a:pt x="406400" y="387350"/>
                </a:lnTo>
                <a:lnTo>
                  <a:pt x="406400" y="381000"/>
                </a:lnTo>
                <a:lnTo>
                  <a:pt x="400050" y="374650"/>
                </a:lnTo>
                <a:lnTo>
                  <a:pt x="381000" y="374650"/>
                </a:lnTo>
                <a:lnTo>
                  <a:pt x="381000" y="381000"/>
                </a:lnTo>
                <a:lnTo>
                  <a:pt x="374650" y="387350"/>
                </a:lnTo>
                <a:close/>
                <a:moveTo>
                  <a:pt x="222250" y="368300"/>
                </a:moveTo>
                <a:lnTo>
                  <a:pt x="215900" y="368300"/>
                </a:lnTo>
                <a:lnTo>
                  <a:pt x="215900" y="387350"/>
                </a:lnTo>
                <a:lnTo>
                  <a:pt x="222250" y="381000"/>
                </a:lnTo>
                <a:close/>
                <a:moveTo>
                  <a:pt x="0" y="355600"/>
                </a:moveTo>
                <a:lnTo>
                  <a:pt x="0" y="381000"/>
                </a:lnTo>
                <a:lnTo>
                  <a:pt x="146050" y="381000"/>
                </a:lnTo>
                <a:lnTo>
                  <a:pt x="152400" y="387350"/>
                </a:lnTo>
                <a:lnTo>
                  <a:pt x="190500" y="387350"/>
                </a:lnTo>
                <a:lnTo>
                  <a:pt x="184150" y="381000"/>
                </a:lnTo>
                <a:lnTo>
                  <a:pt x="184150" y="374650"/>
                </a:lnTo>
                <a:lnTo>
                  <a:pt x="165100" y="355600"/>
                </a:lnTo>
                <a:lnTo>
                  <a:pt x="158750" y="361950"/>
                </a:lnTo>
                <a:lnTo>
                  <a:pt x="152400" y="355600"/>
                </a:lnTo>
                <a:close/>
                <a:moveTo>
                  <a:pt x="228600" y="260350"/>
                </a:moveTo>
                <a:lnTo>
                  <a:pt x="215900" y="273050"/>
                </a:lnTo>
                <a:lnTo>
                  <a:pt x="215900" y="279400"/>
                </a:lnTo>
                <a:lnTo>
                  <a:pt x="209550" y="285750"/>
                </a:lnTo>
                <a:lnTo>
                  <a:pt x="203200" y="285750"/>
                </a:lnTo>
                <a:lnTo>
                  <a:pt x="196850" y="292100"/>
                </a:lnTo>
                <a:lnTo>
                  <a:pt x="190500" y="292100"/>
                </a:lnTo>
                <a:lnTo>
                  <a:pt x="190500" y="298450"/>
                </a:lnTo>
                <a:lnTo>
                  <a:pt x="184150" y="304800"/>
                </a:lnTo>
                <a:lnTo>
                  <a:pt x="177800" y="304800"/>
                </a:lnTo>
                <a:lnTo>
                  <a:pt x="171450" y="311150"/>
                </a:lnTo>
                <a:lnTo>
                  <a:pt x="165100" y="311150"/>
                </a:lnTo>
                <a:lnTo>
                  <a:pt x="158750" y="317500"/>
                </a:lnTo>
                <a:lnTo>
                  <a:pt x="165100" y="323850"/>
                </a:lnTo>
                <a:lnTo>
                  <a:pt x="158750" y="330200"/>
                </a:lnTo>
                <a:lnTo>
                  <a:pt x="152400" y="330200"/>
                </a:lnTo>
                <a:lnTo>
                  <a:pt x="146050" y="323850"/>
                </a:lnTo>
                <a:lnTo>
                  <a:pt x="120650" y="323850"/>
                </a:lnTo>
                <a:lnTo>
                  <a:pt x="146050" y="323850"/>
                </a:lnTo>
                <a:lnTo>
                  <a:pt x="152400" y="330200"/>
                </a:lnTo>
                <a:lnTo>
                  <a:pt x="177800" y="330200"/>
                </a:lnTo>
                <a:lnTo>
                  <a:pt x="177800" y="323850"/>
                </a:lnTo>
                <a:lnTo>
                  <a:pt x="171450" y="317500"/>
                </a:lnTo>
                <a:lnTo>
                  <a:pt x="177800" y="311150"/>
                </a:lnTo>
                <a:lnTo>
                  <a:pt x="203200" y="311150"/>
                </a:lnTo>
                <a:lnTo>
                  <a:pt x="203200" y="304800"/>
                </a:lnTo>
                <a:lnTo>
                  <a:pt x="215900" y="292100"/>
                </a:lnTo>
                <a:lnTo>
                  <a:pt x="228600" y="292100"/>
                </a:lnTo>
                <a:lnTo>
                  <a:pt x="228600" y="279400"/>
                </a:lnTo>
                <a:lnTo>
                  <a:pt x="222250" y="273050"/>
                </a:lnTo>
                <a:lnTo>
                  <a:pt x="228600" y="266700"/>
                </a:lnTo>
                <a:close/>
                <a:moveTo>
                  <a:pt x="355600" y="234950"/>
                </a:moveTo>
                <a:lnTo>
                  <a:pt x="349250" y="234950"/>
                </a:lnTo>
                <a:lnTo>
                  <a:pt x="349250" y="254000"/>
                </a:lnTo>
                <a:lnTo>
                  <a:pt x="342900" y="260350"/>
                </a:lnTo>
                <a:lnTo>
                  <a:pt x="349250" y="266700"/>
                </a:lnTo>
                <a:lnTo>
                  <a:pt x="361950" y="254000"/>
                </a:lnTo>
                <a:lnTo>
                  <a:pt x="355600" y="254000"/>
                </a:lnTo>
                <a:lnTo>
                  <a:pt x="349250" y="247650"/>
                </a:lnTo>
                <a:lnTo>
                  <a:pt x="355600" y="241300"/>
                </a:lnTo>
                <a:close/>
                <a:moveTo>
                  <a:pt x="228600" y="133350"/>
                </a:moveTo>
                <a:lnTo>
                  <a:pt x="228600" y="139700"/>
                </a:lnTo>
                <a:lnTo>
                  <a:pt x="222250" y="146050"/>
                </a:lnTo>
                <a:lnTo>
                  <a:pt x="209550" y="146050"/>
                </a:lnTo>
                <a:lnTo>
                  <a:pt x="203200" y="152400"/>
                </a:lnTo>
                <a:lnTo>
                  <a:pt x="203200" y="158750"/>
                </a:lnTo>
                <a:lnTo>
                  <a:pt x="196850" y="165100"/>
                </a:lnTo>
                <a:lnTo>
                  <a:pt x="190500" y="165100"/>
                </a:lnTo>
                <a:lnTo>
                  <a:pt x="228600" y="165100"/>
                </a:lnTo>
                <a:lnTo>
                  <a:pt x="228600" y="152400"/>
                </a:lnTo>
                <a:lnTo>
                  <a:pt x="222250" y="146050"/>
                </a:lnTo>
                <a:lnTo>
                  <a:pt x="228600" y="139700"/>
                </a:lnTo>
                <a:close/>
                <a:moveTo>
                  <a:pt x="203200" y="152400"/>
                </a:moveTo>
                <a:lnTo>
                  <a:pt x="209550" y="146050"/>
                </a:lnTo>
                <a:lnTo>
                  <a:pt x="215900" y="146050"/>
                </a:lnTo>
                <a:lnTo>
                  <a:pt x="222250" y="152400"/>
                </a:lnTo>
                <a:lnTo>
                  <a:pt x="222250" y="158750"/>
                </a:lnTo>
                <a:lnTo>
                  <a:pt x="215900" y="165100"/>
                </a:lnTo>
                <a:lnTo>
                  <a:pt x="209550" y="165100"/>
                </a:lnTo>
                <a:lnTo>
                  <a:pt x="203200" y="158750"/>
                </a:lnTo>
                <a:close/>
                <a:moveTo>
                  <a:pt x="444500" y="165100"/>
                </a:moveTo>
                <a:lnTo>
                  <a:pt x="438150" y="158750"/>
                </a:lnTo>
                <a:lnTo>
                  <a:pt x="438150" y="152400"/>
                </a:lnTo>
                <a:lnTo>
                  <a:pt x="431800" y="146050"/>
                </a:lnTo>
                <a:lnTo>
                  <a:pt x="431800" y="139700"/>
                </a:lnTo>
                <a:lnTo>
                  <a:pt x="425450" y="133350"/>
                </a:lnTo>
                <a:lnTo>
                  <a:pt x="425450" y="127000"/>
                </a:lnTo>
                <a:lnTo>
                  <a:pt x="406400" y="107950"/>
                </a:lnTo>
                <a:lnTo>
                  <a:pt x="406400" y="101600"/>
                </a:lnTo>
                <a:lnTo>
                  <a:pt x="400050" y="95250"/>
                </a:lnTo>
                <a:lnTo>
                  <a:pt x="400050" y="82550"/>
                </a:lnTo>
                <a:lnTo>
                  <a:pt x="387350" y="82550"/>
                </a:lnTo>
                <a:lnTo>
                  <a:pt x="368300" y="69850"/>
                </a:lnTo>
                <a:lnTo>
                  <a:pt x="387350" y="57150"/>
                </a:lnTo>
                <a:lnTo>
                  <a:pt x="387350" y="50800"/>
                </a:lnTo>
                <a:lnTo>
                  <a:pt x="374650" y="31750"/>
                </a:lnTo>
                <a:lnTo>
                  <a:pt x="368300" y="31750"/>
                </a:lnTo>
                <a:lnTo>
                  <a:pt x="374650" y="38100"/>
                </a:lnTo>
                <a:lnTo>
                  <a:pt x="361950" y="57150"/>
                </a:lnTo>
                <a:lnTo>
                  <a:pt x="355600" y="57150"/>
                </a:lnTo>
                <a:lnTo>
                  <a:pt x="349250" y="50800"/>
                </a:lnTo>
                <a:lnTo>
                  <a:pt x="336550" y="50800"/>
                </a:lnTo>
                <a:lnTo>
                  <a:pt x="317500" y="38100"/>
                </a:lnTo>
                <a:lnTo>
                  <a:pt x="234950" y="38100"/>
                </a:lnTo>
                <a:lnTo>
                  <a:pt x="222250" y="50800"/>
                </a:lnTo>
                <a:lnTo>
                  <a:pt x="196850" y="50800"/>
                </a:lnTo>
                <a:lnTo>
                  <a:pt x="190500" y="57150"/>
                </a:lnTo>
                <a:lnTo>
                  <a:pt x="184150" y="57150"/>
                </a:lnTo>
                <a:lnTo>
                  <a:pt x="171450" y="69850"/>
                </a:lnTo>
                <a:lnTo>
                  <a:pt x="165100" y="63500"/>
                </a:lnTo>
                <a:lnTo>
                  <a:pt x="171450" y="69850"/>
                </a:lnTo>
                <a:lnTo>
                  <a:pt x="165100" y="76200"/>
                </a:lnTo>
                <a:lnTo>
                  <a:pt x="158750" y="76200"/>
                </a:lnTo>
                <a:lnTo>
                  <a:pt x="152400" y="82550"/>
                </a:lnTo>
                <a:lnTo>
                  <a:pt x="152400" y="88900"/>
                </a:lnTo>
                <a:lnTo>
                  <a:pt x="139700" y="101600"/>
                </a:lnTo>
                <a:lnTo>
                  <a:pt x="133350" y="101600"/>
                </a:lnTo>
                <a:lnTo>
                  <a:pt x="120650" y="114300"/>
                </a:lnTo>
                <a:lnTo>
                  <a:pt x="127000" y="120650"/>
                </a:lnTo>
                <a:lnTo>
                  <a:pt x="120650" y="127000"/>
                </a:lnTo>
                <a:lnTo>
                  <a:pt x="120650" y="133350"/>
                </a:lnTo>
                <a:lnTo>
                  <a:pt x="107950" y="152400"/>
                </a:lnTo>
                <a:lnTo>
                  <a:pt x="107950" y="177800"/>
                </a:lnTo>
                <a:lnTo>
                  <a:pt x="95250" y="190500"/>
                </a:lnTo>
                <a:lnTo>
                  <a:pt x="82550" y="177800"/>
                </a:lnTo>
                <a:lnTo>
                  <a:pt x="82550" y="171450"/>
                </a:lnTo>
                <a:lnTo>
                  <a:pt x="88900" y="165100"/>
                </a:lnTo>
                <a:lnTo>
                  <a:pt x="88900" y="158750"/>
                </a:lnTo>
                <a:lnTo>
                  <a:pt x="82550" y="158750"/>
                </a:lnTo>
                <a:lnTo>
                  <a:pt x="76200" y="152400"/>
                </a:lnTo>
                <a:lnTo>
                  <a:pt x="76200" y="146050"/>
                </a:lnTo>
                <a:lnTo>
                  <a:pt x="76200" y="152400"/>
                </a:lnTo>
                <a:lnTo>
                  <a:pt x="82550" y="158750"/>
                </a:lnTo>
                <a:lnTo>
                  <a:pt x="82550" y="171450"/>
                </a:lnTo>
                <a:lnTo>
                  <a:pt x="76200" y="177800"/>
                </a:lnTo>
                <a:lnTo>
                  <a:pt x="69850" y="171450"/>
                </a:lnTo>
                <a:lnTo>
                  <a:pt x="69850" y="165100"/>
                </a:lnTo>
                <a:lnTo>
                  <a:pt x="69850" y="171450"/>
                </a:lnTo>
                <a:lnTo>
                  <a:pt x="63500" y="177800"/>
                </a:lnTo>
                <a:lnTo>
                  <a:pt x="50800" y="177800"/>
                </a:lnTo>
                <a:lnTo>
                  <a:pt x="44450" y="184150"/>
                </a:lnTo>
                <a:lnTo>
                  <a:pt x="38100" y="184150"/>
                </a:lnTo>
                <a:lnTo>
                  <a:pt x="38100" y="190500"/>
                </a:lnTo>
                <a:lnTo>
                  <a:pt x="31750" y="196850"/>
                </a:lnTo>
                <a:lnTo>
                  <a:pt x="31750" y="209550"/>
                </a:lnTo>
                <a:lnTo>
                  <a:pt x="25400" y="215900"/>
                </a:lnTo>
                <a:lnTo>
                  <a:pt x="31750" y="209550"/>
                </a:lnTo>
                <a:lnTo>
                  <a:pt x="38100" y="215900"/>
                </a:lnTo>
                <a:lnTo>
                  <a:pt x="38100" y="228600"/>
                </a:lnTo>
                <a:lnTo>
                  <a:pt x="44450" y="234950"/>
                </a:lnTo>
                <a:lnTo>
                  <a:pt x="31750" y="247650"/>
                </a:lnTo>
                <a:lnTo>
                  <a:pt x="31750" y="254000"/>
                </a:lnTo>
                <a:lnTo>
                  <a:pt x="31750" y="247650"/>
                </a:lnTo>
                <a:lnTo>
                  <a:pt x="44450" y="234950"/>
                </a:lnTo>
                <a:lnTo>
                  <a:pt x="69850" y="260350"/>
                </a:lnTo>
                <a:lnTo>
                  <a:pt x="69850" y="266700"/>
                </a:lnTo>
                <a:lnTo>
                  <a:pt x="76200" y="266700"/>
                </a:lnTo>
                <a:lnTo>
                  <a:pt x="107950" y="298450"/>
                </a:lnTo>
                <a:lnTo>
                  <a:pt x="120650" y="298450"/>
                </a:lnTo>
                <a:lnTo>
                  <a:pt x="127000" y="304800"/>
                </a:lnTo>
                <a:lnTo>
                  <a:pt x="146050" y="304800"/>
                </a:lnTo>
                <a:lnTo>
                  <a:pt x="152400" y="298450"/>
                </a:lnTo>
                <a:lnTo>
                  <a:pt x="158750" y="298450"/>
                </a:lnTo>
                <a:lnTo>
                  <a:pt x="165100" y="292100"/>
                </a:lnTo>
                <a:lnTo>
                  <a:pt x="171450" y="292100"/>
                </a:lnTo>
                <a:lnTo>
                  <a:pt x="171450" y="285750"/>
                </a:lnTo>
                <a:lnTo>
                  <a:pt x="177800" y="279400"/>
                </a:lnTo>
                <a:lnTo>
                  <a:pt x="177800" y="273050"/>
                </a:lnTo>
                <a:lnTo>
                  <a:pt x="184150" y="266700"/>
                </a:lnTo>
                <a:lnTo>
                  <a:pt x="190500" y="266700"/>
                </a:lnTo>
                <a:lnTo>
                  <a:pt x="209550" y="247650"/>
                </a:lnTo>
                <a:lnTo>
                  <a:pt x="209550" y="241300"/>
                </a:lnTo>
                <a:lnTo>
                  <a:pt x="215900" y="234950"/>
                </a:lnTo>
                <a:lnTo>
                  <a:pt x="222250" y="234950"/>
                </a:lnTo>
                <a:lnTo>
                  <a:pt x="241300" y="222250"/>
                </a:lnTo>
                <a:lnTo>
                  <a:pt x="234950" y="222250"/>
                </a:lnTo>
                <a:lnTo>
                  <a:pt x="228600" y="215900"/>
                </a:lnTo>
                <a:lnTo>
                  <a:pt x="228600" y="184150"/>
                </a:lnTo>
                <a:lnTo>
                  <a:pt x="222250" y="177800"/>
                </a:lnTo>
                <a:lnTo>
                  <a:pt x="196850" y="177800"/>
                </a:lnTo>
                <a:lnTo>
                  <a:pt x="190500" y="184150"/>
                </a:lnTo>
                <a:lnTo>
                  <a:pt x="184150" y="184150"/>
                </a:lnTo>
                <a:lnTo>
                  <a:pt x="177800" y="177800"/>
                </a:lnTo>
                <a:lnTo>
                  <a:pt x="177800" y="171450"/>
                </a:lnTo>
                <a:lnTo>
                  <a:pt x="171450" y="165100"/>
                </a:lnTo>
                <a:lnTo>
                  <a:pt x="171450" y="158750"/>
                </a:lnTo>
                <a:lnTo>
                  <a:pt x="177800" y="152400"/>
                </a:lnTo>
                <a:lnTo>
                  <a:pt x="184150" y="152400"/>
                </a:lnTo>
                <a:lnTo>
                  <a:pt x="196850" y="139700"/>
                </a:lnTo>
                <a:lnTo>
                  <a:pt x="196850" y="133350"/>
                </a:lnTo>
                <a:lnTo>
                  <a:pt x="203200" y="127000"/>
                </a:lnTo>
                <a:lnTo>
                  <a:pt x="209550" y="127000"/>
                </a:lnTo>
                <a:lnTo>
                  <a:pt x="222250" y="114300"/>
                </a:lnTo>
                <a:lnTo>
                  <a:pt x="228600" y="114300"/>
                </a:lnTo>
                <a:lnTo>
                  <a:pt x="234950" y="107950"/>
                </a:lnTo>
                <a:lnTo>
                  <a:pt x="247650" y="107950"/>
                </a:lnTo>
                <a:lnTo>
                  <a:pt x="254000" y="101600"/>
                </a:lnTo>
                <a:lnTo>
                  <a:pt x="298450" y="101600"/>
                </a:lnTo>
                <a:lnTo>
                  <a:pt x="304800" y="107950"/>
                </a:lnTo>
                <a:lnTo>
                  <a:pt x="317500" y="107950"/>
                </a:lnTo>
                <a:lnTo>
                  <a:pt x="323850" y="114300"/>
                </a:lnTo>
                <a:lnTo>
                  <a:pt x="317500" y="120650"/>
                </a:lnTo>
                <a:lnTo>
                  <a:pt x="330200" y="120650"/>
                </a:lnTo>
                <a:lnTo>
                  <a:pt x="342900" y="133350"/>
                </a:lnTo>
                <a:lnTo>
                  <a:pt x="330200" y="146050"/>
                </a:lnTo>
                <a:lnTo>
                  <a:pt x="317500" y="146050"/>
                </a:lnTo>
                <a:lnTo>
                  <a:pt x="311150" y="139700"/>
                </a:lnTo>
                <a:lnTo>
                  <a:pt x="311150" y="133350"/>
                </a:lnTo>
                <a:lnTo>
                  <a:pt x="311150" y="139700"/>
                </a:lnTo>
                <a:lnTo>
                  <a:pt x="317500" y="146050"/>
                </a:lnTo>
                <a:lnTo>
                  <a:pt x="317500" y="152400"/>
                </a:lnTo>
                <a:lnTo>
                  <a:pt x="311150" y="158750"/>
                </a:lnTo>
                <a:lnTo>
                  <a:pt x="317500" y="165100"/>
                </a:lnTo>
                <a:lnTo>
                  <a:pt x="317500" y="184150"/>
                </a:lnTo>
                <a:lnTo>
                  <a:pt x="323850" y="190500"/>
                </a:lnTo>
                <a:lnTo>
                  <a:pt x="330200" y="190500"/>
                </a:lnTo>
                <a:lnTo>
                  <a:pt x="342900" y="209550"/>
                </a:lnTo>
                <a:lnTo>
                  <a:pt x="342900" y="203200"/>
                </a:lnTo>
                <a:lnTo>
                  <a:pt x="336550" y="196850"/>
                </a:lnTo>
                <a:lnTo>
                  <a:pt x="342900" y="190500"/>
                </a:lnTo>
                <a:lnTo>
                  <a:pt x="349250" y="190500"/>
                </a:lnTo>
                <a:lnTo>
                  <a:pt x="349250" y="171450"/>
                </a:lnTo>
                <a:lnTo>
                  <a:pt x="342900" y="165100"/>
                </a:lnTo>
                <a:lnTo>
                  <a:pt x="342900" y="152400"/>
                </a:lnTo>
                <a:lnTo>
                  <a:pt x="336550" y="146050"/>
                </a:lnTo>
                <a:lnTo>
                  <a:pt x="349250" y="133350"/>
                </a:lnTo>
                <a:lnTo>
                  <a:pt x="361950" y="146050"/>
                </a:lnTo>
                <a:lnTo>
                  <a:pt x="361950" y="152400"/>
                </a:lnTo>
                <a:lnTo>
                  <a:pt x="368300" y="158750"/>
                </a:lnTo>
                <a:lnTo>
                  <a:pt x="368300" y="171450"/>
                </a:lnTo>
                <a:lnTo>
                  <a:pt x="374650" y="177800"/>
                </a:lnTo>
                <a:lnTo>
                  <a:pt x="368300" y="184150"/>
                </a:lnTo>
                <a:lnTo>
                  <a:pt x="387350" y="196850"/>
                </a:lnTo>
                <a:lnTo>
                  <a:pt x="374650" y="215900"/>
                </a:lnTo>
                <a:lnTo>
                  <a:pt x="381000" y="222250"/>
                </a:lnTo>
                <a:lnTo>
                  <a:pt x="381000" y="228600"/>
                </a:lnTo>
                <a:lnTo>
                  <a:pt x="374650" y="234950"/>
                </a:lnTo>
                <a:lnTo>
                  <a:pt x="381000" y="241300"/>
                </a:lnTo>
                <a:lnTo>
                  <a:pt x="374650" y="247650"/>
                </a:lnTo>
                <a:lnTo>
                  <a:pt x="374650" y="266700"/>
                </a:lnTo>
                <a:lnTo>
                  <a:pt x="342900" y="298450"/>
                </a:lnTo>
                <a:lnTo>
                  <a:pt x="330200" y="285750"/>
                </a:lnTo>
                <a:lnTo>
                  <a:pt x="342900" y="298450"/>
                </a:lnTo>
                <a:lnTo>
                  <a:pt x="330200" y="317500"/>
                </a:lnTo>
                <a:lnTo>
                  <a:pt x="317500" y="317500"/>
                </a:lnTo>
                <a:lnTo>
                  <a:pt x="311150" y="311150"/>
                </a:lnTo>
                <a:lnTo>
                  <a:pt x="317500" y="304800"/>
                </a:lnTo>
                <a:lnTo>
                  <a:pt x="323850" y="304800"/>
                </a:lnTo>
                <a:lnTo>
                  <a:pt x="317500" y="304800"/>
                </a:lnTo>
                <a:lnTo>
                  <a:pt x="311150" y="311150"/>
                </a:lnTo>
                <a:lnTo>
                  <a:pt x="311150" y="317500"/>
                </a:lnTo>
                <a:lnTo>
                  <a:pt x="292100" y="330200"/>
                </a:lnTo>
                <a:lnTo>
                  <a:pt x="285750" y="330200"/>
                </a:lnTo>
                <a:lnTo>
                  <a:pt x="279400" y="323850"/>
                </a:lnTo>
                <a:lnTo>
                  <a:pt x="273050" y="330200"/>
                </a:lnTo>
                <a:lnTo>
                  <a:pt x="254000" y="330200"/>
                </a:lnTo>
                <a:lnTo>
                  <a:pt x="247650" y="336550"/>
                </a:lnTo>
                <a:lnTo>
                  <a:pt x="241300" y="330200"/>
                </a:lnTo>
                <a:lnTo>
                  <a:pt x="247650" y="336550"/>
                </a:lnTo>
                <a:lnTo>
                  <a:pt x="241300" y="342900"/>
                </a:lnTo>
                <a:lnTo>
                  <a:pt x="247650" y="349250"/>
                </a:lnTo>
                <a:lnTo>
                  <a:pt x="247650" y="368300"/>
                </a:lnTo>
                <a:lnTo>
                  <a:pt x="241300" y="374650"/>
                </a:lnTo>
                <a:lnTo>
                  <a:pt x="241300" y="387350"/>
                </a:lnTo>
                <a:lnTo>
                  <a:pt x="247650" y="381000"/>
                </a:lnTo>
                <a:lnTo>
                  <a:pt x="254000" y="387350"/>
                </a:lnTo>
                <a:lnTo>
                  <a:pt x="323850" y="387350"/>
                </a:lnTo>
                <a:lnTo>
                  <a:pt x="330200" y="381000"/>
                </a:lnTo>
                <a:lnTo>
                  <a:pt x="342900" y="381000"/>
                </a:lnTo>
                <a:lnTo>
                  <a:pt x="355600" y="368300"/>
                </a:lnTo>
                <a:lnTo>
                  <a:pt x="361950" y="368300"/>
                </a:lnTo>
                <a:lnTo>
                  <a:pt x="361950" y="361950"/>
                </a:lnTo>
                <a:lnTo>
                  <a:pt x="368300" y="355600"/>
                </a:lnTo>
                <a:lnTo>
                  <a:pt x="374650" y="355600"/>
                </a:lnTo>
                <a:lnTo>
                  <a:pt x="381000" y="349250"/>
                </a:lnTo>
                <a:lnTo>
                  <a:pt x="387350" y="349250"/>
                </a:lnTo>
                <a:lnTo>
                  <a:pt x="400050" y="336550"/>
                </a:lnTo>
                <a:lnTo>
                  <a:pt x="406400" y="336550"/>
                </a:lnTo>
                <a:lnTo>
                  <a:pt x="406400" y="330200"/>
                </a:lnTo>
                <a:lnTo>
                  <a:pt x="419100" y="317500"/>
                </a:lnTo>
                <a:lnTo>
                  <a:pt x="419100" y="311150"/>
                </a:lnTo>
                <a:lnTo>
                  <a:pt x="425450" y="304800"/>
                </a:lnTo>
                <a:lnTo>
                  <a:pt x="425450" y="292100"/>
                </a:lnTo>
                <a:lnTo>
                  <a:pt x="438150" y="273050"/>
                </a:lnTo>
                <a:lnTo>
                  <a:pt x="438150" y="254000"/>
                </a:lnTo>
                <a:lnTo>
                  <a:pt x="444500" y="247650"/>
                </a:lnTo>
                <a:close/>
                <a:moveTo>
                  <a:pt x="165100" y="184150"/>
                </a:moveTo>
                <a:lnTo>
                  <a:pt x="171450" y="177800"/>
                </a:lnTo>
                <a:lnTo>
                  <a:pt x="177800" y="184150"/>
                </a:lnTo>
                <a:lnTo>
                  <a:pt x="171450" y="190500"/>
                </a:lnTo>
                <a:close/>
                <a:moveTo>
                  <a:pt x="381000" y="44450"/>
                </a:moveTo>
                <a:lnTo>
                  <a:pt x="387350" y="50800"/>
                </a:lnTo>
                <a:lnTo>
                  <a:pt x="368300" y="69850"/>
                </a:lnTo>
                <a:lnTo>
                  <a:pt x="361950" y="63500"/>
                </a:lnTo>
                <a:lnTo>
                  <a:pt x="361950" y="57150"/>
                </a:lnTo>
                <a:lnTo>
                  <a:pt x="374650" y="44450"/>
                </a:lnTo>
                <a:close/>
                <a:moveTo>
                  <a:pt x="196850" y="25400"/>
                </a:moveTo>
                <a:lnTo>
                  <a:pt x="203200" y="25400"/>
                </a:lnTo>
                <a:lnTo>
                  <a:pt x="209550" y="19050"/>
                </a:lnTo>
                <a:lnTo>
                  <a:pt x="304800" y="19050"/>
                </a:lnTo>
                <a:lnTo>
                  <a:pt x="234950" y="19050"/>
                </a:lnTo>
                <a:lnTo>
                  <a:pt x="228600" y="12700"/>
                </a:lnTo>
                <a:lnTo>
                  <a:pt x="215900" y="12700"/>
                </a:lnTo>
                <a:close/>
                <a:moveTo>
                  <a:pt x="317500" y="0"/>
                </a:moveTo>
                <a:lnTo>
                  <a:pt x="317500" y="12700"/>
                </a:lnTo>
                <a:lnTo>
                  <a:pt x="323850" y="19050"/>
                </a:lnTo>
                <a:lnTo>
                  <a:pt x="336550" y="19050"/>
                </a:lnTo>
                <a:lnTo>
                  <a:pt x="336550" y="6350"/>
                </a:lnTo>
                <a:lnTo>
                  <a:pt x="330200" y="6350"/>
                </a:lnTo>
                <a:lnTo>
                  <a:pt x="323850" y="0"/>
                </a:lnTo>
                <a:close/>
              </a:path>
            </a:pathLst>
          </a:custGeom>
          <a:solidFill xmlns:a="http://schemas.openxmlformats.org/drawingml/2006/main">
            <a:srgbClr val="F2D5D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4888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2026-10-18T16:26:35.1580000Z</dcterms:created>
  <dcterms:modified xsi:type="dcterms:W3CDTF">2026-10-18T16:26:35.1580000Z</dcterms:modified>
</coreProperties>
</file>